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2.xml" ContentType="application/vnd.openxmlformats-officedocument.theme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3.xml" ContentType="application/vnd.openxmlformats-officedocument.theme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theme/theme4.xml" ContentType="application/vnd.openxmlformats-officedocument.theme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  <p:sldMasterId id="2147483693" r:id="rId5"/>
    <p:sldMasterId id="2147483714" r:id="rId6"/>
    <p:sldMasterId id="2147483735" r:id="rId7"/>
    <p:sldMasterId id="2147483756" r:id="rId8"/>
  </p:sldMasterIdLst>
  <p:notesMasterIdLst>
    <p:notesMasterId r:id="rId38"/>
  </p:notesMasterIdLst>
  <p:handoutMasterIdLst>
    <p:handoutMasterId r:id="rId39"/>
  </p:handoutMasterIdLst>
  <p:sldIdLst>
    <p:sldId id="386" r:id="rId9"/>
    <p:sldId id="419" r:id="rId10"/>
    <p:sldId id="451" r:id="rId11"/>
    <p:sldId id="447" r:id="rId12"/>
    <p:sldId id="420" r:id="rId13"/>
    <p:sldId id="412" r:id="rId14"/>
    <p:sldId id="448" r:id="rId15"/>
    <p:sldId id="449" r:id="rId16"/>
    <p:sldId id="421" r:id="rId17"/>
    <p:sldId id="422" r:id="rId18"/>
    <p:sldId id="423" r:id="rId19"/>
    <p:sldId id="426" r:id="rId20"/>
    <p:sldId id="413" r:id="rId21"/>
    <p:sldId id="427" r:id="rId22"/>
    <p:sldId id="428" r:id="rId23"/>
    <p:sldId id="429" r:id="rId24"/>
    <p:sldId id="430" r:id="rId25"/>
    <p:sldId id="431" r:id="rId26"/>
    <p:sldId id="432" r:id="rId27"/>
    <p:sldId id="433" r:id="rId28"/>
    <p:sldId id="434" r:id="rId29"/>
    <p:sldId id="444" r:id="rId30"/>
    <p:sldId id="415" r:id="rId31"/>
    <p:sldId id="445" r:id="rId32"/>
    <p:sldId id="418" r:id="rId33"/>
    <p:sldId id="425" r:id="rId34"/>
    <p:sldId id="424" r:id="rId35"/>
    <p:sldId id="446" r:id="rId36"/>
    <p:sldId id="450" r:id="rId3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akarsh dhariwal" initials="ad" lastIdx="17" clrIdx="0">
    <p:extLst>
      <p:ext uri="{19B8F6BF-5375-455C-9EA6-DF929625EA0E}">
        <p15:presenceInfo xmlns:p15="http://schemas.microsoft.com/office/powerpoint/2012/main" userId="8c21139f732dca8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B1D1C"/>
    <a:srgbClr val="FFFFFF"/>
    <a:srgbClr val="FF5050"/>
    <a:srgbClr val="99FFCC"/>
    <a:srgbClr val="FFCC66"/>
    <a:srgbClr val="0431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941" autoAdjust="0"/>
    <p:restoredTop sz="93741" autoAdjust="0"/>
  </p:normalViewPr>
  <p:slideViewPr>
    <p:cSldViewPr snapToGrid="0" showGuides="1">
      <p:cViewPr varScale="1">
        <p:scale>
          <a:sx n="66" d="100"/>
          <a:sy n="66" d="100"/>
        </p:scale>
        <p:origin x="440" y="200"/>
      </p:cViewPr>
      <p:guideLst/>
    </p:cSldViewPr>
  </p:slideViewPr>
  <p:outlineViewPr>
    <p:cViewPr>
      <p:scale>
        <a:sx n="33" d="100"/>
        <a:sy n="33" d="100"/>
      </p:scale>
      <p:origin x="0" y="-2784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notesViewPr>
    <p:cSldViewPr snapToGrid="0" showGuides="1">
      <p:cViewPr varScale="1">
        <p:scale>
          <a:sx n="80" d="100"/>
          <a:sy n="80" d="100"/>
        </p:scale>
        <p:origin x="3918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slide" Target="slides/slide18.xml"/><Relationship Id="rId39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3.xml"/><Relationship Id="rId34" Type="http://schemas.openxmlformats.org/officeDocument/2006/relationships/slide" Target="slides/slide26.xml"/><Relationship Id="rId42" Type="http://schemas.openxmlformats.org/officeDocument/2006/relationships/viewProps" Target="viewProps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openxmlformats.org/officeDocument/2006/relationships/slide" Target="slides/slide25.xml"/><Relationship Id="rId38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29" Type="http://schemas.openxmlformats.org/officeDocument/2006/relationships/slide" Target="slides/slide21.xml"/><Relationship Id="rId41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32" Type="http://schemas.openxmlformats.org/officeDocument/2006/relationships/slide" Target="slides/slide24.xml"/><Relationship Id="rId37" Type="http://schemas.openxmlformats.org/officeDocument/2006/relationships/slide" Target="slides/slide29.xml"/><Relationship Id="rId40" Type="http://schemas.openxmlformats.org/officeDocument/2006/relationships/commentAuthors" Target="commentAuthor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slide" Target="slides/slide20.xml"/><Relationship Id="rId36" Type="http://schemas.openxmlformats.org/officeDocument/2006/relationships/slide" Target="slides/slide28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31" Type="http://schemas.openxmlformats.org/officeDocument/2006/relationships/slide" Target="slides/slide23.xml"/><Relationship Id="rId44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30" Type="http://schemas.openxmlformats.org/officeDocument/2006/relationships/slide" Target="slides/slide22.xml"/><Relationship Id="rId35" Type="http://schemas.openxmlformats.org/officeDocument/2006/relationships/slide" Target="slides/slide27.xml"/><Relationship Id="rId43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8256559-1EDB-48CB-A10B-A4593458BA47}" type="doc">
      <dgm:prSet loTypeId="urn:microsoft.com/office/officeart/2008/layout/RadialCluster" loCatId="cycle" qsTypeId="urn:microsoft.com/office/officeart/2005/8/quickstyle/simple4" qsCatId="simple" csTypeId="urn:microsoft.com/office/officeart/2005/8/colors/colorful4" csCatId="colorful" phldr="1"/>
      <dgm:spPr/>
      <dgm:t>
        <a:bodyPr/>
        <a:lstStyle/>
        <a:p>
          <a:endParaRPr lang="en-IN"/>
        </a:p>
      </dgm:t>
    </dgm:pt>
    <dgm:pt modelId="{73504419-84AC-43C8-84AC-D2EB031BC6A2}">
      <dgm:prSet phldrT="[Text]"/>
      <dgm:spPr/>
      <dgm:t>
        <a:bodyPr/>
        <a:lstStyle/>
        <a:p>
          <a:r>
            <a:rPr lang="en-US" dirty="0"/>
            <a:t>Indirect Methods</a:t>
          </a:r>
          <a:endParaRPr lang="en-IN" dirty="0"/>
        </a:p>
      </dgm:t>
    </dgm:pt>
    <dgm:pt modelId="{7C41F83A-638F-4665-80FC-A91C961AA4FD}" type="parTrans" cxnId="{CC56F85C-C056-48FD-80A4-B90F7C4CF8FF}">
      <dgm:prSet/>
      <dgm:spPr/>
      <dgm:t>
        <a:bodyPr/>
        <a:lstStyle/>
        <a:p>
          <a:endParaRPr lang="en-IN"/>
        </a:p>
      </dgm:t>
    </dgm:pt>
    <dgm:pt modelId="{E577899A-A706-4669-9C06-D9441C38C197}" type="sibTrans" cxnId="{CC56F85C-C056-48FD-80A4-B90F7C4CF8FF}">
      <dgm:prSet/>
      <dgm:spPr/>
      <dgm:t>
        <a:bodyPr/>
        <a:lstStyle/>
        <a:p>
          <a:endParaRPr lang="en-IN"/>
        </a:p>
      </dgm:t>
    </dgm:pt>
    <dgm:pt modelId="{A24AC559-8232-4950-AABC-5547262AD9CD}">
      <dgm:prSet phldrT="[Text]"/>
      <dgm:spPr/>
      <dgm:t>
        <a:bodyPr/>
        <a:lstStyle/>
        <a:p>
          <a:r>
            <a:rPr lang="en-US" dirty="0"/>
            <a:t>Adaptive Iterative</a:t>
          </a:r>
          <a:endParaRPr lang="en-IN" dirty="0"/>
        </a:p>
      </dgm:t>
    </dgm:pt>
    <dgm:pt modelId="{DA9C4F32-038C-4924-BD2F-28E2AF8DAE0D}" type="parTrans" cxnId="{1074BD85-A3AC-40D5-91BF-3FCA709B3769}">
      <dgm:prSet/>
      <dgm:spPr/>
      <dgm:t>
        <a:bodyPr/>
        <a:lstStyle/>
        <a:p>
          <a:endParaRPr lang="en-IN"/>
        </a:p>
      </dgm:t>
    </dgm:pt>
    <dgm:pt modelId="{B0C18BA1-D059-4BA5-ABE3-7EDA92ABFB5E}" type="sibTrans" cxnId="{1074BD85-A3AC-40D5-91BF-3FCA709B3769}">
      <dgm:prSet/>
      <dgm:spPr/>
      <dgm:t>
        <a:bodyPr/>
        <a:lstStyle/>
        <a:p>
          <a:endParaRPr lang="en-IN"/>
        </a:p>
      </dgm:t>
    </dgm:pt>
    <dgm:pt modelId="{283CF136-95F0-4154-8833-FE7F879AE630}">
      <dgm:prSet phldrT="[Text]"/>
      <dgm:spPr/>
      <dgm:t>
        <a:bodyPr/>
        <a:lstStyle/>
        <a:p>
          <a:r>
            <a:rPr lang="en-US" dirty="0"/>
            <a:t>MSE</a:t>
          </a:r>
          <a:endParaRPr lang="en-IN" dirty="0"/>
        </a:p>
      </dgm:t>
    </dgm:pt>
    <dgm:pt modelId="{F5026D35-C2A9-4056-92C7-C8FDC1DBAB17}" type="parTrans" cxnId="{2B23376C-9B84-4A46-B238-EF1E4802BB89}">
      <dgm:prSet/>
      <dgm:spPr/>
      <dgm:t>
        <a:bodyPr/>
        <a:lstStyle/>
        <a:p>
          <a:endParaRPr lang="en-IN"/>
        </a:p>
      </dgm:t>
    </dgm:pt>
    <dgm:pt modelId="{6748C378-4044-4510-8590-589C4ACB7FAF}" type="sibTrans" cxnId="{2B23376C-9B84-4A46-B238-EF1E4802BB89}">
      <dgm:prSet/>
      <dgm:spPr/>
      <dgm:t>
        <a:bodyPr/>
        <a:lstStyle/>
        <a:p>
          <a:endParaRPr lang="en-IN"/>
        </a:p>
      </dgm:t>
    </dgm:pt>
    <dgm:pt modelId="{F4D8AE69-C236-411A-ABC8-B3F625F2019B}">
      <dgm:prSet phldrT="[Text]"/>
      <dgm:spPr/>
      <dgm:t>
        <a:bodyPr/>
        <a:lstStyle/>
        <a:p>
          <a:r>
            <a:rPr lang="en-US" dirty="0" err="1"/>
            <a:t>LIvE</a:t>
          </a:r>
          <a:endParaRPr lang="en-IN" dirty="0"/>
        </a:p>
      </dgm:t>
    </dgm:pt>
    <dgm:pt modelId="{DDBFA2F9-EF9E-487C-9D98-BF287C00E6DC}" type="parTrans" cxnId="{100EAB66-E4D3-4CAD-A496-F53D2951061B}">
      <dgm:prSet/>
      <dgm:spPr/>
      <dgm:t>
        <a:bodyPr/>
        <a:lstStyle/>
        <a:p>
          <a:endParaRPr lang="en-IN"/>
        </a:p>
      </dgm:t>
    </dgm:pt>
    <dgm:pt modelId="{94AFC25F-4922-4F5E-9984-EE5D34D6BEB9}" type="sibTrans" cxnId="{100EAB66-E4D3-4CAD-A496-F53D2951061B}">
      <dgm:prSet/>
      <dgm:spPr/>
      <dgm:t>
        <a:bodyPr/>
        <a:lstStyle/>
        <a:p>
          <a:endParaRPr lang="en-IN"/>
        </a:p>
      </dgm:t>
    </dgm:pt>
    <dgm:pt modelId="{C8DD0DAC-60C7-4800-B4C1-B6DC8C49EE43}" type="pres">
      <dgm:prSet presAssocID="{D8256559-1EDB-48CB-A10B-A4593458BA47}" presName="Name0" presStyleCnt="0">
        <dgm:presLayoutVars>
          <dgm:chMax val="1"/>
          <dgm:chPref val="1"/>
          <dgm:dir/>
          <dgm:animOne val="branch"/>
          <dgm:animLvl val="lvl"/>
        </dgm:presLayoutVars>
      </dgm:prSet>
      <dgm:spPr/>
    </dgm:pt>
    <dgm:pt modelId="{C0D09261-F0B3-45F7-B83E-B2950BA0CB2B}" type="pres">
      <dgm:prSet presAssocID="{73504419-84AC-43C8-84AC-D2EB031BC6A2}" presName="singleCycle" presStyleCnt="0"/>
      <dgm:spPr/>
    </dgm:pt>
    <dgm:pt modelId="{6FC98837-9712-4895-A53B-4D0A917DAC06}" type="pres">
      <dgm:prSet presAssocID="{73504419-84AC-43C8-84AC-D2EB031BC6A2}" presName="singleCenter" presStyleLbl="node1" presStyleIdx="0" presStyleCnt="4">
        <dgm:presLayoutVars>
          <dgm:chMax val="7"/>
          <dgm:chPref val="7"/>
        </dgm:presLayoutVars>
      </dgm:prSet>
      <dgm:spPr/>
    </dgm:pt>
    <dgm:pt modelId="{D1F02C87-4F1D-4A7B-AC59-B9DAF8EDD050}" type="pres">
      <dgm:prSet presAssocID="{DA9C4F32-038C-4924-BD2F-28E2AF8DAE0D}" presName="Name56" presStyleLbl="parChTrans1D2" presStyleIdx="0" presStyleCnt="3"/>
      <dgm:spPr/>
    </dgm:pt>
    <dgm:pt modelId="{E050DC6C-202D-4EAE-92CB-5F5888B7030A}" type="pres">
      <dgm:prSet presAssocID="{A24AC559-8232-4950-AABC-5547262AD9CD}" presName="text0" presStyleLbl="node1" presStyleIdx="1" presStyleCnt="4">
        <dgm:presLayoutVars>
          <dgm:bulletEnabled val="1"/>
        </dgm:presLayoutVars>
      </dgm:prSet>
      <dgm:spPr/>
    </dgm:pt>
    <dgm:pt modelId="{ED807BC4-D995-4E05-AA3F-C664340249CE}" type="pres">
      <dgm:prSet presAssocID="{F5026D35-C2A9-4056-92C7-C8FDC1DBAB17}" presName="Name56" presStyleLbl="parChTrans1D2" presStyleIdx="1" presStyleCnt="3"/>
      <dgm:spPr/>
    </dgm:pt>
    <dgm:pt modelId="{E3B268F6-6382-44D7-A94B-0F29C570C672}" type="pres">
      <dgm:prSet presAssocID="{283CF136-95F0-4154-8833-FE7F879AE630}" presName="text0" presStyleLbl="node1" presStyleIdx="2" presStyleCnt="4">
        <dgm:presLayoutVars>
          <dgm:bulletEnabled val="1"/>
        </dgm:presLayoutVars>
      </dgm:prSet>
      <dgm:spPr/>
    </dgm:pt>
    <dgm:pt modelId="{715AD258-D589-4800-916F-32A91C2C3D99}" type="pres">
      <dgm:prSet presAssocID="{DDBFA2F9-EF9E-487C-9D98-BF287C00E6DC}" presName="Name56" presStyleLbl="parChTrans1D2" presStyleIdx="2" presStyleCnt="3"/>
      <dgm:spPr/>
    </dgm:pt>
    <dgm:pt modelId="{41130D40-0BC5-4281-B6B7-CA523E5C95A9}" type="pres">
      <dgm:prSet presAssocID="{F4D8AE69-C236-411A-ABC8-B3F625F2019B}" presName="text0" presStyleLbl="node1" presStyleIdx="3" presStyleCnt="4">
        <dgm:presLayoutVars>
          <dgm:bulletEnabled val="1"/>
        </dgm:presLayoutVars>
      </dgm:prSet>
      <dgm:spPr/>
    </dgm:pt>
  </dgm:ptLst>
  <dgm:cxnLst>
    <dgm:cxn modelId="{CE9AD508-7040-4BFD-A014-B00BFB10615A}" type="presOf" srcId="{DDBFA2F9-EF9E-487C-9D98-BF287C00E6DC}" destId="{715AD258-D589-4800-916F-32A91C2C3D99}" srcOrd="0" destOrd="0" presId="urn:microsoft.com/office/officeart/2008/layout/RadialCluster"/>
    <dgm:cxn modelId="{CD821525-DB0E-4A7B-9334-6AAC82E0E443}" type="presOf" srcId="{73504419-84AC-43C8-84AC-D2EB031BC6A2}" destId="{6FC98837-9712-4895-A53B-4D0A917DAC06}" srcOrd="0" destOrd="0" presId="urn:microsoft.com/office/officeart/2008/layout/RadialCluster"/>
    <dgm:cxn modelId="{CC56F85C-C056-48FD-80A4-B90F7C4CF8FF}" srcId="{D8256559-1EDB-48CB-A10B-A4593458BA47}" destId="{73504419-84AC-43C8-84AC-D2EB031BC6A2}" srcOrd="0" destOrd="0" parTransId="{7C41F83A-638F-4665-80FC-A91C961AA4FD}" sibTransId="{E577899A-A706-4669-9C06-D9441C38C197}"/>
    <dgm:cxn modelId="{100EAB66-E4D3-4CAD-A496-F53D2951061B}" srcId="{73504419-84AC-43C8-84AC-D2EB031BC6A2}" destId="{F4D8AE69-C236-411A-ABC8-B3F625F2019B}" srcOrd="2" destOrd="0" parTransId="{DDBFA2F9-EF9E-487C-9D98-BF287C00E6DC}" sibTransId="{94AFC25F-4922-4F5E-9984-EE5D34D6BEB9}"/>
    <dgm:cxn modelId="{74FC054B-1E65-4D08-BBD9-6CB6053C2252}" type="presOf" srcId="{283CF136-95F0-4154-8833-FE7F879AE630}" destId="{E3B268F6-6382-44D7-A94B-0F29C570C672}" srcOrd="0" destOrd="0" presId="urn:microsoft.com/office/officeart/2008/layout/RadialCluster"/>
    <dgm:cxn modelId="{2B23376C-9B84-4A46-B238-EF1E4802BB89}" srcId="{73504419-84AC-43C8-84AC-D2EB031BC6A2}" destId="{283CF136-95F0-4154-8833-FE7F879AE630}" srcOrd="1" destOrd="0" parTransId="{F5026D35-C2A9-4056-92C7-C8FDC1DBAB17}" sibTransId="{6748C378-4044-4510-8590-589C4ACB7FAF}"/>
    <dgm:cxn modelId="{1074BD85-A3AC-40D5-91BF-3FCA709B3769}" srcId="{73504419-84AC-43C8-84AC-D2EB031BC6A2}" destId="{A24AC559-8232-4950-AABC-5547262AD9CD}" srcOrd="0" destOrd="0" parTransId="{DA9C4F32-038C-4924-BD2F-28E2AF8DAE0D}" sibTransId="{B0C18BA1-D059-4BA5-ABE3-7EDA92ABFB5E}"/>
    <dgm:cxn modelId="{710BAEA1-1162-4E7B-A42F-EFC5C7C94542}" type="presOf" srcId="{D8256559-1EDB-48CB-A10B-A4593458BA47}" destId="{C8DD0DAC-60C7-4800-B4C1-B6DC8C49EE43}" srcOrd="0" destOrd="0" presId="urn:microsoft.com/office/officeart/2008/layout/RadialCluster"/>
    <dgm:cxn modelId="{919A66B2-4253-474E-AC73-6991B5726AE6}" type="presOf" srcId="{F5026D35-C2A9-4056-92C7-C8FDC1DBAB17}" destId="{ED807BC4-D995-4E05-AA3F-C664340249CE}" srcOrd="0" destOrd="0" presId="urn:microsoft.com/office/officeart/2008/layout/RadialCluster"/>
    <dgm:cxn modelId="{651C06CC-211F-4143-AF55-6413016E8057}" type="presOf" srcId="{F4D8AE69-C236-411A-ABC8-B3F625F2019B}" destId="{41130D40-0BC5-4281-B6B7-CA523E5C95A9}" srcOrd="0" destOrd="0" presId="urn:microsoft.com/office/officeart/2008/layout/RadialCluster"/>
    <dgm:cxn modelId="{FDD540D4-9CDC-4D49-9AB1-586C386475E3}" type="presOf" srcId="{A24AC559-8232-4950-AABC-5547262AD9CD}" destId="{E050DC6C-202D-4EAE-92CB-5F5888B7030A}" srcOrd="0" destOrd="0" presId="urn:microsoft.com/office/officeart/2008/layout/RadialCluster"/>
    <dgm:cxn modelId="{3DAC82DB-A949-4969-A615-079279CF7211}" type="presOf" srcId="{DA9C4F32-038C-4924-BD2F-28E2AF8DAE0D}" destId="{D1F02C87-4F1D-4A7B-AC59-B9DAF8EDD050}" srcOrd="0" destOrd="0" presId="urn:microsoft.com/office/officeart/2008/layout/RadialCluster"/>
    <dgm:cxn modelId="{8603606D-950B-4B77-9E5D-98DE16D56766}" type="presParOf" srcId="{C8DD0DAC-60C7-4800-B4C1-B6DC8C49EE43}" destId="{C0D09261-F0B3-45F7-B83E-B2950BA0CB2B}" srcOrd="0" destOrd="0" presId="urn:microsoft.com/office/officeart/2008/layout/RadialCluster"/>
    <dgm:cxn modelId="{B3730730-8384-4596-9E53-8F3779C9A0D0}" type="presParOf" srcId="{C0D09261-F0B3-45F7-B83E-B2950BA0CB2B}" destId="{6FC98837-9712-4895-A53B-4D0A917DAC06}" srcOrd="0" destOrd="0" presId="urn:microsoft.com/office/officeart/2008/layout/RadialCluster"/>
    <dgm:cxn modelId="{D230C193-A160-492C-A6D2-E5F8733E85DE}" type="presParOf" srcId="{C0D09261-F0B3-45F7-B83E-B2950BA0CB2B}" destId="{D1F02C87-4F1D-4A7B-AC59-B9DAF8EDD050}" srcOrd="1" destOrd="0" presId="urn:microsoft.com/office/officeart/2008/layout/RadialCluster"/>
    <dgm:cxn modelId="{5754F081-E63A-4504-AC8B-130423113CA8}" type="presParOf" srcId="{C0D09261-F0B3-45F7-B83E-B2950BA0CB2B}" destId="{E050DC6C-202D-4EAE-92CB-5F5888B7030A}" srcOrd="2" destOrd="0" presId="urn:microsoft.com/office/officeart/2008/layout/RadialCluster"/>
    <dgm:cxn modelId="{F46DF6CE-D744-4B1F-ABE1-9234A692EA19}" type="presParOf" srcId="{C0D09261-F0B3-45F7-B83E-B2950BA0CB2B}" destId="{ED807BC4-D995-4E05-AA3F-C664340249CE}" srcOrd="3" destOrd="0" presId="urn:microsoft.com/office/officeart/2008/layout/RadialCluster"/>
    <dgm:cxn modelId="{8DDEA5E1-C5D6-46B9-95F0-15E9F2035179}" type="presParOf" srcId="{C0D09261-F0B3-45F7-B83E-B2950BA0CB2B}" destId="{E3B268F6-6382-44D7-A94B-0F29C570C672}" srcOrd="4" destOrd="0" presId="urn:microsoft.com/office/officeart/2008/layout/RadialCluster"/>
    <dgm:cxn modelId="{F376F992-C8B2-4E11-B532-80CBB804B177}" type="presParOf" srcId="{C0D09261-F0B3-45F7-B83E-B2950BA0CB2B}" destId="{715AD258-D589-4800-916F-32A91C2C3D99}" srcOrd="5" destOrd="0" presId="urn:microsoft.com/office/officeart/2008/layout/RadialCluster"/>
    <dgm:cxn modelId="{130A863A-5AE3-4392-B3F8-28EF1B3963E4}" type="presParOf" srcId="{C0D09261-F0B3-45F7-B83E-B2950BA0CB2B}" destId="{41130D40-0BC5-4281-B6B7-CA523E5C95A9}" srcOrd="6" destOrd="0" presId="urn:microsoft.com/office/officeart/2008/layout/RadialCluster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961B3A6-4BB0-4FFE-A0E5-F06E2BE24567}" type="doc">
      <dgm:prSet loTypeId="urn:microsoft.com/office/officeart/2005/8/layout/radial5" loCatId="relationship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IN"/>
        </a:p>
      </dgm:t>
    </dgm:pt>
    <dgm:pt modelId="{C104F380-C19C-4D0E-BE51-8BA3F2B2B296}">
      <dgm:prSet phldrT="[Text]"/>
      <dgm:spPr/>
      <dgm:t>
        <a:bodyPr/>
        <a:lstStyle/>
        <a:p>
          <a:r>
            <a:rPr lang="en-US" dirty="0"/>
            <a:t>RSS-based localization</a:t>
          </a:r>
          <a:endParaRPr lang="en-IN" dirty="0"/>
        </a:p>
      </dgm:t>
    </dgm:pt>
    <dgm:pt modelId="{42CB6620-96AB-450B-8732-FD5C1C7DF0CA}" type="parTrans" cxnId="{E5C07380-F617-447F-A11E-3E6667A1DF65}">
      <dgm:prSet/>
      <dgm:spPr/>
      <dgm:t>
        <a:bodyPr/>
        <a:lstStyle/>
        <a:p>
          <a:endParaRPr lang="en-IN"/>
        </a:p>
      </dgm:t>
    </dgm:pt>
    <dgm:pt modelId="{5EEFD367-386D-4FF9-AA17-0E98039713AF}" type="sibTrans" cxnId="{E5C07380-F617-447F-A11E-3E6667A1DF65}">
      <dgm:prSet/>
      <dgm:spPr/>
      <dgm:t>
        <a:bodyPr/>
        <a:lstStyle/>
        <a:p>
          <a:endParaRPr lang="en-IN"/>
        </a:p>
      </dgm:t>
    </dgm:pt>
    <dgm:pt modelId="{DCB30CDD-6BAB-4CB1-AACD-E079666305CC}">
      <dgm:prSet phldrT="[Text]"/>
      <dgm:spPr/>
      <dgm:t>
        <a:bodyPr/>
        <a:lstStyle/>
        <a:p>
          <a:r>
            <a:rPr lang="en-US" dirty="0"/>
            <a:t>Healthcare</a:t>
          </a:r>
          <a:endParaRPr lang="en-IN" dirty="0"/>
        </a:p>
      </dgm:t>
    </dgm:pt>
    <dgm:pt modelId="{8B75FC20-1275-4EF3-B6A9-BD19E681081D}" type="parTrans" cxnId="{29EC7DBC-D534-40BF-ADD4-9E9383238CED}">
      <dgm:prSet/>
      <dgm:spPr/>
      <dgm:t>
        <a:bodyPr/>
        <a:lstStyle/>
        <a:p>
          <a:endParaRPr lang="en-IN"/>
        </a:p>
      </dgm:t>
    </dgm:pt>
    <dgm:pt modelId="{D999C452-6450-421F-9133-BEC20F98A8D1}" type="sibTrans" cxnId="{29EC7DBC-D534-40BF-ADD4-9E9383238CED}">
      <dgm:prSet/>
      <dgm:spPr/>
      <dgm:t>
        <a:bodyPr/>
        <a:lstStyle/>
        <a:p>
          <a:endParaRPr lang="en-IN"/>
        </a:p>
      </dgm:t>
    </dgm:pt>
    <dgm:pt modelId="{DE0FFA02-A216-48E8-8EA9-12823822DD59}">
      <dgm:prSet phldrT="[Text]"/>
      <dgm:spPr/>
      <dgm:t>
        <a:bodyPr/>
        <a:lstStyle/>
        <a:p>
          <a:r>
            <a:rPr lang="en-US" dirty="0"/>
            <a:t>Security and surveillance</a:t>
          </a:r>
          <a:endParaRPr lang="en-IN" dirty="0"/>
        </a:p>
      </dgm:t>
    </dgm:pt>
    <dgm:pt modelId="{3EFB0446-9EBE-4EF5-A44A-1165C331947C}" type="parTrans" cxnId="{B02A3FE6-5E36-4E01-8B7F-5224BCB4311F}">
      <dgm:prSet/>
      <dgm:spPr/>
      <dgm:t>
        <a:bodyPr/>
        <a:lstStyle/>
        <a:p>
          <a:endParaRPr lang="en-IN"/>
        </a:p>
      </dgm:t>
    </dgm:pt>
    <dgm:pt modelId="{661A7497-D8D3-47D6-86B8-EB28C3A5E2DD}" type="sibTrans" cxnId="{B02A3FE6-5E36-4E01-8B7F-5224BCB4311F}">
      <dgm:prSet/>
      <dgm:spPr/>
      <dgm:t>
        <a:bodyPr/>
        <a:lstStyle/>
        <a:p>
          <a:endParaRPr lang="en-IN"/>
        </a:p>
      </dgm:t>
    </dgm:pt>
    <dgm:pt modelId="{AFBA49AE-9D4C-403E-A66B-5329B3A73712}">
      <dgm:prSet phldrT="[Text]"/>
      <dgm:spPr/>
      <dgm:t>
        <a:bodyPr/>
        <a:lstStyle/>
        <a:p>
          <a:r>
            <a:rPr lang="en-US" dirty="0"/>
            <a:t>Transportation and vehicular positioning use cases </a:t>
          </a:r>
          <a:endParaRPr lang="en-IN" dirty="0"/>
        </a:p>
      </dgm:t>
    </dgm:pt>
    <dgm:pt modelId="{3C888684-1275-4476-9F5E-301052EAE821}" type="parTrans" cxnId="{3A5DCD63-6D23-4424-994A-EB3AFEFD6A0A}">
      <dgm:prSet/>
      <dgm:spPr/>
      <dgm:t>
        <a:bodyPr/>
        <a:lstStyle/>
        <a:p>
          <a:endParaRPr lang="en-IN"/>
        </a:p>
      </dgm:t>
    </dgm:pt>
    <dgm:pt modelId="{7112108F-108C-497A-8EF5-3C63A8797FC2}" type="sibTrans" cxnId="{3A5DCD63-6D23-4424-994A-EB3AFEFD6A0A}">
      <dgm:prSet/>
      <dgm:spPr/>
      <dgm:t>
        <a:bodyPr/>
        <a:lstStyle/>
        <a:p>
          <a:endParaRPr lang="en-IN"/>
        </a:p>
      </dgm:t>
    </dgm:pt>
    <dgm:pt modelId="{74CA6A58-5656-483A-8B0B-D38D4BB3EF03}">
      <dgm:prSet phldrT="[Text]"/>
      <dgm:spPr/>
      <dgm:t>
        <a:bodyPr/>
        <a:lstStyle/>
        <a:p>
          <a:r>
            <a:rPr lang="en-US" dirty="0"/>
            <a:t>Robotics</a:t>
          </a:r>
          <a:endParaRPr lang="en-IN" dirty="0"/>
        </a:p>
      </dgm:t>
    </dgm:pt>
    <dgm:pt modelId="{6E9AB634-F272-4388-A540-0AAEF5F89426}" type="parTrans" cxnId="{28FF7C2C-ACF3-4790-94E5-33BC9AA1993F}">
      <dgm:prSet/>
      <dgm:spPr/>
      <dgm:t>
        <a:bodyPr/>
        <a:lstStyle/>
        <a:p>
          <a:endParaRPr lang="en-IN"/>
        </a:p>
      </dgm:t>
    </dgm:pt>
    <dgm:pt modelId="{D361D7AC-025E-48E3-B790-14D0C28E3B54}" type="sibTrans" cxnId="{28FF7C2C-ACF3-4790-94E5-33BC9AA1993F}">
      <dgm:prSet/>
      <dgm:spPr/>
      <dgm:t>
        <a:bodyPr/>
        <a:lstStyle/>
        <a:p>
          <a:endParaRPr lang="en-IN"/>
        </a:p>
      </dgm:t>
    </dgm:pt>
    <dgm:pt modelId="{CF0B9446-AF84-415A-93AA-116658DC6C37}" type="pres">
      <dgm:prSet presAssocID="{9961B3A6-4BB0-4FFE-A0E5-F06E2BE24567}" presName="Name0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C8986752-A1EE-4AF3-8A5A-6B53BAAA53EF}" type="pres">
      <dgm:prSet presAssocID="{C104F380-C19C-4D0E-BE51-8BA3F2B2B296}" presName="centerShape" presStyleLbl="node0" presStyleIdx="0" presStyleCnt="1"/>
      <dgm:spPr/>
    </dgm:pt>
    <dgm:pt modelId="{7A902177-0FA2-470C-AC28-8C817A930DE4}" type="pres">
      <dgm:prSet presAssocID="{8B75FC20-1275-4EF3-B6A9-BD19E681081D}" presName="parTrans" presStyleLbl="sibTrans2D1" presStyleIdx="0" presStyleCnt="4"/>
      <dgm:spPr/>
    </dgm:pt>
    <dgm:pt modelId="{106B5DF6-5DF7-4878-983D-272075A0D4C5}" type="pres">
      <dgm:prSet presAssocID="{8B75FC20-1275-4EF3-B6A9-BD19E681081D}" presName="connectorText" presStyleLbl="sibTrans2D1" presStyleIdx="0" presStyleCnt="4"/>
      <dgm:spPr/>
    </dgm:pt>
    <dgm:pt modelId="{C9895D24-A2FA-4059-9D98-5FDEFC302484}" type="pres">
      <dgm:prSet presAssocID="{DCB30CDD-6BAB-4CB1-AACD-E079666305CC}" presName="node" presStyleLbl="node1" presStyleIdx="0" presStyleCnt="4">
        <dgm:presLayoutVars>
          <dgm:bulletEnabled val="1"/>
        </dgm:presLayoutVars>
      </dgm:prSet>
      <dgm:spPr/>
    </dgm:pt>
    <dgm:pt modelId="{C8359D14-126E-4F67-BDAB-E7EB74B90D1C}" type="pres">
      <dgm:prSet presAssocID="{3EFB0446-9EBE-4EF5-A44A-1165C331947C}" presName="parTrans" presStyleLbl="sibTrans2D1" presStyleIdx="1" presStyleCnt="4"/>
      <dgm:spPr/>
    </dgm:pt>
    <dgm:pt modelId="{172C8493-4161-4587-98C6-81C0DF25ACEF}" type="pres">
      <dgm:prSet presAssocID="{3EFB0446-9EBE-4EF5-A44A-1165C331947C}" presName="connectorText" presStyleLbl="sibTrans2D1" presStyleIdx="1" presStyleCnt="4"/>
      <dgm:spPr/>
    </dgm:pt>
    <dgm:pt modelId="{1E44E0C1-D216-42E0-B044-FFF04FEBDAB9}" type="pres">
      <dgm:prSet presAssocID="{DE0FFA02-A216-48E8-8EA9-12823822DD59}" presName="node" presStyleLbl="node1" presStyleIdx="1" presStyleCnt="4">
        <dgm:presLayoutVars>
          <dgm:bulletEnabled val="1"/>
        </dgm:presLayoutVars>
      </dgm:prSet>
      <dgm:spPr/>
    </dgm:pt>
    <dgm:pt modelId="{0DF59436-5295-4F8F-91D0-C9464992ACFF}" type="pres">
      <dgm:prSet presAssocID="{3C888684-1275-4476-9F5E-301052EAE821}" presName="parTrans" presStyleLbl="sibTrans2D1" presStyleIdx="2" presStyleCnt="4"/>
      <dgm:spPr/>
    </dgm:pt>
    <dgm:pt modelId="{71B764B7-242D-41FF-B8D1-0E0980A99A60}" type="pres">
      <dgm:prSet presAssocID="{3C888684-1275-4476-9F5E-301052EAE821}" presName="connectorText" presStyleLbl="sibTrans2D1" presStyleIdx="2" presStyleCnt="4"/>
      <dgm:spPr/>
    </dgm:pt>
    <dgm:pt modelId="{4EF267C4-06DC-400D-8A45-D38B750ED23E}" type="pres">
      <dgm:prSet presAssocID="{AFBA49AE-9D4C-403E-A66B-5329B3A73712}" presName="node" presStyleLbl="node1" presStyleIdx="2" presStyleCnt="4">
        <dgm:presLayoutVars>
          <dgm:bulletEnabled val="1"/>
        </dgm:presLayoutVars>
      </dgm:prSet>
      <dgm:spPr/>
    </dgm:pt>
    <dgm:pt modelId="{82BA5E53-D507-4F2F-9B9F-2D9371F55EDF}" type="pres">
      <dgm:prSet presAssocID="{6E9AB634-F272-4388-A540-0AAEF5F89426}" presName="parTrans" presStyleLbl="sibTrans2D1" presStyleIdx="3" presStyleCnt="4"/>
      <dgm:spPr/>
    </dgm:pt>
    <dgm:pt modelId="{8ECA6A84-7ABD-4E3D-BF1B-005BBCDAA971}" type="pres">
      <dgm:prSet presAssocID="{6E9AB634-F272-4388-A540-0AAEF5F89426}" presName="connectorText" presStyleLbl="sibTrans2D1" presStyleIdx="3" presStyleCnt="4"/>
      <dgm:spPr/>
    </dgm:pt>
    <dgm:pt modelId="{815FE53A-6E23-46D2-9D31-D2F10DF8B010}" type="pres">
      <dgm:prSet presAssocID="{74CA6A58-5656-483A-8B0B-D38D4BB3EF03}" presName="node" presStyleLbl="node1" presStyleIdx="3" presStyleCnt="4">
        <dgm:presLayoutVars>
          <dgm:bulletEnabled val="1"/>
        </dgm:presLayoutVars>
      </dgm:prSet>
      <dgm:spPr/>
    </dgm:pt>
  </dgm:ptLst>
  <dgm:cxnLst>
    <dgm:cxn modelId="{CAEDAA0B-4CAA-45D3-8FEA-AD84FDEC2C5B}" type="presOf" srcId="{DE0FFA02-A216-48E8-8EA9-12823822DD59}" destId="{1E44E0C1-D216-42E0-B044-FFF04FEBDAB9}" srcOrd="0" destOrd="0" presId="urn:microsoft.com/office/officeart/2005/8/layout/radial5"/>
    <dgm:cxn modelId="{4E5D8718-D4B4-4EC1-B5A9-45903C20E73E}" type="presOf" srcId="{3C888684-1275-4476-9F5E-301052EAE821}" destId="{0DF59436-5295-4F8F-91D0-C9464992ACFF}" srcOrd="0" destOrd="0" presId="urn:microsoft.com/office/officeart/2005/8/layout/radial5"/>
    <dgm:cxn modelId="{28FF7C2C-ACF3-4790-94E5-33BC9AA1993F}" srcId="{C104F380-C19C-4D0E-BE51-8BA3F2B2B296}" destId="{74CA6A58-5656-483A-8B0B-D38D4BB3EF03}" srcOrd="3" destOrd="0" parTransId="{6E9AB634-F272-4388-A540-0AAEF5F89426}" sibTransId="{D361D7AC-025E-48E3-B790-14D0C28E3B54}"/>
    <dgm:cxn modelId="{5492C02F-FA25-4A40-B133-A7639D3A588B}" type="presOf" srcId="{8B75FC20-1275-4EF3-B6A9-BD19E681081D}" destId="{106B5DF6-5DF7-4878-983D-272075A0D4C5}" srcOrd="1" destOrd="0" presId="urn:microsoft.com/office/officeart/2005/8/layout/radial5"/>
    <dgm:cxn modelId="{D8519A3E-0194-4B16-870F-3E366C414755}" type="presOf" srcId="{3EFB0446-9EBE-4EF5-A44A-1165C331947C}" destId="{C8359D14-126E-4F67-BDAB-E7EB74B90D1C}" srcOrd="0" destOrd="0" presId="urn:microsoft.com/office/officeart/2005/8/layout/radial5"/>
    <dgm:cxn modelId="{5522FE5B-956F-4CAB-949A-F4B71D7D44A3}" type="presOf" srcId="{3EFB0446-9EBE-4EF5-A44A-1165C331947C}" destId="{172C8493-4161-4587-98C6-81C0DF25ACEF}" srcOrd="1" destOrd="0" presId="urn:microsoft.com/office/officeart/2005/8/layout/radial5"/>
    <dgm:cxn modelId="{3562175D-1013-41FA-9595-F0FFFB3FF73E}" type="presOf" srcId="{C104F380-C19C-4D0E-BE51-8BA3F2B2B296}" destId="{C8986752-A1EE-4AF3-8A5A-6B53BAAA53EF}" srcOrd="0" destOrd="0" presId="urn:microsoft.com/office/officeart/2005/8/layout/radial5"/>
    <dgm:cxn modelId="{B424E660-96D5-418B-B47E-DCC1ABDAE5EF}" type="presOf" srcId="{8B75FC20-1275-4EF3-B6A9-BD19E681081D}" destId="{7A902177-0FA2-470C-AC28-8C817A930DE4}" srcOrd="0" destOrd="0" presId="urn:microsoft.com/office/officeart/2005/8/layout/radial5"/>
    <dgm:cxn modelId="{3A5DCD63-6D23-4424-994A-EB3AFEFD6A0A}" srcId="{C104F380-C19C-4D0E-BE51-8BA3F2B2B296}" destId="{AFBA49AE-9D4C-403E-A66B-5329B3A73712}" srcOrd="2" destOrd="0" parTransId="{3C888684-1275-4476-9F5E-301052EAE821}" sibTransId="{7112108F-108C-497A-8EF5-3C63A8797FC2}"/>
    <dgm:cxn modelId="{F3D9BC44-8990-4992-85A8-D21CD6E4E364}" type="presOf" srcId="{AFBA49AE-9D4C-403E-A66B-5329B3A73712}" destId="{4EF267C4-06DC-400D-8A45-D38B750ED23E}" srcOrd="0" destOrd="0" presId="urn:microsoft.com/office/officeart/2005/8/layout/radial5"/>
    <dgm:cxn modelId="{4E4AB745-1ABD-4F7A-B339-7F557A527D28}" type="presOf" srcId="{3C888684-1275-4476-9F5E-301052EAE821}" destId="{71B764B7-242D-41FF-B8D1-0E0980A99A60}" srcOrd="1" destOrd="0" presId="urn:microsoft.com/office/officeart/2005/8/layout/radial5"/>
    <dgm:cxn modelId="{45569358-3F3E-408E-975E-70EFABDFDD1A}" type="presOf" srcId="{9961B3A6-4BB0-4FFE-A0E5-F06E2BE24567}" destId="{CF0B9446-AF84-415A-93AA-116658DC6C37}" srcOrd="0" destOrd="0" presId="urn:microsoft.com/office/officeart/2005/8/layout/radial5"/>
    <dgm:cxn modelId="{082E2C7C-3732-4159-9526-5EB7257344B6}" type="presOf" srcId="{DCB30CDD-6BAB-4CB1-AACD-E079666305CC}" destId="{C9895D24-A2FA-4059-9D98-5FDEFC302484}" srcOrd="0" destOrd="0" presId="urn:microsoft.com/office/officeart/2005/8/layout/radial5"/>
    <dgm:cxn modelId="{E5C07380-F617-447F-A11E-3E6667A1DF65}" srcId="{9961B3A6-4BB0-4FFE-A0E5-F06E2BE24567}" destId="{C104F380-C19C-4D0E-BE51-8BA3F2B2B296}" srcOrd="0" destOrd="0" parTransId="{42CB6620-96AB-450B-8732-FD5C1C7DF0CA}" sibTransId="{5EEFD367-386D-4FF9-AA17-0E98039713AF}"/>
    <dgm:cxn modelId="{1AA75D86-B0D6-4813-8CF7-589A2D85C9E2}" type="presOf" srcId="{6E9AB634-F272-4388-A540-0AAEF5F89426}" destId="{82BA5E53-D507-4F2F-9B9F-2D9371F55EDF}" srcOrd="0" destOrd="0" presId="urn:microsoft.com/office/officeart/2005/8/layout/radial5"/>
    <dgm:cxn modelId="{29EC7DBC-D534-40BF-ADD4-9E9383238CED}" srcId="{C104F380-C19C-4D0E-BE51-8BA3F2B2B296}" destId="{DCB30CDD-6BAB-4CB1-AACD-E079666305CC}" srcOrd="0" destOrd="0" parTransId="{8B75FC20-1275-4EF3-B6A9-BD19E681081D}" sibTransId="{D999C452-6450-421F-9133-BEC20F98A8D1}"/>
    <dgm:cxn modelId="{2D929EC8-8F05-4677-A34C-6470414344D5}" type="presOf" srcId="{6E9AB634-F272-4388-A540-0AAEF5F89426}" destId="{8ECA6A84-7ABD-4E3D-BF1B-005BBCDAA971}" srcOrd="1" destOrd="0" presId="urn:microsoft.com/office/officeart/2005/8/layout/radial5"/>
    <dgm:cxn modelId="{C43713CD-9D3B-49FC-AA27-8C415E940F9C}" type="presOf" srcId="{74CA6A58-5656-483A-8B0B-D38D4BB3EF03}" destId="{815FE53A-6E23-46D2-9D31-D2F10DF8B010}" srcOrd="0" destOrd="0" presId="urn:microsoft.com/office/officeart/2005/8/layout/radial5"/>
    <dgm:cxn modelId="{B02A3FE6-5E36-4E01-8B7F-5224BCB4311F}" srcId="{C104F380-C19C-4D0E-BE51-8BA3F2B2B296}" destId="{DE0FFA02-A216-48E8-8EA9-12823822DD59}" srcOrd="1" destOrd="0" parTransId="{3EFB0446-9EBE-4EF5-A44A-1165C331947C}" sibTransId="{661A7497-D8D3-47D6-86B8-EB28C3A5E2DD}"/>
    <dgm:cxn modelId="{ACE92FE4-429A-4AD8-89D9-5582DAC55BD0}" type="presParOf" srcId="{CF0B9446-AF84-415A-93AA-116658DC6C37}" destId="{C8986752-A1EE-4AF3-8A5A-6B53BAAA53EF}" srcOrd="0" destOrd="0" presId="urn:microsoft.com/office/officeart/2005/8/layout/radial5"/>
    <dgm:cxn modelId="{67DA9428-AC97-44D1-A1B5-A675262E8BDD}" type="presParOf" srcId="{CF0B9446-AF84-415A-93AA-116658DC6C37}" destId="{7A902177-0FA2-470C-AC28-8C817A930DE4}" srcOrd="1" destOrd="0" presId="urn:microsoft.com/office/officeart/2005/8/layout/radial5"/>
    <dgm:cxn modelId="{65A0B47B-FB99-4053-8147-DD719081376A}" type="presParOf" srcId="{7A902177-0FA2-470C-AC28-8C817A930DE4}" destId="{106B5DF6-5DF7-4878-983D-272075A0D4C5}" srcOrd="0" destOrd="0" presId="urn:microsoft.com/office/officeart/2005/8/layout/radial5"/>
    <dgm:cxn modelId="{83C45623-03FF-4987-A5A2-40C120EE3218}" type="presParOf" srcId="{CF0B9446-AF84-415A-93AA-116658DC6C37}" destId="{C9895D24-A2FA-4059-9D98-5FDEFC302484}" srcOrd="2" destOrd="0" presId="urn:microsoft.com/office/officeart/2005/8/layout/radial5"/>
    <dgm:cxn modelId="{DFD27C5F-F0FF-4900-B64C-7475C263F9A3}" type="presParOf" srcId="{CF0B9446-AF84-415A-93AA-116658DC6C37}" destId="{C8359D14-126E-4F67-BDAB-E7EB74B90D1C}" srcOrd="3" destOrd="0" presId="urn:microsoft.com/office/officeart/2005/8/layout/radial5"/>
    <dgm:cxn modelId="{F2C1846A-CF28-41B6-B353-326543BDF7CE}" type="presParOf" srcId="{C8359D14-126E-4F67-BDAB-E7EB74B90D1C}" destId="{172C8493-4161-4587-98C6-81C0DF25ACEF}" srcOrd="0" destOrd="0" presId="urn:microsoft.com/office/officeart/2005/8/layout/radial5"/>
    <dgm:cxn modelId="{EFBA3065-B1D4-453B-A052-6E02A40B0493}" type="presParOf" srcId="{CF0B9446-AF84-415A-93AA-116658DC6C37}" destId="{1E44E0C1-D216-42E0-B044-FFF04FEBDAB9}" srcOrd="4" destOrd="0" presId="urn:microsoft.com/office/officeart/2005/8/layout/radial5"/>
    <dgm:cxn modelId="{618DFD01-4D5A-4157-BBF9-1983C3D91A6D}" type="presParOf" srcId="{CF0B9446-AF84-415A-93AA-116658DC6C37}" destId="{0DF59436-5295-4F8F-91D0-C9464992ACFF}" srcOrd="5" destOrd="0" presId="urn:microsoft.com/office/officeart/2005/8/layout/radial5"/>
    <dgm:cxn modelId="{DCCC50B5-339E-434E-843D-A343CEDF312E}" type="presParOf" srcId="{0DF59436-5295-4F8F-91D0-C9464992ACFF}" destId="{71B764B7-242D-41FF-B8D1-0E0980A99A60}" srcOrd="0" destOrd="0" presId="urn:microsoft.com/office/officeart/2005/8/layout/radial5"/>
    <dgm:cxn modelId="{E9D3911A-E1E7-48A0-9621-77AFDA44CB3F}" type="presParOf" srcId="{CF0B9446-AF84-415A-93AA-116658DC6C37}" destId="{4EF267C4-06DC-400D-8A45-D38B750ED23E}" srcOrd="6" destOrd="0" presId="urn:microsoft.com/office/officeart/2005/8/layout/radial5"/>
    <dgm:cxn modelId="{0E9B773A-1229-4DC9-8E94-5A30D074595D}" type="presParOf" srcId="{CF0B9446-AF84-415A-93AA-116658DC6C37}" destId="{82BA5E53-D507-4F2F-9B9F-2D9371F55EDF}" srcOrd="7" destOrd="0" presId="urn:microsoft.com/office/officeart/2005/8/layout/radial5"/>
    <dgm:cxn modelId="{824719A7-1BCE-4865-88D4-D0061E26BDAC}" type="presParOf" srcId="{82BA5E53-D507-4F2F-9B9F-2D9371F55EDF}" destId="{8ECA6A84-7ABD-4E3D-BF1B-005BBCDAA971}" srcOrd="0" destOrd="0" presId="urn:microsoft.com/office/officeart/2005/8/layout/radial5"/>
    <dgm:cxn modelId="{F0BB6E19-6BA3-449E-8C3E-2A9EB0552B54}" type="presParOf" srcId="{CF0B9446-AF84-415A-93AA-116658DC6C37}" destId="{815FE53A-6E23-46D2-9D31-D2F10DF8B010}" srcOrd="8" destOrd="0" presId="urn:microsoft.com/office/officeart/2005/8/layout/radial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C98837-9712-4895-A53B-4D0A917DAC06}">
      <dsp:nvSpPr>
        <dsp:cNvPr id="0" name=""/>
        <dsp:cNvSpPr/>
      </dsp:nvSpPr>
      <dsp:spPr>
        <a:xfrm>
          <a:off x="2049700" y="2126312"/>
          <a:ext cx="1371123" cy="1371123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8420" tIns="58420" rIns="58420" bIns="5842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Indirect Methods</a:t>
          </a:r>
          <a:endParaRPr lang="en-IN" sz="2300" kern="1200" dirty="0"/>
        </a:p>
      </dsp:txBody>
      <dsp:txXfrm>
        <a:off x="2116633" y="2193245"/>
        <a:ext cx="1237257" cy="1237257"/>
      </dsp:txXfrm>
    </dsp:sp>
    <dsp:sp modelId="{D1F02C87-4F1D-4A7B-AC59-B9DAF8EDD050}">
      <dsp:nvSpPr>
        <dsp:cNvPr id="0" name=""/>
        <dsp:cNvSpPr/>
      </dsp:nvSpPr>
      <dsp:spPr>
        <a:xfrm rot="16200000">
          <a:off x="2254369" y="1645419"/>
          <a:ext cx="961786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961786" y="0"/>
              </a:lnTo>
            </a:path>
          </a:pathLst>
        </a:custGeom>
        <a:noFill/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050DC6C-202D-4EAE-92CB-5F5888B7030A}">
      <dsp:nvSpPr>
        <dsp:cNvPr id="0" name=""/>
        <dsp:cNvSpPr/>
      </dsp:nvSpPr>
      <dsp:spPr>
        <a:xfrm>
          <a:off x="2275936" y="245873"/>
          <a:ext cx="918652" cy="918652"/>
        </a:xfrm>
        <a:prstGeom prst="roundRect">
          <a:avLst/>
        </a:prstGeom>
        <a:gradFill rotWithShape="0">
          <a:gsLst>
            <a:gs pos="0">
              <a:schemeClr val="accent4">
                <a:hueOff val="-30001"/>
                <a:satOff val="2637"/>
                <a:lumOff val="634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-30001"/>
                <a:satOff val="2637"/>
                <a:lumOff val="634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-30001"/>
                <a:satOff val="2637"/>
                <a:lumOff val="634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Adaptive Iterative</a:t>
          </a:r>
          <a:endParaRPr lang="en-IN" sz="1500" kern="1200" dirty="0"/>
        </a:p>
      </dsp:txBody>
      <dsp:txXfrm>
        <a:off x="2320781" y="290718"/>
        <a:ext cx="828962" cy="828962"/>
      </dsp:txXfrm>
    </dsp:sp>
    <dsp:sp modelId="{ED807BC4-D995-4E05-AA3F-C664340249CE}">
      <dsp:nvSpPr>
        <dsp:cNvPr id="0" name=""/>
        <dsp:cNvSpPr/>
      </dsp:nvSpPr>
      <dsp:spPr>
        <a:xfrm rot="1800000">
          <a:off x="3368261" y="3403851"/>
          <a:ext cx="784671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784671" y="0"/>
              </a:lnTo>
            </a:path>
          </a:pathLst>
        </a:custGeom>
        <a:noFill/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3B268F6-6382-44D7-A94B-0F29C570C672}">
      <dsp:nvSpPr>
        <dsp:cNvPr id="0" name=""/>
        <dsp:cNvSpPr/>
      </dsp:nvSpPr>
      <dsp:spPr>
        <a:xfrm>
          <a:off x="4100369" y="3405885"/>
          <a:ext cx="918652" cy="918652"/>
        </a:xfrm>
        <a:prstGeom prst="roundRect">
          <a:avLst/>
        </a:prstGeom>
        <a:gradFill rotWithShape="0">
          <a:gsLst>
            <a:gs pos="0">
              <a:schemeClr val="accent4">
                <a:hueOff val="-60002"/>
                <a:satOff val="5275"/>
                <a:lumOff val="1267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-60002"/>
                <a:satOff val="5275"/>
                <a:lumOff val="1267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-60002"/>
                <a:satOff val="5275"/>
                <a:lumOff val="1267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MSE</a:t>
          </a:r>
          <a:endParaRPr lang="en-IN" sz="2500" kern="1200" dirty="0"/>
        </a:p>
      </dsp:txBody>
      <dsp:txXfrm>
        <a:off x="4145214" y="3450730"/>
        <a:ext cx="828962" cy="828962"/>
      </dsp:txXfrm>
    </dsp:sp>
    <dsp:sp modelId="{715AD258-D589-4800-916F-32A91C2C3D99}">
      <dsp:nvSpPr>
        <dsp:cNvPr id="0" name=""/>
        <dsp:cNvSpPr/>
      </dsp:nvSpPr>
      <dsp:spPr>
        <a:xfrm rot="9000000">
          <a:off x="1317592" y="3403851"/>
          <a:ext cx="784671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784671" y="0"/>
              </a:lnTo>
            </a:path>
          </a:pathLst>
        </a:custGeom>
        <a:noFill/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1130D40-0BC5-4281-B6B7-CA523E5C95A9}">
      <dsp:nvSpPr>
        <dsp:cNvPr id="0" name=""/>
        <dsp:cNvSpPr/>
      </dsp:nvSpPr>
      <dsp:spPr>
        <a:xfrm>
          <a:off x="451502" y="3405885"/>
          <a:ext cx="918652" cy="918652"/>
        </a:xfrm>
        <a:prstGeom prst="roundRect">
          <a:avLst/>
        </a:prstGeom>
        <a:gradFill rotWithShape="0">
          <a:gsLst>
            <a:gs pos="0">
              <a:schemeClr val="accent4">
                <a:hueOff val="-90003"/>
                <a:satOff val="7912"/>
                <a:lumOff val="1901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-90003"/>
                <a:satOff val="7912"/>
                <a:lumOff val="1901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-90003"/>
                <a:satOff val="7912"/>
                <a:lumOff val="1901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 err="1"/>
            <a:t>LIvE</a:t>
          </a:r>
          <a:endParaRPr lang="en-IN" sz="2700" kern="1200" dirty="0"/>
        </a:p>
      </dsp:txBody>
      <dsp:txXfrm>
        <a:off x="496347" y="3450730"/>
        <a:ext cx="828962" cy="82896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986752-A1EE-4AF3-8A5A-6B53BAAA53EF}">
      <dsp:nvSpPr>
        <dsp:cNvPr id="0" name=""/>
        <dsp:cNvSpPr/>
      </dsp:nvSpPr>
      <dsp:spPr>
        <a:xfrm>
          <a:off x="2446750" y="1171403"/>
          <a:ext cx="708401" cy="708401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RSS-based localization</a:t>
          </a:r>
          <a:endParaRPr lang="en-IN" sz="700" kern="1200" dirty="0"/>
        </a:p>
      </dsp:txBody>
      <dsp:txXfrm>
        <a:off x="2550493" y="1275146"/>
        <a:ext cx="500915" cy="500915"/>
      </dsp:txXfrm>
    </dsp:sp>
    <dsp:sp modelId="{7A902177-0FA2-470C-AC28-8C817A930DE4}">
      <dsp:nvSpPr>
        <dsp:cNvPr id="0" name=""/>
        <dsp:cNvSpPr/>
      </dsp:nvSpPr>
      <dsp:spPr>
        <a:xfrm rot="16200000">
          <a:off x="2725590" y="917228"/>
          <a:ext cx="150722" cy="232500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2748199" y="986337"/>
        <a:ext cx="105505" cy="139500"/>
      </dsp:txXfrm>
    </dsp:sp>
    <dsp:sp modelId="{C9895D24-A2FA-4059-9D98-5FDEFC302484}">
      <dsp:nvSpPr>
        <dsp:cNvPr id="0" name=""/>
        <dsp:cNvSpPr/>
      </dsp:nvSpPr>
      <dsp:spPr>
        <a:xfrm>
          <a:off x="2358200" y="1520"/>
          <a:ext cx="885501" cy="885501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Healthcare</a:t>
          </a:r>
          <a:endParaRPr lang="en-IN" sz="700" kern="1200" dirty="0"/>
        </a:p>
      </dsp:txBody>
      <dsp:txXfrm>
        <a:off x="2487879" y="131199"/>
        <a:ext cx="626143" cy="626143"/>
      </dsp:txXfrm>
    </dsp:sp>
    <dsp:sp modelId="{C8359D14-126E-4F67-BDAB-E7EB74B90D1C}">
      <dsp:nvSpPr>
        <dsp:cNvPr id="0" name=""/>
        <dsp:cNvSpPr/>
      </dsp:nvSpPr>
      <dsp:spPr>
        <a:xfrm>
          <a:off x="3217716" y="1409354"/>
          <a:ext cx="150722" cy="232500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4153817"/>
            <a:satOff val="-9028"/>
            <a:lumOff val="-1046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3217716" y="1455854"/>
        <a:ext cx="105505" cy="139500"/>
      </dsp:txXfrm>
    </dsp:sp>
    <dsp:sp modelId="{1E44E0C1-D216-42E0-B044-FFF04FEBDAB9}">
      <dsp:nvSpPr>
        <dsp:cNvPr id="0" name=""/>
        <dsp:cNvSpPr/>
      </dsp:nvSpPr>
      <dsp:spPr>
        <a:xfrm>
          <a:off x="3439534" y="1082853"/>
          <a:ext cx="885501" cy="885501"/>
        </a:xfrm>
        <a:prstGeom prst="ellipse">
          <a:avLst/>
        </a:prstGeom>
        <a:solidFill>
          <a:schemeClr val="accent5">
            <a:hueOff val="-4153817"/>
            <a:satOff val="-9028"/>
            <a:lumOff val="-104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Security and surveillance</a:t>
          </a:r>
          <a:endParaRPr lang="en-IN" sz="700" kern="1200" dirty="0"/>
        </a:p>
      </dsp:txBody>
      <dsp:txXfrm>
        <a:off x="3569213" y="1212532"/>
        <a:ext cx="626143" cy="626143"/>
      </dsp:txXfrm>
    </dsp:sp>
    <dsp:sp modelId="{0DF59436-5295-4F8F-91D0-C9464992ACFF}">
      <dsp:nvSpPr>
        <dsp:cNvPr id="0" name=""/>
        <dsp:cNvSpPr/>
      </dsp:nvSpPr>
      <dsp:spPr>
        <a:xfrm rot="5400000">
          <a:off x="2725590" y="1901480"/>
          <a:ext cx="150722" cy="232500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8307633"/>
            <a:satOff val="-18055"/>
            <a:lumOff val="-2091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2748199" y="1925372"/>
        <a:ext cx="105505" cy="139500"/>
      </dsp:txXfrm>
    </dsp:sp>
    <dsp:sp modelId="{4EF267C4-06DC-400D-8A45-D38B750ED23E}">
      <dsp:nvSpPr>
        <dsp:cNvPr id="0" name=""/>
        <dsp:cNvSpPr/>
      </dsp:nvSpPr>
      <dsp:spPr>
        <a:xfrm>
          <a:off x="2358200" y="2164187"/>
          <a:ext cx="885501" cy="885501"/>
        </a:xfrm>
        <a:prstGeom prst="ellipse">
          <a:avLst/>
        </a:prstGeom>
        <a:solidFill>
          <a:schemeClr val="accent5">
            <a:hueOff val="-8307633"/>
            <a:satOff val="-18055"/>
            <a:lumOff val="-209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Transportation and vehicular positioning use cases </a:t>
          </a:r>
          <a:endParaRPr lang="en-IN" sz="700" kern="1200" dirty="0"/>
        </a:p>
      </dsp:txBody>
      <dsp:txXfrm>
        <a:off x="2487879" y="2293866"/>
        <a:ext cx="626143" cy="626143"/>
      </dsp:txXfrm>
    </dsp:sp>
    <dsp:sp modelId="{82BA5E53-D507-4F2F-9B9F-2D9371F55EDF}">
      <dsp:nvSpPr>
        <dsp:cNvPr id="0" name=""/>
        <dsp:cNvSpPr/>
      </dsp:nvSpPr>
      <dsp:spPr>
        <a:xfrm rot="10800000">
          <a:off x="2233464" y="1409354"/>
          <a:ext cx="150722" cy="232500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12461450"/>
            <a:satOff val="-27083"/>
            <a:lumOff val="-3137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 rot="10800000">
        <a:off x="2278681" y="1455854"/>
        <a:ext cx="105505" cy="139500"/>
      </dsp:txXfrm>
    </dsp:sp>
    <dsp:sp modelId="{815FE53A-6E23-46D2-9D31-D2F10DF8B010}">
      <dsp:nvSpPr>
        <dsp:cNvPr id="0" name=""/>
        <dsp:cNvSpPr/>
      </dsp:nvSpPr>
      <dsp:spPr>
        <a:xfrm>
          <a:off x="1276867" y="1082853"/>
          <a:ext cx="885501" cy="885501"/>
        </a:xfrm>
        <a:prstGeom prst="ellipse">
          <a:avLst/>
        </a:prstGeom>
        <a:solidFill>
          <a:schemeClr val="accent5">
            <a:hueOff val="-12461450"/>
            <a:satOff val="-27083"/>
            <a:lumOff val="-313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Robotics</a:t>
          </a:r>
          <a:endParaRPr lang="en-IN" sz="700" kern="1200" dirty="0"/>
        </a:p>
      </dsp:txBody>
      <dsp:txXfrm>
        <a:off x="1406546" y="1212532"/>
        <a:ext cx="626143" cy="62614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RadialCluster">
  <dgm:title val=""/>
  <dgm:desc val=""/>
  <dgm:catLst>
    <dgm:cat type="relationship" pri="19500"/>
    <dgm:cat type="cycle" pri="1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chMax val="1"/>
      <dgm:chPref val="1"/>
      <dgm:dir/>
      <dgm:animOne val="branch"/>
      <dgm:animLvl val="lvl"/>
    </dgm:varLst>
    <dgm:alg type="composite">
      <dgm:param type="ar" val="1.00"/>
    </dgm:alg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cnt="1 0" func="cnt" op="equ" val="1">
            <dgm:constrLst>
              <dgm:constr type="l" for="ch" forName="textCenter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r" for="ch" forName="cycle_1" refType="w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5" axis="ch ch" ptType="node node" cnt="1 0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6" axis="ch ch" ptType="node node" cnt="1 0" func="cnt" op="equ" val="3">
            <dgm:choose name="Name7">
              <dgm:if name="Name8" axis="ch ch ch" ptType="node node node" st="1 2 0" cnt="1 1 0" func="cnt" op="equ" val="1">
                <dgm:choose name="Name9">
                  <dgm:if name="Name10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12">
                <dgm:choose name="Name13">
                  <dgm:if name="Name14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5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16" axis="ch ch" ptType="node node" cnt="1 0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r" for="ch" forName="cycle_2" refType="w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l" for="ch" forName="cycle_4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17" axis="ch ch" ptType="node node" cnt="1 0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r" for="ch" forName="cycle_3" refType="w" fact="0.89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l" for="ch" forName="cycle_4" refType="w" fact="0.11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18" axis="ch ch" ptType="node node" cnt="1 0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r" for="ch" forName="cycle_3" refType="w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l" for="ch" forName="cycle_6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19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r" for="ch" forName="cycle_2" refType="w" fact="0.938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r" for="ch" forName="cycle_3" refType="w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r" for="ch" forName="cycle_4" refType="w" fact="0.8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l" for="ch" forName="cycle_5" refType="w" fact="0.2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l" for="ch" forName="cycle_6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l" for="ch" forName="cycle_7" refType="w" fact="0.062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if>
      <dgm:else name="Name20">
        <dgm:choose name="Name21">
          <dgm:if name="Name22" axis="ch ch" ptType="node node" func="cnt" op="equ" val="1">
            <dgm:constrLst>
              <dgm:constr type="r" for="ch" forName="textCenter" refType="w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l" for="ch" forName="cycle_1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23" axis="ch ch" ptType="node node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24" axis="ch ch" ptType="node node" func="cnt" op="equ" val="3">
            <dgm:choose name="Name25">
              <dgm:if name="Name26" axis="ch ch ch" ptType="node node node" st="1 2 0" cnt="1 1 0" func="cnt" op="equ" val="1">
                <dgm:choose name="Name27">
                  <dgm:if name="Name28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29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30">
                <dgm:choose name="Name31">
                  <dgm:if name="Name32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33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34" axis="ch ch" ptType="node node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l" for="ch" forName="cycle_2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r" for="ch" forName="cycle_4" refType="w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35" axis="ch ch" ptType="node node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l" for="ch" forName="cycle_3" refType="w" fact="0.11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r" for="ch" forName="cycle_4" refType="w" fact="0.89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36" axis="ch ch" ptType="node node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l" for="ch" forName="cycle_3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r" for="ch" forName="cycle_6" refType="w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37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l" for="ch" forName="cycle_2" refType="w" fact="0.062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l" for="ch" forName="cycle_3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l" for="ch" forName="cycle_4" refType="w" fact="0.2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r" for="ch" forName="cycle_5" refType="w" fact="0.8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r" for="ch" forName="cycle_6" refType="w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r" for="ch" forName="cycle_7" refType="w" fact="0.938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else>
    </dgm:choose>
    <dgm:forEach name="Name38" axis="ch" ptType="node" cnt="1">
      <dgm:choose name="Name39">
        <dgm:if name="Name40" axis="des" func="maxDepth" op="lte" val="1">
          <dgm:layoutNode name="singleCycle">
            <dgm:choose name="Name41">
              <dgm:if name="Name42" axis="ch" ptType="node" func="cnt" op="equ" val="1">
                <dgm:choose name="Name43">
                  <dgm:if name="Name44" func="var" arg="dir" op="equ" val="norm">
                    <dgm:alg type="cycle">
                      <dgm:param type="stAng" val="90"/>
                      <dgm:param type="ctrShpMap" val="fNode"/>
                    </dgm:alg>
                  </dgm:if>
                  <dgm:else name="Name45">
                    <dgm:alg type="cycle">
                      <dgm:param type="stAng" val="-90"/>
                      <dgm:param type="spanAng" val="-360"/>
                      <dgm:param type="ctrShpMap" val="fNode"/>
                    </dgm:alg>
                  </dgm:else>
                </dgm:choose>
              </dgm:if>
              <dgm:else name="Name46">
                <dgm:choose name="Name47">
                  <dgm:if name="Name48" func="var" arg="dir" op="equ" val="norm">
                    <dgm:alg type="cycle">
                      <dgm:param type="ctrShpMap" val="fNode"/>
                    </dgm:alg>
                  </dgm:if>
                  <dgm:else name="Name49">
                    <dgm:alg type="cycle">
                      <dgm:param type="spanAng" val="-360"/>
                      <dgm:param type="ctrShpMap" val="fNode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hoose name="Name50">
              <dgm:if name="Name51" axis="ch" ptType="node" func="cnt" op="equ" val="0">
                <dgm:constrLst>
                  <dgm:constr type="w" for="ch" forName="singleCenter" refType="w"/>
                  <dgm:constr type="h" for="ch" forName="singleCenter" refType="w" refFor="ch" refForName="singleCenter"/>
                </dgm:constrLst>
              </dgm:if>
              <dgm:if name="Name52" axis="ch" ptType="node" func="cnt" op="equ" val="1">
                <dgm:constrLst>
                  <dgm:constr type="w" for="ch" forName="singleCenter" refType="w" fact="0.5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if>
              <dgm:else name="Name53">
                <dgm:constrLst>
                  <dgm:constr type="w" for="ch" forName="singleCenter" refType="w" fact="0.3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else>
            </dgm:choose>
            <dgm:layoutNode name="singleCenter" styleLbl="node1">
              <dgm:varLst>
                <dgm:chMax val="7"/>
                <dgm:chPref val="7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self" ptType="node"/>
              <dgm:constrLst>
                <dgm:constr type="tMarg" refType="primFontSz" fact="0.2"/>
                <dgm:constr type="bMarg" refType="primFontSz" fact="0.2"/>
                <dgm:constr type="lMarg" refType="primFontSz" fact="0.2"/>
                <dgm:constr type="rMarg" refType="primFontSz" fact="0.2"/>
              </dgm:constrLst>
              <dgm:ruleLst>
                <dgm:rule type="primFontSz" val="5" fact="NaN" max="NaN"/>
              </dgm:ruleLst>
            </dgm:layoutNode>
            <dgm:forEach name="Name54" axis="ch" cnt="21">
              <dgm:forEach name="Name55" axis="self" ptType="parTrans">
                <dgm:layoutNode name="Name56">
                  <dgm:alg type="conn">
                    <dgm:param type="dim" val="1D"/>
                    <dgm:param type="begPts" val="auto"/>
                    <dgm:param type="endPts" val="auto"/>
                    <dgm:param type="begSty" val="noArr"/>
                    <dgm:param type="endSty" val="noArr"/>
                  </dgm:alg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forEach name="Name57" axis="self" ptType="node">
                <dgm:layoutNode name="text0" styleLbl="node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/>
                  </dgm:shape>
                  <dgm:presOf axis="desOrSelf" ptType="node"/>
                  <dgm:constrLst>
                    <dgm:constr type="userS"/>
                    <dgm:constr type="w" refType="userS"/>
                    <dgm:constr type="h" refType="w"/>
                    <dgm:constr type="tMarg" refType="primFontSz" fact="0.2"/>
                    <dgm:constr type="bMarg" refType="primFontSz" fact="0.2"/>
                    <dgm:constr type="lMarg" refType="primFontSz" fact="0.2"/>
                    <dgm:constr type="rMarg" refType="primFontSz" fact="0.2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if>
        <dgm:else name="Name58">
          <dgm:layoutNode name="textCenter" styleLbl="node1">
            <dgm:alg type="tx"/>
            <dgm:shape xmlns:r="http://schemas.openxmlformats.org/officeDocument/2006/relationships" type="roundRect" r:blip="">
              <dgm:adjLst/>
            </dgm:shape>
            <dgm:presOf axis="self" ptType="node"/>
            <dgm:constrLst>
              <dgm:constr type="tMarg" refType="primFontSz" fact="0.2"/>
              <dgm:constr type="bMarg" refType="primFontSz" fact="0.2"/>
              <dgm:constr type="lMarg" refType="primFontSz" fact="0.2"/>
              <dgm:constr type="rMarg" refType="primFontSz" fact="0.2"/>
            </dgm:constrLst>
            <dgm:ruleLst>
              <dgm:rule type="primFontSz" val="5" fact="NaN" max="NaN"/>
            </dgm:ruleLst>
          </dgm:layoutNode>
          <dgm:choose name="Name59">
            <dgm:if name="Name60" axis="ch" ptType="node" func="cnt" op="gte" val="1">
              <dgm:layoutNode name="cycle_1">
                <dgm:choose name="Name61">
                  <dgm:if name="Name62" func="var" arg="dir" op="equ" val="norm">
                    <dgm:choose name="Name63">
                      <dgm:if name="Name64" axis="ch" ptType="node" func="cnt" op="equ" val="1">
                        <dgm:choose name="Name65">
                          <dgm:if name="Name66" axis="ch ch" ptType="node node" st="1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67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68">
                            <dgm:alg type="cycle">
                              <dgm:param type="ctrShpMap" val="fNode"/>
                              <dgm:param type="stAng" val="0"/>
                              <dgm:param type="spanAng" val="180"/>
                            </dgm:alg>
                          </dgm:else>
                        </dgm:choose>
                      </dgm:if>
                      <dgm:if name="Name69" axis="ch" ptType="node" func="cnt" op="equ" val="2">
                        <dgm:choose name="Name70">
                          <dgm:if name="Name7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3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4" axis="ch" ptType="node" func="cnt" op="equ" val="3">
                        <dgm:choose name="Name75">
                          <dgm:if name="Name7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8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9" axis="ch" ptType="node" func="cnt" op="equ" val="4">
                        <dgm:choose name="Name80">
                          <dgm:if name="Name8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3">
                            <dgm:alg type="cycle">
                              <dgm:param type="ctrShpMap" val="fNode"/>
                              <dgm:param type="stAng" val="292.5"/>
                              <dgm:param type="spanAng" val="135"/>
                            </dgm:alg>
                          </dgm:else>
                        </dgm:choose>
                      </dgm:if>
                      <dgm:if name="Name84" axis="ch" ptType="node" func="cnt" op="equ" val="5">
                        <dgm:choose name="Name85">
                          <dgm:if name="Name8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89" axis="ch" ptType="node" func="cnt" op="equ" val="6">
                        <dgm:choose name="Name90">
                          <dgm:if name="Name9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94" axis="ch" ptType="node" func="cnt" op="gte" val="7">
                        <dgm:choose name="Name95">
                          <dgm:if name="Name9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99"/>
                    </dgm:choose>
                  </dgm:if>
                  <dgm:else name="Name100">
                    <dgm:choose name="Name101">
                      <dgm:if name="Name102" axis="ch" ptType="node" func="cnt" op="equ" val="1">
                        <dgm:choose name="Name103">
                          <dgm:if name="Name104" axis="ch ch" ptType="node node" st="1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05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06">
                            <dgm:alg type="cycle">
                              <dgm:param type="ctrShpMap" val="fNode"/>
                              <dgm:param type="stAng" val="0"/>
                              <dgm:param type="spanAng" val="-180"/>
                            </dgm:alg>
                          </dgm:else>
                        </dgm:choose>
                      </dgm:if>
                      <dgm:if name="Name107" axis="ch" ptType="node" func="cnt" op="equ" val="2">
                        <dgm:choose name="Name108">
                          <dgm:if name="Name10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1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2" axis="ch" ptType="node" func="cnt" op="equ" val="3">
                        <dgm:choose name="Name113">
                          <dgm:if name="Name11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6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7" axis="ch" ptType="node" func="cnt" op="equ" val="4">
                        <dgm:choose name="Name118">
                          <dgm:if name="Name11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1">
                            <dgm:alg type="cycle">
                              <dgm:param type="ctrShpMap" val="fNode"/>
                              <dgm:param type="stAng" val="67.5"/>
                              <dgm:param type="spanAng" val="-135"/>
                            </dgm:alg>
                          </dgm:else>
                        </dgm:choose>
                      </dgm:if>
                      <dgm:if name="Name122" axis="ch" ptType="node" func="cnt" op="equ" val="5">
                        <dgm:choose name="Name123">
                          <dgm:if name="Name12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27" axis="ch" ptType="node" func="cnt" op="equ" val="6">
                        <dgm:choose name="Name128">
                          <dgm:if name="Name12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32" axis="ch" ptType="node" func="cnt" op="gte" val="7">
                        <dgm:choose name="Name133">
                          <dgm:if name="Name13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137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138" axis="ch" ptType="node" cnt="1">
                  <dgm:layoutNode name="childCenter1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139" axis="ch">
                    <dgm:forEach name="Name140" axis="self" ptType="parTrans">
                      <dgm:layoutNode name="Name141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142" axis="self" ptType="node">
                      <dgm:layoutNode name="text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143" axis="ch" ptType="parTrans" cnt="1">
                <dgm:layoutNode name="Name144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1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145"/>
          </dgm:choose>
          <dgm:choose name="Name146">
            <dgm:if name="Name147" axis="ch" ptType="node" func="cnt" op="gte" val="2">
              <dgm:layoutNode name="cycle_2">
                <dgm:choose name="Name148">
                  <dgm:if name="Name149" func="var" arg="dir" op="equ" val="norm">
                    <dgm:choose name="Name150">
                      <dgm:if name="Name151" axis="ch" ptType="node" func="cnt" op="equ" val="2">
                        <dgm:choose name="Name152">
                          <dgm:if name="Name153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54" axis="ch ch" ptType="node node" st="2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155">
                            <dgm:alg type="cycle">
                              <dgm:param type="ctrShpMap" val="fNode"/>
                              <dgm:param type="stAng" val="90"/>
                              <dgm:param type="spanAng" val="180"/>
                            </dgm:alg>
                          </dgm:else>
                        </dgm:choose>
                      </dgm:if>
                      <dgm:if name="Name156" axis="ch" ptType="node" func="cnt" op="equ" val="3">
                        <dgm:choose name="Name157">
                          <dgm:if name="Name158" axis="ch ch" ptType="node node" st="2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159" axis="ch ch" ptType="node node" st="2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  <dgm:param type="horzAlign" val="r"/>
                              <dgm:param type="vertAlign" val="b"/>
                            </dgm:alg>
                          </dgm:if>
                          <dgm:else name="Name160">
                            <dgm:alg type="cycle">
                              <dgm:param type="ctrShpMap" val="fNode"/>
                              <dgm:param type="stAng" val="30"/>
                              <dgm:param type="spanAng" val="180"/>
                            </dgm:alg>
                          </dgm:else>
                        </dgm:choose>
                      </dgm:if>
                      <dgm:if name="Name161" axis="ch" ptType="node" func="cnt" op="equ" val="4">
                        <dgm:choose name="Name162">
                          <dgm:if name="Name163" axis="ch ch" ptType="node node" st="2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164" axis="ch ch" ptType="node node" st="2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165">
                            <dgm:alg type="cycle">
                              <dgm:param type="ctrShpMap" val="fNode"/>
                              <dgm:param type="stAng" val="22.5"/>
                              <dgm:param type="spanAng" val="135"/>
                            </dgm:alg>
                          </dgm:else>
                        </dgm:choose>
                      </dgm:if>
                      <dgm:if name="Name166" axis="ch" ptType="node" func="cnt" op="equ" val="5">
                        <dgm:choose name="Name167">
                          <dgm:if name="Name168" axis="ch ch" ptType="node node" st="2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169" axis="ch ch" ptType="node node" st="2 1" cnt="1 0" func="cnt" op="equ" val="2">
                            <dgm:alg type="cycle">
                              <dgm:param type="ctrShpMap" val="fNode"/>
                              <dgm:param type="stAng" val="27"/>
                              <dgm:param type="spanAng" val="90"/>
                            </dgm:alg>
                          </dgm:if>
                          <dgm:else name="Name17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1" axis="ch" ptType="node" func="cnt" op="equ" val="6">
                        <dgm:choose name="Name172">
                          <dgm:if name="Name173" axis="ch ch" ptType="node node" st="2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174" axis="ch ch" ptType="node node" st="2 1" cnt="1 0" func="cnt" op="equ" val="2">
                            <dgm:alg type="cycle">
                              <dgm:param type="ctrShpMap" val="fNode"/>
                              <dgm:param type="stAng" val="15"/>
                              <dgm:param type="spanAng" val="90"/>
                            </dgm:alg>
                          </dgm:if>
                          <dgm:else name="Name175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6" axis="ch" ptType="node" func="cnt" op="gte" val="7">
                        <dgm:choose name="Name177">
                          <dgm:if name="Name178" axis="ch ch" ptType="node node" st="2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179" axis="ch ch" ptType="node node" st="2 1" cnt="1 0" func="cnt" op="equ" val="2">
                            <dgm:alg type="cycle">
                              <dgm:param type="ctrShpMap" val="fNode"/>
                              <dgm:param type="stAng" val="6"/>
                              <dgm:param type="spanAng" val="90"/>
                            </dgm:alg>
                          </dgm:if>
                          <dgm:else name="Name18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181"/>
                    </dgm:choose>
                  </dgm:if>
                  <dgm:else name="Name182">
                    <dgm:choose name="Name183">
                      <dgm:if name="Name184" axis="ch" ptType="node" func="cnt" op="equ" val="2">
                        <dgm:choose name="Name185">
                          <dgm:if name="Name186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87" axis="ch ch" ptType="node node" st="2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188">
                            <dgm:alg type="cycle">
                              <dgm:param type="ctrShpMap" val="fNode"/>
                              <dgm:param type="stAng" val="270"/>
                              <dgm:param type="spanAng" val="-180"/>
                            </dgm:alg>
                          </dgm:else>
                        </dgm:choose>
                      </dgm:if>
                      <dgm:if name="Name189" axis="ch" ptType="node" func="cnt" op="equ" val="3">
                        <dgm:choose name="Name190">
                          <dgm:if name="Name191" axis="ch ch" ptType="node node" st="2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192" axis="ch ch" ptType="node node" st="2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  <dgm:param type="horzAlign" val="l"/>
                              <dgm:param type="vertAlign" val="b"/>
                            </dgm:alg>
                          </dgm:if>
                          <dgm:else name="Name193">
                            <dgm:alg type="cycle">
                              <dgm:param type="ctrShpMap" val="fNode"/>
                              <dgm:param type="stAng" val="330"/>
                              <dgm:param type="spanAng" val="-180"/>
                            </dgm:alg>
                          </dgm:else>
                        </dgm:choose>
                      </dgm:if>
                      <dgm:if name="Name194" axis="ch" ptType="node" func="cnt" op="equ" val="4">
                        <dgm:choose name="Name195">
                          <dgm:if name="Name196" axis="ch ch" ptType="node node" st="2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97" axis="ch ch" ptType="node node" st="2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98">
                            <dgm:alg type="cycle">
                              <dgm:param type="ctrShpMap" val="fNode"/>
                              <dgm:param type="stAng" val="337.5"/>
                              <dgm:param type="spanAng" val="-135"/>
                            </dgm:alg>
                          </dgm:else>
                        </dgm:choose>
                      </dgm:if>
                      <dgm:if name="Name199" axis="ch" ptType="node" func="cnt" op="equ" val="5">
                        <dgm:choose name="Name200">
                          <dgm:if name="Name201" axis="ch ch" ptType="node node" st="2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202" axis="ch ch" ptType="node node" st="2 1" cnt="1 0" func="cnt" op="equ" val="2">
                            <dgm:alg type="cycle">
                              <dgm:param type="ctrShpMap" val="fNode"/>
                              <dgm:param type="stAng" val="333"/>
                              <dgm:param type="spanAng" val="-90"/>
                            </dgm:alg>
                          </dgm:if>
                          <dgm:else name="Name20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4" axis="ch" ptType="node" func="cnt" op="equ" val="6">
                        <dgm:choose name="Name205">
                          <dgm:if name="Name206" axis="ch ch" ptType="node node" st="2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207" axis="ch ch" ptType="node node" st="2 1" cnt="1 0" func="cnt" op="equ" val="2">
                            <dgm:alg type="cycle">
                              <dgm:param type="ctrShpMap" val="fNode"/>
                              <dgm:param type="stAng" val="345"/>
                              <dgm:param type="spanAng" val="-90"/>
                            </dgm:alg>
                          </dgm:if>
                          <dgm:else name="Name20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9" axis="ch" ptType="node" func="cnt" op="gte" val="7">
                        <dgm:choose name="Name210">
                          <dgm:if name="Name211" axis="ch ch" ptType="node node" st="2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212" axis="ch ch" ptType="node node" st="2 1" cnt="1 0" func="cnt" op="equ" val="2">
                            <dgm:alg type="cycle">
                              <dgm:param type="ctrShpMap" val="fNode"/>
                              <dgm:param type="stAng" val="353"/>
                              <dgm:param type="spanAng" val="-90"/>
                            </dgm:alg>
                          </dgm:if>
                          <dgm:else name="Name21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14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15" axis="ch" ptType="node" st="2" cnt="1">
                  <dgm:layoutNode name="childCenter2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16" axis="ch">
                    <dgm:forEach name="Name217" axis="self" ptType="parTrans">
                      <dgm:layoutNode name="Name218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19" axis="self" ptType="node">
                      <dgm:layoutNode name="text2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20" axis="ch" ptType="parTrans" st="2" cnt="1">
                <dgm:layoutNode name="Name221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22"/>
          </dgm:choose>
          <dgm:choose name="Name223">
            <dgm:if name="Name224" axis="ch" ptType="node" func="cnt" op="gte" val="3">
              <dgm:layoutNode name="cycle_3">
                <dgm:choose name="Name225">
                  <dgm:if name="Name226" func="var" arg="dir" op="equ" val="norm">
                    <dgm:choose name="Name227">
                      <dgm:if name="Name228" axis="ch" ptType="node" func="cnt" op="equ" val="3">
                        <dgm:choose name="Name229">
                          <dgm:if name="Name230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231" axis="ch ch" ptType="node node" st="3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  <dgm:param type="horzAlign" val="l"/>
                              <dgm:param type="vertAlign" val="b"/>
                            </dgm:alg>
                          </dgm:if>
                          <dgm:else name="Name232">
                            <dgm:alg type="cycle">
                              <dgm:param type="ctrShpMap" val="fNode"/>
                              <dgm:param type="stAng" val="150"/>
                              <dgm:param type="spanAng" val="180"/>
                            </dgm:alg>
                          </dgm:else>
                        </dgm:choose>
                      </dgm:if>
                      <dgm:if name="Name233" axis="ch" ptType="node" func="cnt" op="equ" val="4">
                        <dgm:choose name="Name234">
                          <dgm:if name="Name235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36" axis="ch ch" ptType="node node" st="3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237">
                            <dgm:alg type="cycle">
                              <dgm:param type="ctrShpMap" val="fNode"/>
                              <dgm:param type="stAng" val="112.5"/>
                              <dgm:param type="spanAng" val="135"/>
                            </dgm:alg>
                          </dgm:else>
                        </dgm:choose>
                      </dgm:if>
                      <dgm:if name="Name238" axis="ch" ptType="node" func="cnt" op="equ" val="5">
                        <dgm:choose name="Name239">
                          <dgm:if name="Name240" axis="ch ch" ptType="node node" st="3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241" axis="ch ch" ptType="node node" st="3 1" cnt="1 0" func="cnt" op="equ" val="2">
                            <dgm:alg type="cycle">
                              <dgm:param type="ctrShpMap" val="fNode"/>
                              <dgm:param type="stAng" val="99"/>
                              <dgm:param type="spanAng" val="90"/>
                            </dgm:alg>
                          </dgm:if>
                          <dgm:else name="Name24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3" axis="ch" ptType="node" func="cnt" op="equ" val="6">
                        <dgm:choose name="Name244">
                          <dgm:if name="Name245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246" axis="ch ch" ptType="node node" st="3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</dgm:alg>
                          </dgm:if>
                          <dgm:else name="Name247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8" axis="ch" ptType="node" func="cnt" op="gte" val="7">
                        <dgm:choose name="Name249">
                          <dgm:if name="Name250" axis="ch ch" ptType="node node" st="3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251" axis="ch ch" ptType="node node" st="3 1" cnt="1 0" func="cnt" op="equ" val="2">
                            <dgm:alg type="cycle">
                              <dgm:param type="ctrShpMap" val="fNode"/>
                              <dgm:param type="stAng" val="57"/>
                              <dgm:param type="spanAng" val="90"/>
                            </dgm:alg>
                          </dgm:if>
                          <dgm:else name="Name25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253"/>
                    </dgm:choose>
                  </dgm:if>
                  <dgm:else name="Name254">
                    <dgm:choose name="Name255">
                      <dgm:if name="Name256" axis="ch" ptType="node" func="cnt" op="equ" val="3">
                        <dgm:choose name="Name257">
                          <dgm:if name="Name258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259" axis="ch ch" ptType="node node" st="3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  <dgm:param type="horzAlign" val="r"/>
                              <dgm:param type="vertAlign" val="b"/>
                            </dgm:alg>
                          </dgm:if>
                          <dgm:else name="Name260">
                            <dgm:alg type="cycle">
                              <dgm:param type="ctrShpMap" val="fNode"/>
                              <dgm:param type="stAng" val="210"/>
                              <dgm:param type="spanAng" val="-180"/>
                            </dgm:alg>
                          </dgm:else>
                        </dgm:choose>
                      </dgm:if>
                      <dgm:if name="Name261" axis="ch" ptType="node" func="cnt" op="equ" val="4">
                        <dgm:choose name="Name262">
                          <dgm:if name="Name263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64" axis="ch ch" ptType="node node" st="3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265">
                            <dgm:alg type="cycle">
                              <dgm:param type="ctrShpMap" val="fNode"/>
                              <dgm:param type="stAng" val="247.5"/>
                              <dgm:param type="spanAng" val="-135"/>
                            </dgm:alg>
                          </dgm:else>
                        </dgm:choose>
                      </dgm:if>
                      <dgm:if name="Name266" axis="ch" ptType="node" func="cnt" op="equ" val="5">
                        <dgm:choose name="Name267">
                          <dgm:if name="Name268" axis="ch ch" ptType="node node" st="3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269" axis="ch ch" ptType="node node" st="3 1" cnt="1 0" func="cnt" op="equ" val="2">
                            <dgm:alg type="cycle">
                              <dgm:param type="ctrShpMap" val="fNode"/>
                              <dgm:param type="stAng" val="261"/>
                              <dgm:param type="spanAng" val="-90"/>
                            </dgm:alg>
                          </dgm:if>
                          <dgm:else name="Name27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1" axis="ch" ptType="node" func="cnt" op="equ" val="6">
                        <dgm:choose name="Name272">
                          <dgm:if name="Name273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274" axis="ch ch" ptType="node node" st="3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</dgm:alg>
                          </dgm:if>
                          <dgm:else name="Name275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6" axis="ch" ptType="node" func="cnt" op="gte" val="7">
                        <dgm:choose name="Name277">
                          <dgm:if name="Name278" axis="ch ch" ptType="node node" st="3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279" axis="ch ch" ptType="node node" st="3 1" cnt="1 0" func="cnt" op="equ" val="2">
                            <dgm:alg type="cycle">
                              <dgm:param type="ctrShpMap" val="fNode"/>
                              <dgm:param type="stAng" val="302"/>
                              <dgm:param type="spanAng" val="-90"/>
                            </dgm:alg>
                          </dgm:if>
                          <dgm:else name="Name28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81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82" axis="ch" ptType="node" st="3" cnt="1">
                  <dgm:layoutNode name="childCenter3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83" axis="ch">
                    <dgm:forEach name="Name284" axis="self" ptType="parTrans">
                      <dgm:layoutNode name="Name285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86" axis="self" ptType="node">
                      <dgm:layoutNode name="text3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87" axis="ch" ptType="parTrans" st="3" cnt="1">
                <dgm:layoutNode name="Name288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3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89"/>
          </dgm:choose>
          <dgm:choose name="Name290">
            <dgm:if name="Name291" axis="ch" ptType="node" func="cnt" op="gte" val="4">
              <dgm:layoutNode name="cycle_4">
                <dgm:choose name="Name292">
                  <dgm:if name="Name293" func="var" arg="dir" op="equ" val="norm">
                    <dgm:choose name="Name294">
                      <dgm:if name="Name295" axis="ch" ptType="node" func="cnt" op="equ" val="4">
                        <dgm:choose name="Name296">
                          <dgm:if name="Name297" axis="ch ch" ptType="node node" st="4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298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90"/>
                            </dgm:alg>
                          </dgm:if>
                          <dgm:else name="Name299">
                            <dgm:alg type="cycle">
                              <dgm:param type="ctrShpMap" val="fNode"/>
                              <dgm:param type="stAng" val="202.5"/>
                              <dgm:param type="spanAng" val="135"/>
                            </dgm:alg>
                          </dgm:else>
                        </dgm:choose>
                      </dgm:if>
                      <dgm:if name="Name300" axis="ch" ptType="node" func="cnt" op="equ" val="5">
                        <dgm:choose name="Name301">
                          <dgm:if name="Name302" axis="ch ch" ptType="node node" st="4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303" axis="ch ch" ptType="node node" st="4 1" cnt="1 0" func="cnt" op="equ" val="2">
                            <dgm:alg type="cycle">
                              <dgm:param type="ctrShpMap" val="fNode"/>
                              <dgm:param type="stAng" val="171"/>
                              <dgm:param type="spanAng" val="90"/>
                            </dgm:alg>
                          </dgm:if>
                          <dgm:else name="Name30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05" axis="ch" ptType="node" func="cnt" op="equ" val="6">
                        <dgm:choose name="Name306">
                          <dgm:if name="Name307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08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309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10" axis="ch" ptType="node" func="cnt" op="gte" val="7">
                        <dgm:choose name="Name311">
                          <dgm:if name="Name312" axis="ch ch" ptType="node node" st="4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13" axis="ch ch" ptType="node node" st="4 1" cnt="1 0" func="cnt" op="equ" val="2">
                            <dgm:alg type="cycle">
                              <dgm:param type="ctrShpMap" val="fNode"/>
                              <dgm:param type="stAng" val="109"/>
                              <dgm:param type="spanAng" val="90"/>
                            </dgm:alg>
                          </dgm:if>
                          <dgm:else name="Name31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15"/>
                    </dgm:choose>
                  </dgm:if>
                  <dgm:else name="Name316">
                    <dgm:choose name="Name317">
                      <dgm:if name="Name318" axis="ch" ptType="node" func="cnt" op="equ" val="4">
                        <dgm:choose name="Name319">
                          <dgm:if name="Name320" axis="ch ch" ptType="node node" st="4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321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-90"/>
                            </dgm:alg>
                          </dgm:if>
                          <dgm:else name="Name322">
                            <dgm:alg type="cycle">
                              <dgm:param type="ctrShpMap" val="fNode"/>
                              <dgm:param type="stAng" val="157.5"/>
                              <dgm:param type="spanAng" val="-135"/>
                            </dgm:alg>
                          </dgm:else>
                        </dgm:choose>
                      </dgm:if>
                      <dgm:if name="Name323" axis="ch" ptType="node" func="cnt" op="equ" val="5">
                        <dgm:choose name="Name324">
                          <dgm:if name="Name325" axis="ch ch" ptType="node node" st="4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326" axis="ch ch" ptType="node node" st="4 1" cnt="1 0" func="cnt" op="equ" val="2">
                            <dgm:alg type="cycle">
                              <dgm:param type="ctrShpMap" val="fNode"/>
                              <dgm:param type="stAng" val="189"/>
                              <dgm:param type="spanAng" val="-90"/>
                            </dgm:alg>
                          </dgm:if>
                          <dgm:else name="Name32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28" axis="ch" ptType="node" func="cnt" op="equ" val="6">
                        <dgm:choose name="Name329">
                          <dgm:if name="Name330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31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332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33" axis="ch" ptType="node" func="cnt" op="gte" val="7">
                        <dgm:choose name="Name334">
                          <dgm:if name="Name335" axis="ch ch" ptType="node node" st="4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36" axis="ch ch" ptType="node node" st="4 1" cnt="1 0" func="cnt" op="equ" val="2">
                            <dgm:alg type="cycle">
                              <dgm:param type="ctrShpMap" val="fNode"/>
                              <dgm:param type="stAng" val="250"/>
                              <dgm:param type="spanAng" val="-90"/>
                            </dgm:alg>
                          </dgm:if>
                          <dgm:else name="Name33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38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39" axis="ch" ptType="node" st="4" cnt="1">
                  <dgm:layoutNode name="childCenter4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40" axis="ch">
                    <dgm:forEach name="Name341" axis="self" ptType="parTrans">
                      <dgm:layoutNode name="Name342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43" axis="self" ptType="node">
                      <dgm:layoutNode name="text4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44" axis="ch" ptType="parTrans" st="4" cnt="1">
                <dgm:layoutNode name="Name345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4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46"/>
          </dgm:choose>
          <dgm:choose name="Name347">
            <dgm:if name="Name348" axis="ch" ptType="node" func="cnt" op="gte" val="5">
              <dgm:layoutNode name="cycle_5">
                <dgm:choose name="Name349">
                  <dgm:if name="Name350" func="var" arg="dir" op="equ" val="norm">
                    <dgm:choose name="Name351">
                      <dgm:if name="Name352" axis="ch" ptType="node" func="cnt" op="equ" val="5">
                        <dgm:choose name="Name353">
                          <dgm:if name="Name354" axis="ch ch" ptType="node node" st="5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355" axis="ch ch" ptType="node node" st="5 1" cnt="1 0" func="cnt" op="equ" val="2">
                            <dgm:alg type="cycle">
                              <dgm:param type="ctrShpMap" val="fNode"/>
                              <dgm:param type="stAng" val="243"/>
                              <dgm:param type="spanAng" val="90"/>
                            </dgm:alg>
                          </dgm:if>
                          <dgm:else name="Name35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57" axis="ch" ptType="node" func="cnt" op="equ" val="6">
                        <dgm:choose name="Name358">
                          <dgm:if name="Name359" axis="ch ch" ptType="node node" st="5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360" axis="ch ch" ptType="node node" st="5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</dgm:alg>
                          </dgm:if>
                          <dgm:else name="Name361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62" axis="ch" ptType="node" func="cnt" op="gte" val="7">
                        <dgm:choose name="Name363">
                          <dgm:if name="Name364" axis="ch ch" ptType="node node" st="5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65" axis="ch ch" ptType="node node" st="5 1" cnt="1 0" func="cnt" op="equ" val="2">
                            <dgm:alg type="cycle">
                              <dgm:param type="ctrShpMap" val="fNode"/>
                              <dgm:param type="stAng" val="160"/>
                              <dgm:param type="spanAng" val="90"/>
                            </dgm:alg>
                          </dgm:if>
                          <dgm:else name="Name36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67"/>
                    </dgm:choose>
                  </dgm:if>
                  <dgm:else name="Name368">
                    <dgm:choose name="Name369">
                      <dgm:if name="Name370" axis="ch" ptType="node" func="cnt" op="equ" val="5">
                        <dgm:choose name="Name371">
                          <dgm:if name="Name372" axis="ch ch" ptType="node node" st="5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373" axis="ch ch" ptType="node node" st="5 1" cnt="1 0" func="cnt" op="equ" val="2">
                            <dgm:alg type="cycle">
                              <dgm:param type="ctrShpMap" val="fNode"/>
                              <dgm:param type="stAng" val="117"/>
                              <dgm:param type="spanAng" val="-90"/>
                            </dgm:alg>
                          </dgm:if>
                          <dgm:else name="Name37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75" axis="ch" ptType="node" func="cnt" op="equ" val="6">
                        <dgm:choose name="Name376">
                          <dgm:if name="Name377" axis="ch ch" ptType="node node" st="5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378" axis="ch ch" ptType="node node" st="5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</dgm:alg>
                          </dgm:if>
                          <dgm:else name="Name379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80" axis="ch" ptType="node" func="cnt" op="gte" val="7">
                        <dgm:choose name="Name381">
                          <dgm:if name="Name382" axis="ch ch" ptType="node node" st="5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83" axis="ch ch" ptType="node node" st="5 1" cnt="1 0" func="cnt" op="equ" val="2">
                            <dgm:alg type="cycle">
                              <dgm:param type="ctrShpMap" val="fNode"/>
                              <dgm:param type="stAng" val="199"/>
                              <dgm:param type="spanAng" val="-90"/>
                            </dgm:alg>
                          </dgm:if>
                          <dgm:else name="Name38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85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86" axis="ch" ptType="node" st="5" cnt="1">
                  <dgm:layoutNode name="childCenter5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87" axis="ch">
                    <dgm:forEach name="Name388" axis="self" ptType="parTrans">
                      <dgm:layoutNode name="Name389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90" axis="self" ptType="node">
                      <dgm:layoutNode name="text5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91" axis="ch" ptType="parTrans" st="5" cnt="1">
                <dgm:layoutNode name="Name392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5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93"/>
          </dgm:choose>
          <dgm:choose name="Name394">
            <dgm:if name="Name395" axis="ch" ptType="node" func="cnt" op="gte" val="6">
              <dgm:layoutNode name="cycle_6">
                <dgm:choose name="Name396">
                  <dgm:if name="Name397" func="var" arg="dir" op="equ" val="norm">
                    <dgm:choose name="Name398">
                      <dgm:if name="Name399" axis="ch" ptType="node" func="cnt" op="equ" val="6">
                        <dgm:choose name="Name400">
                          <dgm:if name="Name401" axis="ch ch" ptType="node node" st="6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402" axis="ch ch" ptType="node node" st="6 1" cnt="1 0" func="cnt" op="equ" val="2">
                            <dgm:alg type="cycle">
                              <dgm:param type="ctrShpMap" val="fNode"/>
                              <dgm:param type="stAng" val="255"/>
                              <dgm:param type="spanAng" val="90"/>
                            </dgm:alg>
                          </dgm:if>
                          <dgm:else name="Name40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404" axis="ch" ptType="node" func="cnt" op="gte" val="7">
                        <dgm:choose name="Name405">
                          <dgm:if name="Name406" axis="ch ch" ptType="node node" st="6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407" axis="ch ch" ptType="node node" st="6 1" cnt="1 0" func="cnt" op="equ" val="2">
                            <dgm:alg type="cycle">
                              <dgm:param type="ctrShpMap" val="fNode"/>
                              <dgm:param type="stAng" val="212"/>
                              <dgm:param type="spanAng" val="90"/>
                            </dgm:alg>
                          </dgm:if>
                          <dgm:else name="Name40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09"/>
                    </dgm:choose>
                  </dgm:if>
                  <dgm:else name="Name410">
                    <dgm:choose name="Name411">
                      <dgm:if name="Name412" axis="ch" ptType="node" func="cnt" op="equ" val="6">
                        <dgm:choose name="Name413">
                          <dgm:if name="Name414" axis="ch ch" ptType="node node" st="6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415" axis="ch ch" ptType="node node" st="6 1" cnt="1 0" func="cnt" op="equ" val="2">
                            <dgm:alg type="cycle">
                              <dgm:param type="ctrShpMap" val="fNode"/>
                              <dgm:param type="stAng" val="105"/>
                              <dgm:param type="spanAng" val="-90"/>
                            </dgm:alg>
                          </dgm:if>
                          <dgm:else name="Name41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417" axis="ch" ptType="node" func="cnt" op="gte" val="7">
                        <dgm:choose name="Name418">
                          <dgm:if name="Name419" axis="ch ch" ptType="node node" st="6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420" axis="ch ch" ptType="node node" st="6 1" cnt="1 0" func="cnt" op="equ" val="2">
                            <dgm:alg type="cycle">
                              <dgm:param type="ctrShpMap" val="fNode"/>
                              <dgm:param type="stAng" val="147"/>
                              <dgm:param type="spanAng" val="-90"/>
                            </dgm:alg>
                          </dgm:if>
                          <dgm:else name="Name42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22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23" axis="ch" ptType="node" st="6" cnt="1">
                  <dgm:layoutNode name="childCenter6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24" axis="ch">
                    <dgm:forEach name="Name425" axis="self" ptType="parTrans">
                      <dgm:layoutNode name="Name426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27" axis="self" ptType="node">
                      <dgm:layoutNode name="text6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28" axis="ch" ptType="parTrans" st="6" cnt="1">
                <dgm:layoutNode name="Name429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6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30"/>
          </dgm:choose>
          <dgm:choose name="Name431">
            <dgm:if name="Name432" axis="ch" ptType="node" func="cnt" op="gte" val="7">
              <dgm:layoutNode name="cycle_7">
                <dgm:choose name="Name433">
                  <dgm:if name="Name434" func="var" arg="dir" op="equ" val="norm">
                    <dgm:choose name="Name435">
                      <dgm:if name="Name436" axis="ch" ptType="node" func="cnt" op="gte" val="7">
                        <dgm:choose name="Name437">
                          <dgm:if name="Name438" axis="ch ch" ptType="node node" st="7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439" axis="ch ch" ptType="node node" st="7 1" cnt="1 0" func="cnt" op="equ" val="2">
                            <dgm:alg type="cycle">
                              <dgm:param type="ctrShpMap" val="fNode"/>
                              <dgm:param type="stAng" val="263"/>
                              <dgm:param type="spanAng" val="90"/>
                            </dgm:alg>
                          </dgm:if>
                          <dgm:else name="Name44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41"/>
                    </dgm:choose>
                  </dgm:if>
                  <dgm:else name="Name442">
                    <dgm:choose name="Name443">
                      <dgm:if name="Name444" axis="ch" ptType="node" func="cnt" op="gte" val="7">
                        <dgm:choose name="Name445">
                          <dgm:if name="Name446" axis="ch ch" ptType="node node" st="7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447" axis="ch ch" ptType="node node" st="7 1" cnt="1 0" func="cnt" op="equ" val="2">
                            <dgm:alg type="cycle">
                              <dgm:param type="ctrShpMap" val="fNode"/>
                              <dgm:param type="stAng" val="96"/>
                              <dgm:param type="spanAng" val="-90"/>
                            </dgm:alg>
                          </dgm:if>
                          <dgm:else name="Name44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49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50" axis="ch" ptType="node" st="7" cnt="1">
                  <dgm:layoutNode name="childCenter7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51" axis="ch">
                    <dgm:forEach name="Name452" axis="self" ptType="parTrans">
                      <dgm:layoutNode name="Name453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54" axis="self" ptType="node">
                      <dgm:layoutNode name="text7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55" axis="ch" ptType="parTrans" st="7" cnt="1">
                <dgm:layoutNode name="Name456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7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5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radial5">
  <dgm:title val=""/>
  <dgm:desc val=""/>
  <dgm:catLst>
    <dgm:cat type="relationship" pri="23000"/>
    <dgm:cat type="cycle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alg type="cycle">
          <dgm:param type="stAng" val="0"/>
          <dgm:param type="spanAng" val="360"/>
          <dgm:param type="ctrShpMap" val="fNode"/>
        </dgm:alg>
      </dgm:if>
      <dgm:else name="Name3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parTrans" refType="w" refFor="ch" refForName="centerShape" fact="0.4"/>
      <dgm:constr type="w" for="ch" forName="node" refType="w" refFor="ch" refForName="centerShape" op="equ" fact="1.25"/>
      <dgm:constr type="sp" refType="w" refFor="ch" refForName="centerShape" op="equ" fact="0.4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node" refType="primFontSz" refFor="ch" refForName="centerShape" op="lte"/>
      <dgm:constr type="primFontSz" for="des" forName="connectorText" op="equ" val="55"/>
      <dgm:constr type="primFontSz" for="des" forName="connectorText" refType="primFontSz" refFor="ch" refForName="centerShape" op="lte" fact="0.8"/>
      <dgm:constr type="primFontSz" for="des" forName="connectorText" refType="primFontSz" refFor="des" refForName="node" op="lte"/>
    </dgm:constrLst>
    <dgm:choose name="Name4">
      <dgm:if name="Name5" axis="ch ch" ptType="node node" st="1 1" cnt="1 0" func="cnt" op="lte" val="6">
        <dgm:ruleLst>
          <dgm:rule type="w" for="ch" forName="node" val="NaN" fact="1" max="NaN"/>
        </dgm:ruleLst>
      </dgm:if>
      <dgm:if name="Name6" axis="ch ch" ptType="node node" st="1 1" cnt="1 0" func="cnt" op="lte" val="8">
        <dgm:ruleLst>
          <dgm:rule type="w" for="ch" forName="node" val="NaN" fact="0.9" max="NaN"/>
        </dgm:ruleLst>
      </dgm:if>
      <dgm:if name="Name7" axis="ch ch" ptType="node node" st="1 1" cnt="1 0" func="cnt" op="lte" val="10">
        <dgm:ruleLst>
          <dgm:rule type="w" for="ch" forName="node" val="NaN" fact="0.8" max="NaN"/>
        </dgm:ruleLst>
      </dgm:if>
      <dgm:if name="Name8" axis="ch ch" ptType="node node" st="1 1" cnt="1 0" func="cnt" op="lte" val="12">
        <dgm:ruleLst>
          <dgm:rule type="w" for="ch" forName="node" val="NaN" fact="0.7" max="NaN"/>
        </dgm:ruleLst>
      </dgm:if>
      <dgm:if name="Name9" axis="ch ch" ptType="node node" st="1 1" cnt="1 0" func="cnt" op="lte" val="14">
        <dgm:ruleLst>
          <dgm:rule type="w" for="ch" forName="node" val="NaN" fact="0.6" max="NaN"/>
        </dgm:ruleLst>
      </dgm:if>
      <dgm:else name="Name10">
        <dgm:ruleLst>
          <dgm:rule type="w" for="ch" forName="node" val="NaN" fact="0.5" max="NaN"/>
        </dgm:ruleLst>
      </dgm:else>
    </dgm:choose>
    <dgm:forEach name="Name11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12" axis="ch">
        <dgm:forEach name="Name13" axis="self" ptType="parTrans">
          <dgm:layoutNode name="parTrans" styleLbl="sibTrans2D1">
            <dgm:alg type="conn">
              <dgm:param type="begPts" val="auto"/>
              <dgm:param type="endPts" val="auto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h" refType="w" fact="0.85"/>
            </dgm:constrLst>
            <dgm:ruleLst/>
            <dgm:layoutNode name="connectorText">
              <dgm:alg type="tx">
                <dgm:param type="autoTxRot" val="grav"/>
              </dgm:alg>
              <dgm:shape xmlns:r="http://schemas.openxmlformats.org/officeDocument/2006/relationships" type="conn" r:blip="" hideGeom="1">
                <dgm:adjLst/>
              </dgm:shape>
              <dgm:presOf axis="self"/>
              <dgm:constrLst>
                <dgm:constr type="lMarg"/>
                <dgm:constr type="rMarg"/>
                <dgm:constr type="tMarg"/>
                <dgm:constr type="bMarg"/>
              </dgm:constrLst>
              <dgm:ruleLst>
                <dgm:rule type="primFontSz" val="5" fact="NaN" max="NaN"/>
              </dgm:ruleLst>
            </dgm:layoutNode>
          </dgm:layoutNode>
        </dgm:forEach>
        <dgm:forEach name="Name14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w" val="INF" fact="NaN" max="NaN"/>
              <dgm:rule type="primFontSz" val="5" fact="NaN" max="NaN"/>
            </dgm:ruleLst>
          </dgm:layoutNod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02C9555C-46DE-4406-8ABE-45349F5208F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4F3B590-57A4-4D61-9607-3C2EA36AB18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8CE87A-16FF-4C7D-8292-0CB980715C8B}" type="datetimeFigureOut">
              <a:rPr lang="de-DE" smtClean="0"/>
              <a:t>08.10.2023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C6DC5A1-1CCC-484A-AB24-DCA2F05D594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4041CFA-48F6-4759-86C7-790FC637E93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2F6222-CCA6-4FA7-88E0-B7BAE53645A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418328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ECA62E-2216-4960-A875-4D2633F4A404}" type="datetimeFigureOut">
              <a:rPr lang="de-DE" smtClean="0"/>
              <a:t>08.10.2023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F93703-73BA-47D5-8B02-C172375928D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533144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F93703-73BA-47D5-8B02-C172375928DA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235386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F93703-73BA-47D5-8B02-C172375928DA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713308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Spatial statistics or direct method requires information such as measurement data, statistics of the area which is a complex problem.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F93703-73BA-47D5-8B02-C172375928DA}" type="slidenum">
              <a:rPr lang="de-DE" smtClean="0"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690075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bil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Textplatzhalter 167">
            <a:extLst>
              <a:ext uri="{FF2B5EF4-FFF2-40B4-BE49-F238E27FC236}">
                <a16:creationId xmlns:a16="http://schemas.microsoft.com/office/drawing/2014/main" id="{91CA67B1-C872-42F5-99A5-C31B319F69A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628775"/>
            <a:ext cx="12192000" cy="5229225"/>
          </a:xfrm>
          <a:gradFill>
            <a:gsLst>
              <a:gs pos="50000">
                <a:schemeClr val="accent4">
                  <a:alpha val="50000"/>
                </a:schemeClr>
              </a:gs>
              <a:gs pos="5000">
                <a:schemeClr val="accent4"/>
              </a:gs>
              <a:gs pos="100000">
                <a:schemeClr val="accent4">
                  <a:alpha val="20000"/>
                </a:schemeClr>
              </a:gs>
            </a:gsLst>
            <a:lin ang="5400000" scaled="1"/>
          </a:gradFill>
        </p:spPr>
        <p:txBody>
          <a:bodyPr vert="horz" wrap="square" lIns="540000" tIns="1188000" rIns="0" bIns="0" rtlCol="0" anchor="t" anchorCtr="0">
            <a:noAutofit/>
          </a:bodyPr>
          <a:lstStyle>
            <a:lvl1pPr>
              <a:defRPr lang="de-DE" sz="4000" b="1" dirty="0"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de-DE" dirty="0"/>
              <a:t> </a:t>
            </a:r>
          </a:p>
        </p:txBody>
      </p:sp>
      <p:sp>
        <p:nvSpPr>
          <p:cNvPr id="165" name="Bildplatzhalter 60">
            <a:extLst>
              <a:ext uri="{FF2B5EF4-FFF2-40B4-BE49-F238E27FC236}">
                <a16:creationId xmlns:a16="http://schemas.microsoft.com/office/drawing/2014/main" id="{F018B551-27B5-4B00-BF39-7527999917A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628775"/>
            <a:ext cx="12192000" cy="5229226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C1DC1BF-B7B9-4143-AFEB-7D1D6C73E8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0163" y="2913731"/>
            <a:ext cx="4979505" cy="1030539"/>
          </a:xfrm>
        </p:spPr>
        <p:txBody>
          <a:bodyPr wrap="none" tIns="0" rIns="0"/>
          <a:lstStyle>
            <a:lvl1pPr algn="l">
              <a:lnSpc>
                <a:spcPct val="110000"/>
              </a:lnSpc>
              <a:defRPr sz="66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Willkommen</a:t>
            </a:r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929994FB-5DBF-40C3-99B7-BCB45F80FCBA}"/>
              </a:ext>
            </a:extLst>
          </p:cNvPr>
          <p:cNvSpPr/>
          <p:nvPr userDrawn="1"/>
        </p:nvSpPr>
        <p:spPr>
          <a:xfrm>
            <a:off x="518400" y="1196733"/>
            <a:ext cx="11676062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Freihandform: Form 5">
            <a:extLst>
              <a:ext uri="{FF2B5EF4-FFF2-40B4-BE49-F238E27FC236}">
                <a16:creationId xmlns:a16="http://schemas.microsoft.com/office/drawing/2014/main" id="{DB0B422D-422E-4796-8EA3-E0C93BC35646}"/>
              </a:ext>
            </a:extLst>
          </p:cNvPr>
          <p:cNvSpPr/>
          <p:nvPr/>
        </p:nvSpPr>
        <p:spPr>
          <a:xfrm>
            <a:off x="10056938" y="300703"/>
            <a:ext cx="1619125" cy="618155"/>
          </a:xfrm>
          <a:custGeom>
            <a:avLst/>
            <a:gdLst>
              <a:gd name="connsiteX0" fmla="*/ 0 w 1456912"/>
              <a:gd name="connsiteY0" fmla="*/ 51854 h 556225"/>
              <a:gd name="connsiteX1" fmla="*/ 28188 w 1456912"/>
              <a:gd name="connsiteY1" fmla="*/ 23666 h 556225"/>
              <a:gd name="connsiteX2" fmla="*/ 28188 w 1456912"/>
              <a:gd name="connsiteY2" fmla="*/ 535557 h 556225"/>
              <a:gd name="connsiteX3" fmla="*/ 0 w 1456912"/>
              <a:gd name="connsiteY3" fmla="*/ 535557 h 556225"/>
              <a:gd name="connsiteX4" fmla="*/ 0 w 1456912"/>
              <a:gd name="connsiteY4" fmla="*/ 51854 h 556225"/>
              <a:gd name="connsiteX5" fmla="*/ 84564 w 1456912"/>
              <a:gd name="connsiteY5" fmla="*/ 28188 h 556225"/>
              <a:gd name="connsiteX6" fmla="*/ 422811 w 1456912"/>
              <a:gd name="connsiteY6" fmla="*/ 28188 h 556225"/>
              <a:gd name="connsiteX7" fmla="*/ 422811 w 1456912"/>
              <a:gd name="connsiteY7" fmla="*/ 0 h 556225"/>
              <a:gd name="connsiteX8" fmla="*/ 56376 w 1456912"/>
              <a:gd name="connsiteY8" fmla="*/ 0 h 556225"/>
              <a:gd name="connsiteX9" fmla="*/ 56376 w 1456912"/>
              <a:gd name="connsiteY9" fmla="*/ 338244 h 556225"/>
              <a:gd name="connsiteX10" fmla="*/ 367711 w 1456912"/>
              <a:gd name="connsiteY10" fmla="*/ 338244 h 556225"/>
              <a:gd name="connsiteX11" fmla="*/ 367711 w 1456912"/>
              <a:gd name="connsiteY11" fmla="*/ 310062 h 556225"/>
              <a:gd name="connsiteX12" fmla="*/ 84564 w 1456912"/>
              <a:gd name="connsiteY12" fmla="*/ 310062 h 556225"/>
              <a:gd name="connsiteX13" fmla="*/ 84564 w 1456912"/>
              <a:gd name="connsiteY13" fmla="*/ 28188 h 556225"/>
              <a:gd name="connsiteX14" fmla="*/ 410152 w 1456912"/>
              <a:gd name="connsiteY14" fmla="*/ 253686 h 556225"/>
              <a:gd name="connsiteX15" fmla="*/ 140937 w 1456912"/>
              <a:gd name="connsiteY15" fmla="*/ 253686 h 556225"/>
              <a:gd name="connsiteX16" fmla="*/ 140937 w 1456912"/>
              <a:gd name="connsiteY16" fmla="*/ 140940 h 556225"/>
              <a:gd name="connsiteX17" fmla="*/ 371171 w 1456912"/>
              <a:gd name="connsiteY17" fmla="*/ 140940 h 556225"/>
              <a:gd name="connsiteX18" fmla="*/ 399359 w 1456912"/>
              <a:gd name="connsiteY18" fmla="*/ 112752 h 556225"/>
              <a:gd name="connsiteX19" fmla="*/ 140937 w 1456912"/>
              <a:gd name="connsiteY19" fmla="*/ 112752 h 556225"/>
              <a:gd name="connsiteX20" fmla="*/ 140937 w 1456912"/>
              <a:gd name="connsiteY20" fmla="*/ 84564 h 556225"/>
              <a:gd name="connsiteX21" fmla="*/ 422811 w 1456912"/>
              <a:gd name="connsiteY21" fmla="*/ 84564 h 556225"/>
              <a:gd name="connsiteX22" fmla="*/ 422811 w 1456912"/>
              <a:gd name="connsiteY22" fmla="*/ 56376 h 556225"/>
              <a:gd name="connsiteX23" fmla="*/ 112749 w 1456912"/>
              <a:gd name="connsiteY23" fmla="*/ 56376 h 556225"/>
              <a:gd name="connsiteX24" fmla="*/ 112749 w 1456912"/>
              <a:gd name="connsiteY24" fmla="*/ 281874 h 556225"/>
              <a:gd name="connsiteX25" fmla="*/ 382334 w 1456912"/>
              <a:gd name="connsiteY25" fmla="*/ 281874 h 556225"/>
              <a:gd name="connsiteX26" fmla="*/ 410152 w 1456912"/>
              <a:gd name="connsiteY26" fmla="*/ 253686 h 556225"/>
              <a:gd name="connsiteX27" fmla="*/ 56376 w 1456912"/>
              <a:gd name="connsiteY27" fmla="*/ 535557 h 556225"/>
              <a:gd name="connsiteX28" fmla="*/ 84564 w 1456912"/>
              <a:gd name="connsiteY28" fmla="*/ 535557 h 556225"/>
              <a:gd name="connsiteX29" fmla="*/ 84564 w 1456912"/>
              <a:gd name="connsiteY29" fmla="*/ 394620 h 556225"/>
              <a:gd name="connsiteX30" fmla="*/ 112752 w 1456912"/>
              <a:gd name="connsiteY30" fmla="*/ 394620 h 556225"/>
              <a:gd name="connsiteX31" fmla="*/ 112752 w 1456912"/>
              <a:gd name="connsiteY31" fmla="*/ 511890 h 556225"/>
              <a:gd name="connsiteX32" fmla="*/ 140940 w 1456912"/>
              <a:gd name="connsiteY32" fmla="*/ 483705 h 556225"/>
              <a:gd name="connsiteX33" fmla="*/ 140940 w 1456912"/>
              <a:gd name="connsiteY33" fmla="*/ 394620 h 556225"/>
              <a:gd name="connsiteX34" fmla="*/ 367714 w 1456912"/>
              <a:gd name="connsiteY34" fmla="*/ 394620 h 556225"/>
              <a:gd name="connsiteX35" fmla="*/ 367714 w 1456912"/>
              <a:gd name="connsiteY35" fmla="*/ 366435 h 556225"/>
              <a:gd name="connsiteX36" fmla="*/ 56376 w 1456912"/>
              <a:gd name="connsiteY36" fmla="*/ 366435 h 556225"/>
              <a:gd name="connsiteX37" fmla="*/ 56376 w 1456912"/>
              <a:gd name="connsiteY37" fmla="*/ 535557 h 556225"/>
              <a:gd name="connsiteX38" fmla="*/ 1428724 w 1456912"/>
              <a:gd name="connsiteY38" fmla="*/ 0 h 556225"/>
              <a:gd name="connsiteX39" fmla="*/ 1428724 w 1456912"/>
              <a:gd name="connsiteY39" fmla="*/ 324156 h 556225"/>
              <a:gd name="connsiteX40" fmla="*/ 1316539 w 1456912"/>
              <a:gd name="connsiteY40" fmla="*/ 514089 h 556225"/>
              <a:gd name="connsiteX41" fmla="*/ 1315903 w 1456912"/>
              <a:gd name="connsiteY41" fmla="*/ 513258 h 556225"/>
              <a:gd name="connsiteX42" fmla="*/ 1400536 w 1456912"/>
              <a:gd name="connsiteY42" fmla="*/ 351869 h 556225"/>
              <a:gd name="connsiteX43" fmla="*/ 1400536 w 1456912"/>
              <a:gd name="connsiteY43" fmla="*/ 3 h 556225"/>
              <a:gd name="connsiteX44" fmla="*/ 1372348 w 1456912"/>
              <a:gd name="connsiteY44" fmla="*/ 3 h 556225"/>
              <a:gd name="connsiteX45" fmla="*/ 1372348 w 1456912"/>
              <a:gd name="connsiteY45" fmla="*/ 351400 h 556225"/>
              <a:gd name="connsiteX46" fmla="*/ 1189132 w 1456912"/>
              <a:gd name="connsiteY46" fmla="*/ 528510 h 556225"/>
              <a:gd name="connsiteX47" fmla="*/ 1005916 w 1456912"/>
              <a:gd name="connsiteY47" fmla="*/ 351400 h 556225"/>
              <a:gd name="connsiteX48" fmla="*/ 1005916 w 1456912"/>
              <a:gd name="connsiteY48" fmla="*/ 23666 h 556225"/>
              <a:gd name="connsiteX49" fmla="*/ 977728 w 1456912"/>
              <a:gd name="connsiteY49" fmla="*/ 51854 h 556225"/>
              <a:gd name="connsiteX50" fmla="*/ 977728 w 1456912"/>
              <a:gd name="connsiteY50" fmla="*/ 351869 h 556225"/>
              <a:gd name="connsiteX51" fmla="*/ 1189132 w 1456912"/>
              <a:gd name="connsiteY51" fmla="*/ 556226 h 556225"/>
              <a:gd name="connsiteX52" fmla="*/ 1217320 w 1456912"/>
              <a:gd name="connsiteY52" fmla="*/ 556226 h 556225"/>
              <a:gd name="connsiteX53" fmla="*/ 1456912 w 1456912"/>
              <a:gd name="connsiteY53" fmla="*/ 324566 h 556225"/>
              <a:gd name="connsiteX54" fmla="*/ 1456912 w 1456912"/>
              <a:gd name="connsiteY54" fmla="*/ 0 h 556225"/>
              <a:gd name="connsiteX55" fmla="*/ 1428724 w 1456912"/>
              <a:gd name="connsiteY55" fmla="*/ 0 h 556225"/>
              <a:gd name="connsiteX56" fmla="*/ 1189132 w 1456912"/>
              <a:gd name="connsiteY56" fmla="*/ 500322 h 556225"/>
              <a:gd name="connsiteX57" fmla="*/ 1344160 w 1456912"/>
              <a:gd name="connsiteY57" fmla="*/ 351400 h 556225"/>
              <a:gd name="connsiteX58" fmla="*/ 1344160 w 1456912"/>
              <a:gd name="connsiteY58" fmla="*/ 351400 h 556225"/>
              <a:gd name="connsiteX59" fmla="*/ 1344160 w 1456912"/>
              <a:gd name="connsiteY59" fmla="*/ 23666 h 556225"/>
              <a:gd name="connsiteX60" fmla="*/ 1315972 w 1456912"/>
              <a:gd name="connsiteY60" fmla="*/ 51854 h 556225"/>
              <a:gd name="connsiteX61" fmla="*/ 1315972 w 1456912"/>
              <a:gd name="connsiteY61" fmla="*/ 324153 h 556225"/>
              <a:gd name="connsiteX62" fmla="*/ 1217317 w 1456912"/>
              <a:gd name="connsiteY62" fmla="*/ 415761 h 556225"/>
              <a:gd name="connsiteX63" fmla="*/ 1118662 w 1456912"/>
              <a:gd name="connsiteY63" fmla="*/ 324153 h 556225"/>
              <a:gd name="connsiteX64" fmla="*/ 1118662 w 1456912"/>
              <a:gd name="connsiteY64" fmla="*/ 3 h 556225"/>
              <a:gd name="connsiteX65" fmla="*/ 1090474 w 1456912"/>
              <a:gd name="connsiteY65" fmla="*/ 3 h 556225"/>
              <a:gd name="connsiteX66" fmla="*/ 1090474 w 1456912"/>
              <a:gd name="connsiteY66" fmla="*/ 324156 h 556225"/>
              <a:gd name="connsiteX67" fmla="*/ 1217317 w 1456912"/>
              <a:gd name="connsiteY67" fmla="*/ 443951 h 556225"/>
              <a:gd name="connsiteX68" fmla="*/ 1304349 w 1456912"/>
              <a:gd name="connsiteY68" fmla="*/ 404889 h 556225"/>
              <a:gd name="connsiteX69" fmla="*/ 1304982 w 1456912"/>
              <a:gd name="connsiteY69" fmla="*/ 405720 h 556225"/>
              <a:gd name="connsiteX70" fmla="*/ 1189129 w 1456912"/>
              <a:gd name="connsiteY70" fmla="*/ 472139 h 556225"/>
              <a:gd name="connsiteX71" fmla="*/ 1062303 w 1456912"/>
              <a:gd name="connsiteY71" fmla="*/ 352344 h 556225"/>
              <a:gd name="connsiteX72" fmla="*/ 1062286 w 1456912"/>
              <a:gd name="connsiteY72" fmla="*/ 352344 h 556225"/>
              <a:gd name="connsiteX73" fmla="*/ 1062286 w 1456912"/>
              <a:gd name="connsiteY73" fmla="*/ 3 h 556225"/>
              <a:gd name="connsiteX74" fmla="*/ 1034098 w 1456912"/>
              <a:gd name="connsiteY74" fmla="*/ 3 h 556225"/>
              <a:gd name="connsiteX75" fmla="*/ 1034098 w 1456912"/>
              <a:gd name="connsiteY75" fmla="*/ 352341 h 556225"/>
              <a:gd name="connsiteX76" fmla="*/ 1034113 w 1456912"/>
              <a:gd name="connsiteY76" fmla="*/ 352341 h 556225"/>
              <a:gd name="connsiteX77" fmla="*/ 1189132 w 1456912"/>
              <a:gd name="connsiteY77" fmla="*/ 500322 h 556225"/>
              <a:gd name="connsiteX78" fmla="*/ 562774 w 1456912"/>
              <a:gd name="connsiteY78" fmla="*/ 366435 h 556225"/>
              <a:gd name="connsiteX79" fmla="*/ 491494 w 1456912"/>
              <a:gd name="connsiteY79" fmla="*/ 535557 h 556225"/>
              <a:gd name="connsiteX80" fmla="*/ 519684 w 1456912"/>
              <a:gd name="connsiteY80" fmla="*/ 535554 h 556225"/>
              <a:gd name="connsiteX81" fmla="*/ 519682 w 1456912"/>
              <a:gd name="connsiteY81" fmla="*/ 535557 h 556225"/>
              <a:gd name="connsiteX82" fmla="*/ 519684 w 1456912"/>
              <a:gd name="connsiteY82" fmla="*/ 535557 h 556225"/>
              <a:gd name="connsiteX83" fmla="*/ 555322 w 1456912"/>
              <a:gd name="connsiteY83" fmla="*/ 450996 h 556225"/>
              <a:gd name="connsiteX84" fmla="*/ 794138 w 1456912"/>
              <a:gd name="connsiteY84" fmla="*/ 450996 h 556225"/>
              <a:gd name="connsiteX85" fmla="*/ 829744 w 1456912"/>
              <a:gd name="connsiteY85" fmla="*/ 535557 h 556225"/>
              <a:gd name="connsiteX86" fmla="*/ 857932 w 1456912"/>
              <a:gd name="connsiteY86" fmla="*/ 535557 h 556225"/>
              <a:gd name="connsiteX87" fmla="*/ 810457 w 1456912"/>
              <a:gd name="connsiteY87" fmla="*/ 422808 h 556225"/>
              <a:gd name="connsiteX88" fmla="*/ 567200 w 1456912"/>
              <a:gd name="connsiteY88" fmla="*/ 422808 h 556225"/>
              <a:gd name="connsiteX89" fmla="*/ 579078 w 1456912"/>
              <a:gd name="connsiteY89" fmla="*/ 394620 h 556225"/>
              <a:gd name="connsiteX90" fmla="*/ 826776 w 1456912"/>
              <a:gd name="connsiteY90" fmla="*/ 394620 h 556225"/>
              <a:gd name="connsiteX91" fmla="*/ 886120 w 1456912"/>
              <a:gd name="connsiteY91" fmla="*/ 535557 h 556225"/>
              <a:gd name="connsiteX92" fmla="*/ 914308 w 1456912"/>
              <a:gd name="connsiteY92" fmla="*/ 535557 h 556225"/>
              <a:gd name="connsiteX93" fmla="*/ 843097 w 1456912"/>
              <a:gd name="connsiteY93" fmla="*/ 366435 h 556225"/>
              <a:gd name="connsiteX94" fmla="*/ 562774 w 1456912"/>
              <a:gd name="connsiteY94" fmla="*/ 366435 h 556225"/>
              <a:gd name="connsiteX95" fmla="*/ 604248 w 1456912"/>
              <a:gd name="connsiteY95" fmla="*/ 0 h 556225"/>
              <a:gd name="connsiteX96" fmla="*/ 397091 w 1456912"/>
              <a:gd name="connsiteY96" fmla="*/ 491374 h 556225"/>
              <a:gd name="connsiteX97" fmla="*/ 415032 w 1456912"/>
              <a:gd name="connsiteY97" fmla="*/ 515732 h 556225"/>
              <a:gd name="connsiteX98" fmla="*/ 632437 w 1456912"/>
              <a:gd name="connsiteY98" fmla="*/ 0 h 556225"/>
              <a:gd name="connsiteX99" fmla="*/ 604248 w 1456912"/>
              <a:gd name="connsiteY99" fmla="*/ 0 h 556225"/>
              <a:gd name="connsiteX100" fmla="*/ 716998 w 1456912"/>
              <a:gd name="connsiteY100" fmla="*/ 3 h 556225"/>
              <a:gd name="connsiteX101" fmla="*/ 934130 w 1456912"/>
              <a:gd name="connsiteY101" fmla="*/ 515735 h 556225"/>
              <a:gd name="connsiteX102" fmla="*/ 952028 w 1456912"/>
              <a:gd name="connsiteY102" fmla="*/ 491377 h 556225"/>
              <a:gd name="connsiteX103" fmla="*/ 745186 w 1456912"/>
              <a:gd name="connsiteY103" fmla="*/ 3 h 556225"/>
              <a:gd name="connsiteX104" fmla="*/ 716998 w 1456912"/>
              <a:gd name="connsiteY104" fmla="*/ 3 h 556225"/>
              <a:gd name="connsiteX105" fmla="*/ 546409 w 1456912"/>
              <a:gd name="connsiteY105" fmla="*/ 338247 h 556225"/>
              <a:gd name="connsiteX106" fmla="*/ 463042 w 1456912"/>
              <a:gd name="connsiteY106" fmla="*/ 535557 h 556225"/>
              <a:gd name="connsiteX107" fmla="*/ 434854 w 1456912"/>
              <a:gd name="connsiteY107" fmla="*/ 535557 h 556225"/>
              <a:gd name="connsiteX108" fmla="*/ 646528 w 1456912"/>
              <a:gd name="connsiteY108" fmla="*/ 33467 h 556225"/>
              <a:gd name="connsiteX109" fmla="*/ 762988 w 1456912"/>
              <a:gd name="connsiteY109" fmla="*/ 310059 h 556225"/>
              <a:gd name="connsiteX110" fmla="*/ 791176 w 1456912"/>
              <a:gd name="connsiteY110" fmla="*/ 310059 h 556225"/>
              <a:gd name="connsiteX111" fmla="*/ 660624 w 1456912"/>
              <a:gd name="connsiteY111" fmla="*/ 3 h 556225"/>
              <a:gd name="connsiteX112" fmla="*/ 688812 w 1456912"/>
              <a:gd name="connsiteY112" fmla="*/ 3 h 556225"/>
              <a:gd name="connsiteX113" fmla="*/ 831231 w 1456912"/>
              <a:gd name="connsiteY113" fmla="*/ 338247 h 556225"/>
              <a:gd name="connsiteX114" fmla="*/ 546409 w 1456912"/>
              <a:gd name="connsiteY114" fmla="*/ 338247 h 556225"/>
              <a:gd name="connsiteX115" fmla="*/ 674788 w 1456912"/>
              <a:gd name="connsiteY115" fmla="*/ 167531 h 556225"/>
              <a:gd name="connsiteX116" fmla="*/ 614721 w 1456912"/>
              <a:gd name="connsiteY116" fmla="*/ 310062 h 556225"/>
              <a:gd name="connsiteX117" fmla="*/ 734800 w 1456912"/>
              <a:gd name="connsiteY117" fmla="*/ 310062 h 556225"/>
              <a:gd name="connsiteX118" fmla="*/ 674788 w 1456912"/>
              <a:gd name="connsiteY118" fmla="*/ 167531 h 556225"/>
              <a:gd name="connsiteX119" fmla="*/ 558275 w 1456912"/>
              <a:gd name="connsiteY119" fmla="*/ 310062 h 556225"/>
              <a:gd name="connsiteX120" fmla="*/ 586535 w 1456912"/>
              <a:gd name="connsiteY120" fmla="*/ 310062 h 556225"/>
              <a:gd name="connsiteX121" fmla="*/ 660703 w 1456912"/>
              <a:gd name="connsiteY121" fmla="*/ 134072 h 556225"/>
              <a:gd name="connsiteX122" fmla="*/ 646588 w 1456912"/>
              <a:gd name="connsiteY122" fmla="*/ 100553 h 556225"/>
              <a:gd name="connsiteX123" fmla="*/ 558275 w 1456912"/>
              <a:gd name="connsiteY123" fmla="*/ 310062 h 556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1456912" h="556225">
                <a:moveTo>
                  <a:pt x="0" y="51854"/>
                </a:moveTo>
                <a:lnTo>
                  <a:pt x="28188" y="23666"/>
                </a:lnTo>
                <a:lnTo>
                  <a:pt x="28188" y="535557"/>
                </a:lnTo>
                <a:lnTo>
                  <a:pt x="0" y="535557"/>
                </a:lnTo>
                <a:lnTo>
                  <a:pt x="0" y="51854"/>
                </a:lnTo>
                <a:close/>
                <a:moveTo>
                  <a:pt x="84564" y="28188"/>
                </a:moveTo>
                <a:lnTo>
                  <a:pt x="422811" y="28188"/>
                </a:lnTo>
                <a:lnTo>
                  <a:pt x="422811" y="0"/>
                </a:lnTo>
                <a:lnTo>
                  <a:pt x="56376" y="0"/>
                </a:lnTo>
                <a:lnTo>
                  <a:pt x="56376" y="338244"/>
                </a:lnTo>
                <a:lnTo>
                  <a:pt x="367711" y="338244"/>
                </a:lnTo>
                <a:lnTo>
                  <a:pt x="367711" y="310062"/>
                </a:lnTo>
                <a:lnTo>
                  <a:pt x="84564" y="310062"/>
                </a:lnTo>
                <a:lnTo>
                  <a:pt x="84564" y="28188"/>
                </a:lnTo>
                <a:close/>
                <a:moveTo>
                  <a:pt x="410152" y="253686"/>
                </a:moveTo>
                <a:lnTo>
                  <a:pt x="140937" y="253686"/>
                </a:lnTo>
                <a:lnTo>
                  <a:pt x="140937" y="140940"/>
                </a:lnTo>
                <a:lnTo>
                  <a:pt x="371171" y="140940"/>
                </a:lnTo>
                <a:lnTo>
                  <a:pt x="399359" y="112752"/>
                </a:lnTo>
                <a:lnTo>
                  <a:pt x="140937" y="112752"/>
                </a:lnTo>
                <a:lnTo>
                  <a:pt x="140937" y="84564"/>
                </a:lnTo>
                <a:lnTo>
                  <a:pt x="422811" y="84564"/>
                </a:lnTo>
                <a:lnTo>
                  <a:pt x="422811" y="56376"/>
                </a:lnTo>
                <a:lnTo>
                  <a:pt x="112749" y="56376"/>
                </a:lnTo>
                <a:lnTo>
                  <a:pt x="112749" y="281874"/>
                </a:lnTo>
                <a:lnTo>
                  <a:pt x="382334" y="281874"/>
                </a:lnTo>
                <a:lnTo>
                  <a:pt x="410152" y="253686"/>
                </a:lnTo>
                <a:close/>
                <a:moveTo>
                  <a:pt x="56376" y="535557"/>
                </a:moveTo>
                <a:lnTo>
                  <a:pt x="84564" y="535557"/>
                </a:lnTo>
                <a:lnTo>
                  <a:pt x="84564" y="394620"/>
                </a:lnTo>
                <a:lnTo>
                  <a:pt x="112752" y="394620"/>
                </a:lnTo>
                <a:lnTo>
                  <a:pt x="112752" y="511890"/>
                </a:lnTo>
                <a:lnTo>
                  <a:pt x="140940" y="483705"/>
                </a:lnTo>
                <a:lnTo>
                  <a:pt x="140940" y="394620"/>
                </a:lnTo>
                <a:lnTo>
                  <a:pt x="367714" y="394620"/>
                </a:lnTo>
                <a:lnTo>
                  <a:pt x="367714" y="366435"/>
                </a:lnTo>
                <a:lnTo>
                  <a:pt x="56376" y="366435"/>
                </a:lnTo>
                <a:lnTo>
                  <a:pt x="56376" y="535557"/>
                </a:lnTo>
                <a:close/>
                <a:moveTo>
                  <a:pt x="1428724" y="0"/>
                </a:moveTo>
                <a:lnTo>
                  <a:pt x="1428724" y="324156"/>
                </a:lnTo>
                <a:cubicBezTo>
                  <a:pt x="1428724" y="399584"/>
                  <a:pt x="1395069" y="464387"/>
                  <a:pt x="1316539" y="514089"/>
                </a:cubicBezTo>
                <a:lnTo>
                  <a:pt x="1315903" y="513258"/>
                </a:lnTo>
                <a:cubicBezTo>
                  <a:pt x="1367503" y="472336"/>
                  <a:pt x="1400536" y="419773"/>
                  <a:pt x="1400536" y="351869"/>
                </a:cubicBezTo>
                <a:lnTo>
                  <a:pt x="1400536" y="3"/>
                </a:lnTo>
                <a:lnTo>
                  <a:pt x="1372348" y="3"/>
                </a:lnTo>
                <a:lnTo>
                  <a:pt x="1372348" y="351400"/>
                </a:lnTo>
                <a:cubicBezTo>
                  <a:pt x="1372348" y="452590"/>
                  <a:pt x="1290318" y="528510"/>
                  <a:pt x="1189132" y="528510"/>
                </a:cubicBezTo>
                <a:cubicBezTo>
                  <a:pt x="1087946" y="528510"/>
                  <a:pt x="1005916" y="452587"/>
                  <a:pt x="1005916" y="351400"/>
                </a:cubicBezTo>
                <a:lnTo>
                  <a:pt x="1005916" y="23666"/>
                </a:lnTo>
                <a:lnTo>
                  <a:pt x="977728" y="51854"/>
                </a:lnTo>
                <a:lnTo>
                  <a:pt x="977728" y="351869"/>
                </a:lnTo>
                <a:cubicBezTo>
                  <a:pt x="977728" y="468625"/>
                  <a:pt x="1072376" y="556226"/>
                  <a:pt x="1189132" y="556226"/>
                </a:cubicBezTo>
                <a:cubicBezTo>
                  <a:pt x="1191834" y="556226"/>
                  <a:pt x="1217320" y="556226"/>
                  <a:pt x="1217320" y="556226"/>
                </a:cubicBezTo>
                <a:cubicBezTo>
                  <a:pt x="1332291" y="556226"/>
                  <a:pt x="1456912" y="471321"/>
                  <a:pt x="1456912" y="324566"/>
                </a:cubicBezTo>
                <a:cubicBezTo>
                  <a:pt x="1456912" y="324428"/>
                  <a:pt x="1456912" y="0"/>
                  <a:pt x="1456912" y="0"/>
                </a:cubicBezTo>
                <a:lnTo>
                  <a:pt x="1428724" y="0"/>
                </a:lnTo>
                <a:close/>
                <a:moveTo>
                  <a:pt x="1189132" y="500322"/>
                </a:moveTo>
                <a:cubicBezTo>
                  <a:pt x="1274706" y="500322"/>
                  <a:pt x="1344082" y="436948"/>
                  <a:pt x="1344160" y="351400"/>
                </a:cubicBezTo>
                <a:lnTo>
                  <a:pt x="1344160" y="351400"/>
                </a:lnTo>
                <a:lnTo>
                  <a:pt x="1344160" y="23666"/>
                </a:lnTo>
                <a:lnTo>
                  <a:pt x="1315972" y="51854"/>
                </a:lnTo>
                <a:lnTo>
                  <a:pt x="1315972" y="324153"/>
                </a:lnTo>
                <a:cubicBezTo>
                  <a:pt x="1315972" y="378637"/>
                  <a:pt x="1271801" y="415761"/>
                  <a:pt x="1217317" y="415761"/>
                </a:cubicBezTo>
                <a:cubicBezTo>
                  <a:pt x="1162833" y="415761"/>
                  <a:pt x="1118662" y="378637"/>
                  <a:pt x="1118662" y="324153"/>
                </a:cubicBezTo>
                <a:lnTo>
                  <a:pt x="1118662" y="3"/>
                </a:lnTo>
                <a:lnTo>
                  <a:pt x="1090474" y="3"/>
                </a:lnTo>
                <a:lnTo>
                  <a:pt x="1090474" y="324156"/>
                </a:lnTo>
                <a:cubicBezTo>
                  <a:pt x="1090474" y="394209"/>
                  <a:pt x="1147264" y="443951"/>
                  <a:pt x="1217317" y="443951"/>
                </a:cubicBezTo>
                <a:cubicBezTo>
                  <a:pt x="1245962" y="443951"/>
                  <a:pt x="1280732" y="429800"/>
                  <a:pt x="1304349" y="404889"/>
                </a:cubicBezTo>
                <a:lnTo>
                  <a:pt x="1304982" y="405720"/>
                </a:lnTo>
                <a:cubicBezTo>
                  <a:pt x="1282838" y="446784"/>
                  <a:pt x="1241907" y="472139"/>
                  <a:pt x="1189129" y="472139"/>
                </a:cubicBezTo>
                <a:cubicBezTo>
                  <a:pt x="1119507" y="472139"/>
                  <a:pt x="1062992" y="421734"/>
                  <a:pt x="1062303" y="352344"/>
                </a:cubicBezTo>
                <a:lnTo>
                  <a:pt x="1062286" y="352344"/>
                </a:lnTo>
                <a:lnTo>
                  <a:pt x="1062286" y="3"/>
                </a:lnTo>
                <a:lnTo>
                  <a:pt x="1034098" y="3"/>
                </a:lnTo>
                <a:lnTo>
                  <a:pt x="1034098" y="352341"/>
                </a:lnTo>
                <a:lnTo>
                  <a:pt x="1034113" y="352341"/>
                </a:lnTo>
                <a:cubicBezTo>
                  <a:pt x="1034703" y="437411"/>
                  <a:pt x="1103877" y="500322"/>
                  <a:pt x="1189132" y="500322"/>
                </a:cubicBezTo>
                <a:close/>
                <a:moveTo>
                  <a:pt x="562774" y="366435"/>
                </a:moveTo>
                <a:lnTo>
                  <a:pt x="491494" y="535557"/>
                </a:lnTo>
                <a:lnTo>
                  <a:pt x="519684" y="535554"/>
                </a:lnTo>
                <a:lnTo>
                  <a:pt x="519682" y="535557"/>
                </a:lnTo>
                <a:lnTo>
                  <a:pt x="519684" y="535557"/>
                </a:lnTo>
                <a:lnTo>
                  <a:pt x="555322" y="450996"/>
                </a:lnTo>
                <a:lnTo>
                  <a:pt x="794138" y="450996"/>
                </a:lnTo>
                <a:lnTo>
                  <a:pt x="829744" y="535557"/>
                </a:lnTo>
                <a:lnTo>
                  <a:pt x="857932" y="535557"/>
                </a:lnTo>
                <a:lnTo>
                  <a:pt x="810457" y="422808"/>
                </a:lnTo>
                <a:lnTo>
                  <a:pt x="567200" y="422808"/>
                </a:lnTo>
                <a:lnTo>
                  <a:pt x="579078" y="394620"/>
                </a:lnTo>
                <a:lnTo>
                  <a:pt x="826776" y="394620"/>
                </a:lnTo>
                <a:lnTo>
                  <a:pt x="886120" y="535557"/>
                </a:lnTo>
                <a:lnTo>
                  <a:pt x="914308" y="535557"/>
                </a:lnTo>
                <a:lnTo>
                  <a:pt x="843097" y="366435"/>
                </a:lnTo>
                <a:lnTo>
                  <a:pt x="562774" y="366435"/>
                </a:lnTo>
                <a:close/>
                <a:moveTo>
                  <a:pt x="604248" y="0"/>
                </a:moveTo>
                <a:lnTo>
                  <a:pt x="397091" y="491374"/>
                </a:lnTo>
                <a:lnTo>
                  <a:pt x="415032" y="515732"/>
                </a:lnTo>
                <a:lnTo>
                  <a:pt x="632437" y="0"/>
                </a:lnTo>
                <a:lnTo>
                  <a:pt x="604248" y="0"/>
                </a:lnTo>
                <a:close/>
                <a:moveTo>
                  <a:pt x="716998" y="3"/>
                </a:moveTo>
                <a:lnTo>
                  <a:pt x="934130" y="515735"/>
                </a:lnTo>
                <a:lnTo>
                  <a:pt x="952028" y="491377"/>
                </a:lnTo>
                <a:lnTo>
                  <a:pt x="745186" y="3"/>
                </a:lnTo>
                <a:lnTo>
                  <a:pt x="716998" y="3"/>
                </a:lnTo>
                <a:close/>
                <a:moveTo>
                  <a:pt x="546409" y="338247"/>
                </a:moveTo>
                <a:lnTo>
                  <a:pt x="463042" y="535557"/>
                </a:lnTo>
                <a:lnTo>
                  <a:pt x="434854" y="535557"/>
                </a:lnTo>
                <a:lnTo>
                  <a:pt x="646528" y="33467"/>
                </a:lnTo>
                <a:lnTo>
                  <a:pt x="762988" y="310059"/>
                </a:lnTo>
                <a:lnTo>
                  <a:pt x="791176" y="310059"/>
                </a:lnTo>
                <a:lnTo>
                  <a:pt x="660624" y="3"/>
                </a:lnTo>
                <a:lnTo>
                  <a:pt x="688812" y="3"/>
                </a:lnTo>
                <a:lnTo>
                  <a:pt x="831231" y="338247"/>
                </a:lnTo>
                <a:lnTo>
                  <a:pt x="546409" y="338247"/>
                </a:lnTo>
                <a:close/>
                <a:moveTo>
                  <a:pt x="674788" y="167531"/>
                </a:moveTo>
                <a:lnTo>
                  <a:pt x="614721" y="310062"/>
                </a:lnTo>
                <a:lnTo>
                  <a:pt x="734800" y="310062"/>
                </a:lnTo>
                <a:lnTo>
                  <a:pt x="674788" y="167531"/>
                </a:lnTo>
                <a:close/>
                <a:moveTo>
                  <a:pt x="558275" y="310062"/>
                </a:moveTo>
                <a:lnTo>
                  <a:pt x="586535" y="310062"/>
                </a:lnTo>
                <a:lnTo>
                  <a:pt x="660703" y="134072"/>
                </a:lnTo>
                <a:lnTo>
                  <a:pt x="646588" y="100553"/>
                </a:lnTo>
                <a:lnTo>
                  <a:pt x="558275" y="310062"/>
                </a:lnTo>
                <a:close/>
              </a:path>
            </a:pathLst>
          </a:custGeom>
          <a:solidFill>
            <a:srgbClr val="04316A"/>
          </a:solidFill>
          <a:ln w="2892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grpSp>
        <p:nvGrpSpPr>
          <p:cNvPr id="57" name="Gruppieren 56">
            <a:extLst>
              <a:ext uri="{FF2B5EF4-FFF2-40B4-BE49-F238E27FC236}">
                <a16:creationId xmlns:a16="http://schemas.microsoft.com/office/drawing/2014/main" id="{A67BB0E1-5E7F-46E5-9D87-74249FA80151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58" name="Gerader Verbinder 57">
              <a:extLst>
                <a:ext uri="{FF2B5EF4-FFF2-40B4-BE49-F238E27FC236}">
                  <a16:creationId xmlns:a16="http://schemas.microsoft.com/office/drawing/2014/main" id="{735EC3F0-D52F-43D8-9D20-FC4F70B1922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feld 58">
              <a:extLst>
                <a:ext uri="{FF2B5EF4-FFF2-40B4-BE49-F238E27FC236}">
                  <a16:creationId xmlns:a16="http://schemas.microsoft.com/office/drawing/2014/main" id="{D73E6E84-A759-4118-9971-2B614D3FE504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60" name="Gruppieren 59">
            <a:extLst>
              <a:ext uri="{FF2B5EF4-FFF2-40B4-BE49-F238E27FC236}">
                <a16:creationId xmlns:a16="http://schemas.microsoft.com/office/drawing/2014/main" id="{F1FCC803-A93B-423F-B835-B52876B2721B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61" name="Gerader Verbinder 60">
              <a:extLst>
                <a:ext uri="{FF2B5EF4-FFF2-40B4-BE49-F238E27FC236}">
                  <a16:creationId xmlns:a16="http://schemas.microsoft.com/office/drawing/2014/main" id="{94D29247-DB20-40F1-888F-155F9E5ABC8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feld 61">
              <a:extLst>
                <a:ext uri="{FF2B5EF4-FFF2-40B4-BE49-F238E27FC236}">
                  <a16:creationId xmlns:a16="http://schemas.microsoft.com/office/drawing/2014/main" id="{5E32A3F3-E989-43F3-A16F-94173C632533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63" name="Gruppieren 62">
            <a:extLst>
              <a:ext uri="{FF2B5EF4-FFF2-40B4-BE49-F238E27FC236}">
                <a16:creationId xmlns:a16="http://schemas.microsoft.com/office/drawing/2014/main" id="{44D22F83-A0F5-4FE2-9D6C-012542F7E2B8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64" name="Gerader Verbinder 63">
              <a:extLst>
                <a:ext uri="{FF2B5EF4-FFF2-40B4-BE49-F238E27FC236}">
                  <a16:creationId xmlns:a16="http://schemas.microsoft.com/office/drawing/2014/main" id="{BA2BC1BF-6FE4-4475-BE69-6D37CBD5164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Textfeld 64">
              <a:extLst>
                <a:ext uri="{FF2B5EF4-FFF2-40B4-BE49-F238E27FC236}">
                  <a16:creationId xmlns:a16="http://schemas.microsoft.com/office/drawing/2014/main" id="{88D7DDBE-C865-4F05-B6F5-3E2BBB15FDA7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66" name="Gruppieren 65">
            <a:extLst>
              <a:ext uri="{FF2B5EF4-FFF2-40B4-BE49-F238E27FC236}">
                <a16:creationId xmlns:a16="http://schemas.microsoft.com/office/drawing/2014/main" id="{5BF365C6-4DF1-469F-A081-5BB981472333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67" name="Gerader Verbinder 66">
              <a:extLst>
                <a:ext uri="{FF2B5EF4-FFF2-40B4-BE49-F238E27FC236}">
                  <a16:creationId xmlns:a16="http://schemas.microsoft.com/office/drawing/2014/main" id="{9CA1C573-E95F-4CC5-A4BE-0E74960DBC2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Textfeld 67">
              <a:extLst>
                <a:ext uri="{FF2B5EF4-FFF2-40B4-BE49-F238E27FC236}">
                  <a16:creationId xmlns:a16="http://schemas.microsoft.com/office/drawing/2014/main" id="{02A35681-195F-407A-BB6C-7E3B4E241132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69" name="Gruppieren 68">
            <a:extLst>
              <a:ext uri="{FF2B5EF4-FFF2-40B4-BE49-F238E27FC236}">
                <a16:creationId xmlns:a16="http://schemas.microsoft.com/office/drawing/2014/main" id="{BF6DC0B3-1B79-4824-B73B-DC9B7AA77A08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70" name="Gerader Verbinder 69">
              <a:extLst>
                <a:ext uri="{FF2B5EF4-FFF2-40B4-BE49-F238E27FC236}">
                  <a16:creationId xmlns:a16="http://schemas.microsoft.com/office/drawing/2014/main" id="{439D9EA3-D6F8-4D8A-8C91-B7BCDD4883C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Textfeld 70">
              <a:extLst>
                <a:ext uri="{FF2B5EF4-FFF2-40B4-BE49-F238E27FC236}">
                  <a16:creationId xmlns:a16="http://schemas.microsoft.com/office/drawing/2014/main" id="{EF8776E0-353D-4DBE-918C-2BE4D9ED22C0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72" name="Gruppieren 71">
            <a:extLst>
              <a:ext uri="{FF2B5EF4-FFF2-40B4-BE49-F238E27FC236}">
                <a16:creationId xmlns:a16="http://schemas.microsoft.com/office/drawing/2014/main" id="{EB1A981A-C15F-48BC-856D-45BFDE402164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73" name="Gerader Verbinder 72">
              <a:extLst>
                <a:ext uri="{FF2B5EF4-FFF2-40B4-BE49-F238E27FC236}">
                  <a16:creationId xmlns:a16="http://schemas.microsoft.com/office/drawing/2014/main" id="{CA1B7D91-52B4-4C4E-9872-DAE627C5BDA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Textfeld 73">
              <a:extLst>
                <a:ext uri="{FF2B5EF4-FFF2-40B4-BE49-F238E27FC236}">
                  <a16:creationId xmlns:a16="http://schemas.microsoft.com/office/drawing/2014/main" id="{DD5301F3-CDC0-4F62-A7F3-64DF1FAFB6C3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75" name="Gruppieren 74">
            <a:extLst>
              <a:ext uri="{FF2B5EF4-FFF2-40B4-BE49-F238E27FC236}">
                <a16:creationId xmlns:a16="http://schemas.microsoft.com/office/drawing/2014/main" id="{C5363AC9-A7FE-4ED9-A4AE-BF1F41479440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76" name="Gerader Verbinder 75">
              <a:extLst>
                <a:ext uri="{FF2B5EF4-FFF2-40B4-BE49-F238E27FC236}">
                  <a16:creationId xmlns:a16="http://schemas.microsoft.com/office/drawing/2014/main" id="{A5C058E5-1B77-4F37-8A90-6C2DB0C9F0D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Textfeld 76">
              <a:extLst>
                <a:ext uri="{FF2B5EF4-FFF2-40B4-BE49-F238E27FC236}">
                  <a16:creationId xmlns:a16="http://schemas.microsoft.com/office/drawing/2014/main" id="{3F3FD432-7B0C-441D-887D-260F088129D6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78" name="Gruppieren 77">
            <a:extLst>
              <a:ext uri="{FF2B5EF4-FFF2-40B4-BE49-F238E27FC236}">
                <a16:creationId xmlns:a16="http://schemas.microsoft.com/office/drawing/2014/main" id="{11D3348D-CD05-48E5-89ED-528A62DA8118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79" name="Gerader Verbinder 78">
              <a:extLst>
                <a:ext uri="{FF2B5EF4-FFF2-40B4-BE49-F238E27FC236}">
                  <a16:creationId xmlns:a16="http://schemas.microsoft.com/office/drawing/2014/main" id="{8C904B9B-CFB8-4878-BE89-64B7783A68C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Textfeld 79">
              <a:extLst>
                <a:ext uri="{FF2B5EF4-FFF2-40B4-BE49-F238E27FC236}">
                  <a16:creationId xmlns:a16="http://schemas.microsoft.com/office/drawing/2014/main" id="{C15810B6-1DFF-43DE-849F-E24988A1AC21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81" name="Gruppieren 80">
            <a:extLst>
              <a:ext uri="{FF2B5EF4-FFF2-40B4-BE49-F238E27FC236}">
                <a16:creationId xmlns:a16="http://schemas.microsoft.com/office/drawing/2014/main" id="{CFDE3FDD-B76C-49E7-81B4-7302EAE01430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82" name="Gerader Verbinder 81">
              <a:extLst>
                <a:ext uri="{FF2B5EF4-FFF2-40B4-BE49-F238E27FC236}">
                  <a16:creationId xmlns:a16="http://schemas.microsoft.com/office/drawing/2014/main" id="{CC2966EC-F4C0-41FC-88ED-2E5F725EA0B2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Textfeld 82">
              <a:extLst>
                <a:ext uri="{FF2B5EF4-FFF2-40B4-BE49-F238E27FC236}">
                  <a16:creationId xmlns:a16="http://schemas.microsoft.com/office/drawing/2014/main" id="{92230FDE-430C-429C-A396-DFCEF2CE147E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84" name="Gerader Verbinder 83">
            <a:extLst>
              <a:ext uri="{FF2B5EF4-FFF2-40B4-BE49-F238E27FC236}">
                <a16:creationId xmlns:a16="http://schemas.microsoft.com/office/drawing/2014/main" id="{53056242-C21F-4347-8E6E-305C959935E8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5" name="Gruppieren 84">
            <a:extLst>
              <a:ext uri="{FF2B5EF4-FFF2-40B4-BE49-F238E27FC236}">
                <a16:creationId xmlns:a16="http://schemas.microsoft.com/office/drawing/2014/main" id="{A954A2AB-7A1B-4F20-8556-0C283B584BE2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86" name="Gerader Verbinder 85">
              <a:extLst>
                <a:ext uri="{FF2B5EF4-FFF2-40B4-BE49-F238E27FC236}">
                  <a16:creationId xmlns:a16="http://schemas.microsoft.com/office/drawing/2014/main" id="{C31D32E9-A207-4C49-AAE0-5A541EE5B56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Textfeld 86">
              <a:extLst>
                <a:ext uri="{FF2B5EF4-FFF2-40B4-BE49-F238E27FC236}">
                  <a16:creationId xmlns:a16="http://schemas.microsoft.com/office/drawing/2014/main" id="{0027A521-04C3-4807-A55B-38087BBBA705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166" name="Grafik 3">
            <a:extLst>
              <a:ext uri="{FF2B5EF4-FFF2-40B4-BE49-F238E27FC236}">
                <a16:creationId xmlns:a16="http://schemas.microsoft.com/office/drawing/2014/main" id="{F5E57E6A-8A0A-4611-8D20-6EFE128A3061}"/>
              </a:ext>
            </a:extLst>
          </p:cNvPr>
          <p:cNvGrpSpPr/>
          <p:nvPr userDrawn="1"/>
        </p:nvGrpSpPr>
        <p:grpSpPr>
          <a:xfrm>
            <a:off x="520163" y="293688"/>
            <a:ext cx="2592820" cy="556499"/>
            <a:chOff x="1648912" y="-143138"/>
            <a:chExt cx="2305525" cy="494837"/>
          </a:xfrm>
          <a:solidFill>
            <a:srgbClr val="04316A"/>
          </a:solidFill>
        </p:grpSpPr>
        <p:sp>
          <p:nvSpPr>
            <p:cNvPr id="167" name="Freihandform: Form 166">
              <a:extLst>
                <a:ext uri="{FF2B5EF4-FFF2-40B4-BE49-F238E27FC236}">
                  <a16:creationId xmlns:a16="http://schemas.microsoft.com/office/drawing/2014/main" id="{2BAC0EB9-6745-4BC9-B62C-D0408639044C}"/>
                </a:ext>
              </a:extLst>
            </p:cNvPr>
            <p:cNvSpPr/>
            <p:nvPr/>
          </p:nvSpPr>
          <p:spPr>
            <a:xfrm>
              <a:off x="1648912" y="-137135"/>
              <a:ext cx="69751" cy="110916"/>
            </a:xfrm>
            <a:custGeom>
              <a:avLst/>
              <a:gdLst>
                <a:gd name="connsiteX0" fmla="*/ 69752 w 69751"/>
                <a:gd name="connsiteY0" fmla="*/ 18296 h 110916"/>
                <a:gd name="connsiteX1" fmla="*/ 19725 w 69751"/>
                <a:gd name="connsiteY1" fmla="*/ 18296 h 110916"/>
                <a:gd name="connsiteX2" fmla="*/ 19725 w 69751"/>
                <a:gd name="connsiteY2" fmla="*/ 45739 h 110916"/>
                <a:gd name="connsiteX3" fmla="*/ 56888 w 69751"/>
                <a:gd name="connsiteY3" fmla="*/ 45739 h 110916"/>
                <a:gd name="connsiteX4" fmla="*/ 56888 w 69751"/>
                <a:gd name="connsiteY4" fmla="*/ 63749 h 110916"/>
                <a:gd name="connsiteX5" fmla="*/ 19725 w 69751"/>
                <a:gd name="connsiteY5" fmla="*/ 63749 h 110916"/>
                <a:gd name="connsiteX6" fmla="*/ 19725 w 69751"/>
                <a:gd name="connsiteY6" fmla="*/ 110917 h 110916"/>
                <a:gd name="connsiteX7" fmla="*/ 0 w 69751"/>
                <a:gd name="connsiteY7" fmla="*/ 110917 h 110916"/>
                <a:gd name="connsiteX8" fmla="*/ 0 w 69751"/>
                <a:gd name="connsiteY8" fmla="*/ 0 h 110916"/>
                <a:gd name="connsiteX9" fmla="*/ 69466 w 69751"/>
                <a:gd name="connsiteY9" fmla="*/ 0 h 110916"/>
                <a:gd name="connsiteX10" fmla="*/ 69466 w 69751"/>
                <a:gd name="connsiteY10" fmla="*/ 18296 h 110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751" h="110916">
                  <a:moveTo>
                    <a:pt x="69752" y="18296"/>
                  </a:moveTo>
                  <a:lnTo>
                    <a:pt x="19725" y="18296"/>
                  </a:lnTo>
                  <a:lnTo>
                    <a:pt x="19725" y="45739"/>
                  </a:lnTo>
                  <a:lnTo>
                    <a:pt x="56888" y="45739"/>
                  </a:lnTo>
                  <a:lnTo>
                    <a:pt x="56888" y="63749"/>
                  </a:lnTo>
                  <a:lnTo>
                    <a:pt x="19725" y="63749"/>
                  </a:lnTo>
                  <a:lnTo>
                    <a:pt x="19725" y="110917"/>
                  </a:lnTo>
                  <a:lnTo>
                    <a:pt x="0" y="110917"/>
                  </a:lnTo>
                  <a:lnTo>
                    <a:pt x="0" y="0"/>
                  </a:lnTo>
                  <a:lnTo>
                    <a:pt x="69466" y="0"/>
                  </a:lnTo>
                  <a:lnTo>
                    <a:pt x="69466" y="18296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9" name="Freihandform: Form 168">
              <a:extLst>
                <a:ext uri="{FF2B5EF4-FFF2-40B4-BE49-F238E27FC236}">
                  <a16:creationId xmlns:a16="http://schemas.microsoft.com/office/drawing/2014/main" id="{AE05F4DA-8875-4531-A3E1-9A9253C9B8C8}"/>
                </a:ext>
              </a:extLst>
            </p:cNvPr>
            <p:cNvSpPr/>
            <p:nvPr/>
          </p:nvSpPr>
          <p:spPr>
            <a:xfrm>
              <a:off x="1729527" y="-108335"/>
              <a:ext cx="48025" cy="81831"/>
            </a:xfrm>
            <a:custGeom>
              <a:avLst/>
              <a:gdLst>
                <a:gd name="connsiteX0" fmla="*/ 48026 w 48025"/>
                <a:gd name="connsiteY0" fmla="*/ 1502 h 81831"/>
                <a:gd name="connsiteX1" fmla="*/ 45167 w 48025"/>
                <a:gd name="connsiteY1" fmla="*/ 20655 h 81831"/>
                <a:gd name="connsiteX2" fmla="*/ 34876 w 48025"/>
                <a:gd name="connsiteY2" fmla="*/ 18083 h 81831"/>
                <a:gd name="connsiteX3" fmla="*/ 18581 w 48025"/>
                <a:gd name="connsiteY3" fmla="*/ 40666 h 81831"/>
                <a:gd name="connsiteX4" fmla="*/ 18581 w 48025"/>
                <a:gd name="connsiteY4" fmla="*/ 81831 h 81831"/>
                <a:gd name="connsiteX5" fmla="*/ 0 w 48025"/>
                <a:gd name="connsiteY5" fmla="*/ 81831 h 81831"/>
                <a:gd name="connsiteX6" fmla="*/ 0 w 48025"/>
                <a:gd name="connsiteY6" fmla="*/ 1788 h 81831"/>
                <a:gd name="connsiteX7" fmla="*/ 18296 w 48025"/>
                <a:gd name="connsiteY7" fmla="*/ 1788 h 81831"/>
                <a:gd name="connsiteX8" fmla="*/ 18296 w 48025"/>
                <a:gd name="connsiteY8" fmla="*/ 12079 h 81831"/>
                <a:gd name="connsiteX9" fmla="*/ 18581 w 48025"/>
                <a:gd name="connsiteY9" fmla="*/ 12079 h 81831"/>
                <a:gd name="connsiteX10" fmla="*/ 39450 w 48025"/>
                <a:gd name="connsiteY10" fmla="*/ 73 h 81831"/>
                <a:gd name="connsiteX11" fmla="*/ 48026 w 48025"/>
                <a:gd name="connsiteY11" fmla="*/ 1502 h 81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8025" h="81831">
                  <a:moveTo>
                    <a:pt x="48026" y="1502"/>
                  </a:moveTo>
                  <a:lnTo>
                    <a:pt x="45167" y="20655"/>
                  </a:lnTo>
                  <a:cubicBezTo>
                    <a:pt x="42308" y="19226"/>
                    <a:pt x="38878" y="18083"/>
                    <a:pt x="34876" y="18083"/>
                  </a:cubicBezTo>
                  <a:cubicBezTo>
                    <a:pt x="22012" y="18083"/>
                    <a:pt x="18581" y="28374"/>
                    <a:pt x="18581" y="40666"/>
                  </a:cubicBezTo>
                  <a:lnTo>
                    <a:pt x="18581" y="81831"/>
                  </a:lnTo>
                  <a:lnTo>
                    <a:pt x="0" y="81831"/>
                  </a:lnTo>
                  <a:lnTo>
                    <a:pt x="0" y="1788"/>
                  </a:lnTo>
                  <a:lnTo>
                    <a:pt x="18296" y="1788"/>
                  </a:lnTo>
                  <a:lnTo>
                    <a:pt x="18296" y="12079"/>
                  </a:lnTo>
                  <a:lnTo>
                    <a:pt x="18581" y="12079"/>
                  </a:lnTo>
                  <a:cubicBezTo>
                    <a:pt x="22869" y="4647"/>
                    <a:pt x="30302" y="73"/>
                    <a:pt x="39450" y="73"/>
                  </a:cubicBezTo>
                  <a:cubicBezTo>
                    <a:pt x="42023" y="-213"/>
                    <a:pt x="45167" y="359"/>
                    <a:pt x="48026" y="1502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0" name="Freihandform: Form 169">
              <a:extLst>
                <a:ext uri="{FF2B5EF4-FFF2-40B4-BE49-F238E27FC236}">
                  <a16:creationId xmlns:a16="http://schemas.microsoft.com/office/drawing/2014/main" id="{F79262BF-E867-4B8D-A5D9-C05986D4B5C4}"/>
                </a:ext>
              </a:extLst>
            </p:cNvPr>
            <p:cNvSpPr/>
            <p:nvPr/>
          </p:nvSpPr>
          <p:spPr>
            <a:xfrm>
              <a:off x="1790989" y="-141994"/>
              <a:ext cx="23727" cy="115490"/>
            </a:xfrm>
            <a:custGeom>
              <a:avLst/>
              <a:gdLst>
                <a:gd name="connsiteX0" fmla="*/ 23727 w 23727"/>
                <a:gd name="connsiteY0" fmla="*/ 11435 h 115490"/>
                <a:gd name="connsiteX1" fmla="*/ 11721 w 23727"/>
                <a:gd name="connsiteY1" fmla="*/ 22869 h 115490"/>
                <a:gd name="connsiteX2" fmla="*/ 0 w 23727"/>
                <a:gd name="connsiteY2" fmla="*/ 11435 h 115490"/>
                <a:gd name="connsiteX3" fmla="*/ 11721 w 23727"/>
                <a:gd name="connsiteY3" fmla="*/ 0 h 115490"/>
                <a:gd name="connsiteX4" fmla="*/ 23727 w 23727"/>
                <a:gd name="connsiteY4" fmla="*/ 11435 h 115490"/>
                <a:gd name="connsiteX5" fmla="*/ 21154 w 23727"/>
                <a:gd name="connsiteY5" fmla="*/ 115491 h 115490"/>
                <a:gd name="connsiteX6" fmla="*/ 2573 w 23727"/>
                <a:gd name="connsiteY6" fmla="*/ 115491 h 115490"/>
                <a:gd name="connsiteX7" fmla="*/ 2573 w 23727"/>
                <a:gd name="connsiteY7" fmla="*/ 35448 h 115490"/>
                <a:gd name="connsiteX8" fmla="*/ 21154 w 23727"/>
                <a:gd name="connsiteY8" fmla="*/ 35448 h 115490"/>
                <a:gd name="connsiteX9" fmla="*/ 21154 w 23727"/>
                <a:gd name="connsiteY9" fmla="*/ 115491 h 115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727" h="115490">
                  <a:moveTo>
                    <a:pt x="23727" y="11435"/>
                  </a:moveTo>
                  <a:cubicBezTo>
                    <a:pt x="23727" y="18010"/>
                    <a:pt x="18296" y="22869"/>
                    <a:pt x="11721" y="22869"/>
                  </a:cubicBezTo>
                  <a:cubicBezTo>
                    <a:pt x="5146" y="22869"/>
                    <a:pt x="0" y="18296"/>
                    <a:pt x="0" y="11435"/>
                  </a:cubicBezTo>
                  <a:cubicBezTo>
                    <a:pt x="0" y="4860"/>
                    <a:pt x="5431" y="0"/>
                    <a:pt x="11721" y="0"/>
                  </a:cubicBezTo>
                  <a:cubicBezTo>
                    <a:pt x="18296" y="0"/>
                    <a:pt x="23727" y="4860"/>
                    <a:pt x="23727" y="11435"/>
                  </a:cubicBezTo>
                  <a:close/>
                  <a:moveTo>
                    <a:pt x="21154" y="115491"/>
                  </a:moveTo>
                  <a:lnTo>
                    <a:pt x="2573" y="115491"/>
                  </a:lnTo>
                  <a:lnTo>
                    <a:pt x="2573" y="35448"/>
                  </a:lnTo>
                  <a:lnTo>
                    <a:pt x="21154" y="35448"/>
                  </a:lnTo>
                  <a:lnTo>
                    <a:pt x="21154" y="11549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1" name="Freihandform: Form 170">
              <a:extLst>
                <a:ext uri="{FF2B5EF4-FFF2-40B4-BE49-F238E27FC236}">
                  <a16:creationId xmlns:a16="http://schemas.microsoft.com/office/drawing/2014/main" id="{088B175E-3332-4F42-85CC-4D3CB1CDD67E}"/>
                </a:ext>
              </a:extLst>
            </p:cNvPr>
            <p:cNvSpPr/>
            <p:nvPr/>
          </p:nvSpPr>
          <p:spPr>
            <a:xfrm>
              <a:off x="1831868" y="-108262"/>
              <a:ext cx="72896" cy="83759"/>
            </a:xfrm>
            <a:custGeom>
              <a:avLst/>
              <a:gdLst>
                <a:gd name="connsiteX0" fmla="*/ 39736 w 72896"/>
                <a:gd name="connsiteY0" fmla="*/ 83759 h 83759"/>
                <a:gd name="connsiteX1" fmla="*/ 0 w 72896"/>
                <a:gd name="connsiteY1" fmla="*/ 41737 h 83759"/>
                <a:gd name="connsiteX2" fmla="*/ 37449 w 72896"/>
                <a:gd name="connsiteY2" fmla="*/ 0 h 83759"/>
                <a:gd name="connsiteX3" fmla="*/ 72896 w 72896"/>
                <a:gd name="connsiteY3" fmla="*/ 40593 h 83759"/>
                <a:gd name="connsiteX4" fmla="*/ 72610 w 72896"/>
                <a:gd name="connsiteY4" fmla="*/ 48312 h 83759"/>
                <a:gd name="connsiteX5" fmla="*/ 18867 w 72896"/>
                <a:gd name="connsiteY5" fmla="*/ 48312 h 83759"/>
                <a:gd name="connsiteX6" fmla="*/ 39736 w 72896"/>
                <a:gd name="connsiteY6" fmla="*/ 67751 h 83759"/>
                <a:gd name="connsiteX7" fmla="*/ 59461 w 72896"/>
                <a:gd name="connsiteY7" fmla="*/ 58317 h 83759"/>
                <a:gd name="connsiteX8" fmla="*/ 71181 w 72896"/>
                <a:gd name="connsiteY8" fmla="*/ 70609 h 83759"/>
                <a:gd name="connsiteX9" fmla="*/ 39736 w 72896"/>
                <a:gd name="connsiteY9" fmla="*/ 83759 h 83759"/>
                <a:gd name="connsiteX10" fmla="*/ 18581 w 72896"/>
                <a:gd name="connsiteY10" fmla="*/ 34590 h 83759"/>
                <a:gd name="connsiteX11" fmla="*/ 54887 w 72896"/>
                <a:gd name="connsiteY11" fmla="*/ 34590 h 83759"/>
                <a:gd name="connsiteX12" fmla="*/ 37163 w 72896"/>
                <a:gd name="connsiteY12" fmla="*/ 15151 h 83759"/>
                <a:gd name="connsiteX13" fmla="*/ 18581 w 72896"/>
                <a:gd name="connsiteY13" fmla="*/ 34590 h 8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2896" h="83759">
                  <a:moveTo>
                    <a:pt x="39736" y="83759"/>
                  </a:moveTo>
                  <a:cubicBezTo>
                    <a:pt x="16009" y="83759"/>
                    <a:pt x="0" y="66893"/>
                    <a:pt x="0" y="41737"/>
                  </a:cubicBezTo>
                  <a:cubicBezTo>
                    <a:pt x="0" y="16866"/>
                    <a:pt x="15151" y="0"/>
                    <a:pt x="37449" y="0"/>
                  </a:cubicBezTo>
                  <a:cubicBezTo>
                    <a:pt x="58889" y="0"/>
                    <a:pt x="72896" y="16009"/>
                    <a:pt x="72896" y="40593"/>
                  </a:cubicBezTo>
                  <a:cubicBezTo>
                    <a:pt x="72896" y="43166"/>
                    <a:pt x="72610" y="46025"/>
                    <a:pt x="72610" y="48312"/>
                  </a:cubicBezTo>
                  <a:lnTo>
                    <a:pt x="18867" y="48312"/>
                  </a:lnTo>
                  <a:cubicBezTo>
                    <a:pt x="20868" y="60604"/>
                    <a:pt x="28301" y="67751"/>
                    <a:pt x="39736" y="67751"/>
                  </a:cubicBezTo>
                  <a:cubicBezTo>
                    <a:pt x="47168" y="67751"/>
                    <a:pt x="53171" y="64892"/>
                    <a:pt x="59461" y="58317"/>
                  </a:cubicBezTo>
                  <a:lnTo>
                    <a:pt x="71181" y="70609"/>
                  </a:lnTo>
                  <a:cubicBezTo>
                    <a:pt x="62033" y="79471"/>
                    <a:pt x="51742" y="83759"/>
                    <a:pt x="39736" y="83759"/>
                  </a:cubicBezTo>
                  <a:close/>
                  <a:moveTo>
                    <a:pt x="18581" y="34590"/>
                  </a:moveTo>
                  <a:lnTo>
                    <a:pt x="54887" y="34590"/>
                  </a:lnTo>
                  <a:cubicBezTo>
                    <a:pt x="54029" y="22298"/>
                    <a:pt x="47740" y="15151"/>
                    <a:pt x="37163" y="15151"/>
                  </a:cubicBezTo>
                  <a:cubicBezTo>
                    <a:pt x="26872" y="15151"/>
                    <a:pt x="20297" y="22298"/>
                    <a:pt x="18581" y="34590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2" name="Freihandform: Form 171">
              <a:extLst>
                <a:ext uri="{FF2B5EF4-FFF2-40B4-BE49-F238E27FC236}">
                  <a16:creationId xmlns:a16="http://schemas.microsoft.com/office/drawing/2014/main" id="{2D3EE7E7-656D-44D0-A8E5-902F51365AD8}"/>
                </a:ext>
              </a:extLst>
            </p:cNvPr>
            <p:cNvSpPr/>
            <p:nvPr/>
          </p:nvSpPr>
          <p:spPr>
            <a:xfrm>
              <a:off x="1921344" y="-143138"/>
              <a:ext cx="74611" cy="118921"/>
            </a:xfrm>
            <a:custGeom>
              <a:avLst/>
              <a:gdLst>
                <a:gd name="connsiteX0" fmla="*/ 0 w 74611"/>
                <a:gd name="connsiteY0" fmla="*/ 76613 h 118921"/>
                <a:gd name="connsiteX1" fmla="*/ 32589 w 74611"/>
                <a:gd name="connsiteY1" fmla="*/ 34876 h 118921"/>
                <a:gd name="connsiteX2" fmla="*/ 55744 w 74611"/>
                <a:gd name="connsiteY2" fmla="*/ 45739 h 118921"/>
                <a:gd name="connsiteX3" fmla="*/ 56030 w 74611"/>
                <a:gd name="connsiteY3" fmla="*/ 45739 h 118921"/>
                <a:gd name="connsiteX4" fmla="*/ 56030 w 74611"/>
                <a:gd name="connsiteY4" fmla="*/ 4574 h 118921"/>
                <a:gd name="connsiteX5" fmla="*/ 74612 w 74611"/>
                <a:gd name="connsiteY5" fmla="*/ 0 h 118921"/>
                <a:gd name="connsiteX6" fmla="*/ 74612 w 74611"/>
                <a:gd name="connsiteY6" fmla="*/ 116920 h 118921"/>
                <a:gd name="connsiteX7" fmla="*/ 56316 w 74611"/>
                <a:gd name="connsiteY7" fmla="*/ 116920 h 118921"/>
                <a:gd name="connsiteX8" fmla="*/ 56316 w 74611"/>
                <a:gd name="connsiteY8" fmla="*/ 107486 h 118921"/>
                <a:gd name="connsiteX9" fmla="*/ 56030 w 74611"/>
                <a:gd name="connsiteY9" fmla="*/ 107486 h 118921"/>
                <a:gd name="connsiteX10" fmla="*/ 32017 w 74611"/>
                <a:gd name="connsiteY10" fmla="*/ 118921 h 118921"/>
                <a:gd name="connsiteX11" fmla="*/ 0 w 74611"/>
                <a:gd name="connsiteY11" fmla="*/ 76613 h 118921"/>
                <a:gd name="connsiteX12" fmla="*/ 18296 w 74611"/>
                <a:gd name="connsiteY12" fmla="*/ 76613 h 118921"/>
                <a:gd name="connsiteX13" fmla="*/ 36877 w 74611"/>
                <a:gd name="connsiteY13" fmla="*/ 102341 h 118921"/>
                <a:gd name="connsiteX14" fmla="*/ 56030 w 74611"/>
                <a:gd name="connsiteY14" fmla="*/ 91764 h 118921"/>
                <a:gd name="connsiteX15" fmla="*/ 56030 w 74611"/>
                <a:gd name="connsiteY15" fmla="*/ 62319 h 118921"/>
                <a:gd name="connsiteX16" fmla="*/ 36877 w 74611"/>
                <a:gd name="connsiteY16" fmla="*/ 51742 h 118921"/>
                <a:gd name="connsiteX17" fmla="*/ 18296 w 74611"/>
                <a:gd name="connsiteY17" fmla="*/ 76613 h 118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4611" h="118921">
                  <a:moveTo>
                    <a:pt x="0" y="76613"/>
                  </a:moveTo>
                  <a:cubicBezTo>
                    <a:pt x="0" y="50885"/>
                    <a:pt x="13150" y="34876"/>
                    <a:pt x="32589" y="34876"/>
                  </a:cubicBezTo>
                  <a:cubicBezTo>
                    <a:pt x="42594" y="34876"/>
                    <a:pt x="50599" y="39164"/>
                    <a:pt x="55744" y="45739"/>
                  </a:cubicBezTo>
                  <a:lnTo>
                    <a:pt x="56030" y="45739"/>
                  </a:lnTo>
                  <a:lnTo>
                    <a:pt x="56030" y="4574"/>
                  </a:lnTo>
                  <a:lnTo>
                    <a:pt x="74612" y="0"/>
                  </a:lnTo>
                  <a:lnTo>
                    <a:pt x="74612" y="116920"/>
                  </a:lnTo>
                  <a:lnTo>
                    <a:pt x="56316" y="116920"/>
                  </a:lnTo>
                  <a:lnTo>
                    <a:pt x="56316" y="107486"/>
                  </a:lnTo>
                  <a:lnTo>
                    <a:pt x="56030" y="107486"/>
                  </a:lnTo>
                  <a:cubicBezTo>
                    <a:pt x="50313" y="114633"/>
                    <a:pt x="42023" y="118921"/>
                    <a:pt x="32017" y="118921"/>
                  </a:cubicBezTo>
                  <a:cubicBezTo>
                    <a:pt x="13150" y="118635"/>
                    <a:pt x="0" y="102341"/>
                    <a:pt x="0" y="76613"/>
                  </a:cubicBezTo>
                  <a:close/>
                  <a:moveTo>
                    <a:pt x="18296" y="76613"/>
                  </a:moveTo>
                  <a:cubicBezTo>
                    <a:pt x="18296" y="92907"/>
                    <a:pt x="25156" y="102341"/>
                    <a:pt x="36877" y="102341"/>
                  </a:cubicBezTo>
                  <a:cubicBezTo>
                    <a:pt x="44024" y="102341"/>
                    <a:pt x="50027" y="98910"/>
                    <a:pt x="56030" y="91764"/>
                  </a:cubicBezTo>
                  <a:lnTo>
                    <a:pt x="56030" y="62319"/>
                  </a:lnTo>
                  <a:cubicBezTo>
                    <a:pt x="50599" y="55173"/>
                    <a:pt x="44595" y="51742"/>
                    <a:pt x="36877" y="51742"/>
                  </a:cubicBezTo>
                  <a:cubicBezTo>
                    <a:pt x="24871" y="51742"/>
                    <a:pt x="18296" y="60604"/>
                    <a:pt x="18296" y="76613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3" name="Freihandform: Form 172">
              <a:extLst>
                <a:ext uri="{FF2B5EF4-FFF2-40B4-BE49-F238E27FC236}">
                  <a16:creationId xmlns:a16="http://schemas.microsoft.com/office/drawing/2014/main" id="{EB7CDC62-6D84-4879-90B2-CED3047AB955}"/>
                </a:ext>
              </a:extLst>
            </p:cNvPr>
            <p:cNvSpPr/>
            <p:nvPr/>
          </p:nvSpPr>
          <p:spPr>
            <a:xfrm>
              <a:off x="2020826" y="-108335"/>
              <a:ext cx="48025" cy="81831"/>
            </a:xfrm>
            <a:custGeom>
              <a:avLst/>
              <a:gdLst>
                <a:gd name="connsiteX0" fmla="*/ 48026 w 48025"/>
                <a:gd name="connsiteY0" fmla="*/ 1502 h 81831"/>
                <a:gd name="connsiteX1" fmla="*/ 45167 w 48025"/>
                <a:gd name="connsiteY1" fmla="*/ 20655 h 81831"/>
                <a:gd name="connsiteX2" fmla="*/ 34876 w 48025"/>
                <a:gd name="connsiteY2" fmla="*/ 18083 h 81831"/>
                <a:gd name="connsiteX3" fmla="*/ 18581 w 48025"/>
                <a:gd name="connsiteY3" fmla="*/ 40666 h 81831"/>
                <a:gd name="connsiteX4" fmla="*/ 18581 w 48025"/>
                <a:gd name="connsiteY4" fmla="*/ 81831 h 81831"/>
                <a:gd name="connsiteX5" fmla="*/ 0 w 48025"/>
                <a:gd name="connsiteY5" fmla="*/ 81831 h 81831"/>
                <a:gd name="connsiteX6" fmla="*/ 0 w 48025"/>
                <a:gd name="connsiteY6" fmla="*/ 1788 h 81831"/>
                <a:gd name="connsiteX7" fmla="*/ 18296 w 48025"/>
                <a:gd name="connsiteY7" fmla="*/ 1788 h 81831"/>
                <a:gd name="connsiteX8" fmla="*/ 18296 w 48025"/>
                <a:gd name="connsiteY8" fmla="*/ 12079 h 81831"/>
                <a:gd name="connsiteX9" fmla="*/ 18581 w 48025"/>
                <a:gd name="connsiteY9" fmla="*/ 12079 h 81831"/>
                <a:gd name="connsiteX10" fmla="*/ 39450 w 48025"/>
                <a:gd name="connsiteY10" fmla="*/ 73 h 81831"/>
                <a:gd name="connsiteX11" fmla="*/ 48026 w 48025"/>
                <a:gd name="connsiteY11" fmla="*/ 1502 h 81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8025" h="81831">
                  <a:moveTo>
                    <a:pt x="48026" y="1502"/>
                  </a:moveTo>
                  <a:lnTo>
                    <a:pt x="45167" y="20655"/>
                  </a:lnTo>
                  <a:cubicBezTo>
                    <a:pt x="42308" y="19226"/>
                    <a:pt x="38878" y="18083"/>
                    <a:pt x="34876" y="18083"/>
                  </a:cubicBezTo>
                  <a:cubicBezTo>
                    <a:pt x="22012" y="18083"/>
                    <a:pt x="18581" y="28374"/>
                    <a:pt x="18581" y="40666"/>
                  </a:cubicBezTo>
                  <a:lnTo>
                    <a:pt x="18581" y="81831"/>
                  </a:lnTo>
                  <a:lnTo>
                    <a:pt x="0" y="81831"/>
                  </a:lnTo>
                  <a:lnTo>
                    <a:pt x="0" y="1788"/>
                  </a:lnTo>
                  <a:lnTo>
                    <a:pt x="18296" y="1788"/>
                  </a:lnTo>
                  <a:lnTo>
                    <a:pt x="18296" y="12079"/>
                  </a:lnTo>
                  <a:lnTo>
                    <a:pt x="18581" y="12079"/>
                  </a:lnTo>
                  <a:cubicBezTo>
                    <a:pt x="22869" y="4647"/>
                    <a:pt x="30302" y="73"/>
                    <a:pt x="39450" y="73"/>
                  </a:cubicBezTo>
                  <a:cubicBezTo>
                    <a:pt x="42023" y="-213"/>
                    <a:pt x="45167" y="359"/>
                    <a:pt x="48026" y="1502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4" name="Freihandform: Form 173">
              <a:extLst>
                <a:ext uri="{FF2B5EF4-FFF2-40B4-BE49-F238E27FC236}">
                  <a16:creationId xmlns:a16="http://schemas.microsoft.com/office/drawing/2014/main" id="{73F2EB24-4BA2-4855-BA15-2013AD15DE4C}"/>
                </a:ext>
              </a:extLst>
            </p:cNvPr>
            <p:cNvSpPr/>
            <p:nvPr/>
          </p:nvSpPr>
          <p:spPr>
            <a:xfrm>
              <a:off x="2082002" y="-141994"/>
              <a:ext cx="23727" cy="115490"/>
            </a:xfrm>
            <a:custGeom>
              <a:avLst/>
              <a:gdLst>
                <a:gd name="connsiteX0" fmla="*/ 23727 w 23727"/>
                <a:gd name="connsiteY0" fmla="*/ 11435 h 115490"/>
                <a:gd name="connsiteX1" fmla="*/ 11721 w 23727"/>
                <a:gd name="connsiteY1" fmla="*/ 22869 h 115490"/>
                <a:gd name="connsiteX2" fmla="*/ 0 w 23727"/>
                <a:gd name="connsiteY2" fmla="*/ 11435 h 115490"/>
                <a:gd name="connsiteX3" fmla="*/ 11721 w 23727"/>
                <a:gd name="connsiteY3" fmla="*/ 0 h 115490"/>
                <a:gd name="connsiteX4" fmla="*/ 23727 w 23727"/>
                <a:gd name="connsiteY4" fmla="*/ 11435 h 115490"/>
                <a:gd name="connsiteX5" fmla="*/ 21440 w 23727"/>
                <a:gd name="connsiteY5" fmla="*/ 115491 h 115490"/>
                <a:gd name="connsiteX6" fmla="*/ 2859 w 23727"/>
                <a:gd name="connsiteY6" fmla="*/ 115491 h 115490"/>
                <a:gd name="connsiteX7" fmla="*/ 2859 w 23727"/>
                <a:gd name="connsiteY7" fmla="*/ 35448 h 115490"/>
                <a:gd name="connsiteX8" fmla="*/ 21440 w 23727"/>
                <a:gd name="connsiteY8" fmla="*/ 35448 h 115490"/>
                <a:gd name="connsiteX9" fmla="*/ 21440 w 23727"/>
                <a:gd name="connsiteY9" fmla="*/ 115491 h 115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727" h="115490">
                  <a:moveTo>
                    <a:pt x="23727" y="11435"/>
                  </a:moveTo>
                  <a:cubicBezTo>
                    <a:pt x="23727" y="18010"/>
                    <a:pt x="18296" y="22869"/>
                    <a:pt x="11721" y="22869"/>
                  </a:cubicBezTo>
                  <a:cubicBezTo>
                    <a:pt x="5146" y="22869"/>
                    <a:pt x="0" y="18296"/>
                    <a:pt x="0" y="11435"/>
                  </a:cubicBezTo>
                  <a:cubicBezTo>
                    <a:pt x="0" y="4860"/>
                    <a:pt x="5431" y="0"/>
                    <a:pt x="11721" y="0"/>
                  </a:cubicBezTo>
                  <a:cubicBezTo>
                    <a:pt x="18581" y="0"/>
                    <a:pt x="23727" y="4860"/>
                    <a:pt x="23727" y="11435"/>
                  </a:cubicBezTo>
                  <a:close/>
                  <a:moveTo>
                    <a:pt x="21440" y="115491"/>
                  </a:moveTo>
                  <a:lnTo>
                    <a:pt x="2859" y="115491"/>
                  </a:lnTo>
                  <a:lnTo>
                    <a:pt x="2859" y="35448"/>
                  </a:lnTo>
                  <a:lnTo>
                    <a:pt x="21440" y="35448"/>
                  </a:lnTo>
                  <a:lnTo>
                    <a:pt x="21440" y="11549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5" name="Freihandform: Form 174">
              <a:extLst>
                <a:ext uri="{FF2B5EF4-FFF2-40B4-BE49-F238E27FC236}">
                  <a16:creationId xmlns:a16="http://schemas.microsoft.com/office/drawing/2014/main" id="{856783BA-4BD9-456A-8E1F-DB395FAA4C27}"/>
                </a:ext>
              </a:extLst>
            </p:cNvPr>
            <p:cNvSpPr/>
            <p:nvPr/>
          </p:nvSpPr>
          <p:spPr>
            <a:xfrm>
              <a:off x="2123453" y="-108548"/>
              <a:ext cx="67464" cy="84045"/>
            </a:xfrm>
            <a:custGeom>
              <a:avLst/>
              <a:gdLst>
                <a:gd name="connsiteX0" fmla="*/ 66893 w 67464"/>
                <a:gd name="connsiteY0" fmla="*/ 71181 h 84045"/>
                <a:gd name="connsiteX1" fmla="*/ 38306 w 67464"/>
                <a:gd name="connsiteY1" fmla="*/ 84045 h 84045"/>
                <a:gd name="connsiteX2" fmla="*/ 0 w 67464"/>
                <a:gd name="connsiteY2" fmla="*/ 42308 h 84045"/>
                <a:gd name="connsiteX3" fmla="*/ 38592 w 67464"/>
                <a:gd name="connsiteY3" fmla="*/ 0 h 84045"/>
                <a:gd name="connsiteX4" fmla="*/ 67465 w 67464"/>
                <a:gd name="connsiteY4" fmla="*/ 13722 h 84045"/>
                <a:gd name="connsiteX5" fmla="*/ 54601 w 67464"/>
                <a:gd name="connsiteY5" fmla="*/ 26014 h 84045"/>
                <a:gd name="connsiteX6" fmla="*/ 38592 w 67464"/>
                <a:gd name="connsiteY6" fmla="*/ 17152 h 84045"/>
                <a:gd name="connsiteX7" fmla="*/ 18867 w 67464"/>
                <a:gd name="connsiteY7" fmla="*/ 42023 h 84045"/>
                <a:gd name="connsiteX8" fmla="*/ 38592 w 67464"/>
                <a:gd name="connsiteY8" fmla="*/ 66893 h 84045"/>
                <a:gd name="connsiteX9" fmla="*/ 55173 w 67464"/>
                <a:gd name="connsiteY9" fmla="*/ 58031 h 84045"/>
                <a:gd name="connsiteX10" fmla="*/ 66893 w 67464"/>
                <a:gd name="connsiteY10" fmla="*/ 71181 h 84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7464" h="84045">
                  <a:moveTo>
                    <a:pt x="66893" y="71181"/>
                  </a:moveTo>
                  <a:cubicBezTo>
                    <a:pt x="58889" y="80043"/>
                    <a:pt x="49741" y="84045"/>
                    <a:pt x="38306" y="84045"/>
                  </a:cubicBezTo>
                  <a:cubicBezTo>
                    <a:pt x="15437" y="84045"/>
                    <a:pt x="0" y="67465"/>
                    <a:pt x="0" y="42308"/>
                  </a:cubicBezTo>
                  <a:cubicBezTo>
                    <a:pt x="0" y="17152"/>
                    <a:pt x="15437" y="0"/>
                    <a:pt x="38592" y="0"/>
                  </a:cubicBezTo>
                  <a:cubicBezTo>
                    <a:pt x="50599" y="0"/>
                    <a:pt x="60318" y="4574"/>
                    <a:pt x="67465" y="13722"/>
                  </a:cubicBezTo>
                  <a:lnTo>
                    <a:pt x="54601" y="26014"/>
                  </a:lnTo>
                  <a:cubicBezTo>
                    <a:pt x="50027" y="20011"/>
                    <a:pt x="44881" y="17152"/>
                    <a:pt x="38592" y="17152"/>
                  </a:cubicBezTo>
                  <a:cubicBezTo>
                    <a:pt x="26872" y="17152"/>
                    <a:pt x="18867" y="26872"/>
                    <a:pt x="18867" y="42023"/>
                  </a:cubicBezTo>
                  <a:cubicBezTo>
                    <a:pt x="18867" y="56888"/>
                    <a:pt x="26872" y="66893"/>
                    <a:pt x="38592" y="66893"/>
                  </a:cubicBezTo>
                  <a:cubicBezTo>
                    <a:pt x="44881" y="66893"/>
                    <a:pt x="50027" y="64034"/>
                    <a:pt x="55173" y="58031"/>
                  </a:cubicBezTo>
                  <a:lnTo>
                    <a:pt x="66893" y="7118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6" name="Freihandform: Form 175">
              <a:extLst>
                <a:ext uri="{FF2B5EF4-FFF2-40B4-BE49-F238E27FC236}">
                  <a16:creationId xmlns:a16="http://schemas.microsoft.com/office/drawing/2014/main" id="{FA0A9AC4-4291-4429-A5E6-F9B02DA18E36}"/>
                </a:ext>
              </a:extLst>
            </p:cNvPr>
            <p:cNvSpPr/>
            <p:nvPr/>
          </p:nvSpPr>
          <p:spPr>
            <a:xfrm>
              <a:off x="2206927" y="-143138"/>
              <a:ext cx="68894" cy="116920"/>
            </a:xfrm>
            <a:custGeom>
              <a:avLst/>
              <a:gdLst>
                <a:gd name="connsiteX0" fmla="*/ 68894 w 68894"/>
                <a:gd name="connsiteY0" fmla="*/ 116634 h 116920"/>
                <a:gd name="connsiteX1" fmla="*/ 50313 w 68894"/>
                <a:gd name="connsiteY1" fmla="*/ 116634 h 116920"/>
                <a:gd name="connsiteX2" fmla="*/ 50313 w 68894"/>
                <a:gd name="connsiteY2" fmla="*/ 70895 h 116920"/>
                <a:gd name="connsiteX3" fmla="*/ 35448 w 68894"/>
                <a:gd name="connsiteY3" fmla="*/ 51456 h 116920"/>
                <a:gd name="connsiteX4" fmla="*/ 18867 w 68894"/>
                <a:gd name="connsiteY4" fmla="*/ 70895 h 116920"/>
                <a:gd name="connsiteX5" fmla="*/ 18867 w 68894"/>
                <a:gd name="connsiteY5" fmla="*/ 116920 h 116920"/>
                <a:gd name="connsiteX6" fmla="*/ 0 w 68894"/>
                <a:gd name="connsiteY6" fmla="*/ 116920 h 116920"/>
                <a:gd name="connsiteX7" fmla="*/ 0 w 68894"/>
                <a:gd name="connsiteY7" fmla="*/ 4574 h 116920"/>
                <a:gd name="connsiteX8" fmla="*/ 18581 w 68894"/>
                <a:gd name="connsiteY8" fmla="*/ 0 h 116920"/>
                <a:gd name="connsiteX9" fmla="*/ 18581 w 68894"/>
                <a:gd name="connsiteY9" fmla="*/ 46597 h 116920"/>
                <a:gd name="connsiteX10" fmla="*/ 18867 w 68894"/>
                <a:gd name="connsiteY10" fmla="*/ 46597 h 116920"/>
                <a:gd name="connsiteX11" fmla="*/ 42308 w 68894"/>
                <a:gd name="connsiteY11" fmla="*/ 34876 h 116920"/>
                <a:gd name="connsiteX12" fmla="*/ 68608 w 68894"/>
                <a:gd name="connsiteY12" fmla="*/ 67179 h 116920"/>
                <a:gd name="connsiteX13" fmla="*/ 68608 w 68894"/>
                <a:gd name="connsiteY13" fmla="*/ 116634 h 116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8894" h="116920">
                  <a:moveTo>
                    <a:pt x="68894" y="116634"/>
                  </a:moveTo>
                  <a:lnTo>
                    <a:pt x="50313" y="116634"/>
                  </a:lnTo>
                  <a:lnTo>
                    <a:pt x="50313" y="70895"/>
                  </a:lnTo>
                  <a:cubicBezTo>
                    <a:pt x="50313" y="59175"/>
                    <a:pt x="46596" y="51456"/>
                    <a:pt x="35448" y="51456"/>
                  </a:cubicBezTo>
                  <a:cubicBezTo>
                    <a:pt x="22584" y="51456"/>
                    <a:pt x="18867" y="61748"/>
                    <a:pt x="18867" y="70895"/>
                  </a:cubicBezTo>
                  <a:lnTo>
                    <a:pt x="18867" y="116920"/>
                  </a:lnTo>
                  <a:lnTo>
                    <a:pt x="0" y="116920"/>
                  </a:lnTo>
                  <a:lnTo>
                    <a:pt x="0" y="4574"/>
                  </a:lnTo>
                  <a:lnTo>
                    <a:pt x="18581" y="0"/>
                  </a:lnTo>
                  <a:lnTo>
                    <a:pt x="18581" y="46597"/>
                  </a:lnTo>
                  <a:lnTo>
                    <a:pt x="18867" y="46597"/>
                  </a:lnTo>
                  <a:cubicBezTo>
                    <a:pt x="23441" y="39450"/>
                    <a:pt x="31731" y="34876"/>
                    <a:pt x="42308" y="34876"/>
                  </a:cubicBezTo>
                  <a:cubicBezTo>
                    <a:pt x="60890" y="34876"/>
                    <a:pt x="68608" y="48598"/>
                    <a:pt x="68608" y="67179"/>
                  </a:cubicBezTo>
                  <a:lnTo>
                    <a:pt x="68608" y="116634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7" name="Freihandform: Form 176">
              <a:extLst>
                <a:ext uri="{FF2B5EF4-FFF2-40B4-BE49-F238E27FC236}">
                  <a16:creationId xmlns:a16="http://schemas.microsoft.com/office/drawing/2014/main" id="{D700BB3D-17DE-4AA7-9481-48C5BCF0CC69}"/>
                </a:ext>
              </a:extLst>
            </p:cNvPr>
            <p:cNvSpPr/>
            <p:nvPr/>
          </p:nvSpPr>
          <p:spPr>
            <a:xfrm>
              <a:off x="2297261" y="-84249"/>
              <a:ext cx="39163" cy="17723"/>
            </a:xfrm>
            <a:custGeom>
              <a:avLst/>
              <a:gdLst>
                <a:gd name="connsiteX0" fmla="*/ 39164 w 39163"/>
                <a:gd name="connsiteY0" fmla="*/ 17724 h 17723"/>
                <a:gd name="connsiteX1" fmla="*/ 0 w 39163"/>
                <a:gd name="connsiteY1" fmla="*/ 17724 h 17723"/>
                <a:gd name="connsiteX2" fmla="*/ 0 w 39163"/>
                <a:gd name="connsiteY2" fmla="*/ 0 h 17723"/>
                <a:gd name="connsiteX3" fmla="*/ 39164 w 39163"/>
                <a:gd name="connsiteY3" fmla="*/ 0 h 17723"/>
                <a:gd name="connsiteX4" fmla="*/ 39164 w 39163"/>
                <a:gd name="connsiteY4" fmla="*/ 17724 h 17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163" h="17723">
                  <a:moveTo>
                    <a:pt x="39164" y="17724"/>
                  </a:moveTo>
                  <a:lnTo>
                    <a:pt x="0" y="17724"/>
                  </a:lnTo>
                  <a:lnTo>
                    <a:pt x="0" y="0"/>
                  </a:lnTo>
                  <a:lnTo>
                    <a:pt x="39164" y="0"/>
                  </a:lnTo>
                  <a:lnTo>
                    <a:pt x="39164" y="17724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8" name="Freihandform: Form 177">
              <a:extLst>
                <a:ext uri="{FF2B5EF4-FFF2-40B4-BE49-F238E27FC236}">
                  <a16:creationId xmlns:a16="http://schemas.microsoft.com/office/drawing/2014/main" id="{2ACBC44E-27C1-408A-8EDD-F5913EFE6DB7}"/>
                </a:ext>
              </a:extLst>
            </p:cNvPr>
            <p:cNvSpPr/>
            <p:nvPr/>
          </p:nvSpPr>
          <p:spPr>
            <a:xfrm>
              <a:off x="2346430" y="-137135"/>
              <a:ext cx="102912" cy="110630"/>
            </a:xfrm>
            <a:custGeom>
              <a:avLst/>
              <a:gdLst>
                <a:gd name="connsiteX0" fmla="*/ 40879 w 102912"/>
                <a:gd name="connsiteY0" fmla="*/ 0 h 110630"/>
                <a:gd name="connsiteX1" fmla="*/ 61748 w 102912"/>
                <a:gd name="connsiteY1" fmla="*/ 0 h 110630"/>
                <a:gd name="connsiteX2" fmla="*/ 102912 w 102912"/>
                <a:gd name="connsiteY2" fmla="*/ 110631 h 110630"/>
                <a:gd name="connsiteX3" fmla="*/ 81472 w 102912"/>
                <a:gd name="connsiteY3" fmla="*/ 110631 h 110630"/>
                <a:gd name="connsiteX4" fmla="*/ 73468 w 102912"/>
                <a:gd name="connsiteY4" fmla="*/ 87190 h 110630"/>
                <a:gd name="connsiteX5" fmla="*/ 28873 w 102912"/>
                <a:gd name="connsiteY5" fmla="*/ 87190 h 110630"/>
                <a:gd name="connsiteX6" fmla="*/ 20868 w 102912"/>
                <a:gd name="connsiteY6" fmla="*/ 110631 h 110630"/>
                <a:gd name="connsiteX7" fmla="*/ 0 w 102912"/>
                <a:gd name="connsiteY7" fmla="*/ 110631 h 110630"/>
                <a:gd name="connsiteX8" fmla="*/ 40879 w 102912"/>
                <a:gd name="connsiteY8" fmla="*/ 0 h 110630"/>
                <a:gd name="connsiteX9" fmla="*/ 34876 w 102912"/>
                <a:gd name="connsiteY9" fmla="*/ 69466 h 110630"/>
                <a:gd name="connsiteX10" fmla="*/ 67179 w 102912"/>
                <a:gd name="connsiteY10" fmla="*/ 69466 h 110630"/>
                <a:gd name="connsiteX11" fmla="*/ 51170 w 102912"/>
                <a:gd name="connsiteY11" fmla="*/ 22584 h 110630"/>
                <a:gd name="connsiteX12" fmla="*/ 50885 w 102912"/>
                <a:gd name="connsiteY12" fmla="*/ 22584 h 110630"/>
                <a:gd name="connsiteX13" fmla="*/ 34876 w 102912"/>
                <a:gd name="connsiteY13" fmla="*/ 69466 h 110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2912" h="110630">
                  <a:moveTo>
                    <a:pt x="40879" y="0"/>
                  </a:moveTo>
                  <a:lnTo>
                    <a:pt x="61748" y="0"/>
                  </a:lnTo>
                  <a:lnTo>
                    <a:pt x="102912" y="110631"/>
                  </a:lnTo>
                  <a:lnTo>
                    <a:pt x="81472" y="110631"/>
                  </a:lnTo>
                  <a:lnTo>
                    <a:pt x="73468" y="87190"/>
                  </a:lnTo>
                  <a:lnTo>
                    <a:pt x="28873" y="87190"/>
                  </a:lnTo>
                  <a:lnTo>
                    <a:pt x="20868" y="110631"/>
                  </a:lnTo>
                  <a:lnTo>
                    <a:pt x="0" y="110631"/>
                  </a:lnTo>
                  <a:lnTo>
                    <a:pt x="40879" y="0"/>
                  </a:lnTo>
                  <a:close/>
                  <a:moveTo>
                    <a:pt x="34876" y="69466"/>
                  </a:moveTo>
                  <a:lnTo>
                    <a:pt x="67179" y="69466"/>
                  </a:lnTo>
                  <a:lnTo>
                    <a:pt x="51170" y="22584"/>
                  </a:lnTo>
                  <a:lnTo>
                    <a:pt x="50885" y="22584"/>
                  </a:lnTo>
                  <a:lnTo>
                    <a:pt x="34876" y="69466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9" name="Freihandform: Form 178">
              <a:extLst>
                <a:ext uri="{FF2B5EF4-FFF2-40B4-BE49-F238E27FC236}">
                  <a16:creationId xmlns:a16="http://schemas.microsoft.com/office/drawing/2014/main" id="{26905261-35BC-4E75-8193-766751D592AB}"/>
                </a:ext>
              </a:extLst>
            </p:cNvPr>
            <p:cNvSpPr/>
            <p:nvPr/>
          </p:nvSpPr>
          <p:spPr>
            <a:xfrm>
              <a:off x="2465923" y="-143138"/>
              <a:ext cx="18581" cy="116634"/>
            </a:xfrm>
            <a:custGeom>
              <a:avLst/>
              <a:gdLst>
                <a:gd name="connsiteX0" fmla="*/ 18581 w 18581"/>
                <a:gd name="connsiteY0" fmla="*/ 116634 h 116634"/>
                <a:gd name="connsiteX1" fmla="*/ 0 w 18581"/>
                <a:gd name="connsiteY1" fmla="*/ 116634 h 116634"/>
                <a:gd name="connsiteX2" fmla="*/ 0 w 18581"/>
                <a:gd name="connsiteY2" fmla="*/ 4288 h 116634"/>
                <a:gd name="connsiteX3" fmla="*/ 18581 w 18581"/>
                <a:gd name="connsiteY3" fmla="*/ 0 h 116634"/>
                <a:gd name="connsiteX4" fmla="*/ 18581 w 18581"/>
                <a:gd name="connsiteY4" fmla="*/ 116634 h 116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581" h="116634">
                  <a:moveTo>
                    <a:pt x="18581" y="116634"/>
                  </a:moveTo>
                  <a:lnTo>
                    <a:pt x="0" y="116634"/>
                  </a:lnTo>
                  <a:lnTo>
                    <a:pt x="0" y="4288"/>
                  </a:lnTo>
                  <a:lnTo>
                    <a:pt x="18581" y="0"/>
                  </a:lnTo>
                  <a:lnTo>
                    <a:pt x="18581" y="116634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0" name="Freihandform: Form 179">
              <a:extLst>
                <a:ext uri="{FF2B5EF4-FFF2-40B4-BE49-F238E27FC236}">
                  <a16:creationId xmlns:a16="http://schemas.microsoft.com/office/drawing/2014/main" id="{F18B191E-54AD-4B1D-BCB0-A06E5A2804B1}"/>
                </a:ext>
              </a:extLst>
            </p:cNvPr>
            <p:cNvSpPr/>
            <p:nvPr/>
          </p:nvSpPr>
          <p:spPr>
            <a:xfrm>
              <a:off x="2504515" y="-108262"/>
              <a:ext cx="72896" cy="83759"/>
            </a:xfrm>
            <a:custGeom>
              <a:avLst/>
              <a:gdLst>
                <a:gd name="connsiteX0" fmla="*/ 39736 w 72896"/>
                <a:gd name="connsiteY0" fmla="*/ 83759 h 83759"/>
                <a:gd name="connsiteX1" fmla="*/ 0 w 72896"/>
                <a:gd name="connsiteY1" fmla="*/ 41737 h 83759"/>
                <a:gd name="connsiteX2" fmla="*/ 37449 w 72896"/>
                <a:gd name="connsiteY2" fmla="*/ 0 h 83759"/>
                <a:gd name="connsiteX3" fmla="*/ 72896 w 72896"/>
                <a:gd name="connsiteY3" fmla="*/ 40593 h 83759"/>
                <a:gd name="connsiteX4" fmla="*/ 72610 w 72896"/>
                <a:gd name="connsiteY4" fmla="*/ 48312 h 83759"/>
                <a:gd name="connsiteX5" fmla="*/ 18867 w 72896"/>
                <a:gd name="connsiteY5" fmla="*/ 48312 h 83759"/>
                <a:gd name="connsiteX6" fmla="*/ 39736 w 72896"/>
                <a:gd name="connsiteY6" fmla="*/ 67751 h 83759"/>
                <a:gd name="connsiteX7" fmla="*/ 59461 w 72896"/>
                <a:gd name="connsiteY7" fmla="*/ 58317 h 83759"/>
                <a:gd name="connsiteX8" fmla="*/ 71181 w 72896"/>
                <a:gd name="connsiteY8" fmla="*/ 70609 h 83759"/>
                <a:gd name="connsiteX9" fmla="*/ 39736 w 72896"/>
                <a:gd name="connsiteY9" fmla="*/ 83759 h 83759"/>
                <a:gd name="connsiteX10" fmla="*/ 18867 w 72896"/>
                <a:gd name="connsiteY10" fmla="*/ 34590 h 83759"/>
                <a:gd name="connsiteX11" fmla="*/ 55172 w 72896"/>
                <a:gd name="connsiteY11" fmla="*/ 34590 h 83759"/>
                <a:gd name="connsiteX12" fmla="*/ 37449 w 72896"/>
                <a:gd name="connsiteY12" fmla="*/ 15151 h 83759"/>
                <a:gd name="connsiteX13" fmla="*/ 18867 w 72896"/>
                <a:gd name="connsiteY13" fmla="*/ 34590 h 8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2896" h="83759">
                  <a:moveTo>
                    <a:pt x="39736" y="83759"/>
                  </a:moveTo>
                  <a:cubicBezTo>
                    <a:pt x="16009" y="83759"/>
                    <a:pt x="0" y="66893"/>
                    <a:pt x="0" y="41737"/>
                  </a:cubicBezTo>
                  <a:cubicBezTo>
                    <a:pt x="0" y="16866"/>
                    <a:pt x="15151" y="0"/>
                    <a:pt x="37449" y="0"/>
                  </a:cubicBezTo>
                  <a:cubicBezTo>
                    <a:pt x="58889" y="0"/>
                    <a:pt x="72896" y="16009"/>
                    <a:pt x="72896" y="40593"/>
                  </a:cubicBezTo>
                  <a:cubicBezTo>
                    <a:pt x="72896" y="43166"/>
                    <a:pt x="72610" y="46025"/>
                    <a:pt x="72610" y="48312"/>
                  </a:cubicBezTo>
                  <a:lnTo>
                    <a:pt x="18867" y="48312"/>
                  </a:lnTo>
                  <a:cubicBezTo>
                    <a:pt x="20868" y="60604"/>
                    <a:pt x="28301" y="67751"/>
                    <a:pt x="39736" y="67751"/>
                  </a:cubicBezTo>
                  <a:cubicBezTo>
                    <a:pt x="47168" y="67751"/>
                    <a:pt x="53171" y="64892"/>
                    <a:pt x="59461" y="58317"/>
                  </a:cubicBezTo>
                  <a:lnTo>
                    <a:pt x="71181" y="70609"/>
                  </a:lnTo>
                  <a:cubicBezTo>
                    <a:pt x="62033" y="79471"/>
                    <a:pt x="52028" y="83759"/>
                    <a:pt x="39736" y="83759"/>
                  </a:cubicBezTo>
                  <a:close/>
                  <a:moveTo>
                    <a:pt x="18867" y="34590"/>
                  </a:moveTo>
                  <a:lnTo>
                    <a:pt x="55172" y="34590"/>
                  </a:lnTo>
                  <a:cubicBezTo>
                    <a:pt x="54315" y="22298"/>
                    <a:pt x="48026" y="15151"/>
                    <a:pt x="37449" y="15151"/>
                  </a:cubicBezTo>
                  <a:cubicBezTo>
                    <a:pt x="27157" y="15151"/>
                    <a:pt x="20582" y="22298"/>
                    <a:pt x="18867" y="34590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1" name="Freihandform: Form 180">
              <a:extLst>
                <a:ext uri="{FF2B5EF4-FFF2-40B4-BE49-F238E27FC236}">
                  <a16:creationId xmlns:a16="http://schemas.microsoft.com/office/drawing/2014/main" id="{CC01031B-1E3F-4B3F-8836-7B4C5789BBE3}"/>
                </a:ext>
              </a:extLst>
            </p:cNvPr>
            <p:cNvSpPr/>
            <p:nvPr/>
          </p:nvSpPr>
          <p:spPr>
            <a:xfrm>
              <a:off x="2587703" y="-106547"/>
              <a:ext cx="76612" cy="80043"/>
            </a:xfrm>
            <a:custGeom>
              <a:avLst/>
              <a:gdLst>
                <a:gd name="connsiteX0" fmla="*/ 76613 w 76612"/>
                <a:gd name="connsiteY0" fmla="*/ 80043 h 80043"/>
                <a:gd name="connsiteX1" fmla="*/ 55172 w 76612"/>
                <a:gd name="connsiteY1" fmla="*/ 80043 h 80043"/>
                <a:gd name="connsiteX2" fmla="*/ 38020 w 76612"/>
                <a:gd name="connsiteY2" fmla="*/ 52314 h 80043"/>
                <a:gd name="connsiteX3" fmla="*/ 37735 w 76612"/>
                <a:gd name="connsiteY3" fmla="*/ 52314 h 80043"/>
                <a:gd name="connsiteX4" fmla="*/ 21154 w 76612"/>
                <a:gd name="connsiteY4" fmla="*/ 80043 h 80043"/>
                <a:gd name="connsiteX5" fmla="*/ 0 w 76612"/>
                <a:gd name="connsiteY5" fmla="*/ 80043 h 80043"/>
                <a:gd name="connsiteX6" fmla="*/ 27443 w 76612"/>
                <a:gd name="connsiteY6" fmla="*/ 38592 h 80043"/>
                <a:gd name="connsiteX7" fmla="*/ 2001 w 76612"/>
                <a:gd name="connsiteY7" fmla="*/ 0 h 80043"/>
                <a:gd name="connsiteX8" fmla="*/ 23155 w 76612"/>
                <a:gd name="connsiteY8" fmla="*/ 0 h 80043"/>
                <a:gd name="connsiteX9" fmla="*/ 38306 w 76612"/>
                <a:gd name="connsiteY9" fmla="*/ 24585 h 80043"/>
                <a:gd name="connsiteX10" fmla="*/ 38592 w 76612"/>
                <a:gd name="connsiteY10" fmla="*/ 24585 h 80043"/>
                <a:gd name="connsiteX11" fmla="*/ 53457 w 76612"/>
                <a:gd name="connsiteY11" fmla="*/ 0 h 80043"/>
                <a:gd name="connsiteX12" fmla="*/ 74326 w 76612"/>
                <a:gd name="connsiteY12" fmla="*/ 0 h 80043"/>
                <a:gd name="connsiteX13" fmla="*/ 49169 w 76612"/>
                <a:gd name="connsiteY13" fmla="*/ 38306 h 80043"/>
                <a:gd name="connsiteX14" fmla="*/ 76613 w 76612"/>
                <a:gd name="connsiteY14" fmla="*/ 80043 h 80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6612" h="80043">
                  <a:moveTo>
                    <a:pt x="76613" y="80043"/>
                  </a:moveTo>
                  <a:lnTo>
                    <a:pt x="55172" y="80043"/>
                  </a:lnTo>
                  <a:lnTo>
                    <a:pt x="38020" y="52314"/>
                  </a:lnTo>
                  <a:lnTo>
                    <a:pt x="37735" y="52314"/>
                  </a:lnTo>
                  <a:lnTo>
                    <a:pt x="21154" y="80043"/>
                  </a:lnTo>
                  <a:lnTo>
                    <a:pt x="0" y="80043"/>
                  </a:lnTo>
                  <a:lnTo>
                    <a:pt x="27443" y="38592"/>
                  </a:lnTo>
                  <a:lnTo>
                    <a:pt x="2001" y="0"/>
                  </a:lnTo>
                  <a:lnTo>
                    <a:pt x="23155" y="0"/>
                  </a:lnTo>
                  <a:lnTo>
                    <a:pt x="38306" y="24585"/>
                  </a:lnTo>
                  <a:lnTo>
                    <a:pt x="38592" y="24585"/>
                  </a:lnTo>
                  <a:lnTo>
                    <a:pt x="53457" y="0"/>
                  </a:lnTo>
                  <a:lnTo>
                    <a:pt x="74326" y="0"/>
                  </a:lnTo>
                  <a:lnTo>
                    <a:pt x="49169" y="38306"/>
                  </a:lnTo>
                  <a:lnTo>
                    <a:pt x="76613" y="80043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2" name="Freihandform: Form 181">
              <a:extLst>
                <a:ext uri="{FF2B5EF4-FFF2-40B4-BE49-F238E27FC236}">
                  <a16:creationId xmlns:a16="http://schemas.microsoft.com/office/drawing/2014/main" id="{30AFC32A-2C37-44C1-A1BB-2B0FC87FC6BE}"/>
                </a:ext>
              </a:extLst>
            </p:cNvPr>
            <p:cNvSpPr/>
            <p:nvPr/>
          </p:nvSpPr>
          <p:spPr>
            <a:xfrm>
              <a:off x="2674316" y="-108262"/>
              <a:ext cx="67755" cy="83759"/>
            </a:xfrm>
            <a:custGeom>
              <a:avLst/>
              <a:gdLst>
                <a:gd name="connsiteX0" fmla="*/ 34309 w 67755"/>
                <a:gd name="connsiteY0" fmla="*/ 32303 h 83759"/>
                <a:gd name="connsiteX1" fmla="*/ 49460 w 67755"/>
                <a:gd name="connsiteY1" fmla="*/ 34018 h 83759"/>
                <a:gd name="connsiteX2" fmla="*/ 49460 w 67755"/>
                <a:gd name="connsiteY2" fmla="*/ 31160 h 83759"/>
                <a:gd name="connsiteX3" fmla="*/ 31736 w 67755"/>
                <a:gd name="connsiteY3" fmla="*/ 15723 h 83759"/>
                <a:gd name="connsiteX4" fmla="*/ 11440 w 67755"/>
                <a:gd name="connsiteY4" fmla="*/ 20297 h 83759"/>
                <a:gd name="connsiteX5" fmla="*/ 7438 w 67755"/>
                <a:gd name="connsiteY5" fmla="*/ 4574 h 83759"/>
                <a:gd name="connsiteX6" fmla="*/ 33737 w 67755"/>
                <a:gd name="connsiteY6" fmla="*/ 0 h 83759"/>
                <a:gd name="connsiteX7" fmla="*/ 67756 w 67755"/>
                <a:gd name="connsiteY7" fmla="*/ 30874 h 83759"/>
                <a:gd name="connsiteX8" fmla="*/ 67756 w 67755"/>
                <a:gd name="connsiteY8" fmla="*/ 82044 h 83759"/>
                <a:gd name="connsiteX9" fmla="*/ 50032 w 67755"/>
                <a:gd name="connsiteY9" fmla="*/ 82044 h 83759"/>
                <a:gd name="connsiteX10" fmla="*/ 50032 w 67755"/>
                <a:gd name="connsiteY10" fmla="*/ 73468 h 83759"/>
                <a:gd name="connsiteX11" fmla="*/ 49746 w 67755"/>
                <a:gd name="connsiteY11" fmla="*/ 73468 h 83759"/>
                <a:gd name="connsiteX12" fmla="*/ 26305 w 67755"/>
                <a:gd name="connsiteY12" fmla="*/ 83759 h 83759"/>
                <a:gd name="connsiteX13" fmla="*/ 5 w 67755"/>
                <a:gd name="connsiteY13" fmla="*/ 58317 h 83759"/>
                <a:gd name="connsiteX14" fmla="*/ 34309 w 67755"/>
                <a:gd name="connsiteY14" fmla="*/ 32303 h 83759"/>
                <a:gd name="connsiteX15" fmla="*/ 31165 w 67755"/>
                <a:gd name="connsiteY15" fmla="*/ 69752 h 83759"/>
                <a:gd name="connsiteX16" fmla="*/ 49460 w 67755"/>
                <a:gd name="connsiteY16" fmla="*/ 60032 h 83759"/>
                <a:gd name="connsiteX17" fmla="*/ 49460 w 67755"/>
                <a:gd name="connsiteY17" fmla="*/ 46311 h 83759"/>
                <a:gd name="connsiteX18" fmla="*/ 36310 w 67755"/>
                <a:gd name="connsiteY18" fmla="*/ 44881 h 83759"/>
                <a:gd name="connsiteX19" fmla="*/ 17729 w 67755"/>
                <a:gd name="connsiteY19" fmla="*/ 58031 h 83759"/>
                <a:gd name="connsiteX20" fmla="*/ 31165 w 67755"/>
                <a:gd name="connsiteY20" fmla="*/ 69752 h 8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7755" h="83759">
                  <a:moveTo>
                    <a:pt x="34309" y="32303"/>
                  </a:moveTo>
                  <a:cubicBezTo>
                    <a:pt x="39455" y="32303"/>
                    <a:pt x="44315" y="32589"/>
                    <a:pt x="49460" y="34018"/>
                  </a:cubicBezTo>
                  <a:lnTo>
                    <a:pt x="49460" y="31160"/>
                  </a:lnTo>
                  <a:cubicBezTo>
                    <a:pt x="49460" y="20868"/>
                    <a:pt x="43457" y="15723"/>
                    <a:pt x="31736" y="15723"/>
                  </a:cubicBezTo>
                  <a:cubicBezTo>
                    <a:pt x="25161" y="15723"/>
                    <a:pt x="18015" y="17152"/>
                    <a:pt x="11440" y="20297"/>
                  </a:cubicBezTo>
                  <a:lnTo>
                    <a:pt x="7438" y="4574"/>
                  </a:lnTo>
                  <a:cubicBezTo>
                    <a:pt x="14870" y="1715"/>
                    <a:pt x="24590" y="0"/>
                    <a:pt x="33737" y="0"/>
                  </a:cubicBezTo>
                  <a:cubicBezTo>
                    <a:pt x="56321" y="0"/>
                    <a:pt x="67756" y="10577"/>
                    <a:pt x="67756" y="30874"/>
                  </a:cubicBezTo>
                  <a:lnTo>
                    <a:pt x="67756" y="82044"/>
                  </a:lnTo>
                  <a:lnTo>
                    <a:pt x="50032" y="82044"/>
                  </a:lnTo>
                  <a:lnTo>
                    <a:pt x="50032" y="73468"/>
                  </a:lnTo>
                  <a:lnTo>
                    <a:pt x="49746" y="73468"/>
                  </a:lnTo>
                  <a:cubicBezTo>
                    <a:pt x="42885" y="80615"/>
                    <a:pt x="35738" y="83759"/>
                    <a:pt x="26305" y="83759"/>
                  </a:cubicBezTo>
                  <a:cubicBezTo>
                    <a:pt x="10296" y="83759"/>
                    <a:pt x="5" y="73754"/>
                    <a:pt x="5" y="58317"/>
                  </a:cubicBezTo>
                  <a:cubicBezTo>
                    <a:pt x="-281" y="41451"/>
                    <a:pt x="11726" y="32303"/>
                    <a:pt x="34309" y="32303"/>
                  </a:cubicBezTo>
                  <a:close/>
                  <a:moveTo>
                    <a:pt x="31165" y="69752"/>
                  </a:moveTo>
                  <a:cubicBezTo>
                    <a:pt x="38025" y="69752"/>
                    <a:pt x="44315" y="66321"/>
                    <a:pt x="49460" y="60032"/>
                  </a:cubicBezTo>
                  <a:lnTo>
                    <a:pt x="49460" y="46311"/>
                  </a:lnTo>
                  <a:cubicBezTo>
                    <a:pt x="45172" y="45167"/>
                    <a:pt x="40598" y="44881"/>
                    <a:pt x="36310" y="44881"/>
                  </a:cubicBezTo>
                  <a:cubicBezTo>
                    <a:pt x="24590" y="44881"/>
                    <a:pt x="17729" y="49455"/>
                    <a:pt x="17729" y="58031"/>
                  </a:cubicBezTo>
                  <a:cubicBezTo>
                    <a:pt x="17729" y="65178"/>
                    <a:pt x="22874" y="69752"/>
                    <a:pt x="31165" y="69752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3" name="Freihandform: Form 182">
              <a:extLst>
                <a:ext uri="{FF2B5EF4-FFF2-40B4-BE49-F238E27FC236}">
                  <a16:creationId xmlns:a16="http://schemas.microsoft.com/office/drawing/2014/main" id="{7D64DA7C-9D36-4399-80F0-718B75D53D4B}"/>
                </a:ext>
              </a:extLst>
            </p:cNvPr>
            <p:cNvSpPr/>
            <p:nvPr/>
          </p:nvSpPr>
          <p:spPr>
            <a:xfrm>
              <a:off x="2765799" y="-108262"/>
              <a:ext cx="68894" cy="82044"/>
            </a:xfrm>
            <a:custGeom>
              <a:avLst/>
              <a:gdLst>
                <a:gd name="connsiteX0" fmla="*/ 68894 w 68894"/>
                <a:gd name="connsiteY0" fmla="*/ 81758 h 82044"/>
                <a:gd name="connsiteX1" fmla="*/ 50027 w 68894"/>
                <a:gd name="connsiteY1" fmla="*/ 81758 h 82044"/>
                <a:gd name="connsiteX2" fmla="*/ 50027 w 68894"/>
                <a:gd name="connsiteY2" fmla="*/ 36019 h 82044"/>
                <a:gd name="connsiteX3" fmla="*/ 35162 w 68894"/>
                <a:gd name="connsiteY3" fmla="*/ 16580 h 82044"/>
                <a:gd name="connsiteX4" fmla="*/ 18581 w 68894"/>
                <a:gd name="connsiteY4" fmla="*/ 36019 h 82044"/>
                <a:gd name="connsiteX5" fmla="*/ 18581 w 68894"/>
                <a:gd name="connsiteY5" fmla="*/ 82044 h 82044"/>
                <a:gd name="connsiteX6" fmla="*/ 0 w 68894"/>
                <a:gd name="connsiteY6" fmla="*/ 82044 h 82044"/>
                <a:gd name="connsiteX7" fmla="*/ 0 w 68894"/>
                <a:gd name="connsiteY7" fmla="*/ 2001 h 82044"/>
                <a:gd name="connsiteX8" fmla="*/ 18581 w 68894"/>
                <a:gd name="connsiteY8" fmla="*/ 2001 h 82044"/>
                <a:gd name="connsiteX9" fmla="*/ 18581 w 68894"/>
                <a:gd name="connsiteY9" fmla="*/ 11721 h 82044"/>
                <a:gd name="connsiteX10" fmla="*/ 18867 w 68894"/>
                <a:gd name="connsiteY10" fmla="*/ 11721 h 82044"/>
                <a:gd name="connsiteX11" fmla="*/ 42308 w 68894"/>
                <a:gd name="connsiteY11" fmla="*/ 0 h 82044"/>
                <a:gd name="connsiteX12" fmla="*/ 68608 w 68894"/>
                <a:gd name="connsiteY12" fmla="*/ 32303 h 82044"/>
                <a:gd name="connsiteX13" fmla="*/ 68608 w 68894"/>
                <a:gd name="connsiteY13" fmla="*/ 81758 h 82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8894" h="82044">
                  <a:moveTo>
                    <a:pt x="68894" y="81758"/>
                  </a:moveTo>
                  <a:lnTo>
                    <a:pt x="50027" y="81758"/>
                  </a:lnTo>
                  <a:lnTo>
                    <a:pt x="50027" y="36019"/>
                  </a:lnTo>
                  <a:cubicBezTo>
                    <a:pt x="50027" y="24299"/>
                    <a:pt x="46596" y="16580"/>
                    <a:pt x="35162" y="16580"/>
                  </a:cubicBezTo>
                  <a:cubicBezTo>
                    <a:pt x="22012" y="16580"/>
                    <a:pt x="18581" y="27157"/>
                    <a:pt x="18581" y="36019"/>
                  </a:cubicBezTo>
                  <a:lnTo>
                    <a:pt x="18581" y="82044"/>
                  </a:lnTo>
                  <a:lnTo>
                    <a:pt x="0" y="82044"/>
                  </a:lnTo>
                  <a:lnTo>
                    <a:pt x="0" y="2001"/>
                  </a:lnTo>
                  <a:lnTo>
                    <a:pt x="18581" y="2001"/>
                  </a:lnTo>
                  <a:lnTo>
                    <a:pt x="18581" y="11721"/>
                  </a:lnTo>
                  <a:lnTo>
                    <a:pt x="18867" y="11721"/>
                  </a:lnTo>
                  <a:cubicBezTo>
                    <a:pt x="23727" y="4574"/>
                    <a:pt x="32017" y="0"/>
                    <a:pt x="42308" y="0"/>
                  </a:cubicBezTo>
                  <a:cubicBezTo>
                    <a:pt x="60604" y="0"/>
                    <a:pt x="68608" y="13436"/>
                    <a:pt x="68608" y="32303"/>
                  </a:cubicBezTo>
                  <a:lnTo>
                    <a:pt x="68608" y="81758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4" name="Freihandform: Form 183">
              <a:extLst>
                <a:ext uri="{FF2B5EF4-FFF2-40B4-BE49-F238E27FC236}">
                  <a16:creationId xmlns:a16="http://schemas.microsoft.com/office/drawing/2014/main" id="{B0884CE5-F60B-43FE-B570-CB0ED9ED2C0D}"/>
                </a:ext>
              </a:extLst>
            </p:cNvPr>
            <p:cNvSpPr/>
            <p:nvPr/>
          </p:nvSpPr>
          <p:spPr>
            <a:xfrm>
              <a:off x="2854418" y="-143138"/>
              <a:ext cx="74611" cy="118921"/>
            </a:xfrm>
            <a:custGeom>
              <a:avLst/>
              <a:gdLst>
                <a:gd name="connsiteX0" fmla="*/ 0 w 74611"/>
                <a:gd name="connsiteY0" fmla="*/ 76613 h 118921"/>
                <a:gd name="connsiteX1" fmla="*/ 32589 w 74611"/>
                <a:gd name="connsiteY1" fmla="*/ 34876 h 118921"/>
                <a:gd name="connsiteX2" fmla="*/ 55744 w 74611"/>
                <a:gd name="connsiteY2" fmla="*/ 45739 h 118921"/>
                <a:gd name="connsiteX3" fmla="*/ 56030 w 74611"/>
                <a:gd name="connsiteY3" fmla="*/ 45739 h 118921"/>
                <a:gd name="connsiteX4" fmla="*/ 56030 w 74611"/>
                <a:gd name="connsiteY4" fmla="*/ 4574 h 118921"/>
                <a:gd name="connsiteX5" fmla="*/ 74612 w 74611"/>
                <a:gd name="connsiteY5" fmla="*/ 0 h 118921"/>
                <a:gd name="connsiteX6" fmla="*/ 74612 w 74611"/>
                <a:gd name="connsiteY6" fmla="*/ 116920 h 118921"/>
                <a:gd name="connsiteX7" fmla="*/ 56316 w 74611"/>
                <a:gd name="connsiteY7" fmla="*/ 116920 h 118921"/>
                <a:gd name="connsiteX8" fmla="*/ 56316 w 74611"/>
                <a:gd name="connsiteY8" fmla="*/ 107486 h 118921"/>
                <a:gd name="connsiteX9" fmla="*/ 56030 w 74611"/>
                <a:gd name="connsiteY9" fmla="*/ 107486 h 118921"/>
                <a:gd name="connsiteX10" fmla="*/ 32017 w 74611"/>
                <a:gd name="connsiteY10" fmla="*/ 118921 h 118921"/>
                <a:gd name="connsiteX11" fmla="*/ 0 w 74611"/>
                <a:gd name="connsiteY11" fmla="*/ 76613 h 118921"/>
                <a:gd name="connsiteX12" fmla="*/ 18581 w 74611"/>
                <a:gd name="connsiteY12" fmla="*/ 76613 h 118921"/>
                <a:gd name="connsiteX13" fmla="*/ 37163 w 74611"/>
                <a:gd name="connsiteY13" fmla="*/ 102341 h 118921"/>
                <a:gd name="connsiteX14" fmla="*/ 56316 w 74611"/>
                <a:gd name="connsiteY14" fmla="*/ 91764 h 118921"/>
                <a:gd name="connsiteX15" fmla="*/ 56316 w 74611"/>
                <a:gd name="connsiteY15" fmla="*/ 62319 h 118921"/>
                <a:gd name="connsiteX16" fmla="*/ 37163 w 74611"/>
                <a:gd name="connsiteY16" fmla="*/ 51742 h 118921"/>
                <a:gd name="connsiteX17" fmla="*/ 18581 w 74611"/>
                <a:gd name="connsiteY17" fmla="*/ 76613 h 118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4611" h="118921">
                  <a:moveTo>
                    <a:pt x="0" y="76613"/>
                  </a:moveTo>
                  <a:cubicBezTo>
                    <a:pt x="0" y="50885"/>
                    <a:pt x="13150" y="34876"/>
                    <a:pt x="32589" y="34876"/>
                  </a:cubicBezTo>
                  <a:cubicBezTo>
                    <a:pt x="42594" y="34876"/>
                    <a:pt x="50599" y="39164"/>
                    <a:pt x="55744" y="45739"/>
                  </a:cubicBezTo>
                  <a:lnTo>
                    <a:pt x="56030" y="45739"/>
                  </a:lnTo>
                  <a:lnTo>
                    <a:pt x="56030" y="4574"/>
                  </a:lnTo>
                  <a:lnTo>
                    <a:pt x="74612" y="0"/>
                  </a:lnTo>
                  <a:lnTo>
                    <a:pt x="74612" y="116920"/>
                  </a:lnTo>
                  <a:lnTo>
                    <a:pt x="56316" y="116920"/>
                  </a:lnTo>
                  <a:lnTo>
                    <a:pt x="56316" y="107486"/>
                  </a:lnTo>
                  <a:lnTo>
                    <a:pt x="56030" y="107486"/>
                  </a:lnTo>
                  <a:cubicBezTo>
                    <a:pt x="50313" y="114633"/>
                    <a:pt x="42023" y="118921"/>
                    <a:pt x="32017" y="118921"/>
                  </a:cubicBezTo>
                  <a:cubicBezTo>
                    <a:pt x="13150" y="118635"/>
                    <a:pt x="0" y="102341"/>
                    <a:pt x="0" y="76613"/>
                  </a:cubicBezTo>
                  <a:close/>
                  <a:moveTo>
                    <a:pt x="18581" y="76613"/>
                  </a:moveTo>
                  <a:cubicBezTo>
                    <a:pt x="18581" y="92907"/>
                    <a:pt x="25442" y="102341"/>
                    <a:pt x="37163" y="102341"/>
                  </a:cubicBezTo>
                  <a:cubicBezTo>
                    <a:pt x="44310" y="102341"/>
                    <a:pt x="50313" y="98910"/>
                    <a:pt x="56316" y="91764"/>
                  </a:cubicBezTo>
                  <a:lnTo>
                    <a:pt x="56316" y="62319"/>
                  </a:lnTo>
                  <a:cubicBezTo>
                    <a:pt x="50884" y="55173"/>
                    <a:pt x="44881" y="51742"/>
                    <a:pt x="37163" y="51742"/>
                  </a:cubicBezTo>
                  <a:cubicBezTo>
                    <a:pt x="24871" y="51742"/>
                    <a:pt x="18581" y="60604"/>
                    <a:pt x="18581" y="76613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5" name="Freihandform: Form 184">
              <a:extLst>
                <a:ext uri="{FF2B5EF4-FFF2-40B4-BE49-F238E27FC236}">
                  <a16:creationId xmlns:a16="http://schemas.microsoft.com/office/drawing/2014/main" id="{E75BDE08-0A10-4A88-BFA6-8D059D2D02BB}"/>
                </a:ext>
              </a:extLst>
            </p:cNvPr>
            <p:cNvSpPr/>
            <p:nvPr/>
          </p:nvSpPr>
          <p:spPr>
            <a:xfrm>
              <a:off x="2949326" y="-108262"/>
              <a:ext cx="72896" cy="83759"/>
            </a:xfrm>
            <a:custGeom>
              <a:avLst/>
              <a:gdLst>
                <a:gd name="connsiteX0" fmla="*/ 39736 w 72896"/>
                <a:gd name="connsiteY0" fmla="*/ 83759 h 83759"/>
                <a:gd name="connsiteX1" fmla="*/ 0 w 72896"/>
                <a:gd name="connsiteY1" fmla="*/ 41737 h 83759"/>
                <a:gd name="connsiteX2" fmla="*/ 37449 w 72896"/>
                <a:gd name="connsiteY2" fmla="*/ 0 h 83759"/>
                <a:gd name="connsiteX3" fmla="*/ 72896 w 72896"/>
                <a:gd name="connsiteY3" fmla="*/ 40593 h 83759"/>
                <a:gd name="connsiteX4" fmla="*/ 72610 w 72896"/>
                <a:gd name="connsiteY4" fmla="*/ 48312 h 83759"/>
                <a:gd name="connsiteX5" fmla="*/ 18867 w 72896"/>
                <a:gd name="connsiteY5" fmla="*/ 48312 h 83759"/>
                <a:gd name="connsiteX6" fmla="*/ 39736 w 72896"/>
                <a:gd name="connsiteY6" fmla="*/ 67751 h 83759"/>
                <a:gd name="connsiteX7" fmla="*/ 59461 w 72896"/>
                <a:gd name="connsiteY7" fmla="*/ 58317 h 83759"/>
                <a:gd name="connsiteX8" fmla="*/ 71181 w 72896"/>
                <a:gd name="connsiteY8" fmla="*/ 70609 h 83759"/>
                <a:gd name="connsiteX9" fmla="*/ 39736 w 72896"/>
                <a:gd name="connsiteY9" fmla="*/ 83759 h 83759"/>
                <a:gd name="connsiteX10" fmla="*/ 18867 w 72896"/>
                <a:gd name="connsiteY10" fmla="*/ 34590 h 83759"/>
                <a:gd name="connsiteX11" fmla="*/ 55172 w 72896"/>
                <a:gd name="connsiteY11" fmla="*/ 34590 h 83759"/>
                <a:gd name="connsiteX12" fmla="*/ 37449 w 72896"/>
                <a:gd name="connsiteY12" fmla="*/ 15151 h 83759"/>
                <a:gd name="connsiteX13" fmla="*/ 18867 w 72896"/>
                <a:gd name="connsiteY13" fmla="*/ 34590 h 8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2896" h="83759">
                  <a:moveTo>
                    <a:pt x="39736" y="83759"/>
                  </a:moveTo>
                  <a:cubicBezTo>
                    <a:pt x="16009" y="83759"/>
                    <a:pt x="0" y="66893"/>
                    <a:pt x="0" y="41737"/>
                  </a:cubicBezTo>
                  <a:cubicBezTo>
                    <a:pt x="0" y="16866"/>
                    <a:pt x="15151" y="0"/>
                    <a:pt x="37449" y="0"/>
                  </a:cubicBezTo>
                  <a:cubicBezTo>
                    <a:pt x="58889" y="0"/>
                    <a:pt x="72896" y="16009"/>
                    <a:pt x="72896" y="40593"/>
                  </a:cubicBezTo>
                  <a:cubicBezTo>
                    <a:pt x="72896" y="43166"/>
                    <a:pt x="72610" y="46025"/>
                    <a:pt x="72610" y="48312"/>
                  </a:cubicBezTo>
                  <a:lnTo>
                    <a:pt x="18867" y="48312"/>
                  </a:lnTo>
                  <a:cubicBezTo>
                    <a:pt x="20868" y="60604"/>
                    <a:pt x="28301" y="67751"/>
                    <a:pt x="39736" y="67751"/>
                  </a:cubicBezTo>
                  <a:cubicBezTo>
                    <a:pt x="47168" y="67751"/>
                    <a:pt x="53171" y="64892"/>
                    <a:pt x="59461" y="58317"/>
                  </a:cubicBezTo>
                  <a:lnTo>
                    <a:pt x="71181" y="70609"/>
                  </a:lnTo>
                  <a:cubicBezTo>
                    <a:pt x="62033" y="79471"/>
                    <a:pt x="51742" y="83759"/>
                    <a:pt x="39736" y="83759"/>
                  </a:cubicBezTo>
                  <a:close/>
                  <a:moveTo>
                    <a:pt x="18867" y="34590"/>
                  </a:moveTo>
                  <a:lnTo>
                    <a:pt x="55172" y="34590"/>
                  </a:lnTo>
                  <a:cubicBezTo>
                    <a:pt x="54315" y="22298"/>
                    <a:pt x="48026" y="15151"/>
                    <a:pt x="37449" y="15151"/>
                  </a:cubicBezTo>
                  <a:cubicBezTo>
                    <a:pt x="27157" y="15151"/>
                    <a:pt x="20297" y="22298"/>
                    <a:pt x="18867" y="34590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6" name="Freihandform: Form 185">
              <a:extLst>
                <a:ext uri="{FF2B5EF4-FFF2-40B4-BE49-F238E27FC236}">
                  <a16:creationId xmlns:a16="http://schemas.microsoft.com/office/drawing/2014/main" id="{F2AB79C9-E3ED-4783-B671-5DB9D4288B46}"/>
                </a:ext>
              </a:extLst>
            </p:cNvPr>
            <p:cNvSpPr/>
            <p:nvPr/>
          </p:nvSpPr>
          <p:spPr>
            <a:xfrm>
              <a:off x="3043376" y="-108335"/>
              <a:ext cx="48025" cy="81831"/>
            </a:xfrm>
            <a:custGeom>
              <a:avLst/>
              <a:gdLst>
                <a:gd name="connsiteX0" fmla="*/ 48026 w 48025"/>
                <a:gd name="connsiteY0" fmla="*/ 1502 h 81831"/>
                <a:gd name="connsiteX1" fmla="*/ 45167 w 48025"/>
                <a:gd name="connsiteY1" fmla="*/ 20655 h 81831"/>
                <a:gd name="connsiteX2" fmla="*/ 34876 w 48025"/>
                <a:gd name="connsiteY2" fmla="*/ 18083 h 81831"/>
                <a:gd name="connsiteX3" fmla="*/ 18581 w 48025"/>
                <a:gd name="connsiteY3" fmla="*/ 40666 h 81831"/>
                <a:gd name="connsiteX4" fmla="*/ 18581 w 48025"/>
                <a:gd name="connsiteY4" fmla="*/ 81831 h 81831"/>
                <a:gd name="connsiteX5" fmla="*/ 0 w 48025"/>
                <a:gd name="connsiteY5" fmla="*/ 81831 h 81831"/>
                <a:gd name="connsiteX6" fmla="*/ 0 w 48025"/>
                <a:gd name="connsiteY6" fmla="*/ 1788 h 81831"/>
                <a:gd name="connsiteX7" fmla="*/ 18296 w 48025"/>
                <a:gd name="connsiteY7" fmla="*/ 1788 h 81831"/>
                <a:gd name="connsiteX8" fmla="*/ 18296 w 48025"/>
                <a:gd name="connsiteY8" fmla="*/ 12079 h 81831"/>
                <a:gd name="connsiteX9" fmla="*/ 18581 w 48025"/>
                <a:gd name="connsiteY9" fmla="*/ 12079 h 81831"/>
                <a:gd name="connsiteX10" fmla="*/ 39450 w 48025"/>
                <a:gd name="connsiteY10" fmla="*/ 73 h 81831"/>
                <a:gd name="connsiteX11" fmla="*/ 48026 w 48025"/>
                <a:gd name="connsiteY11" fmla="*/ 1502 h 81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8025" h="81831">
                  <a:moveTo>
                    <a:pt x="48026" y="1502"/>
                  </a:moveTo>
                  <a:lnTo>
                    <a:pt x="45167" y="20655"/>
                  </a:lnTo>
                  <a:cubicBezTo>
                    <a:pt x="42309" y="19226"/>
                    <a:pt x="38878" y="18083"/>
                    <a:pt x="34876" y="18083"/>
                  </a:cubicBezTo>
                  <a:cubicBezTo>
                    <a:pt x="22012" y="18083"/>
                    <a:pt x="18581" y="28374"/>
                    <a:pt x="18581" y="40666"/>
                  </a:cubicBezTo>
                  <a:lnTo>
                    <a:pt x="18581" y="81831"/>
                  </a:lnTo>
                  <a:lnTo>
                    <a:pt x="0" y="81831"/>
                  </a:lnTo>
                  <a:lnTo>
                    <a:pt x="0" y="1788"/>
                  </a:lnTo>
                  <a:lnTo>
                    <a:pt x="18296" y="1788"/>
                  </a:lnTo>
                  <a:lnTo>
                    <a:pt x="18296" y="12079"/>
                  </a:lnTo>
                  <a:lnTo>
                    <a:pt x="18581" y="12079"/>
                  </a:lnTo>
                  <a:cubicBezTo>
                    <a:pt x="22869" y="4647"/>
                    <a:pt x="30302" y="73"/>
                    <a:pt x="39450" y="73"/>
                  </a:cubicBezTo>
                  <a:cubicBezTo>
                    <a:pt x="42023" y="-213"/>
                    <a:pt x="45167" y="359"/>
                    <a:pt x="48026" y="1502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7" name="Freihandform: Form 186">
              <a:extLst>
                <a:ext uri="{FF2B5EF4-FFF2-40B4-BE49-F238E27FC236}">
                  <a16:creationId xmlns:a16="http://schemas.microsoft.com/office/drawing/2014/main" id="{113C232E-3E76-4078-8B81-B0E5AF404A15}"/>
                </a:ext>
              </a:extLst>
            </p:cNvPr>
            <p:cNvSpPr/>
            <p:nvPr/>
          </p:nvSpPr>
          <p:spPr>
            <a:xfrm>
              <a:off x="3103123" y="-84249"/>
              <a:ext cx="39163" cy="17723"/>
            </a:xfrm>
            <a:custGeom>
              <a:avLst/>
              <a:gdLst>
                <a:gd name="connsiteX0" fmla="*/ 39164 w 39163"/>
                <a:gd name="connsiteY0" fmla="*/ 17724 h 17723"/>
                <a:gd name="connsiteX1" fmla="*/ 0 w 39163"/>
                <a:gd name="connsiteY1" fmla="*/ 17724 h 17723"/>
                <a:gd name="connsiteX2" fmla="*/ 0 w 39163"/>
                <a:gd name="connsiteY2" fmla="*/ 0 h 17723"/>
                <a:gd name="connsiteX3" fmla="*/ 39164 w 39163"/>
                <a:gd name="connsiteY3" fmla="*/ 0 h 17723"/>
                <a:gd name="connsiteX4" fmla="*/ 39164 w 39163"/>
                <a:gd name="connsiteY4" fmla="*/ 17724 h 17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163" h="17723">
                  <a:moveTo>
                    <a:pt x="39164" y="17724"/>
                  </a:moveTo>
                  <a:lnTo>
                    <a:pt x="0" y="17724"/>
                  </a:lnTo>
                  <a:lnTo>
                    <a:pt x="0" y="0"/>
                  </a:lnTo>
                  <a:lnTo>
                    <a:pt x="39164" y="0"/>
                  </a:lnTo>
                  <a:lnTo>
                    <a:pt x="39164" y="17724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8" name="Freihandform: Form 187">
              <a:extLst>
                <a:ext uri="{FF2B5EF4-FFF2-40B4-BE49-F238E27FC236}">
                  <a16:creationId xmlns:a16="http://schemas.microsoft.com/office/drawing/2014/main" id="{082E9C18-DF8B-4CF7-9A49-42E90EFB55C5}"/>
                </a:ext>
              </a:extLst>
            </p:cNvPr>
            <p:cNvSpPr/>
            <p:nvPr/>
          </p:nvSpPr>
          <p:spPr>
            <a:xfrm>
              <a:off x="3166014" y="-137135"/>
              <a:ext cx="86617" cy="112632"/>
            </a:xfrm>
            <a:custGeom>
              <a:avLst/>
              <a:gdLst>
                <a:gd name="connsiteX0" fmla="*/ 86618 w 86617"/>
                <a:gd name="connsiteY0" fmla="*/ 66893 h 112632"/>
                <a:gd name="connsiteX1" fmla="*/ 43166 w 86617"/>
                <a:gd name="connsiteY1" fmla="*/ 112632 h 112632"/>
                <a:gd name="connsiteX2" fmla="*/ 0 w 86617"/>
                <a:gd name="connsiteY2" fmla="*/ 66893 h 112632"/>
                <a:gd name="connsiteX3" fmla="*/ 0 w 86617"/>
                <a:gd name="connsiteY3" fmla="*/ 0 h 112632"/>
                <a:gd name="connsiteX4" fmla="*/ 20011 w 86617"/>
                <a:gd name="connsiteY4" fmla="*/ 0 h 112632"/>
                <a:gd name="connsiteX5" fmla="*/ 20011 w 86617"/>
                <a:gd name="connsiteY5" fmla="*/ 65750 h 112632"/>
                <a:gd name="connsiteX6" fmla="*/ 43452 w 86617"/>
                <a:gd name="connsiteY6" fmla="*/ 93765 h 112632"/>
                <a:gd name="connsiteX7" fmla="*/ 66321 w 86617"/>
                <a:gd name="connsiteY7" fmla="*/ 65750 h 112632"/>
                <a:gd name="connsiteX8" fmla="*/ 66321 w 86617"/>
                <a:gd name="connsiteY8" fmla="*/ 0 h 112632"/>
                <a:gd name="connsiteX9" fmla="*/ 86332 w 86617"/>
                <a:gd name="connsiteY9" fmla="*/ 0 h 112632"/>
                <a:gd name="connsiteX10" fmla="*/ 86332 w 86617"/>
                <a:gd name="connsiteY10" fmla="*/ 66893 h 112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6617" h="112632">
                  <a:moveTo>
                    <a:pt x="86618" y="66893"/>
                  </a:moveTo>
                  <a:cubicBezTo>
                    <a:pt x="86618" y="93479"/>
                    <a:pt x="72896" y="112632"/>
                    <a:pt x="43166" y="112632"/>
                  </a:cubicBezTo>
                  <a:cubicBezTo>
                    <a:pt x="13722" y="112632"/>
                    <a:pt x="0" y="93765"/>
                    <a:pt x="0" y="66893"/>
                  </a:cubicBezTo>
                  <a:lnTo>
                    <a:pt x="0" y="0"/>
                  </a:lnTo>
                  <a:lnTo>
                    <a:pt x="20011" y="0"/>
                  </a:lnTo>
                  <a:lnTo>
                    <a:pt x="20011" y="65750"/>
                  </a:lnTo>
                  <a:cubicBezTo>
                    <a:pt x="20011" y="82330"/>
                    <a:pt x="27157" y="93765"/>
                    <a:pt x="43452" y="93765"/>
                  </a:cubicBezTo>
                  <a:cubicBezTo>
                    <a:pt x="59746" y="93765"/>
                    <a:pt x="66321" y="82616"/>
                    <a:pt x="66321" y="65750"/>
                  </a:cubicBezTo>
                  <a:lnTo>
                    <a:pt x="66321" y="0"/>
                  </a:lnTo>
                  <a:lnTo>
                    <a:pt x="86332" y="0"/>
                  </a:lnTo>
                  <a:lnTo>
                    <a:pt x="86332" y="66893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9" name="Freihandform: Form 188">
              <a:extLst>
                <a:ext uri="{FF2B5EF4-FFF2-40B4-BE49-F238E27FC236}">
                  <a16:creationId xmlns:a16="http://schemas.microsoft.com/office/drawing/2014/main" id="{0445EFA6-D834-4337-BBD2-4534F841B54A}"/>
                </a:ext>
              </a:extLst>
            </p:cNvPr>
            <p:cNvSpPr/>
            <p:nvPr/>
          </p:nvSpPr>
          <p:spPr>
            <a:xfrm>
              <a:off x="3277788" y="-108262"/>
              <a:ext cx="68608" cy="82044"/>
            </a:xfrm>
            <a:custGeom>
              <a:avLst/>
              <a:gdLst>
                <a:gd name="connsiteX0" fmla="*/ 68608 w 68608"/>
                <a:gd name="connsiteY0" fmla="*/ 81758 h 82044"/>
                <a:gd name="connsiteX1" fmla="*/ 50027 w 68608"/>
                <a:gd name="connsiteY1" fmla="*/ 81758 h 82044"/>
                <a:gd name="connsiteX2" fmla="*/ 50027 w 68608"/>
                <a:gd name="connsiteY2" fmla="*/ 36019 h 82044"/>
                <a:gd name="connsiteX3" fmla="*/ 35162 w 68608"/>
                <a:gd name="connsiteY3" fmla="*/ 16580 h 82044"/>
                <a:gd name="connsiteX4" fmla="*/ 18581 w 68608"/>
                <a:gd name="connsiteY4" fmla="*/ 36019 h 82044"/>
                <a:gd name="connsiteX5" fmla="*/ 18581 w 68608"/>
                <a:gd name="connsiteY5" fmla="*/ 82044 h 82044"/>
                <a:gd name="connsiteX6" fmla="*/ 0 w 68608"/>
                <a:gd name="connsiteY6" fmla="*/ 82044 h 82044"/>
                <a:gd name="connsiteX7" fmla="*/ 0 w 68608"/>
                <a:gd name="connsiteY7" fmla="*/ 2001 h 82044"/>
                <a:gd name="connsiteX8" fmla="*/ 18581 w 68608"/>
                <a:gd name="connsiteY8" fmla="*/ 2001 h 82044"/>
                <a:gd name="connsiteX9" fmla="*/ 18581 w 68608"/>
                <a:gd name="connsiteY9" fmla="*/ 11721 h 82044"/>
                <a:gd name="connsiteX10" fmla="*/ 18867 w 68608"/>
                <a:gd name="connsiteY10" fmla="*/ 11721 h 82044"/>
                <a:gd name="connsiteX11" fmla="*/ 42309 w 68608"/>
                <a:gd name="connsiteY11" fmla="*/ 0 h 82044"/>
                <a:gd name="connsiteX12" fmla="*/ 68608 w 68608"/>
                <a:gd name="connsiteY12" fmla="*/ 32303 h 82044"/>
                <a:gd name="connsiteX13" fmla="*/ 68608 w 68608"/>
                <a:gd name="connsiteY13" fmla="*/ 81758 h 82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8608" h="82044">
                  <a:moveTo>
                    <a:pt x="68608" y="81758"/>
                  </a:moveTo>
                  <a:lnTo>
                    <a:pt x="50027" y="81758"/>
                  </a:lnTo>
                  <a:lnTo>
                    <a:pt x="50027" y="36019"/>
                  </a:lnTo>
                  <a:cubicBezTo>
                    <a:pt x="50027" y="24299"/>
                    <a:pt x="46597" y="16580"/>
                    <a:pt x="35162" y="16580"/>
                  </a:cubicBezTo>
                  <a:cubicBezTo>
                    <a:pt x="22012" y="16580"/>
                    <a:pt x="18581" y="27157"/>
                    <a:pt x="18581" y="36019"/>
                  </a:cubicBezTo>
                  <a:lnTo>
                    <a:pt x="18581" y="82044"/>
                  </a:lnTo>
                  <a:lnTo>
                    <a:pt x="0" y="82044"/>
                  </a:lnTo>
                  <a:lnTo>
                    <a:pt x="0" y="2001"/>
                  </a:lnTo>
                  <a:lnTo>
                    <a:pt x="18581" y="2001"/>
                  </a:lnTo>
                  <a:lnTo>
                    <a:pt x="18581" y="11721"/>
                  </a:lnTo>
                  <a:lnTo>
                    <a:pt x="18867" y="11721"/>
                  </a:lnTo>
                  <a:cubicBezTo>
                    <a:pt x="23727" y="4574"/>
                    <a:pt x="32017" y="0"/>
                    <a:pt x="42309" y="0"/>
                  </a:cubicBezTo>
                  <a:cubicBezTo>
                    <a:pt x="60604" y="0"/>
                    <a:pt x="68608" y="13436"/>
                    <a:pt x="68608" y="32303"/>
                  </a:cubicBezTo>
                  <a:lnTo>
                    <a:pt x="68608" y="81758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0" name="Freihandform: Form 189">
              <a:extLst>
                <a:ext uri="{FF2B5EF4-FFF2-40B4-BE49-F238E27FC236}">
                  <a16:creationId xmlns:a16="http://schemas.microsoft.com/office/drawing/2014/main" id="{4B6F9751-691D-4E48-94C1-0433183ECAF4}"/>
                </a:ext>
              </a:extLst>
            </p:cNvPr>
            <p:cNvSpPr/>
            <p:nvPr/>
          </p:nvSpPr>
          <p:spPr>
            <a:xfrm>
              <a:off x="3367551" y="-141994"/>
              <a:ext cx="23727" cy="115490"/>
            </a:xfrm>
            <a:custGeom>
              <a:avLst/>
              <a:gdLst>
                <a:gd name="connsiteX0" fmla="*/ 23727 w 23727"/>
                <a:gd name="connsiteY0" fmla="*/ 11435 h 115490"/>
                <a:gd name="connsiteX1" fmla="*/ 11721 w 23727"/>
                <a:gd name="connsiteY1" fmla="*/ 22869 h 115490"/>
                <a:gd name="connsiteX2" fmla="*/ 0 w 23727"/>
                <a:gd name="connsiteY2" fmla="*/ 11435 h 115490"/>
                <a:gd name="connsiteX3" fmla="*/ 11721 w 23727"/>
                <a:gd name="connsiteY3" fmla="*/ 0 h 115490"/>
                <a:gd name="connsiteX4" fmla="*/ 23727 w 23727"/>
                <a:gd name="connsiteY4" fmla="*/ 11435 h 115490"/>
                <a:gd name="connsiteX5" fmla="*/ 21154 w 23727"/>
                <a:gd name="connsiteY5" fmla="*/ 115491 h 115490"/>
                <a:gd name="connsiteX6" fmla="*/ 2573 w 23727"/>
                <a:gd name="connsiteY6" fmla="*/ 115491 h 115490"/>
                <a:gd name="connsiteX7" fmla="*/ 2573 w 23727"/>
                <a:gd name="connsiteY7" fmla="*/ 35448 h 115490"/>
                <a:gd name="connsiteX8" fmla="*/ 21154 w 23727"/>
                <a:gd name="connsiteY8" fmla="*/ 35448 h 115490"/>
                <a:gd name="connsiteX9" fmla="*/ 21154 w 23727"/>
                <a:gd name="connsiteY9" fmla="*/ 115491 h 115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727" h="115490">
                  <a:moveTo>
                    <a:pt x="23727" y="11435"/>
                  </a:moveTo>
                  <a:cubicBezTo>
                    <a:pt x="23727" y="18010"/>
                    <a:pt x="18296" y="22869"/>
                    <a:pt x="11721" y="22869"/>
                  </a:cubicBezTo>
                  <a:cubicBezTo>
                    <a:pt x="5146" y="22869"/>
                    <a:pt x="0" y="18296"/>
                    <a:pt x="0" y="11435"/>
                  </a:cubicBezTo>
                  <a:cubicBezTo>
                    <a:pt x="0" y="4860"/>
                    <a:pt x="5432" y="0"/>
                    <a:pt x="11721" y="0"/>
                  </a:cubicBezTo>
                  <a:cubicBezTo>
                    <a:pt x="18296" y="0"/>
                    <a:pt x="23727" y="4860"/>
                    <a:pt x="23727" y="11435"/>
                  </a:cubicBezTo>
                  <a:close/>
                  <a:moveTo>
                    <a:pt x="21154" y="115491"/>
                  </a:moveTo>
                  <a:lnTo>
                    <a:pt x="2573" y="115491"/>
                  </a:lnTo>
                  <a:lnTo>
                    <a:pt x="2573" y="35448"/>
                  </a:lnTo>
                  <a:lnTo>
                    <a:pt x="21154" y="35448"/>
                  </a:lnTo>
                  <a:lnTo>
                    <a:pt x="21154" y="11549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1" name="Freihandform: Form 190">
              <a:extLst>
                <a:ext uri="{FF2B5EF4-FFF2-40B4-BE49-F238E27FC236}">
                  <a16:creationId xmlns:a16="http://schemas.microsoft.com/office/drawing/2014/main" id="{D8FB40E5-F34D-4DF1-8178-3897A0349504}"/>
                </a:ext>
              </a:extLst>
            </p:cNvPr>
            <p:cNvSpPr/>
            <p:nvPr/>
          </p:nvSpPr>
          <p:spPr>
            <a:xfrm>
              <a:off x="3404428" y="-106261"/>
              <a:ext cx="77755" cy="80043"/>
            </a:xfrm>
            <a:custGeom>
              <a:avLst/>
              <a:gdLst>
                <a:gd name="connsiteX0" fmla="*/ 77756 w 77755"/>
                <a:gd name="connsiteY0" fmla="*/ 0 h 80043"/>
                <a:gd name="connsiteX1" fmla="*/ 48598 w 77755"/>
                <a:gd name="connsiteY1" fmla="*/ 80043 h 80043"/>
                <a:gd name="connsiteX2" fmla="*/ 29158 w 77755"/>
                <a:gd name="connsiteY2" fmla="*/ 80043 h 80043"/>
                <a:gd name="connsiteX3" fmla="*/ 0 w 77755"/>
                <a:gd name="connsiteY3" fmla="*/ 0 h 80043"/>
                <a:gd name="connsiteX4" fmla="*/ 20582 w 77755"/>
                <a:gd name="connsiteY4" fmla="*/ 0 h 80043"/>
                <a:gd name="connsiteX5" fmla="*/ 38878 w 77755"/>
                <a:gd name="connsiteY5" fmla="*/ 58031 h 80043"/>
                <a:gd name="connsiteX6" fmla="*/ 39164 w 77755"/>
                <a:gd name="connsiteY6" fmla="*/ 58031 h 80043"/>
                <a:gd name="connsiteX7" fmla="*/ 57459 w 77755"/>
                <a:gd name="connsiteY7" fmla="*/ 0 h 80043"/>
                <a:gd name="connsiteX8" fmla="*/ 77756 w 77755"/>
                <a:gd name="connsiteY8" fmla="*/ 0 h 80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7755" h="80043">
                  <a:moveTo>
                    <a:pt x="77756" y="0"/>
                  </a:moveTo>
                  <a:lnTo>
                    <a:pt x="48598" y="80043"/>
                  </a:lnTo>
                  <a:lnTo>
                    <a:pt x="29158" y="80043"/>
                  </a:lnTo>
                  <a:lnTo>
                    <a:pt x="0" y="0"/>
                  </a:lnTo>
                  <a:lnTo>
                    <a:pt x="20582" y="0"/>
                  </a:lnTo>
                  <a:lnTo>
                    <a:pt x="38878" y="58031"/>
                  </a:lnTo>
                  <a:lnTo>
                    <a:pt x="39164" y="58031"/>
                  </a:lnTo>
                  <a:lnTo>
                    <a:pt x="57459" y="0"/>
                  </a:lnTo>
                  <a:lnTo>
                    <a:pt x="77756" y="0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2" name="Freihandform: Form 191">
              <a:extLst>
                <a:ext uri="{FF2B5EF4-FFF2-40B4-BE49-F238E27FC236}">
                  <a16:creationId xmlns:a16="http://schemas.microsoft.com/office/drawing/2014/main" id="{4A4C5803-4DBD-4AD9-99C1-243F55AFB06B}"/>
                </a:ext>
              </a:extLst>
            </p:cNvPr>
            <p:cNvSpPr/>
            <p:nvPr/>
          </p:nvSpPr>
          <p:spPr>
            <a:xfrm>
              <a:off x="3490760" y="-108262"/>
              <a:ext cx="72896" cy="83759"/>
            </a:xfrm>
            <a:custGeom>
              <a:avLst/>
              <a:gdLst>
                <a:gd name="connsiteX0" fmla="*/ 39736 w 72896"/>
                <a:gd name="connsiteY0" fmla="*/ 83759 h 83759"/>
                <a:gd name="connsiteX1" fmla="*/ 0 w 72896"/>
                <a:gd name="connsiteY1" fmla="*/ 41737 h 83759"/>
                <a:gd name="connsiteX2" fmla="*/ 37449 w 72896"/>
                <a:gd name="connsiteY2" fmla="*/ 0 h 83759"/>
                <a:gd name="connsiteX3" fmla="*/ 72896 w 72896"/>
                <a:gd name="connsiteY3" fmla="*/ 40593 h 83759"/>
                <a:gd name="connsiteX4" fmla="*/ 72611 w 72896"/>
                <a:gd name="connsiteY4" fmla="*/ 48312 h 83759"/>
                <a:gd name="connsiteX5" fmla="*/ 18867 w 72896"/>
                <a:gd name="connsiteY5" fmla="*/ 48312 h 83759"/>
                <a:gd name="connsiteX6" fmla="*/ 39736 w 72896"/>
                <a:gd name="connsiteY6" fmla="*/ 67751 h 83759"/>
                <a:gd name="connsiteX7" fmla="*/ 59461 w 72896"/>
                <a:gd name="connsiteY7" fmla="*/ 58317 h 83759"/>
                <a:gd name="connsiteX8" fmla="*/ 71181 w 72896"/>
                <a:gd name="connsiteY8" fmla="*/ 70609 h 83759"/>
                <a:gd name="connsiteX9" fmla="*/ 39736 w 72896"/>
                <a:gd name="connsiteY9" fmla="*/ 83759 h 83759"/>
                <a:gd name="connsiteX10" fmla="*/ 18867 w 72896"/>
                <a:gd name="connsiteY10" fmla="*/ 34590 h 83759"/>
                <a:gd name="connsiteX11" fmla="*/ 55173 w 72896"/>
                <a:gd name="connsiteY11" fmla="*/ 34590 h 83759"/>
                <a:gd name="connsiteX12" fmla="*/ 37449 w 72896"/>
                <a:gd name="connsiteY12" fmla="*/ 15151 h 83759"/>
                <a:gd name="connsiteX13" fmla="*/ 18867 w 72896"/>
                <a:gd name="connsiteY13" fmla="*/ 34590 h 8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2896" h="83759">
                  <a:moveTo>
                    <a:pt x="39736" y="83759"/>
                  </a:moveTo>
                  <a:cubicBezTo>
                    <a:pt x="16009" y="83759"/>
                    <a:pt x="0" y="66893"/>
                    <a:pt x="0" y="41737"/>
                  </a:cubicBezTo>
                  <a:cubicBezTo>
                    <a:pt x="0" y="16866"/>
                    <a:pt x="15151" y="0"/>
                    <a:pt x="37449" y="0"/>
                  </a:cubicBezTo>
                  <a:cubicBezTo>
                    <a:pt x="58889" y="0"/>
                    <a:pt x="72896" y="16009"/>
                    <a:pt x="72896" y="40593"/>
                  </a:cubicBezTo>
                  <a:cubicBezTo>
                    <a:pt x="72896" y="43166"/>
                    <a:pt x="72611" y="46025"/>
                    <a:pt x="72611" y="48312"/>
                  </a:cubicBezTo>
                  <a:lnTo>
                    <a:pt x="18867" y="48312"/>
                  </a:lnTo>
                  <a:cubicBezTo>
                    <a:pt x="20869" y="60604"/>
                    <a:pt x="28301" y="67751"/>
                    <a:pt x="39736" y="67751"/>
                  </a:cubicBezTo>
                  <a:cubicBezTo>
                    <a:pt x="47168" y="67751"/>
                    <a:pt x="53172" y="64892"/>
                    <a:pt x="59461" y="58317"/>
                  </a:cubicBezTo>
                  <a:lnTo>
                    <a:pt x="71181" y="70609"/>
                  </a:lnTo>
                  <a:cubicBezTo>
                    <a:pt x="62033" y="79471"/>
                    <a:pt x="52028" y="83759"/>
                    <a:pt x="39736" y="83759"/>
                  </a:cubicBezTo>
                  <a:close/>
                  <a:moveTo>
                    <a:pt x="18867" y="34590"/>
                  </a:moveTo>
                  <a:lnTo>
                    <a:pt x="55173" y="34590"/>
                  </a:lnTo>
                  <a:cubicBezTo>
                    <a:pt x="54315" y="22298"/>
                    <a:pt x="48026" y="15151"/>
                    <a:pt x="37449" y="15151"/>
                  </a:cubicBezTo>
                  <a:cubicBezTo>
                    <a:pt x="27157" y="15151"/>
                    <a:pt x="20583" y="22298"/>
                    <a:pt x="18867" y="34590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3" name="Freihandform: Form 192">
              <a:extLst>
                <a:ext uri="{FF2B5EF4-FFF2-40B4-BE49-F238E27FC236}">
                  <a16:creationId xmlns:a16="http://schemas.microsoft.com/office/drawing/2014/main" id="{B9CC2AEB-7490-46DA-8359-E39B4D84B91C}"/>
                </a:ext>
              </a:extLst>
            </p:cNvPr>
            <p:cNvSpPr/>
            <p:nvPr/>
          </p:nvSpPr>
          <p:spPr>
            <a:xfrm>
              <a:off x="3584810" y="-108335"/>
              <a:ext cx="48025" cy="81831"/>
            </a:xfrm>
            <a:custGeom>
              <a:avLst/>
              <a:gdLst>
                <a:gd name="connsiteX0" fmla="*/ 48026 w 48025"/>
                <a:gd name="connsiteY0" fmla="*/ 1502 h 81831"/>
                <a:gd name="connsiteX1" fmla="*/ 45167 w 48025"/>
                <a:gd name="connsiteY1" fmla="*/ 20655 h 81831"/>
                <a:gd name="connsiteX2" fmla="*/ 34876 w 48025"/>
                <a:gd name="connsiteY2" fmla="*/ 18083 h 81831"/>
                <a:gd name="connsiteX3" fmla="*/ 18581 w 48025"/>
                <a:gd name="connsiteY3" fmla="*/ 40666 h 81831"/>
                <a:gd name="connsiteX4" fmla="*/ 18581 w 48025"/>
                <a:gd name="connsiteY4" fmla="*/ 81831 h 81831"/>
                <a:gd name="connsiteX5" fmla="*/ 0 w 48025"/>
                <a:gd name="connsiteY5" fmla="*/ 81831 h 81831"/>
                <a:gd name="connsiteX6" fmla="*/ 0 w 48025"/>
                <a:gd name="connsiteY6" fmla="*/ 1788 h 81831"/>
                <a:gd name="connsiteX7" fmla="*/ 18296 w 48025"/>
                <a:gd name="connsiteY7" fmla="*/ 1788 h 81831"/>
                <a:gd name="connsiteX8" fmla="*/ 18296 w 48025"/>
                <a:gd name="connsiteY8" fmla="*/ 12079 h 81831"/>
                <a:gd name="connsiteX9" fmla="*/ 18581 w 48025"/>
                <a:gd name="connsiteY9" fmla="*/ 12079 h 81831"/>
                <a:gd name="connsiteX10" fmla="*/ 39450 w 48025"/>
                <a:gd name="connsiteY10" fmla="*/ 73 h 81831"/>
                <a:gd name="connsiteX11" fmla="*/ 48026 w 48025"/>
                <a:gd name="connsiteY11" fmla="*/ 1502 h 81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8025" h="81831">
                  <a:moveTo>
                    <a:pt x="48026" y="1502"/>
                  </a:moveTo>
                  <a:lnTo>
                    <a:pt x="45167" y="20655"/>
                  </a:lnTo>
                  <a:cubicBezTo>
                    <a:pt x="42308" y="19226"/>
                    <a:pt x="38878" y="18083"/>
                    <a:pt x="34876" y="18083"/>
                  </a:cubicBezTo>
                  <a:cubicBezTo>
                    <a:pt x="22012" y="18083"/>
                    <a:pt x="18581" y="28374"/>
                    <a:pt x="18581" y="40666"/>
                  </a:cubicBezTo>
                  <a:lnTo>
                    <a:pt x="18581" y="81831"/>
                  </a:lnTo>
                  <a:lnTo>
                    <a:pt x="0" y="81831"/>
                  </a:lnTo>
                  <a:lnTo>
                    <a:pt x="0" y="1788"/>
                  </a:lnTo>
                  <a:lnTo>
                    <a:pt x="18296" y="1788"/>
                  </a:lnTo>
                  <a:lnTo>
                    <a:pt x="18296" y="12079"/>
                  </a:lnTo>
                  <a:lnTo>
                    <a:pt x="18581" y="12079"/>
                  </a:lnTo>
                  <a:cubicBezTo>
                    <a:pt x="22869" y="4647"/>
                    <a:pt x="30302" y="73"/>
                    <a:pt x="39450" y="73"/>
                  </a:cubicBezTo>
                  <a:cubicBezTo>
                    <a:pt x="42023" y="-213"/>
                    <a:pt x="45167" y="359"/>
                    <a:pt x="48026" y="1502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4" name="Freihandform: Form 193">
              <a:extLst>
                <a:ext uri="{FF2B5EF4-FFF2-40B4-BE49-F238E27FC236}">
                  <a16:creationId xmlns:a16="http://schemas.microsoft.com/office/drawing/2014/main" id="{F19BD1A3-4D27-469F-816F-F68E68ABC4C4}"/>
                </a:ext>
              </a:extLst>
            </p:cNvPr>
            <p:cNvSpPr/>
            <p:nvPr/>
          </p:nvSpPr>
          <p:spPr>
            <a:xfrm>
              <a:off x="3641698" y="-108548"/>
              <a:ext cx="61747" cy="84045"/>
            </a:xfrm>
            <a:custGeom>
              <a:avLst/>
              <a:gdLst>
                <a:gd name="connsiteX0" fmla="*/ 8862 w 61747"/>
                <a:gd name="connsiteY0" fmla="*/ 59461 h 84045"/>
                <a:gd name="connsiteX1" fmla="*/ 31445 w 61747"/>
                <a:gd name="connsiteY1" fmla="*/ 68322 h 84045"/>
                <a:gd name="connsiteX2" fmla="*/ 43166 w 61747"/>
                <a:gd name="connsiteY2" fmla="*/ 60318 h 84045"/>
                <a:gd name="connsiteX3" fmla="*/ 3144 w 61747"/>
                <a:gd name="connsiteY3" fmla="*/ 24871 h 84045"/>
                <a:gd name="connsiteX4" fmla="*/ 33446 w 61747"/>
                <a:gd name="connsiteY4" fmla="*/ 0 h 84045"/>
                <a:gd name="connsiteX5" fmla="*/ 61176 w 61747"/>
                <a:gd name="connsiteY5" fmla="*/ 8290 h 84045"/>
                <a:gd name="connsiteX6" fmla="*/ 52314 w 61747"/>
                <a:gd name="connsiteY6" fmla="*/ 22869 h 84045"/>
                <a:gd name="connsiteX7" fmla="*/ 33161 w 61747"/>
                <a:gd name="connsiteY7" fmla="*/ 15723 h 84045"/>
                <a:gd name="connsiteX8" fmla="*/ 21726 w 61747"/>
                <a:gd name="connsiteY8" fmla="*/ 23155 h 84045"/>
                <a:gd name="connsiteX9" fmla="*/ 61747 w 61747"/>
                <a:gd name="connsiteY9" fmla="*/ 58603 h 84045"/>
                <a:gd name="connsiteX10" fmla="*/ 30874 w 61747"/>
                <a:gd name="connsiteY10" fmla="*/ 84045 h 84045"/>
                <a:gd name="connsiteX11" fmla="*/ 0 w 61747"/>
                <a:gd name="connsiteY11" fmla="*/ 74326 h 84045"/>
                <a:gd name="connsiteX12" fmla="*/ 8862 w 61747"/>
                <a:gd name="connsiteY12" fmla="*/ 59461 h 84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1747" h="84045">
                  <a:moveTo>
                    <a:pt x="8862" y="59461"/>
                  </a:moveTo>
                  <a:cubicBezTo>
                    <a:pt x="16866" y="65464"/>
                    <a:pt x="24299" y="68322"/>
                    <a:pt x="31445" y="68322"/>
                  </a:cubicBezTo>
                  <a:cubicBezTo>
                    <a:pt x="38306" y="68322"/>
                    <a:pt x="43166" y="65178"/>
                    <a:pt x="43166" y="60318"/>
                  </a:cubicBezTo>
                  <a:cubicBezTo>
                    <a:pt x="43166" y="46597"/>
                    <a:pt x="3144" y="51456"/>
                    <a:pt x="3144" y="24871"/>
                  </a:cubicBezTo>
                  <a:cubicBezTo>
                    <a:pt x="3144" y="10005"/>
                    <a:pt x="15437" y="0"/>
                    <a:pt x="33446" y="0"/>
                  </a:cubicBezTo>
                  <a:cubicBezTo>
                    <a:pt x="43166" y="0"/>
                    <a:pt x="52600" y="2859"/>
                    <a:pt x="61176" y="8290"/>
                  </a:cubicBezTo>
                  <a:lnTo>
                    <a:pt x="52314" y="22869"/>
                  </a:lnTo>
                  <a:cubicBezTo>
                    <a:pt x="45453" y="18296"/>
                    <a:pt x="39164" y="15723"/>
                    <a:pt x="33161" y="15723"/>
                  </a:cubicBezTo>
                  <a:cubicBezTo>
                    <a:pt x="26300" y="15723"/>
                    <a:pt x="21726" y="18581"/>
                    <a:pt x="21726" y="23155"/>
                  </a:cubicBezTo>
                  <a:cubicBezTo>
                    <a:pt x="21726" y="36305"/>
                    <a:pt x="61747" y="31731"/>
                    <a:pt x="61747" y="58603"/>
                  </a:cubicBezTo>
                  <a:cubicBezTo>
                    <a:pt x="61747" y="73754"/>
                    <a:pt x="49455" y="84045"/>
                    <a:pt x="30874" y="84045"/>
                  </a:cubicBezTo>
                  <a:cubicBezTo>
                    <a:pt x="20297" y="84045"/>
                    <a:pt x="9434" y="80615"/>
                    <a:pt x="0" y="74326"/>
                  </a:cubicBezTo>
                  <a:lnTo>
                    <a:pt x="8862" y="5946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5" name="Freihandform: Form 194">
              <a:extLst>
                <a:ext uri="{FF2B5EF4-FFF2-40B4-BE49-F238E27FC236}">
                  <a16:creationId xmlns:a16="http://schemas.microsoft.com/office/drawing/2014/main" id="{D8E51CDB-CB01-422A-8B6E-58BCF880AD93}"/>
                </a:ext>
              </a:extLst>
            </p:cNvPr>
            <p:cNvSpPr/>
            <p:nvPr/>
          </p:nvSpPr>
          <p:spPr>
            <a:xfrm>
              <a:off x="3720884" y="-141994"/>
              <a:ext cx="23727" cy="115490"/>
            </a:xfrm>
            <a:custGeom>
              <a:avLst/>
              <a:gdLst>
                <a:gd name="connsiteX0" fmla="*/ 23727 w 23727"/>
                <a:gd name="connsiteY0" fmla="*/ 11435 h 115490"/>
                <a:gd name="connsiteX1" fmla="*/ 11721 w 23727"/>
                <a:gd name="connsiteY1" fmla="*/ 22869 h 115490"/>
                <a:gd name="connsiteX2" fmla="*/ 0 w 23727"/>
                <a:gd name="connsiteY2" fmla="*/ 11435 h 115490"/>
                <a:gd name="connsiteX3" fmla="*/ 11721 w 23727"/>
                <a:gd name="connsiteY3" fmla="*/ 0 h 115490"/>
                <a:gd name="connsiteX4" fmla="*/ 23727 w 23727"/>
                <a:gd name="connsiteY4" fmla="*/ 11435 h 115490"/>
                <a:gd name="connsiteX5" fmla="*/ 21154 w 23727"/>
                <a:gd name="connsiteY5" fmla="*/ 115491 h 115490"/>
                <a:gd name="connsiteX6" fmla="*/ 2573 w 23727"/>
                <a:gd name="connsiteY6" fmla="*/ 115491 h 115490"/>
                <a:gd name="connsiteX7" fmla="*/ 2573 w 23727"/>
                <a:gd name="connsiteY7" fmla="*/ 35448 h 115490"/>
                <a:gd name="connsiteX8" fmla="*/ 21154 w 23727"/>
                <a:gd name="connsiteY8" fmla="*/ 35448 h 115490"/>
                <a:gd name="connsiteX9" fmla="*/ 21154 w 23727"/>
                <a:gd name="connsiteY9" fmla="*/ 115491 h 115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727" h="115490">
                  <a:moveTo>
                    <a:pt x="23727" y="11435"/>
                  </a:moveTo>
                  <a:cubicBezTo>
                    <a:pt x="23727" y="18010"/>
                    <a:pt x="18296" y="22869"/>
                    <a:pt x="11721" y="22869"/>
                  </a:cubicBezTo>
                  <a:cubicBezTo>
                    <a:pt x="5146" y="22869"/>
                    <a:pt x="0" y="18296"/>
                    <a:pt x="0" y="11435"/>
                  </a:cubicBezTo>
                  <a:cubicBezTo>
                    <a:pt x="0" y="4860"/>
                    <a:pt x="5432" y="0"/>
                    <a:pt x="11721" y="0"/>
                  </a:cubicBezTo>
                  <a:cubicBezTo>
                    <a:pt x="18296" y="0"/>
                    <a:pt x="23727" y="4860"/>
                    <a:pt x="23727" y="11435"/>
                  </a:cubicBezTo>
                  <a:close/>
                  <a:moveTo>
                    <a:pt x="21154" y="115491"/>
                  </a:moveTo>
                  <a:lnTo>
                    <a:pt x="2573" y="115491"/>
                  </a:lnTo>
                  <a:lnTo>
                    <a:pt x="2573" y="35448"/>
                  </a:lnTo>
                  <a:lnTo>
                    <a:pt x="21154" y="35448"/>
                  </a:lnTo>
                  <a:lnTo>
                    <a:pt x="21154" y="11549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6" name="Freihandform: Form 195">
              <a:extLst>
                <a:ext uri="{FF2B5EF4-FFF2-40B4-BE49-F238E27FC236}">
                  <a16:creationId xmlns:a16="http://schemas.microsoft.com/office/drawing/2014/main" id="{CE33B8C0-9214-48E9-B389-6B44159931EF}"/>
                </a:ext>
              </a:extLst>
            </p:cNvPr>
            <p:cNvSpPr/>
            <p:nvPr/>
          </p:nvSpPr>
          <p:spPr>
            <a:xfrm>
              <a:off x="3758046" y="-131989"/>
              <a:ext cx="49741" cy="107486"/>
            </a:xfrm>
            <a:custGeom>
              <a:avLst/>
              <a:gdLst>
                <a:gd name="connsiteX0" fmla="*/ 49741 w 49741"/>
                <a:gd name="connsiteY0" fmla="*/ 88619 h 107486"/>
                <a:gd name="connsiteX1" fmla="*/ 49741 w 49741"/>
                <a:gd name="connsiteY1" fmla="*/ 104628 h 107486"/>
                <a:gd name="connsiteX2" fmla="*/ 34018 w 49741"/>
                <a:gd name="connsiteY2" fmla="*/ 107486 h 107486"/>
                <a:gd name="connsiteX3" fmla="*/ 12292 w 49741"/>
                <a:gd name="connsiteY3" fmla="*/ 84903 h 107486"/>
                <a:gd name="connsiteX4" fmla="*/ 12292 w 49741"/>
                <a:gd name="connsiteY4" fmla="*/ 41165 h 107486"/>
                <a:gd name="connsiteX5" fmla="*/ 0 w 49741"/>
                <a:gd name="connsiteY5" fmla="*/ 41165 h 107486"/>
                <a:gd name="connsiteX6" fmla="*/ 0 w 49741"/>
                <a:gd name="connsiteY6" fmla="*/ 25728 h 107486"/>
                <a:gd name="connsiteX7" fmla="*/ 12006 w 49741"/>
                <a:gd name="connsiteY7" fmla="*/ 25728 h 107486"/>
                <a:gd name="connsiteX8" fmla="*/ 12006 w 49741"/>
                <a:gd name="connsiteY8" fmla="*/ 4002 h 107486"/>
                <a:gd name="connsiteX9" fmla="*/ 30588 w 49741"/>
                <a:gd name="connsiteY9" fmla="*/ 0 h 107486"/>
                <a:gd name="connsiteX10" fmla="*/ 30588 w 49741"/>
                <a:gd name="connsiteY10" fmla="*/ 26014 h 107486"/>
                <a:gd name="connsiteX11" fmla="*/ 49741 w 49741"/>
                <a:gd name="connsiteY11" fmla="*/ 26014 h 107486"/>
                <a:gd name="connsiteX12" fmla="*/ 49741 w 49741"/>
                <a:gd name="connsiteY12" fmla="*/ 41451 h 107486"/>
                <a:gd name="connsiteX13" fmla="*/ 30588 w 49741"/>
                <a:gd name="connsiteY13" fmla="*/ 41451 h 107486"/>
                <a:gd name="connsiteX14" fmla="*/ 30588 w 49741"/>
                <a:gd name="connsiteY14" fmla="*/ 80901 h 107486"/>
                <a:gd name="connsiteX15" fmla="*/ 39164 w 49741"/>
                <a:gd name="connsiteY15" fmla="*/ 91478 h 107486"/>
                <a:gd name="connsiteX16" fmla="*/ 49741 w 49741"/>
                <a:gd name="connsiteY16" fmla="*/ 88619 h 107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9741" h="107486">
                  <a:moveTo>
                    <a:pt x="49741" y="88619"/>
                  </a:moveTo>
                  <a:lnTo>
                    <a:pt x="49741" y="104628"/>
                  </a:lnTo>
                  <a:cubicBezTo>
                    <a:pt x="45739" y="106629"/>
                    <a:pt x="39450" y="107486"/>
                    <a:pt x="34018" y="107486"/>
                  </a:cubicBezTo>
                  <a:cubicBezTo>
                    <a:pt x="20011" y="107486"/>
                    <a:pt x="12292" y="99482"/>
                    <a:pt x="12292" y="84903"/>
                  </a:cubicBezTo>
                  <a:lnTo>
                    <a:pt x="12292" y="41165"/>
                  </a:lnTo>
                  <a:lnTo>
                    <a:pt x="0" y="41165"/>
                  </a:lnTo>
                  <a:lnTo>
                    <a:pt x="0" y="25728"/>
                  </a:lnTo>
                  <a:lnTo>
                    <a:pt x="12006" y="25728"/>
                  </a:lnTo>
                  <a:lnTo>
                    <a:pt x="12006" y="4002"/>
                  </a:lnTo>
                  <a:lnTo>
                    <a:pt x="30588" y="0"/>
                  </a:lnTo>
                  <a:lnTo>
                    <a:pt x="30588" y="26014"/>
                  </a:lnTo>
                  <a:lnTo>
                    <a:pt x="49741" y="26014"/>
                  </a:lnTo>
                  <a:lnTo>
                    <a:pt x="49741" y="41451"/>
                  </a:lnTo>
                  <a:lnTo>
                    <a:pt x="30588" y="41451"/>
                  </a:lnTo>
                  <a:lnTo>
                    <a:pt x="30588" y="80901"/>
                  </a:lnTo>
                  <a:cubicBezTo>
                    <a:pt x="30588" y="88333"/>
                    <a:pt x="33161" y="91478"/>
                    <a:pt x="39164" y="91478"/>
                  </a:cubicBezTo>
                  <a:cubicBezTo>
                    <a:pt x="42594" y="91192"/>
                    <a:pt x="46597" y="90048"/>
                    <a:pt x="49741" y="88619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7" name="Freihandform: Form 196">
              <a:extLst>
                <a:ext uri="{FF2B5EF4-FFF2-40B4-BE49-F238E27FC236}">
                  <a16:creationId xmlns:a16="http://schemas.microsoft.com/office/drawing/2014/main" id="{A179B9FE-AD40-45DF-AFAF-9A549A0A81BC}"/>
                </a:ext>
              </a:extLst>
            </p:cNvPr>
            <p:cNvSpPr/>
            <p:nvPr/>
          </p:nvSpPr>
          <p:spPr>
            <a:xfrm>
              <a:off x="3822367" y="-140565"/>
              <a:ext cx="67750" cy="116062"/>
            </a:xfrm>
            <a:custGeom>
              <a:avLst/>
              <a:gdLst>
                <a:gd name="connsiteX0" fmla="*/ 34304 w 67750"/>
                <a:gd name="connsiteY0" fmla="*/ 64606 h 116062"/>
                <a:gd name="connsiteX1" fmla="*/ 49455 w 67750"/>
                <a:gd name="connsiteY1" fmla="*/ 66321 h 116062"/>
                <a:gd name="connsiteX2" fmla="*/ 49455 w 67750"/>
                <a:gd name="connsiteY2" fmla="*/ 63463 h 116062"/>
                <a:gd name="connsiteX3" fmla="*/ 31731 w 67750"/>
                <a:gd name="connsiteY3" fmla="*/ 48026 h 116062"/>
                <a:gd name="connsiteX4" fmla="*/ 11435 w 67750"/>
                <a:gd name="connsiteY4" fmla="*/ 52600 h 116062"/>
                <a:gd name="connsiteX5" fmla="*/ 7433 w 67750"/>
                <a:gd name="connsiteY5" fmla="*/ 36877 h 116062"/>
                <a:gd name="connsiteX6" fmla="*/ 33733 w 67750"/>
                <a:gd name="connsiteY6" fmla="*/ 32303 h 116062"/>
                <a:gd name="connsiteX7" fmla="*/ 67751 w 67750"/>
                <a:gd name="connsiteY7" fmla="*/ 63177 h 116062"/>
                <a:gd name="connsiteX8" fmla="*/ 67751 w 67750"/>
                <a:gd name="connsiteY8" fmla="*/ 114347 h 116062"/>
                <a:gd name="connsiteX9" fmla="*/ 50027 w 67750"/>
                <a:gd name="connsiteY9" fmla="*/ 114347 h 116062"/>
                <a:gd name="connsiteX10" fmla="*/ 50027 w 67750"/>
                <a:gd name="connsiteY10" fmla="*/ 105771 h 116062"/>
                <a:gd name="connsiteX11" fmla="*/ 49741 w 67750"/>
                <a:gd name="connsiteY11" fmla="*/ 105771 h 116062"/>
                <a:gd name="connsiteX12" fmla="*/ 26300 w 67750"/>
                <a:gd name="connsiteY12" fmla="*/ 116062 h 116062"/>
                <a:gd name="connsiteX13" fmla="*/ 0 w 67750"/>
                <a:gd name="connsiteY13" fmla="*/ 90620 h 116062"/>
                <a:gd name="connsiteX14" fmla="*/ 34304 w 67750"/>
                <a:gd name="connsiteY14" fmla="*/ 64606 h 116062"/>
                <a:gd name="connsiteX15" fmla="*/ 19153 w 67750"/>
                <a:gd name="connsiteY15" fmla="*/ 21726 h 116062"/>
                <a:gd name="connsiteX16" fmla="*/ 8004 w 67750"/>
                <a:gd name="connsiteY16" fmla="*/ 10863 h 116062"/>
                <a:gd name="connsiteX17" fmla="*/ 19153 w 67750"/>
                <a:gd name="connsiteY17" fmla="*/ 0 h 116062"/>
                <a:gd name="connsiteX18" fmla="*/ 30302 w 67750"/>
                <a:gd name="connsiteY18" fmla="*/ 10863 h 116062"/>
                <a:gd name="connsiteX19" fmla="*/ 19153 w 67750"/>
                <a:gd name="connsiteY19" fmla="*/ 21726 h 116062"/>
                <a:gd name="connsiteX20" fmla="*/ 31160 w 67750"/>
                <a:gd name="connsiteY20" fmla="*/ 102055 h 116062"/>
                <a:gd name="connsiteX21" fmla="*/ 49455 w 67750"/>
                <a:gd name="connsiteY21" fmla="*/ 92335 h 116062"/>
                <a:gd name="connsiteX22" fmla="*/ 49455 w 67750"/>
                <a:gd name="connsiteY22" fmla="*/ 78614 h 116062"/>
                <a:gd name="connsiteX23" fmla="*/ 36305 w 67750"/>
                <a:gd name="connsiteY23" fmla="*/ 77184 h 116062"/>
                <a:gd name="connsiteX24" fmla="*/ 17724 w 67750"/>
                <a:gd name="connsiteY24" fmla="*/ 90334 h 116062"/>
                <a:gd name="connsiteX25" fmla="*/ 31160 w 67750"/>
                <a:gd name="connsiteY25" fmla="*/ 102055 h 116062"/>
                <a:gd name="connsiteX26" fmla="*/ 51742 w 67750"/>
                <a:gd name="connsiteY26" fmla="*/ 21726 h 116062"/>
                <a:gd name="connsiteX27" fmla="*/ 40593 w 67750"/>
                <a:gd name="connsiteY27" fmla="*/ 10863 h 116062"/>
                <a:gd name="connsiteX28" fmla="*/ 51742 w 67750"/>
                <a:gd name="connsiteY28" fmla="*/ 0 h 116062"/>
                <a:gd name="connsiteX29" fmla="*/ 62891 w 67750"/>
                <a:gd name="connsiteY29" fmla="*/ 10863 h 116062"/>
                <a:gd name="connsiteX30" fmla="*/ 51742 w 67750"/>
                <a:gd name="connsiteY30" fmla="*/ 21726 h 1160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7750" h="116062">
                  <a:moveTo>
                    <a:pt x="34304" y="64606"/>
                  </a:moveTo>
                  <a:cubicBezTo>
                    <a:pt x="39450" y="64606"/>
                    <a:pt x="44310" y="64892"/>
                    <a:pt x="49455" y="66321"/>
                  </a:cubicBezTo>
                  <a:lnTo>
                    <a:pt x="49455" y="63463"/>
                  </a:lnTo>
                  <a:cubicBezTo>
                    <a:pt x="49455" y="53171"/>
                    <a:pt x="43452" y="48026"/>
                    <a:pt x="31731" y="48026"/>
                  </a:cubicBezTo>
                  <a:cubicBezTo>
                    <a:pt x="25157" y="48026"/>
                    <a:pt x="18010" y="49455"/>
                    <a:pt x="11435" y="52600"/>
                  </a:cubicBezTo>
                  <a:lnTo>
                    <a:pt x="7433" y="36877"/>
                  </a:lnTo>
                  <a:cubicBezTo>
                    <a:pt x="14865" y="34018"/>
                    <a:pt x="24585" y="32303"/>
                    <a:pt x="33733" y="32303"/>
                  </a:cubicBezTo>
                  <a:cubicBezTo>
                    <a:pt x="56316" y="32303"/>
                    <a:pt x="67751" y="42880"/>
                    <a:pt x="67751" y="63177"/>
                  </a:cubicBezTo>
                  <a:lnTo>
                    <a:pt x="67751" y="114347"/>
                  </a:lnTo>
                  <a:lnTo>
                    <a:pt x="50027" y="114347"/>
                  </a:lnTo>
                  <a:lnTo>
                    <a:pt x="50027" y="105771"/>
                  </a:lnTo>
                  <a:lnTo>
                    <a:pt x="49741" y="105771"/>
                  </a:lnTo>
                  <a:cubicBezTo>
                    <a:pt x="42880" y="112918"/>
                    <a:pt x="35734" y="116062"/>
                    <a:pt x="26300" y="116062"/>
                  </a:cubicBezTo>
                  <a:cubicBezTo>
                    <a:pt x="10291" y="116062"/>
                    <a:pt x="0" y="106057"/>
                    <a:pt x="0" y="90620"/>
                  </a:cubicBezTo>
                  <a:cubicBezTo>
                    <a:pt x="0" y="73754"/>
                    <a:pt x="12006" y="64606"/>
                    <a:pt x="34304" y="64606"/>
                  </a:cubicBezTo>
                  <a:close/>
                  <a:moveTo>
                    <a:pt x="19153" y="21726"/>
                  </a:moveTo>
                  <a:cubicBezTo>
                    <a:pt x="13150" y="21726"/>
                    <a:pt x="8004" y="16580"/>
                    <a:pt x="8004" y="10863"/>
                  </a:cubicBezTo>
                  <a:cubicBezTo>
                    <a:pt x="8004" y="5146"/>
                    <a:pt x="13150" y="0"/>
                    <a:pt x="19153" y="0"/>
                  </a:cubicBezTo>
                  <a:cubicBezTo>
                    <a:pt x="25157" y="0"/>
                    <a:pt x="30302" y="5146"/>
                    <a:pt x="30302" y="10863"/>
                  </a:cubicBezTo>
                  <a:cubicBezTo>
                    <a:pt x="30302" y="16866"/>
                    <a:pt x="25157" y="21726"/>
                    <a:pt x="19153" y="21726"/>
                  </a:cubicBezTo>
                  <a:close/>
                  <a:moveTo>
                    <a:pt x="31160" y="102055"/>
                  </a:moveTo>
                  <a:cubicBezTo>
                    <a:pt x="38021" y="102055"/>
                    <a:pt x="44310" y="98625"/>
                    <a:pt x="49455" y="92335"/>
                  </a:cubicBezTo>
                  <a:lnTo>
                    <a:pt x="49455" y="78614"/>
                  </a:lnTo>
                  <a:cubicBezTo>
                    <a:pt x="45167" y="77470"/>
                    <a:pt x="40593" y="77184"/>
                    <a:pt x="36305" y="77184"/>
                  </a:cubicBezTo>
                  <a:cubicBezTo>
                    <a:pt x="24585" y="77184"/>
                    <a:pt x="17724" y="81758"/>
                    <a:pt x="17724" y="90334"/>
                  </a:cubicBezTo>
                  <a:cubicBezTo>
                    <a:pt x="17724" y="97481"/>
                    <a:pt x="22869" y="102055"/>
                    <a:pt x="31160" y="102055"/>
                  </a:cubicBezTo>
                  <a:close/>
                  <a:moveTo>
                    <a:pt x="51742" y="21726"/>
                  </a:moveTo>
                  <a:cubicBezTo>
                    <a:pt x="45739" y="21726"/>
                    <a:pt x="40593" y="16580"/>
                    <a:pt x="40593" y="10863"/>
                  </a:cubicBezTo>
                  <a:cubicBezTo>
                    <a:pt x="40593" y="5146"/>
                    <a:pt x="45739" y="0"/>
                    <a:pt x="51742" y="0"/>
                  </a:cubicBezTo>
                  <a:cubicBezTo>
                    <a:pt x="57745" y="0"/>
                    <a:pt x="62891" y="5146"/>
                    <a:pt x="62891" y="10863"/>
                  </a:cubicBezTo>
                  <a:cubicBezTo>
                    <a:pt x="62891" y="16866"/>
                    <a:pt x="57745" y="21726"/>
                    <a:pt x="51742" y="21726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8" name="Freihandform: Form 197">
              <a:extLst>
                <a:ext uri="{FF2B5EF4-FFF2-40B4-BE49-F238E27FC236}">
                  <a16:creationId xmlns:a16="http://schemas.microsoft.com/office/drawing/2014/main" id="{98183F8D-EEE0-4CB3-ADF3-C13D2EDB85CE}"/>
                </a:ext>
              </a:extLst>
            </p:cNvPr>
            <p:cNvSpPr/>
            <p:nvPr/>
          </p:nvSpPr>
          <p:spPr>
            <a:xfrm>
              <a:off x="3904697" y="-131989"/>
              <a:ext cx="49740" cy="107486"/>
            </a:xfrm>
            <a:custGeom>
              <a:avLst/>
              <a:gdLst>
                <a:gd name="connsiteX0" fmla="*/ 49741 w 49740"/>
                <a:gd name="connsiteY0" fmla="*/ 88619 h 107486"/>
                <a:gd name="connsiteX1" fmla="*/ 49741 w 49740"/>
                <a:gd name="connsiteY1" fmla="*/ 104628 h 107486"/>
                <a:gd name="connsiteX2" fmla="*/ 34018 w 49740"/>
                <a:gd name="connsiteY2" fmla="*/ 107486 h 107486"/>
                <a:gd name="connsiteX3" fmla="*/ 12292 w 49740"/>
                <a:gd name="connsiteY3" fmla="*/ 84903 h 107486"/>
                <a:gd name="connsiteX4" fmla="*/ 12292 w 49740"/>
                <a:gd name="connsiteY4" fmla="*/ 41165 h 107486"/>
                <a:gd name="connsiteX5" fmla="*/ 0 w 49740"/>
                <a:gd name="connsiteY5" fmla="*/ 41165 h 107486"/>
                <a:gd name="connsiteX6" fmla="*/ 0 w 49740"/>
                <a:gd name="connsiteY6" fmla="*/ 25728 h 107486"/>
                <a:gd name="connsiteX7" fmla="*/ 12006 w 49740"/>
                <a:gd name="connsiteY7" fmla="*/ 25728 h 107486"/>
                <a:gd name="connsiteX8" fmla="*/ 12006 w 49740"/>
                <a:gd name="connsiteY8" fmla="*/ 4002 h 107486"/>
                <a:gd name="connsiteX9" fmla="*/ 30588 w 49740"/>
                <a:gd name="connsiteY9" fmla="*/ 0 h 107486"/>
                <a:gd name="connsiteX10" fmla="*/ 30588 w 49740"/>
                <a:gd name="connsiteY10" fmla="*/ 26014 h 107486"/>
                <a:gd name="connsiteX11" fmla="*/ 49741 w 49740"/>
                <a:gd name="connsiteY11" fmla="*/ 26014 h 107486"/>
                <a:gd name="connsiteX12" fmla="*/ 49741 w 49740"/>
                <a:gd name="connsiteY12" fmla="*/ 41451 h 107486"/>
                <a:gd name="connsiteX13" fmla="*/ 30588 w 49740"/>
                <a:gd name="connsiteY13" fmla="*/ 41451 h 107486"/>
                <a:gd name="connsiteX14" fmla="*/ 30588 w 49740"/>
                <a:gd name="connsiteY14" fmla="*/ 80901 h 107486"/>
                <a:gd name="connsiteX15" fmla="*/ 39164 w 49740"/>
                <a:gd name="connsiteY15" fmla="*/ 91478 h 107486"/>
                <a:gd name="connsiteX16" fmla="*/ 49741 w 49740"/>
                <a:gd name="connsiteY16" fmla="*/ 88619 h 107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9740" h="107486">
                  <a:moveTo>
                    <a:pt x="49741" y="88619"/>
                  </a:moveTo>
                  <a:lnTo>
                    <a:pt x="49741" y="104628"/>
                  </a:lnTo>
                  <a:cubicBezTo>
                    <a:pt x="45739" y="106629"/>
                    <a:pt x="39450" y="107486"/>
                    <a:pt x="34018" y="107486"/>
                  </a:cubicBezTo>
                  <a:cubicBezTo>
                    <a:pt x="20011" y="107486"/>
                    <a:pt x="12292" y="99482"/>
                    <a:pt x="12292" y="84903"/>
                  </a:cubicBezTo>
                  <a:lnTo>
                    <a:pt x="12292" y="41165"/>
                  </a:lnTo>
                  <a:lnTo>
                    <a:pt x="0" y="41165"/>
                  </a:lnTo>
                  <a:lnTo>
                    <a:pt x="0" y="25728"/>
                  </a:lnTo>
                  <a:lnTo>
                    <a:pt x="12006" y="25728"/>
                  </a:lnTo>
                  <a:lnTo>
                    <a:pt x="12006" y="4002"/>
                  </a:lnTo>
                  <a:lnTo>
                    <a:pt x="30588" y="0"/>
                  </a:lnTo>
                  <a:lnTo>
                    <a:pt x="30588" y="26014"/>
                  </a:lnTo>
                  <a:lnTo>
                    <a:pt x="49741" y="26014"/>
                  </a:lnTo>
                  <a:lnTo>
                    <a:pt x="49741" y="41451"/>
                  </a:lnTo>
                  <a:lnTo>
                    <a:pt x="30588" y="41451"/>
                  </a:lnTo>
                  <a:lnTo>
                    <a:pt x="30588" y="80901"/>
                  </a:lnTo>
                  <a:cubicBezTo>
                    <a:pt x="30588" y="88333"/>
                    <a:pt x="33161" y="91478"/>
                    <a:pt x="39164" y="91478"/>
                  </a:cubicBezTo>
                  <a:cubicBezTo>
                    <a:pt x="42880" y="91192"/>
                    <a:pt x="46596" y="90048"/>
                    <a:pt x="49741" y="88619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9" name="Freihandform: Form 198">
              <a:extLst>
                <a:ext uri="{FF2B5EF4-FFF2-40B4-BE49-F238E27FC236}">
                  <a16:creationId xmlns:a16="http://schemas.microsoft.com/office/drawing/2014/main" id="{DEF7A6F6-7697-44F1-AB8D-7381F17E2CAB}"/>
                </a:ext>
              </a:extLst>
            </p:cNvPr>
            <p:cNvSpPr/>
            <p:nvPr/>
          </p:nvSpPr>
          <p:spPr>
            <a:xfrm>
              <a:off x="1649198" y="35815"/>
              <a:ext cx="77756" cy="110630"/>
            </a:xfrm>
            <a:custGeom>
              <a:avLst/>
              <a:gdLst>
                <a:gd name="connsiteX0" fmla="*/ 77756 w 77756"/>
                <a:gd name="connsiteY0" fmla="*/ 33447 h 110630"/>
                <a:gd name="connsiteX1" fmla="*/ 38020 w 77756"/>
                <a:gd name="connsiteY1" fmla="*/ 68323 h 110630"/>
                <a:gd name="connsiteX2" fmla="*/ 19725 w 77756"/>
                <a:gd name="connsiteY2" fmla="*/ 68323 h 110630"/>
                <a:gd name="connsiteX3" fmla="*/ 19725 w 77756"/>
                <a:gd name="connsiteY3" fmla="*/ 110631 h 110630"/>
                <a:gd name="connsiteX4" fmla="*/ 0 w 77756"/>
                <a:gd name="connsiteY4" fmla="*/ 110631 h 110630"/>
                <a:gd name="connsiteX5" fmla="*/ 0 w 77756"/>
                <a:gd name="connsiteY5" fmla="*/ 0 h 110630"/>
                <a:gd name="connsiteX6" fmla="*/ 39164 w 77756"/>
                <a:gd name="connsiteY6" fmla="*/ 0 h 110630"/>
                <a:gd name="connsiteX7" fmla="*/ 77756 w 77756"/>
                <a:gd name="connsiteY7" fmla="*/ 33447 h 110630"/>
                <a:gd name="connsiteX8" fmla="*/ 58031 w 77756"/>
                <a:gd name="connsiteY8" fmla="*/ 34304 h 110630"/>
                <a:gd name="connsiteX9" fmla="*/ 38306 w 77756"/>
                <a:gd name="connsiteY9" fmla="*/ 17438 h 110630"/>
                <a:gd name="connsiteX10" fmla="*/ 19725 w 77756"/>
                <a:gd name="connsiteY10" fmla="*/ 17438 h 110630"/>
                <a:gd name="connsiteX11" fmla="*/ 19725 w 77756"/>
                <a:gd name="connsiteY11" fmla="*/ 51170 h 110630"/>
                <a:gd name="connsiteX12" fmla="*/ 37735 w 77756"/>
                <a:gd name="connsiteY12" fmla="*/ 51170 h 110630"/>
                <a:gd name="connsiteX13" fmla="*/ 58031 w 77756"/>
                <a:gd name="connsiteY13" fmla="*/ 34304 h 110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7756" h="110630">
                  <a:moveTo>
                    <a:pt x="77756" y="33447"/>
                  </a:moveTo>
                  <a:cubicBezTo>
                    <a:pt x="77756" y="57460"/>
                    <a:pt x="61176" y="68323"/>
                    <a:pt x="38020" y="68323"/>
                  </a:cubicBezTo>
                  <a:lnTo>
                    <a:pt x="19725" y="68323"/>
                  </a:lnTo>
                  <a:lnTo>
                    <a:pt x="19725" y="110631"/>
                  </a:lnTo>
                  <a:lnTo>
                    <a:pt x="0" y="110631"/>
                  </a:lnTo>
                  <a:lnTo>
                    <a:pt x="0" y="0"/>
                  </a:lnTo>
                  <a:lnTo>
                    <a:pt x="39164" y="0"/>
                  </a:lnTo>
                  <a:cubicBezTo>
                    <a:pt x="61462" y="0"/>
                    <a:pt x="77756" y="9720"/>
                    <a:pt x="77756" y="33447"/>
                  </a:cubicBezTo>
                  <a:close/>
                  <a:moveTo>
                    <a:pt x="58031" y="34304"/>
                  </a:moveTo>
                  <a:cubicBezTo>
                    <a:pt x="58031" y="22869"/>
                    <a:pt x="50884" y="17438"/>
                    <a:pt x="38306" y="17438"/>
                  </a:cubicBezTo>
                  <a:lnTo>
                    <a:pt x="19725" y="17438"/>
                  </a:lnTo>
                  <a:lnTo>
                    <a:pt x="19725" y="51170"/>
                  </a:lnTo>
                  <a:lnTo>
                    <a:pt x="37735" y="51170"/>
                  </a:lnTo>
                  <a:cubicBezTo>
                    <a:pt x="50884" y="51170"/>
                    <a:pt x="58031" y="45453"/>
                    <a:pt x="58031" y="34304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0" name="Freihandform: Form 199">
              <a:extLst>
                <a:ext uri="{FF2B5EF4-FFF2-40B4-BE49-F238E27FC236}">
                  <a16:creationId xmlns:a16="http://schemas.microsoft.com/office/drawing/2014/main" id="{20A9FABD-4F3B-45E8-960F-F01F361FB27A}"/>
                </a:ext>
              </a:extLst>
            </p:cNvPr>
            <p:cNvSpPr/>
            <p:nvPr/>
          </p:nvSpPr>
          <p:spPr>
            <a:xfrm>
              <a:off x="1744678" y="29811"/>
              <a:ext cx="68608" cy="116920"/>
            </a:xfrm>
            <a:custGeom>
              <a:avLst/>
              <a:gdLst>
                <a:gd name="connsiteX0" fmla="*/ 68608 w 68608"/>
                <a:gd name="connsiteY0" fmla="*/ 116634 h 116920"/>
                <a:gd name="connsiteX1" fmla="*/ 50027 w 68608"/>
                <a:gd name="connsiteY1" fmla="*/ 116634 h 116920"/>
                <a:gd name="connsiteX2" fmla="*/ 50027 w 68608"/>
                <a:gd name="connsiteY2" fmla="*/ 70895 h 116920"/>
                <a:gd name="connsiteX3" fmla="*/ 35162 w 68608"/>
                <a:gd name="connsiteY3" fmla="*/ 51456 h 116920"/>
                <a:gd name="connsiteX4" fmla="*/ 18581 w 68608"/>
                <a:gd name="connsiteY4" fmla="*/ 70895 h 116920"/>
                <a:gd name="connsiteX5" fmla="*/ 18581 w 68608"/>
                <a:gd name="connsiteY5" fmla="*/ 116920 h 116920"/>
                <a:gd name="connsiteX6" fmla="*/ 0 w 68608"/>
                <a:gd name="connsiteY6" fmla="*/ 116920 h 116920"/>
                <a:gd name="connsiteX7" fmla="*/ 0 w 68608"/>
                <a:gd name="connsiteY7" fmla="*/ 4574 h 116920"/>
                <a:gd name="connsiteX8" fmla="*/ 18581 w 68608"/>
                <a:gd name="connsiteY8" fmla="*/ 0 h 116920"/>
                <a:gd name="connsiteX9" fmla="*/ 18581 w 68608"/>
                <a:gd name="connsiteY9" fmla="*/ 46597 h 116920"/>
                <a:gd name="connsiteX10" fmla="*/ 18867 w 68608"/>
                <a:gd name="connsiteY10" fmla="*/ 46597 h 116920"/>
                <a:gd name="connsiteX11" fmla="*/ 42308 w 68608"/>
                <a:gd name="connsiteY11" fmla="*/ 34876 h 116920"/>
                <a:gd name="connsiteX12" fmla="*/ 68608 w 68608"/>
                <a:gd name="connsiteY12" fmla="*/ 67179 h 116920"/>
                <a:gd name="connsiteX13" fmla="*/ 68608 w 68608"/>
                <a:gd name="connsiteY13" fmla="*/ 116634 h 116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8608" h="116920">
                  <a:moveTo>
                    <a:pt x="68608" y="116634"/>
                  </a:moveTo>
                  <a:lnTo>
                    <a:pt x="50027" y="116634"/>
                  </a:lnTo>
                  <a:lnTo>
                    <a:pt x="50027" y="70895"/>
                  </a:lnTo>
                  <a:cubicBezTo>
                    <a:pt x="50027" y="59175"/>
                    <a:pt x="46311" y="51456"/>
                    <a:pt x="35162" y="51456"/>
                  </a:cubicBezTo>
                  <a:cubicBezTo>
                    <a:pt x="22298" y="51456"/>
                    <a:pt x="18581" y="61748"/>
                    <a:pt x="18581" y="70895"/>
                  </a:cubicBezTo>
                  <a:lnTo>
                    <a:pt x="18581" y="116920"/>
                  </a:lnTo>
                  <a:lnTo>
                    <a:pt x="0" y="116920"/>
                  </a:lnTo>
                  <a:lnTo>
                    <a:pt x="0" y="4574"/>
                  </a:lnTo>
                  <a:lnTo>
                    <a:pt x="18581" y="0"/>
                  </a:lnTo>
                  <a:lnTo>
                    <a:pt x="18581" y="46597"/>
                  </a:lnTo>
                  <a:lnTo>
                    <a:pt x="18867" y="46597"/>
                  </a:lnTo>
                  <a:cubicBezTo>
                    <a:pt x="23441" y="39450"/>
                    <a:pt x="31731" y="34876"/>
                    <a:pt x="42308" y="34876"/>
                  </a:cubicBezTo>
                  <a:cubicBezTo>
                    <a:pt x="60890" y="34876"/>
                    <a:pt x="68608" y="48598"/>
                    <a:pt x="68608" y="67179"/>
                  </a:cubicBezTo>
                  <a:lnTo>
                    <a:pt x="68608" y="116634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1" name="Freihandform: Form 200">
              <a:extLst>
                <a:ext uri="{FF2B5EF4-FFF2-40B4-BE49-F238E27FC236}">
                  <a16:creationId xmlns:a16="http://schemas.microsoft.com/office/drawing/2014/main" id="{656E7268-0DA0-4990-9B9D-54FEE7EA853A}"/>
                </a:ext>
              </a:extLst>
            </p:cNvPr>
            <p:cNvSpPr/>
            <p:nvPr/>
          </p:nvSpPr>
          <p:spPr>
            <a:xfrm>
              <a:off x="1834440" y="30955"/>
              <a:ext cx="23727" cy="115490"/>
            </a:xfrm>
            <a:custGeom>
              <a:avLst/>
              <a:gdLst>
                <a:gd name="connsiteX0" fmla="*/ 23727 w 23727"/>
                <a:gd name="connsiteY0" fmla="*/ 11435 h 115490"/>
                <a:gd name="connsiteX1" fmla="*/ 11721 w 23727"/>
                <a:gd name="connsiteY1" fmla="*/ 22869 h 115490"/>
                <a:gd name="connsiteX2" fmla="*/ 0 w 23727"/>
                <a:gd name="connsiteY2" fmla="*/ 11435 h 115490"/>
                <a:gd name="connsiteX3" fmla="*/ 11721 w 23727"/>
                <a:gd name="connsiteY3" fmla="*/ 0 h 115490"/>
                <a:gd name="connsiteX4" fmla="*/ 23727 w 23727"/>
                <a:gd name="connsiteY4" fmla="*/ 11435 h 115490"/>
                <a:gd name="connsiteX5" fmla="*/ 21154 w 23727"/>
                <a:gd name="connsiteY5" fmla="*/ 115491 h 115490"/>
                <a:gd name="connsiteX6" fmla="*/ 2573 w 23727"/>
                <a:gd name="connsiteY6" fmla="*/ 115491 h 115490"/>
                <a:gd name="connsiteX7" fmla="*/ 2573 w 23727"/>
                <a:gd name="connsiteY7" fmla="*/ 35448 h 115490"/>
                <a:gd name="connsiteX8" fmla="*/ 21154 w 23727"/>
                <a:gd name="connsiteY8" fmla="*/ 35448 h 115490"/>
                <a:gd name="connsiteX9" fmla="*/ 21154 w 23727"/>
                <a:gd name="connsiteY9" fmla="*/ 115491 h 115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727" h="115490">
                  <a:moveTo>
                    <a:pt x="23727" y="11435"/>
                  </a:moveTo>
                  <a:cubicBezTo>
                    <a:pt x="23727" y="18010"/>
                    <a:pt x="18296" y="22869"/>
                    <a:pt x="11721" y="22869"/>
                  </a:cubicBezTo>
                  <a:cubicBezTo>
                    <a:pt x="5146" y="22869"/>
                    <a:pt x="0" y="18010"/>
                    <a:pt x="0" y="11435"/>
                  </a:cubicBezTo>
                  <a:cubicBezTo>
                    <a:pt x="0" y="4860"/>
                    <a:pt x="5431" y="0"/>
                    <a:pt x="11721" y="0"/>
                  </a:cubicBezTo>
                  <a:cubicBezTo>
                    <a:pt x="18296" y="0"/>
                    <a:pt x="23727" y="4860"/>
                    <a:pt x="23727" y="11435"/>
                  </a:cubicBezTo>
                  <a:close/>
                  <a:moveTo>
                    <a:pt x="21154" y="115491"/>
                  </a:moveTo>
                  <a:lnTo>
                    <a:pt x="2573" y="115491"/>
                  </a:lnTo>
                  <a:lnTo>
                    <a:pt x="2573" y="35448"/>
                  </a:lnTo>
                  <a:lnTo>
                    <a:pt x="21154" y="35448"/>
                  </a:lnTo>
                  <a:lnTo>
                    <a:pt x="21154" y="11549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2" name="Freihandform: Form 201">
              <a:extLst>
                <a:ext uri="{FF2B5EF4-FFF2-40B4-BE49-F238E27FC236}">
                  <a16:creationId xmlns:a16="http://schemas.microsoft.com/office/drawing/2014/main" id="{CBBBFDE1-93E6-4EA6-9641-358A19EB8BFD}"/>
                </a:ext>
              </a:extLst>
            </p:cNvPr>
            <p:cNvSpPr/>
            <p:nvPr/>
          </p:nvSpPr>
          <p:spPr>
            <a:xfrm>
              <a:off x="1880465" y="29525"/>
              <a:ext cx="18581" cy="116920"/>
            </a:xfrm>
            <a:custGeom>
              <a:avLst/>
              <a:gdLst>
                <a:gd name="connsiteX0" fmla="*/ 18581 w 18581"/>
                <a:gd name="connsiteY0" fmla="*/ 116920 h 116920"/>
                <a:gd name="connsiteX1" fmla="*/ 0 w 18581"/>
                <a:gd name="connsiteY1" fmla="*/ 116920 h 116920"/>
                <a:gd name="connsiteX2" fmla="*/ 0 w 18581"/>
                <a:gd name="connsiteY2" fmla="*/ 4288 h 116920"/>
                <a:gd name="connsiteX3" fmla="*/ 18581 w 18581"/>
                <a:gd name="connsiteY3" fmla="*/ 0 h 116920"/>
                <a:gd name="connsiteX4" fmla="*/ 18581 w 18581"/>
                <a:gd name="connsiteY4" fmla="*/ 116920 h 116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581" h="116920">
                  <a:moveTo>
                    <a:pt x="18581" y="116920"/>
                  </a:moveTo>
                  <a:lnTo>
                    <a:pt x="0" y="116920"/>
                  </a:lnTo>
                  <a:lnTo>
                    <a:pt x="0" y="4288"/>
                  </a:lnTo>
                  <a:lnTo>
                    <a:pt x="18581" y="0"/>
                  </a:lnTo>
                  <a:lnTo>
                    <a:pt x="18581" y="116920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3" name="Freihandform: Form 202">
              <a:extLst>
                <a:ext uri="{FF2B5EF4-FFF2-40B4-BE49-F238E27FC236}">
                  <a16:creationId xmlns:a16="http://schemas.microsoft.com/office/drawing/2014/main" id="{3BD6739E-66DE-4C5B-B2DD-23621B7F259F}"/>
                </a:ext>
              </a:extLst>
            </p:cNvPr>
            <p:cNvSpPr/>
            <p:nvPr/>
          </p:nvSpPr>
          <p:spPr>
            <a:xfrm>
              <a:off x="1919343" y="64401"/>
              <a:ext cx="77184" cy="84045"/>
            </a:xfrm>
            <a:custGeom>
              <a:avLst/>
              <a:gdLst>
                <a:gd name="connsiteX0" fmla="*/ 0 w 77184"/>
                <a:gd name="connsiteY0" fmla="*/ 42023 h 84045"/>
                <a:gd name="connsiteX1" fmla="*/ 38878 w 77184"/>
                <a:gd name="connsiteY1" fmla="*/ 0 h 84045"/>
                <a:gd name="connsiteX2" fmla="*/ 77184 w 77184"/>
                <a:gd name="connsiteY2" fmla="*/ 42023 h 84045"/>
                <a:gd name="connsiteX3" fmla="*/ 38878 w 77184"/>
                <a:gd name="connsiteY3" fmla="*/ 84045 h 84045"/>
                <a:gd name="connsiteX4" fmla="*/ 0 w 77184"/>
                <a:gd name="connsiteY4" fmla="*/ 42023 h 84045"/>
                <a:gd name="connsiteX5" fmla="*/ 58317 w 77184"/>
                <a:gd name="connsiteY5" fmla="*/ 42309 h 84045"/>
                <a:gd name="connsiteX6" fmla="*/ 38306 w 77184"/>
                <a:gd name="connsiteY6" fmla="*/ 17152 h 84045"/>
                <a:gd name="connsiteX7" fmla="*/ 18296 w 77184"/>
                <a:gd name="connsiteY7" fmla="*/ 42023 h 84045"/>
                <a:gd name="connsiteX8" fmla="*/ 38306 w 77184"/>
                <a:gd name="connsiteY8" fmla="*/ 67465 h 84045"/>
                <a:gd name="connsiteX9" fmla="*/ 58317 w 77184"/>
                <a:gd name="connsiteY9" fmla="*/ 42309 h 84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7184" h="84045">
                  <a:moveTo>
                    <a:pt x="0" y="42023"/>
                  </a:moveTo>
                  <a:cubicBezTo>
                    <a:pt x="0" y="16866"/>
                    <a:pt x="15437" y="0"/>
                    <a:pt x="38878" y="0"/>
                  </a:cubicBezTo>
                  <a:cubicBezTo>
                    <a:pt x="62033" y="0"/>
                    <a:pt x="77184" y="16580"/>
                    <a:pt x="77184" y="42023"/>
                  </a:cubicBezTo>
                  <a:cubicBezTo>
                    <a:pt x="77184" y="67179"/>
                    <a:pt x="62319" y="84045"/>
                    <a:pt x="38878" y="84045"/>
                  </a:cubicBezTo>
                  <a:cubicBezTo>
                    <a:pt x="15723" y="84045"/>
                    <a:pt x="0" y="67465"/>
                    <a:pt x="0" y="42023"/>
                  </a:cubicBezTo>
                  <a:close/>
                  <a:moveTo>
                    <a:pt x="58317" y="42309"/>
                  </a:moveTo>
                  <a:cubicBezTo>
                    <a:pt x="58317" y="26872"/>
                    <a:pt x="50599" y="17152"/>
                    <a:pt x="38306" y="17152"/>
                  </a:cubicBezTo>
                  <a:cubicBezTo>
                    <a:pt x="26014" y="17152"/>
                    <a:pt x="18296" y="26872"/>
                    <a:pt x="18296" y="42023"/>
                  </a:cubicBezTo>
                  <a:cubicBezTo>
                    <a:pt x="18296" y="57460"/>
                    <a:pt x="26014" y="67465"/>
                    <a:pt x="38306" y="67465"/>
                  </a:cubicBezTo>
                  <a:cubicBezTo>
                    <a:pt x="50885" y="67179"/>
                    <a:pt x="58317" y="57745"/>
                    <a:pt x="58317" y="42309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4" name="Freihandform: Form 203">
              <a:extLst>
                <a:ext uri="{FF2B5EF4-FFF2-40B4-BE49-F238E27FC236}">
                  <a16:creationId xmlns:a16="http://schemas.microsoft.com/office/drawing/2014/main" id="{54618B59-5213-46E5-878B-7FE5CF774D55}"/>
                </a:ext>
              </a:extLst>
            </p:cNvPr>
            <p:cNvSpPr/>
            <p:nvPr/>
          </p:nvSpPr>
          <p:spPr>
            <a:xfrm>
              <a:off x="2008534" y="64401"/>
              <a:ext cx="61747" cy="84045"/>
            </a:xfrm>
            <a:custGeom>
              <a:avLst/>
              <a:gdLst>
                <a:gd name="connsiteX0" fmla="*/ 8862 w 61747"/>
                <a:gd name="connsiteY0" fmla="*/ 59461 h 84045"/>
                <a:gd name="connsiteX1" fmla="*/ 31445 w 61747"/>
                <a:gd name="connsiteY1" fmla="*/ 68323 h 84045"/>
                <a:gd name="connsiteX2" fmla="*/ 43166 w 61747"/>
                <a:gd name="connsiteY2" fmla="*/ 60318 h 84045"/>
                <a:gd name="connsiteX3" fmla="*/ 3145 w 61747"/>
                <a:gd name="connsiteY3" fmla="*/ 24871 h 84045"/>
                <a:gd name="connsiteX4" fmla="*/ 33447 w 61747"/>
                <a:gd name="connsiteY4" fmla="*/ 0 h 84045"/>
                <a:gd name="connsiteX5" fmla="*/ 61176 w 61747"/>
                <a:gd name="connsiteY5" fmla="*/ 8290 h 84045"/>
                <a:gd name="connsiteX6" fmla="*/ 52314 w 61747"/>
                <a:gd name="connsiteY6" fmla="*/ 22869 h 84045"/>
                <a:gd name="connsiteX7" fmla="*/ 33161 w 61747"/>
                <a:gd name="connsiteY7" fmla="*/ 15723 h 84045"/>
                <a:gd name="connsiteX8" fmla="*/ 21726 w 61747"/>
                <a:gd name="connsiteY8" fmla="*/ 23155 h 84045"/>
                <a:gd name="connsiteX9" fmla="*/ 61747 w 61747"/>
                <a:gd name="connsiteY9" fmla="*/ 58603 h 84045"/>
                <a:gd name="connsiteX10" fmla="*/ 30874 w 61747"/>
                <a:gd name="connsiteY10" fmla="*/ 84045 h 84045"/>
                <a:gd name="connsiteX11" fmla="*/ 0 w 61747"/>
                <a:gd name="connsiteY11" fmla="*/ 74326 h 84045"/>
                <a:gd name="connsiteX12" fmla="*/ 8862 w 61747"/>
                <a:gd name="connsiteY12" fmla="*/ 59461 h 84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1747" h="84045">
                  <a:moveTo>
                    <a:pt x="8862" y="59461"/>
                  </a:moveTo>
                  <a:cubicBezTo>
                    <a:pt x="16580" y="65464"/>
                    <a:pt x="24299" y="68323"/>
                    <a:pt x="31445" y="68323"/>
                  </a:cubicBezTo>
                  <a:cubicBezTo>
                    <a:pt x="38306" y="68323"/>
                    <a:pt x="43166" y="65178"/>
                    <a:pt x="43166" y="60318"/>
                  </a:cubicBezTo>
                  <a:cubicBezTo>
                    <a:pt x="43166" y="46597"/>
                    <a:pt x="3145" y="51456"/>
                    <a:pt x="3145" y="24871"/>
                  </a:cubicBezTo>
                  <a:cubicBezTo>
                    <a:pt x="3145" y="10005"/>
                    <a:pt x="15437" y="0"/>
                    <a:pt x="33447" y="0"/>
                  </a:cubicBezTo>
                  <a:cubicBezTo>
                    <a:pt x="43166" y="0"/>
                    <a:pt x="52600" y="2859"/>
                    <a:pt x="61176" y="8290"/>
                  </a:cubicBezTo>
                  <a:lnTo>
                    <a:pt x="52314" y="22869"/>
                  </a:lnTo>
                  <a:cubicBezTo>
                    <a:pt x="45453" y="18296"/>
                    <a:pt x="39164" y="15723"/>
                    <a:pt x="33161" y="15723"/>
                  </a:cubicBezTo>
                  <a:cubicBezTo>
                    <a:pt x="26300" y="15723"/>
                    <a:pt x="21726" y="18581"/>
                    <a:pt x="21726" y="23155"/>
                  </a:cubicBezTo>
                  <a:cubicBezTo>
                    <a:pt x="21726" y="36305"/>
                    <a:pt x="61747" y="31731"/>
                    <a:pt x="61747" y="58603"/>
                  </a:cubicBezTo>
                  <a:cubicBezTo>
                    <a:pt x="61747" y="73754"/>
                    <a:pt x="49455" y="84045"/>
                    <a:pt x="30874" y="84045"/>
                  </a:cubicBezTo>
                  <a:cubicBezTo>
                    <a:pt x="20297" y="84045"/>
                    <a:pt x="9434" y="80615"/>
                    <a:pt x="0" y="74326"/>
                  </a:cubicBezTo>
                  <a:lnTo>
                    <a:pt x="8862" y="5946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5" name="Freihandform: Form 204">
              <a:extLst>
                <a:ext uri="{FF2B5EF4-FFF2-40B4-BE49-F238E27FC236}">
                  <a16:creationId xmlns:a16="http://schemas.microsoft.com/office/drawing/2014/main" id="{E48E0C61-CBC6-4D6B-9C7F-9C401E2F776A}"/>
                </a:ext>
              </a:extLst>
            </p:cNvPr>
            <p:cNvSpPr/>
            <p:nvPr/>
          </p:nvSpPr>
          <p:spPr>
            <a:xfrm>
              <a:off x="2085433" y="64401"/>
              <a:ext cx="77184" cy="84045"/>
            </a:xfrm>
            <a:custGeom>
              <a:avLst/>
              <a:gdLst>
                <a:gd name="connsiteX0" fmla="*/ 0 w 77184"/>
                <a:gd name="connsiteY0" fmla="*/ 42023 h 84045"/>
                <a:gd name="connsiteX1" fmla="*/ 38878 w 77184"/>
                <a:gd name="connsiteY1" fmla="*/ 0 h 84045"/>
                <a:gd name="connsiteX2" fmla="*/ 77184 w 77184"/>
                <a:gd name="connsiteY2" fmla="*/ 42023 h 84045"/>
                <a:gd name="connsiteX3" fmla="*/ 38878 w 77184"/>
                <a:gd name="connsiteY3" fmla="*/ 84045 h 84045"/>
                <a:gd name="connsiteX4" fmla="*/ 0 w 77184"/>
                <a:gd name="connsiteY4" fmla="*/ 42023 h 84045"/>
                <a:gd name="connsiteX5" fmla="*/ 58317 w 77184"/>
                <a:gd name="connsiteY5" fmla="*/ 42309 h 84045"/>
                <a:gd name="connsiteX6" fmla="*/ 38306 w 77184"/>
                <a:gd name="connsiteY6" fmla="*/ 17152 h 84045"/>
                <a:gd name="connsiteX7" fmla="*/ 18296 w 77184"/>
                <a:gd name="connsiteY7" fmla="*/ 42023 h 84045"/>
                <a:gd name="connsiteX8" fmla="*/ 38306 w 77184"/>
                <a:gd name="connsiteY8" fmla="*/ 67465 h 84045"/>
                <a:gd name="connsiteX9" fmla="*/ 58317 w 77184"/>
                <a:gd name="connsiteY9" fmla="*/ 42309 h 84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7184" h="84045">
                  <a:moveTo>
                    <a:pt x="0" y="42023"/>
                  </a:moveTo>
                  <a:cubicBezTo>
                    <a:pt x="0" y="16866"/>
                    <a:pt x="15437" y="0"/>
                    <a:pt x="38878" y="0"/>
                  </a:cubicBezTo>
                  <a:cubicBezTo>
                    <a:pt x="62033" y="0"/>
                    <a:pt x="77184" y="16580"/>
                    <a:pt x="77184" y="42023"/>
                  </a:cubicBezTo>
                  <a:cubicBezTo>
                    <a:pt x="77184" y="67179"/>
                    <a:pt x="62319" y="84045"/>
                    <a:pt x="38878" y="84045"/>
                  </a:cubicBezTo>
                  <a:cubicBezTo>
                    <a:pt x="15723" y="84045"/>
                    <a:pt x="0" y="67465"/>
                    <a:pt x="0" y="42023"/>
                  </a:cubicBezTo>
                  <a:close/>
                  <a:moveTo>
                    <a:pt x="58317" y="42309"/>
                  </a:moveTo>
                  <a:cubicBezTo>
                    <a:pt x="58317" y="26872"/>
                    <a:pt x="50599" y="17152"/>
                    <a:pt x="38306" y="17152"/>
                  </a:cubicBezTo>
                  <a:cubicBezTo>
                    <a:pt x="26014" y="17152"/>
                    <a:pt x="18296" y="26872"/>
                    <a:pt x="18296" y="42023"/>
                  </a:cubicBezTo>
                  <a:cubicBezTo>
                    <a:pt x="18296" y="57460"/>
                    <a:pt x="26014" y="67465"/>
                    <a:pt x="38306" y="67465"/>
                  </a:cubicBezTo>
                  <a:cubicBezTo>
                    <a:pt x="50885" y="67179"/>
                    <a:pt x="58317" y="57745"/>
                    <a:pt x="58317" y="42309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6" name="Freihandform: Form 205">
              <a:extLst>
                <a:ext uri="{FF2B5EF4-FFF2-40B4-BE49-F238E27FC236}">
                  <a16:creationId xmlns:a16="http://schemas.microsoft.com/office/drawing/2014/main" id="{4A078B44-E6FF-45AF-9463-415791E9E2B2}"/>
                </a:ext>
              </a:extLst>
            </p:cNvPr>
            <p:cNvSpPr/>
            <p:nvPr/>
          </p:nvSpPr>
          <p:spPr>
            <a:xfrm>
              <a:off x="2182914" y="64683"/>
              <a:ext cx="74611" cy="114065"/>
            </a:xfrm>
            <a:custGeom>
              <a:avLst/>
              <a:gdLst>
                <a:gd name="connsiteX0" fmla="*/ 74612 w 74611"/>
                <a:gd name="connsiteY0" fmla="*/ 41455 h 114065"/>
                <a:gd name="connsiteX1" fmla="*/ 42023 w 74611"/>
                <a:gd name="connsiteY1" fmla="*/ 83763 h 114065"/>
                <a:gd name="connsiteX2" fmla="*/ 18867 w 74611"/>
                <a:gd name="connsiteY2" fmla="*/ 73186 h 114065"/>
                <a:gd name="connsiteX3" fmla="*/ 18581 w 74611"/>
                <a:gd name="connsiteY3" fmla="*/ 73186 h 114065"/>
                <a:gd name="connsiteX4" fmla="*/ 18581 w 74611"/>
                <a:gd name="connsiteY4" fmla="*/ 109491 h 114065"/>
                <a:gd name="connsiteX5" fmla="*/ 0 w 74611"/>
                <a:gd name="connsiteY5" fmla="*/ 114065 h 114065"/>
                <a:gd name="connsiteX6" fmla="*/ 0 w 74611"/>
                <a:gd name="connsiteY6" fmla="*/ 2005 h 114065"/>
                <a:gd name="connsiteX7" fmla="*/ 18296 w 74611"/>
                <a:gd name="connsiteY7" fmla="*/ 2005 h 114065"/>
                <a:gd name="connsiteX8" fmla="*/ 18296 w 74611"/>
                <a:gd name="connsiteY8" fmla="*/ 11724 h 114065"/>
                <a:gd name="connsiteX9" fmla="*/ 18581 w 74611"/>
                <a:gd name="connsiteY9" fmla="*/ 11724 h 114065"/>
                <a:gd name="connsiteX10" fmla="*/ 42880 w 74611"/>
                <a:gd name="connsiteY10" fmla="*/ 4 h 114065"/>
                <a:gd name="connsiteX11" fmla="*/ 74612 w 74611"/>
                <a:gd name="connsiteY11" fmla="*/ 41455 h 114065"/>
                <a:gd name="connsiteX12" fmla="*/ 56030 w 74611"/>
                <a:gd name="connsiteY12" fmla="*/ 42026 h 114065"/>
                <a:gd name="connsiteX13" fmla="*/ 37449 w 74611"/>
                <a:gd name="connsiteY13" fmla="*/ 16584 h 114065"/>
                <a:gd name="connsiteX14" fmla="*/ 18581 w 74611"/>
                <a:gd name="connsiteY14" fmla="*/ 26875 h 114065"/>
                <a:gd name="connsiteX15" fmla="*/ 18581 w 74611"/>
                <a:gd name="connsiteY15" fmla="*/ 56320 h 114065"/>
                <a:gd name="connsiteX16" fmla="*/ 37735 w 74611"/>
                <a:gd name="connsiteY16" fmla="*/ 67183 h 114065"/>
                <a:gd name="connsiteX17" fmla="*/ 56030 w 74611"/>
                <a:gd name="connsiteY17" fmla="*/ 42026 h 114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4611" h="114065">
                  <a:moveTo>
                    <a:pt x="74612" y="41455"/>
                  </a:moveTo>
                  <a:cubicBezTo>
                    <a:pt x="74612" y="67469"/>
                    <a:pt x="61462" y="83763"/>
                    <a:pt x="42023" y="83763"/>
                  </a:cubicBezTo>
                  <a:cubicBezTo>
                    <a:pt x="32303" y="83763"/>
                    <a:pt x="24013" y="79475"/>
                    <a:pt x="18867" y="73186"/>
                  </a:cubicBezTo>
                  <a:lnTo>
                    <a:pt x="18581" y="73186"/>
                  </a:lnTo>
                  <a:lnTo>
                    <a:pt x="18581" y="109491"/>
                  </a:lnTo>
                  <a:lnTo>
                    <a:pt x="0" y="114065"/>
                  </a:lnTo>
                  <a:lnTo>
                    <a:pt x="0" y="2005"/>
                  </a:lnTo>
                  <a:lnTo>
                    <a:pt x="18296" y="2005"/>
                  </a:lnTo>
                  <a:lnTo>
                    <a:pt x="18296" y="11724"/>
                  </a:lnTo>
                  <a:lnTo>
                    <a:pt x="18581" y="11724"/>
                  </a:lnTo>
                  <a:cubicBezTo>
                    <a:pt x="24299" y="4578"/>
                    <a:pt x="32875" y="4"/>
                    <a:pt x="42880" y="4"/>
                  </a:cubicBezTo>
                  <a:cubicBezTo>
                    <a:pt x="61462" y="-282"/>
                    <a:pt x="74612" y="15441"/>
                    <a:pt x="74612" y="41455"/>
                  </a:cubicBezTo>
                  <a:close/>
                  <a:moveTo>
                    <a:pt x="56030" y="42026"/>
                  </a:moveTo>
                  <a:cubicBezTo>
                    <a:pt x="56030" y="25446"/>
                    <a:pt x="49455" y="16584"/>
                    <a:pt x="37449" y="16584"/>
                  </a:cubicBezTo>
                  <a:cubicBezTo>
                    <a:pt x="30302" y="16584"/>
                    <a:pt x="24585" y="19729"/>
                    <a:pt x="18581" y="26875"/>
                  </a:cubicBezTo>
                  <a:lnTo>
                    <a:pt x="18581" y="56320"/>
                  </a:lnTo>
                  <a:cubicBezTo>
                    <a:pt x="24013" y="63467"/>
                    <a:pt x="30016" y="67183"/>
                    <a:pt x="37735" y="67183"/>
                  </a:cubicBezTo>
                  <a:cubicBezTo>
                    <a:pt x="49741" y="67183"/>
                    <a:pt x="56030" y="57749"/>
                    <a:pt x="56030" y="42026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7" name="Freihandform: Form 206">
              <a:extLst>
                <a:ext uri="{FF2B5EF4-FFF2-40B4-BE49-F238E27FC236}">
                  <a16:creationId xmlns:a16="http://schemas.microsoft.com/office/drawing/2014/main" id="{B8DF66C6-B271-49B7-A3C2-F924D0C2BAE3}"/>
                </a:ext>
              </a:extLst>
            </p:cNvPr>
            <p:cNvSpPr/>
            <p:nvPr/>
          </p:nvSpPr>
          <p:spPr>
            <a:xfrm>
              <a:off x="2278394" y="29811"/>
              <a:ext cx="68608" cy="116920"/>
            </a:xfrm>
            <a:custGeom>
              <a:avLst/>
              <a:gdLst>
                <a:gd name="connsiteX0" fmla="*/ 68608 w 68608"/>
                <a:gd name="connsiteY0" fmla="*/ 116634 h 116920"/>
                <a:gd name="connsiteX1" fmla="*/ 50027 w 68608"/>
                <a:gd name="connsiteY1" fmla="*/ 116634 h 116920"/>
                <a:gd name="connsiteX2" fmla="*/ 50027 w 68608"/>
                <a:gd name="connsiteY2" fmla="*/ 70895 h 116920"/>
                <a:gd name="connsiteX3" fmla="*/ 35162 w 68608"/>
                <a:gd name="connsiteY3" fmla="*/ 51456 h 116920"/>
                <a:gd name="connsiteX4" fmla="*/ 18581 w 68608"/>
                <a:gd name="connsiteY4" fmla="*/ 70895 h 116920"/>
                <a:gd name="connsiteX5" fmla="*/ 18581 w 68608"/>
                <a:gd name="connsiteY5" fmla="*/ 116920 h 116920"/>
                <a:gd name="connsiteX6" fmla="*/ 0 w 68608"/>
                <a:gd name="connsiteY6" fmla="*/ 116920 h 116920"/>
                <a:gd name="connsiteX7" fmla="*/ 0 w 68608"/>
                <a:gd name="connsiteY7" fmla="*/ 4574 h 116920"/>
                <a:gd name="connsiteX8" fmla="*/ 18581 w 68608"/>
                <a:gd name="connsiteY8" fmla="*/ 0 h 116920"/>
                <a:gd name="connsiteX9" fmla="*/ 18581 w 68608"/>
                <a:gd name="connsiteY9" fmla="*/ 46597 h 116920"/>
                <a:gd name="connsiteX10" fmla="*/ 18867 w 68608"/>
                <a:gd name="connsiteY10" fmla="*/ 46597 h 116920"/>
                <a:gd name="connsiteX11" fmla="*/ 42308 w 68608"/>
                <a:gd name="connsiteY11" fmla="*/ 34876 h 116920"/>
                <a:gd name="connsiteX12" fmla="*/ 68608 w 68608"/>
                <a:gd name="connsiteY12" fmla="*/ 67179 h 116920"/>
                <a:gd name="connsiteX13" fmla="*/ 68608 w 68608"/>
                <a:gd name="connsiteY13" fmla="*/ 116634 h 116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8608" h="116920">
                  <a:moveTo>
                    <a:pt x="68608" y="116634"/>
                  </a:moveTo>
                  <a:lnTo>
                    <a:pt x="50027" y="116634"/>
                  </a:lnTo>
                  <a:lnTo>
                    <a:pt x="50027" y="70895"/>
                  </a:lnTo>
                  <a:cubicBezTo>
                    <a:pt x="50027" y="59175"/>
                    <a:pt x="46311" y="51456"/>
                    <a:pt x="35162" y="51456"/>
                  </a:cubicBezTo>
                  <a:cubicBezTo>
                    <a:pt x="22298" y="51456"/>
                    <a:pt x="18581" y="61748"/>
                    <a:pt x="18581" y="70895"/>
                  </a:cubicBezTo>
                  <a:lnTo>
                    <a:pt x="18581" y="116920"/>
                  </a:lnTo>
                  <a:lnTo>
                    <a:pt x="0" y="116920"/>
                  </a:lnTo>
                  <a:lnTo>
                    <a:pt x="0" y="4574"/>
                  </a:lnTo>
                  <a:lnTo>
                    <a:pt x="18581" y="0"/>
                  </a:lnTo>
                  <a:lnTo>
                    <a:pt x="18581" y="46597"/>
                  </a:lnTo>
                  <a:lnTo>
                    <a:pt x="18867" y="46597"/>
                  </a:lnTo>
                  <a:cubicBezTo>
                    <a:pt x="23441" y="39450"/>
                    <a:pt x="31731" y="34876"/>
                    <a:pt x="42308" y="34876"/>
                  </a:cubicBezTo>
                  <a:cubicBezTo>
                    <a:pt x="60890" y="34876"/>
                    <a:pt x="68608" y="48598"/>
                    <a:pt x="68608" y="67179"/>
                  </a:cubicBezTo>
                  <a:lnTo>
                    <a:pt x="68608" y="116634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8" name="Freihandform: Form 207">
              <a:extLst>
                <a:ext uri="{FF2B5EF4-FFF2-40B4-BE49-F238E27FC236}">
                  <a16:creationId xmlns:a16="http://schemas.microsoft.com/office/drawing/2014/main" id="{CD1A344C-4F81-480A-86DA-471DAC72211F}"/>
                </a:ext>
              </a:extLst>
            </p:cNvPr>
            <p:cNvSpPr/>
            <p:nvPr/>
          </p:nvSpPr>
          <p:spPr>
            <a:xfrm>
              <a:off x="2368156" y="30955"/>
              <a:ext cx="23727" cy="115490"/>
            </a:xfrm>
            <a:custGeom>
              <a:avLst/>
              <a:gdLst>
                <a:gd name="connsiteX0" fmla="*/ 23727 w 23727"/>
                <a:gd name="connsiteY0" fmla="*/ 11435 h 115490"/>
                <a:gd name="connsiteX1" fmla="*/ 11721 w 23727"/>
                <a:gd name="connsiteY1" fmla="*/ 22869 h 115490"/>
                <a:gd name="connsiteX2" fmla="*/ 0 w 23727"/>
                <a:gd name="connsiteY2" fmla="*/ 11435 h 115490"/>
                <a:gd name="connsiteX3" fmla="*/ 11721 w 23727"/>
                <a:gd name="connsiteY3" fmla="*/ 0 h 115490"/>
                <a:gd name="connsiteX4" fmla="*/ 23727 w 23727"/>
                <a:gd name="connsiteY4" fmla="*/ 11435 h 115490"/>
                <a:gd name="connsiteX5" fmla="*/ 21154 w 23727"/>
                <a:gd name="connsiteY5" fmla="*/ 115491 h 115490"/>
                <a:gd name="connsiteX6" fmla="*/ 2573 w 23727"/>
                <a:gd name="connsiteY6" fmla="*/ 115491 h 115490"/>
                <a:gd name="connsiteX7" fmla="*/ 2573 w 23727"/>
                <a:gd name="connsiteY7" fmla="*/ 35448 h 115490"/>
                <a:gd name="connsiteX8" fmla="*/ 21154 w 23727"/>
                <a:gd name="connsiteY8" fmla="*/ 35448 h 115490"/>
                <a:gd name="connsiteX9" fmla="*/ 21154 w 23727"/>
                <a:gd name="connsiteY9" fmla="*/ 115491 h 115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727" h="115490">
                  <a:moveTo>
                    <a:pt x="23727" y="11435"/>
                  </a:moveTo>
                  <a:cubicBezTo>
                    <a:pt x="23727" y="18010"/>
                    <a:pt x="18296" y="22869"/>
                    <a:pt x="11721" y="22869"/>
                  </a:cubicBezTo>
                  <a:cubicBezTo>
                    <a:pt x="5146" y="22869"/>
                    <a:pt x="0" y="18010"/>
                    <a:pt x="0" y="11435"/>
                  </a:cubicBezTo>
                  <a:cubicBezTo>
                    <a:pt x="0" y="4860"/>
                    <a:pt x="5431" y="0"/>
                    <a:pt x="11721" y="0"/>
                  </a:cubicBezTo>
                  <a:cubicBezTo>
                    <a:pt x="18296" y="0"/>
                    <a:pt x="23727" y="4860"/>
                    <a:pt x="23727" y="11435"/>
                  </a:cubicBezTo>
                  <a:close/>
                  <a:moveTo>
                    <a:pt x="21154" y="115491"/>
                  </a:moveTo>
                  <a:lnTo>
                    <a:pt x="2573" y="115491"/>
                  </a:lnTo>
                  <a:lnTo>
                    <a:pt x="2573" y="35448"/>
                  </a:lnTo>
                  <a:lnTo>
                    <a:pt x="21154" y="35448"/>
                  </a:lnTo>
                  <a:lnTo>
                    <a:pt x="21154" y="11549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9" name="Freihandform: Form 208">
              <a:extLst>
                <a:ext uri="{FF2B5EF4-FFF2-40B4-BE49-F238E27FC236}">
                  <a16:creationId xmlns:a16="http://schemas.microsoft.com/office/drawing/2014/main" id="{01FBA49C-9EC1-4B1A-BDC7-8C5BAA4A7D55}"/>
                </a:ext>
              </a:extLst>
            </p:cNvPr>
            <p:cNvSpPr/>
            <p:nvPr/>
          </p:nvSpPr>
          <p:spPr>
            <a:xfrm>
              <a:off x="2406748" y="64401"/>
              <a:ext cx="61747" cy="84045"/>
            </a:xfrm>
            <a:custGeom>
              <a:avLst/>
              <a:gdLst>
                <a:gd name="connsiteX0" fmla="*/ 8862 w 61747"/>
                <a:gd name="connsiteY0" fmla="*/ 59461 h 84045"/>
                <a:gd name="connsiteX1" fmla="*/ 31445 w 61747"/>
                <a:gd name="connsiteY1" fmla="*/ 68323 h 84045"/>
                <a:gd name="connsiteX2" fmla="*/ 43166 w 61747"/>
                <a:gd name="connsiteY2" fmla="*/ 60318 h 84045"/>
                <a:gd name="connsiteX3" fmla="*/ 3145 w 61747"/>
                <a:gd name="connsiteY3" fmla="*/ 24871 h 84045"/>
                <a:gd name="connsiteX4" fmla="*/ 33447 w 61747"/>
                <a:gd name="connsiteY4" fmla="*/ 0 h 84045"/>
                <a:gd name="connsiteX5" fmla="*/ 61176 w 61747"/>
                <a:gd name="connsiteY5" fmla="*/ 8290 h 84045"/>
                <a:gd name="connsiteX6" fmla="*/ 52314 w 61747"/>
                <a:gd name="connsiteY6" fmla="*/ 22869 h 84045"/>
                <a:gd name="connsiteX7" fmla="*/ 33161 w 61747"/>
                <a:gd name="connsiteY7" fmla="*/ 15723 h 84045"/>
                <a:gd name="connsiteX8" fmla="*/ 21726 w 61747"/>
                <a:gd name="connsiteY8" fmla="*/ 23155 h 84045"/>
                <a:gd name="connsiteX9" fmla="*/ 61748 w 61747"/>
                <a:gd name="connsiteY9" fmla="*/ 58603 h 84045"/>
                <a:gd name="connsiteX10" fmla="*/ 30874 w 61747"/>
                <a:gd name="connsiteY10" fmla="*/ 84045 h 84045"/>
                <a:gd name="connsiteX11" fmla="*/ 0 w 61747"/>
                <a:gd name="connsiteY11" fmla="*/ 74326 h 84045"/>
                <a:gd name="connsiteX12" fmla="*/ 8862 w 61747"/>
                <a:gd name="connsiteY12" fmla="*/ 59461 h 84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1747" h="84045">
                  <a:moveTo>
                    <a:pt x="8862" y="59461"/>
                  </a:moveTo>
                  <a:cubicBezTo>
                    <a:pt x="16866" y="65464"/>
                    <a:pt x="24299" y="68323"/>
                    <a:pt x="31445" y="68323"/>
                  </a:cubicBezTo>
                  <a:cubicBezTo>
                    <a:pt x="38306" y="68323"/>
                    <a:pt x="43166" y="65178"/>
                    <a:pt x="43166" y="60318"/>
                  </a:cubicBezTo>
                  <a:cubicBezTo>
                    <a:pt x="43166" y="46597"/>
                    <a:pt x="3145" y="51456"/>
                    <a:pt x="3145" y="24871"/>
                  </a:cubicBezTo>
                  <a:cubicBezTo>
                    <a:pt x="3145" y="10005"/>
                    <a:pt x="15437" y="0"/>
                    <a:pt x="33447" y="0"/>
                  </a:cubicBezTo>
                  <a:cubicBezTo>
                    <a:pt x="43166" y="0"/>
                    <a:pt x="52600" y="2859"/>
                    <a:pt x="61176" y="8290"/>
                  </a:cubicBezTo>
                  <a:lnTo>
                    <a:pt x="52314" y="22869"/>
                  </a:lnTo>
                  <a:cubicBezTo>
                    <a:pt x="45453" y="18296"/>
                    <a:pt x="39164" y="15723"/>
                    <a:pt x="33161" y="15723"/>
                  </a:cubicBezTo>
                  <a:cubicBezTo>
                    <a:pt x="26300" y="15723"/>
                    <a:pt x="21726" y="18581"/>
                    <a:pt x="21726" y="23155"/>
                  </a:cubicBezTo>
                  <a:cubicBezTo>
                    <a:pt x="21726" y="36305"/>
                    <a:pt x="61748" y="31731"/>
                    <a:pt x="61748" y="58603"/>
                  </a:cubicBezTo>
                  <a:cubicBezTo>
                    <a:pt x="61748" y="73754"/>
                    <a:pt x="49455" y="84045"/>
                    <a:pt x="30874" y="84045"/>
                  </a:cubicBezTo>
                  <a:cubicBezTo>
                    <a:pt x="20297" y="84045"/>
                    <a:pt x="9434" y="80615"/>
                    <a:pt x="0" y="74326"/>
                  </a:cubicBezTo>
                  <a:lnTo>
                    <a:pt x="8862" y="5946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0" name="Freihandform: Form 209">
              <a:extLst>
                <a:ext uri="{FF2B5EF4-FFF2-40B4-BE49-F238E27FC236}">
                  <a16:creationId xmlns:a16="http://schemas.microsoft.com/office/drawing/2014/main" id="{2B005168-C214-411A-9B4B-10EE20B40413}"/>
                </a:ext>
              </a:extLst>
            </p:cNvPr>
            <p:cNvSpPr/>
            <p:nvPr/>
          </p:nvSpPr>
          <p:spPr>
            <a:xfrm>
              <a:off x="2483647" y="64401"/>
              <a:ext cx="67464" cy="84045"/>
            </a:xfrm>
            <a:custGeom>
              <a:avLst/>
              <a:gdLst>
                <a:gd name="connsiteX0" fmla="*/ 66893 w 67464"/>
                <a:gd name="connsiteY0" fmla="*/ 71181 h 84045"/>
                <a:gd name="connsiteX1" fmla="*/ 38306 w 67464"/>
                <a:gd name="connsiteY1" fmla="*/ 84045 h 84045"/>
                <a:gd name="connsiteX2" fmla="*/ 0 w 67464"/>
                <a:gd name="connsiteY2" fmla="*/ 42309 h 84045"/>
                <a:gd name="connsiteX3" fmla="*/ 38592 w 67464"/>
                <a:gd name="connsiteY3" fmla="*/ 0 h 84045"/>
                <a:gd name="connsiteX4" fmla="*/ 67465 w 67464"/>
                <a:gd name="connsiteY4" fmla="*/ 13722 h 84045"/>
                <a:gd name="connsiteX5" fmla="*/ 54601 w 67464"/>
                <a:gd name="connsiteY5" fmla="*/ 26014 h 84045"/>
                <a:gd name="connsiteX6" fmla="*/ 38592 w 67464"/>
                <a:gd name="connsiteY6" fmla="*/ 17152 h 84045"/>
                <a:gd name="connsiteX7" fmla="*/ 18867 w 67464"/>
                <a:gd name="connsiteY7" fmla="*/ 42023 h 84045"/>
                <a:gd name="connsiteX8" fmla="*/ 38592 w 67464"/>
                <a:gd name="connsiteY8" fmla="*/ 66893 h 84045"/>
                <a:gd name="connsiteX9" fmla="*/ 55173 w 67464"/>
                <a:gd name="connsiteY9" fmla="*/ 58031 h 84045"/>
                <a:gd name="connsiteX10" fmla="*/ 66893 w 67464"/>
                <a:gd name="connsiteY10" fmla="*/ 71181 h 84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7464" h="84045">
                  <a:moveTo>
                    <a:pt x="66893" y="71181"/>
                  </a:moveTo>
                  <a:cubicBezTo>
                    <a:pt x="58889" y="80043"/>
                    <a:pt x="49741" y="84045"/>
                    <a:pt x="38306" y="84045"/>
                  </a:cubicBezTo>
                  <a:cubicBezTo>
                    <a:pt x="15437" y="84045"/>
                    <a:pt x="0" y="67465"/>
                    <a:pt x="0" y="42309"/>
                  </a:cubicBezTo>
                  <a:cubicBezTo>
                    <a:pt x="0" y="17152"/>
                    <a:pt x="15437" y="0"/>
                    <a:pt x="38592" y="0"/>
                  </a:cubicBezTo>
                  <a:cubicBezTo>
                    <a:pt x="50599" y="0"/>
                    <a:pt x="60318" y="4574"/>
                    <a:pt x="67465" y="13722"/>
                  </a:cubicBezTo>
                  <a:lnTo>
                    <a:pt x="54601" y="26014"/>
                  </a:lnTo>
                  <a:cubicBezTo>
                    <a:pt x="50027" y="20011"/>
                    <a:pt x="44881" y="17152"/>
                    <a:pt x="38592" y="17152"/>
                  </a:cubicBezTo>
                  <a:cubicBezTo>
                    <a:pt x="26872" y="17152"/>
                    <a:pt x="18867" y="26872"/>
                    <a:pt x="18867" y="42023"/>
                  </a:cubicBezTo>
                  <a:cubicBezTo>
                    <a:pt x="18867" y="56888"/>
                    <a:pt x="26872" y="66893"/>
                    <a:pt x="38592" y="66893"/>
                  </a:cubicBezTo>
                  <a:cubicBezTo>
                    <a:pt x="44881" y="66893"/>
                    <a:pt x="50027" y="64035"/>
                    <a:pt x="55173" y="58031"/>
                  </a:cubicBezTo>
                  <a:lnTo>
                    <a:pt x="66893" y="7118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1" name="Freihandform: Form 210">
              <a:extLst>
                <a:ext uri="{FF2B5EF4-FFF2-40B4-BE49-F238E27FC236}">
                  <a16:creationId xmlns:a16="http://schemas.microsoft.com/office/drawing/2014/main" id="{61F30758-DF57-4F7C-A3BB-778F50AB2271}"/>
                </a:ext>
              </a:extLst>
            </p:cNvPr>
            <p:cNvSpPr/>
            <p:nvPr/>
          </p:nvSpPr>
          <p:spPr>
            <a:xfrm>
              <a:off x="2567120" y="29811"/>
              <a:ext cx="68608" cy="116920"/>
            </a:xfrm>
            <a:custGeom>
              <a:avLst/>
              <a:gdLst>
                <a:gd name="connsiteX0" fmla="*/ 68608 w 68608"/>
                <a:gd name="connsiteY0" fmla="*/ 116634 h 116920"/>
                <a:gd name="connsiteX1" fmla="*/ 50027 w 68608"/>
                <a:gd name="connsiteY1" fmla="*/ 116634 h 116920"/>
                <a:gd name="connsiteX2" fmla="*/ 50027 w 68608"/>
                <a:gd name="connsiteY2" fmla="*/ 70895 h 116920"/>
                <a:gd name="connsiteX3" fmla="*/ 35162 w 68608"/>
                <a:gd name="connsiteY3" fmla="*/ 51456 h 116920"/>
                <a:gd name="connsiteX4" fmla="*/ 18581 w 68608"/>
                <a:gd name="connsiteY4" fmla="*/ 70895 h 116920"/>
                <a:gd name="connsiteX5" fmla="*/ 18581 w 68608"/>
                <a:gd name="connsiteY5" fmla="*/ 116920 h 116920"/>
                <a:gd name="connsiteX6" fmla="*/ 0 w 68608"/>
                <a:gd name="connsiteY6" fmla="*/ 116920 h 116920"/>
                <a:gd name="connsiteX7" fmla="*/ 0 w 68608"/>
                <a:gd name="connsiteY7" fmla="*/ 4574 h 116920"/>
                <a:gd name="connsiteX8" fmla="*/ 18581 w 68608"/>
                <a:gd name="connsiteY8" fmla="*/ 0 h 116920"/>
                <a:gd name="connsiteX9" fmla="*/ 18581 w 68608"/>
                <a:gd name="connsiteY9" fmla="*/ 46597 h 116920"/>
                <a:gd name="connsiteX10" fmla="*/ 18867 w 68608"/>
                <a:gd name="connsiteY10" fmla="*/ 46597 h 116920"/>
                <a:gd name="connsiteX11" fmla="*/ 42308 w 68608"/>
                <a:gd name="connsiteY11" fmla="*/ 34876 h 116920"/>
                <a:gd name="connsiteX12" fmla="*/ 68608 w 68608"/>
                <a:gd name="connsiteY12" fmla="*/ 67179 h 116920"/>
                <a:gd name="connsiteX13" fmla="*/ 68608 w 68608"/>
                <a:gd name="connsiteY13" fmla="*/ 116634 h 116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8608" h="116920">
                  <a:moveTo>
                    <a:pt x="68608" y="116634"/>
                  </a:moveTo>
                  <a:lnTo>
                    <a:pt x="50027" y="116634"/>
                  </a:lnTo>
                  <a:lnTo>
                    <a:pt x="50027" y="70895"/>
                  </a:lnTo>
                  <a:cubicBezTo>
                    <a:pt x="50027" y="59175"/>
                    <a:pt x="46311" y="51456"/>
                    <a:pt x="35162" y="51456"/>
                  </a:cubicBezTo>
                  <a:cubicBezTo>
                    <a:pt x="22298" y="51456"/>
                    <a:pt x="18581" y="61748"/>
                    <a:pt x="18581" y="70895"/>
                  </a:cubicBezTo>
                  <a:lnTo>
                    <a:pt x="18581" y="116920"/>
                  </a:lnTo>
                  <a:lnTo>
                    <a:pt x="0" y="116920"/>
                  </a:lnTo>
                  <a:lnTo>
                    <a:pt x="0" y="4574"/>
                  </a:lnTo>
                  <a:lnTo>
                    <a:pt x="18581" y="0"/>
                  </a:lnTo>
                  <a:lnTo>
                    <a:pt x="18581" y="46597"/>
                  </a:lnTo>
                  <a:lnTo>
                    <a:pt x="18867" y="46597"/>
                  </a:lnTo>
                  <a:cubicBezTo>
                    <a:pt x="23441" y="39450"/>
                    <a:pt x="31731" y="34876"/>
                    <a:pt x="42308" y="34876"/>
                  </a:cubicBezTo>
                  <a:cubicBezTo>
                    <a:pt x="60890" y="34876"/>
                    <a:pt x="68608" y="48598"/>
                    <a:pt x="68608" y="67179"/>
                  </a:cubicBezTo>
                  <a:lnTo>
                    <a:pt x="68608" y="116634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2" name="Freihandform: Form 211">
              <a:extLst>
                <a:ext uri="{FF2B5EF4-FFF2-40B4-BE49-F238E27FC236}">
                  <a16:creationId xmlns:a16="http://schemas.microsoft.com/office/drawing/2014/main" id="{32F9211C-663D-42E6-A6B3-A0F6AF121255}"/>
                </a:ext>
              </a:extLst>
            </p:cNvPr>
            <p:cNvSpPr/>
            <p:nvPr/>
          </p:nvSpPr>
          <p:spPr>
            <a:xfrm>
              <a:off x="2655168" y="64687"/>
              <a:ext cx="72896" cy="83759"/>
            </a:xfrm>
            <a:custGeom>
              <a:avLst/>
              <a:gdLst>
                <a:gd name="connsiteX0" fmla="*/ 39736 w 72896"/>
                <a:gd name="connsiteY0" fmla="*/ 83759 h 83759"/>
                <a:gd name="connsiteX1" fmla="*/ 0 w 72896"/>
                <a:gd name="connsiteY1" fmla="*/ 41737 h 83759"/>
                <a:gd name="connsiteX2" fmla="*/ 37449 w 72896"/>
                <a:gd name="connsiteY2" fmla="*/ 0 h 83759"/>
                <a:gd name="connsiteX3" fmla="*/ 72896 w 72896"/>
                <a:gd name="connsiteY3" fmla="*/ 40593 h 83759"/>
                <a:gd name="connsiteX4" fmla="*/ 72611 w 72896"/>
                <a:gd name="connsiteY4" fmla="*/ 48312 h 83759"/>
                <a:gd name="connsiteX5" fmla="*/ 18867 w 72896"/>
                <a:gd name="connsiteY5" fmla="*/ 48312 h 83759"/>
                <a:gd name="connsiteX6" fmla="*/ 39736 w 72896"/>
                <a:gd name="connsiteY6" fmla="*/ 67751 h 83759"/>
                <a:gd name="connsiteX7" fmla="*/ 59461 w 72896"/>
                <a:gd name="connsiteY7" fmla="*/ 58317 h 83759"/>
                <a:gd name="connsiteX8" fmla="*/ 71181 w 72896"/>
                <a:gd name="connsiteY8" fmla="*/ 70609 h 83759"/>
                <a:gd name="connsiteX9" fmla="*/ 39736 w 72896"/>
                <a:gd name="connsiteY9" fmla="*/ 83759 h 83759"/>
                <a:gd name="connsiteX10" fmla="*/ 18867 w 72896"/>
                <a:gd name="connsiteY10" fmla="*/ 34590 h 83759"/>
                <a:gd name="connsiteX11" fmla="*/ 55173 w 72896"/>
                <a:gd name="connsiteY11" fmla="*/ 34590 h 83759"/>
                <a:gd name="connsiteX12" fmla="*/ 37449 w 72896"/>
                <a:gd name="connsiteY12" fmla="*/ 15151 h 83759"/>
                <a:gd name="connsiteX13" fmla="*/ 18867 w 72896"/>
                <a:gd name="connsiteY13" fmla="*/ 34590 h 8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2896" h="83759">
                  <a:moveTo>
                    <a:pt x="39736" y="83759"/>
                  </a:moveTo>
                  <a:cubicBezTo>
                    <a:pt x="16009" y="83759"/>
                    <a:pt x="0" y="66893"/>
                    <a:pt x="0" y="41737"/>
                  </a:cubicBezTo>
                  <a:cubicBezTo>
                    <a:pt x="0" y="16866"/>
                    <a:pt x="15151" y="0"/>
                    <a:pt x="37449" y="0"/>
                  </a:cubicBezTo>
                  <a:cubicBezTo>
                    <a:pt x="58889" y="0"/>
                    <a:pt x="72896" y="16009"/>
                    <a:pt x="72896" y="40593"/>
                  </a:cubicBezTo>
                  <a:cubicBezTo>
                    <a:pt x="72896" y="43166"/>
                    <a:pt x="72611" y="46025"/>
                    <a:pt x="72611" y="48312"/>
                  </a:cubicBezTo>
                  <a:lnTo>
                    <a:pt x="18867" y="48312"/>
                  </a:lnTo>
                  <a:cubicBezTo>
                    <a:pt x="20868" y="60604"/>
                    <a:pt x="28301" y="67751"/>
                    <a:pt x="39736" y="67751"/>
                  </a:cubicBezTo>
                  <a:cubicBezTo>
                    <a:pt x="47168" y="67751"/>
                    <a:pt x="53171" y="64892"/>
                    <a:pt x="59461" y="58317"/>
                  </a:cubicBezTo>
                  <a:lnTo>
                    <a:pt x="71181" y="70609"/>
                  </a:lnTo>
                  <a:cubicBezTo>
                    <a:pt x="62033" y="79471"/>
                    <a:pt x="52028" y="83759"/>
                    <a:pt x="39736" y="83759"/>
                  </a:cubicBezTo>
                  <a:close/>
                  <a:moveTo>
                    <a:pt x="18867" y="34590"/>
                  </a:moveTo>
                  <a:lnTo>
                    <a:pt x="55173" y="34590"/>
                  </a:lnTo>
                  <a:cubicBezTo>
                    <a:pt x="54315" y="22298"/>
                    <a:pt x="48026" y="15151"/>
                    <a:pt x="37449" y="15151"/>
                  </a:cubicBezTo>
                  <a:cubicBezTo>
                    <a:pt x="27157" y="15151"/>
                    <a:pt x="20583" y="22298"/>
                    <a:pt x="18867" y="34590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3" name="Freihandform: Form 212">
              <a:extLst>
                <a:ext uri="{FF2B5EF4-FFF2-40B4-BE49-F238E27FC236}">
                  <a16:creationId xmlns:a16="http://schemas.microsoft.com/office/drawing/2014/main" id="{C8DBE9A1-1B20-4779-B1AA-B1E13D2478BB}"/>
                </a:ext>
              </a:extLst>
            </p:cNvPr>
            <p:cNvSpPr/>
            <p:nvPr/>
          </p:nvSpPr>
          <p:spPr>
            <a:xfrm>
              <a:off x="2796386" y="36100"/>
              <a:ext cx="69465" cy="110630"/>
            </a:xfrm>
            <a:custGeom>
              <a:avLst/>
              <a:gdLst>
                <a:gd name="connsiteX0" fmla="*/ 69466 w 69465"/>
                <a:gd name="connsiteY0" fmla="*/ 18010 h 110630"/>
                <a:gd name="connsiteX1" fmla="*/ 19725 w 69465"/>
                <a:gd name="connsiteY1" fmla="*/ 18010 h 110630"/>
                <a:gd name="connsiteX2" fmla="*/ 19725 w 69465"/>
                <a:gd name="connsiteY2" fmla="*/ 45453 h 110630"/>
                <a:gd name="connsiteX3" fmla="*/ 56888 w 69465"/>
                <a:gd name="connsiteY3" fmla="*/ 45453 h 110630"/>
                <a:gd name="connsiteX4" fmla="*/ 56888 w 69465"/>
                <a:gd name="connsiteY4" fmla="*/ 63463 h 110630"/>
                <a:gd name="connsiteX5" fmla="*/ 19725 w 69465"/>
                <a:gd name="connsiteY5" fmla="*/ 63463 h 110630"/>
                <a:gd name="connsiteX6" fmla="*/ 19725 w 69465"/>
                <a:gd name="connsiteY6" fmla="*/ 110631 h 110630"/>
                <a:gd name="connsiteX7" fmla="*/ 0 w 69465"/>
                <a:gd name="connsiteY7" fmla="*/ 110631 h 110630"/>
                <a:gd name="connsiteX8" fmla="*/ 0 w 69465"/>
                <a:gd name="connsiteY8" fmla="*/ 0 h 110630"/>
                <a:gd name="connsiteX9" fmla="*/ 69466 w 69465"/>
                <a:gd name="connsiteY9" fmla="*/ 0 h 110630"/>
                <a:gd name="connsiteX10" fmla="*/ 69466 w 69465"/>
                <a:gd name="connsiteY10" fmla="*/ 18010 h 110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465" h="110630">
                  <a:moveTo>
                    <a:pt x="69466" y="18010"/>
                  </a:moveTo>
                  <a:lnTo>
                    <a:pt x="19725" y="18010"/>
                  </a:lnTo>
                  <a:lnTo>
                    <a:pt x="19725" y="45453"/>
                  </a:lnTo>
                  <a:lnTo>
                    <a:pt x="56888" y="45453"/>
                  </a:lnTo>
                  <a:lnTo>
                    <a:pt x="56888" y="63463"/>
                  </a:lnTo>
                  <a:lnTo>
                    <a:pt x="19725" y="63463"/>
                  </a:lnTo>
                  <a:lnTo>
                    <a:pt x="19725" y="110631"/>
                  </a:lnTo>
                  <a:lnTo>
                    <a:pt x="0" y="110631"/>
                  </a:lnTo>
                  <a:lnTo>
                    <a:pt x="0" y="0"/>
                  </a:lnTo>
                  <a:lnTo>
                    <a:pt x="69466" y="0"/>
                  </a:lnTo>
                  <a:lnTo>
                    <a:pt x="69466" y="18010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4" name="Freihandform: Form 213">
              <a:extLst>
                <a:ext uri="{FF2B5EF4-FFF2-40B4-BE49-F238E27FC236}">
                  <a16:creationId xmlns:a16="http://schemas.microsoft.com/office/drawing/2014/main" id="{69FE9E73-4E3B-4C25-85EC-17FA1D2289A3}"/>
                </a:ext>
              </a:extLst>
            </p:cNvPr>
            <p:cNvSpPr/>
            <p:nvPr/>
          </p:nvSpPr>
          <p:spPr>
            <a:xfrm>
              <a:off x="2869569" y="64687"/>
              <a:ext cx="67750" cy="83759"/>
            </a:xfrm>
            <a:custGeom>
              <a:avLst/>
              <a:gdLst>
                <a:gd name="connsiteX0" fmla="*/ 34304 w 67750"/>
                <a:gd name="connsiteY0" fmla="*/ 32303 h 83759"/>
                <a:gd name="connsiteX1" fmla="*/ 49455 w 67750"/>
                <a:gd name="connsiteY1" fmla="*/ 34018 h 83759"/>
                <a:gd name="connsiteX2" fmla="*/ 49455 w 67750"/>
                <a:gd name="connsiteY2" fmla="*/ 31160 h 83759"/>
                <a:gd name="connsiteX3" fmla="*/ 31731 w 67750"/>
                <a:gd name="connsiteY3" fmla="*/ 15723 h 83759"/>
                <a:gd name="connsiteX4" fmla="*/ 11435 w 67750"/>
                <a:gd name="connsiteY4" fmla="*/ 20297 h 83759"/>
                <a:gd name="connsiteX5" fmla="*/ 7433 w 67750"/>
                <a:gd name="connsiteY5" fmla="*/ 4574 h 83759"/>
                <a:gd name="connsiteX6" fmla="*/ 33732 w 67750"/>
                <a:gd name="connsiteY6" fmla="*/ 0 h 83759"/>
                <a:gd name="connsiteX7" fmla="*/ 67751 w 67750"/>
                <a:gd name="connsiteY7" fmla="*/ 30874 h 83759"/>
                <a:gd name="connsiteX8" fmla="*/ 67751 w 67750"/>
                <a:gd name="connsiteY8" fmla="*/ 82044 h 83759"/>
                <a:gd name="connsiteX9" fmla="*/ 50027 w 67750"/>
                <a:gd name="connsiteY9" fmla="*/ 82044 h 83759"/>
                <a:gd name="connsiteX10" fmla="*/ 50027 w 67750"/>
                <a:gd name="connsiteY10" fmla="*/ 73468 h 83759"/>
                <a:gd name="connsiteX11" fmla="*/ 49741 w 67750"/>
                <a:gd name="connsiteY11" fmla="*/ 73468 h 83759"/>
                <a:gd name="connsiteX12" fmla="*/ 26300 w 67750"/>
                <a:gd name="connsiteY12" fmla="*/ 83759 h 83759"/>
                <a:gd name="connsiteX13" fmla="*/ 0 w 67750"/>
                <a:gd name="connsiteY13" fmla="*/ 58317 h 83759"/>
                <a:gd name="connsiteX14" fmla="*/ 34304 w 67750"/>
                <a:gd name="connsiteY14" fmla="*/ 32303 h 83759"/>
                <a:gd name="connsiteX15" fmla="*/ 31160 w 67750"/>
                <a:gd name="connsiteY15" fmla="*/ 69752 h 83759"/>
                <a:gd name="connsiteX16" fmla="*/ 49455 w 67750"/>
                <a:gd name="connsiteY16" fmla="*/ 60032 h 83759"/>
                <a:gd name="connsiteX17" fmla="*/ 49455 w 67750"/>
                <a:gd name="connsiteY17" fmla="*/ 46025 h 83759"/>
                <a:gd name="connsiteX18" fmla="*/ 36305 w 67750"/>
                <a:gd name="connsiteY18" fmla="*/ 44595 h 83759"/>
                <a:gd name="connsiteX19" fmla="*/ 17724 w 67750"/>
                <a:gd name="connsiteY19" fmla="*/ 57745 h 83759"/>
                <a:gd name="connsiteX20" fmla="*/ 31160 w 67750"/>
                <a:gd name="connsiteY20" fmla="*/ 69752 h 8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7750" h="83759">
                  <a:moveTo>
                    <a:pt x="34304" y="32303"/>
                  </a:moveTo>
                  <a:cubicBezTo>
                    <a:pt x="39450" y="32303"/>
                    <a:pt x="44310" y="32589"/>
                    <a:pt x="49455" y="34018"/>
                  </a:cubicBezTo>
                  <a:lnTo>
                    <a:pt x="49455" y="31160"/>
                  </a:lnTo>
                  <a:cubicBezTo>
                    <a:pt x="49455" y="20868"/>
                    <a:pt x="43452" y="15723"/>
                    <a:pt x="31731" y="15723"/>
                  </a:cubicBezTo>
                  <a:cubicBezTo>
                    <a:pt x="25156" y="15723"/>
                    <a:pt x="18010" y="17152"/>
                    <a:pt x="11435" y="20297"/>
                  </a:cubicBezTo>
                  <a:lnTo>
                    <a:pt x="7433" y="4574"/>
                  </a:lnTo>
                  <a:cubicBezTo>
                    <a:pt x="14865" y="1715"/>
                    <a:pt x="24585" y="0"/>
                    <a:pt x="33732" y="0"/>
                  </a:cubicBezTo>
                  <a:cubicBezTo>
                    <a:pt x="56316" y="0"/>
                    <a:pt x="67751" y="10577"/>
                    <a:pt x="67751" y="30874"/>
                  </a:cubicBezTo>
                  <a:lnTo>
                    <a:pt x="67751" y="82044"/>
                  </a:lnTo>
                  <a:lnTo>
                    <a:pt x="50027" y="82044"/>
                  </a:lnTo>
                  <a:lnTo>
                    <a:pt x="50027" y="73468"/>
                  </a:lnTo>
                  <a:lnTo>
                    <a:pt x="49741" y="73468"/>
                  </a:lnTo>
                  <a:cubicBezTo>
                    <a:pt x="42880" y="80615"/>
                    <a:pt x="35734" y="83759"/>
                    <a:pt x="26300" y="83759"/>
                  </a:cubicBezTo>
                  <a:cubicBezTo>
                    <a:pt x="10291" y="83759"/>
                    <a:pt x="0" y="73754"/>
                    <a:pt x="0" y="58317"/>
                  </a:cubicBezTo>
                  <a:cubicBezTo>
                    <a:pt x="0" y="41451"/>
                    <a:pt x="12006" y="32303"/>
                    <a:pt x="34304" y="32303"/>
                  </a:cubicBezTo>
                  <a:close/>
                  <a:moveTo>
                    <a:pt x="31160" y="69752"/>
                  </a:moveTo>
                  <a:cubicBezTo>
                    <a:pt x="38021" y="69752"/>
                    <a:pt x="44310" y="66321"/>
                    <a:pt x="49455" y="60032"/>
                  </a:cubicBezTo>
                  <a:lnTo>
                    <a:pt x="49455" y="46025"/>
                  </a:lnTo>
                  <a:cubicBezTo>
                    <a:pt x="45167" y="44881"/>
                    <a:pt x="40593" y="44595"/>
                    <a:pt x="36305" y="44595"/>
                  </a:cubicBezTo>
                  <a:cubicBezTo>
                    <a:pt x="24585" y="44595"/>
                    <a:pt x="17724" y="49169"/>
                    <a:pt x="17724" y="57745"/>
                  </a:cubicBezTo>
                  <a:cubicBezTo>
                    <a:pt x="17724" y="65178"/>
                    <a:pt x="22869" y="69752"/>
                    <a:pt x="31160" y="69752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5" name="Freihandform: Form 214">
              <a:extLst>
                <a:ext uri="{FF2B5EF4-FFF2-40B4-BE49-F238E27FC236}">
                  <a16:creationId xmlns:a16="http://schemas.microsoft.com/office/drawing/2014/main" id="{717AC0E0-ED3B-4A45-9517-685FC623E89C}"/>
                </a:ext>
              </a:extLst>
            </p:cNvPr>
            <p:cNvSpPr/>
            <p:nvPr/>
          </p:nvSpPr>
          <p:spPr>
            <a:xfrm>
              <a:off x="2961046" y="29811"/>
              <a:ext cx="70323" cy="116920"/>
            </a:xfrm>
            <a:custGeom>
              <a:avLst/>
              <a:gdLst>
                <a:gd name="connsiteX0" fmla="*/ 0 w 70323"/>
                <a:gd name="connsiteY0" fmla="*/ 4574 h 116920"/>
                <a:gd name="connsiteX1" fmla="*/ 18581 w 70323"/>
                <a:gd name="connsiteY1" fmla="*/ 0 h 116920"/>
                <a:gd name="connsiteX2" fmla="*/ 18581 w 70323"/>
                <a:gd name="connsiteY2" fmla="*/ 70324 h 116920"/>
                <a:gd name="connsiteX3" fmla="*/ 18867 w 70323"/>
                <a:gd name="connsiteY3" fmla="*/ 70324 h 116920"/>
                <a:gd name="connsiteX4" fmla="*/ 45167 w 70323"/>
                <a:gd name="connsiteY4" fmla="*/ 36877 h 116920"/>
                <a:gd name="connsiteX5" fmla="*/ 67465 w 70323"/>
                <a:gd name="connsiteY5" fmla="*/ 36877 h 116920"/>
                <a:gd name="connsiteX6" fmla="*/ 41165 w 70323"/>
                <a:gd name="connsiteY6" fmla="*/ 68323 h 116920"/>
                <a:gd name="connsiteX7" fmla="*/ 70324 w 70323"/>
                <a:gd name="connsiteY7" fmla="*/ 116920 h 116920"/>
                <a:gd name="connsiteX8" fmla="*/ 48026 w 70323"/>
                <a:gd name="connsiteY8" fmla="*/ 116920 h 116920"/>
                <a:gd name="connsiteX9" fmla="*/ 28015 w 70323"/>
                <a:gd name="connsiteY9" fmla="*/ 82330 h 116920"/>
                <a:gd name="connsiteX10" fmla="*/ 18867 w 70323"/>
                <a:gd name="connsiteY10" fmla="*/ 92621 h 116920"/>
                <a:gd name="connsiteX11" fmla="*/ 18867 w 70323"/>
                <a:gd name="connsiteY11" fmla="*/ 116920 h 116920"/>
                <a:gd name="connsiteX12" fmla="*/ 286 w 70323"/>
                <a:gd name="connsiteY12" fmla="*/ 116920 h 116920"/>
                <a:gd name="connsiteX13" fmla="*/ 286 w 70323"/>
                <a:gd name="connsiteY13" fmla="*/ 4574 h 116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0323" h="116920">
                  <a:moveTo>
                    <a:pt x="0" y="4574"/>
                  </a:moveTo>
                  <a:lnTo>
                    <a:pt x="18581" y="0"/>
                  </a:lnTo>
                  <a:lnTo>
                    <a:pt x="18581" y="70324"/>
                  </a:lnTo>
                  <a:lnTo>
                    <a:pt x="18867" y="70324"/>
                  </a:lnTo>
                  <a:lnTo>
                    <a:pt x="45167" y="36877"/>
                  </a:lnTo>
                  <a:lnTo>
                    <a:pt x="67465" y="36877"/>
                  </a:lnTo>
                  <a:lnTo>
                    <a:pt x="41165" y="68323"/>
                  </a:lnTo>
                  <a:lnTo>
                    <a:pt x="70324" y="116920"/>
                  </a:lnTo>
                  <a:lnTo>
                    <a:pt x="48026" y="116920"/>
                  </a:lnTo>
                  <a:lnTo>
                    <a:pt x="28015" y="82330"/>
                  </a:lnTo>
                  <a:lnTo>
                    <a:pt x="18867" y="92621"/>
                  </a:lnTo>
                  <a:lnTo>
                    <a:pt x="18867" y="116920"/>
                  </a:lnTo>
                  <a:lnTo>
                    <a:pt x="286" y="116920"/>
                  </a:lnTo>
                  <a:lnTo>
                    <a:pt x="286" y="4574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6" name="Freihandform: Form 215">
              <a:extLst>
                <a:ext uri="{FF2B5EF4-FFF2-40B4-BE49-F238E27FC236}">
                  <a16:creationId xmlns:a16="http://schemas.microsoft.com/office/drawing/2014/main" id="{AE7EF3E2-3EEA-496B-8061-462FA9487D09}"/>
                </a:ext>
              </a:extLst>
            </p:cNvPr>
            <p:cNvSpPr/>
            <p:nvPr/>
          </p:nvSpPr>
          <p:spPr>
            <a:xfrm>
              <a:off x="3045092" y="66688"/>
              <a:ext cx="68894" cy="82044"/>
            </a:xfrm>
            <a:custGeom>
              <a:avLst/>
              <a:gdLst>
                <a:gd name="connsiteX0" fmla="*/ 18867 w 68894"/>
                <a:gd name="connsiteY0" fmla="*/ 48026 h 82044"/>
                <a:gd name="connsiteX1" fmla="*/ 34876 w 68894"/>
                <a:gd name="connsiteY1" fmla="*/ 64892 h 82044"/>
                <a:gd name="connsiteX2" fmla="*/ 50313 w 68894"/>
                <a:gd name="connsiteY2" fmla="*/ 48026 h 82044"/>
                <a:gd name="connsiteX3" fmla="*/ 50313 w 68894"/>
                <a:gd name="connsiteY3" fmla="*/ 0 h 82044"/>
                <a:gd name="connsiteX4" fmla="*/ 68894 w 68894"/>
                <a:gd name="connsiteY4" fmla="*/ 0 h 82044"/>
                <a:gd name="connsiteX5" fmla="*/ 68894 w 68894"/>
                <a:gd name="connsiteY5" fmla="*/ 48598 h 82044"/>
                <a:gd name="connsiteX6" fmla="*/ 35162 w 68894"/>
                <a:gd name="connsiteY6" fmla="*/ 82044 h 82044"/>
                <a:gd name="connsiteX7" fmla="*/ 0 w 68894"/>
                <a:gd name="connsiteY7" fmla="*/ 48883 h 82044"/>
                <a:gd name="connsiteX8" fmla="*/ 0 w 68894"/>
                <a:gd name="connsiteY8" fmla="*/ 286 h 82044"/>
                <a:gd name="connsiteX9" fmla="*/ 18581 w 68894"/>
                <a:gd name="connsiteY9" fmla="*/ 286 h 82044"/>
                <a:gd name="connsiteX10" fmla="*/ 18581 w 68894"/>
                <a:gd name="connsiteY10" fmla="*/ 48026 h 82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8894" h="82044">
                  <a:moveTo>
                    <a:pt x="18867" y="48026"/>
                  </a:moveTo>
                  <a:cubicBezTo>
                    <a:pt x="18867" y="58889"/>
                    <a:pt x="24299" y="64892"/>
                    <a:pt x="34876" y="64892"/>
                  </a:cubicBezTo>
                  <a:cubicBezTo>
                    <a:pt x="45167" y="64892"/>
                    <a:pt x="50313" y="59175"/>
                    <a:pt x="50313" y="48026"/>
                  </a:cubicBezTo>
                  <a:lnTo>
                    <a:pt x="50313" y="0"/>
                  </a:lnTo>
                  <a:lnTo>
                    <a:pt x="68894" y="0"/>
                  </a:lnTo>
                  <a:lnTo>
                    <a:pt x="68894" y="48598"/>
                  </a:lnTo>
                  <a:cubicBezTo>
                    <a:pt x="68894" y="69752"/>
                    <a:pt x="57174" y="82044"/>
                    <a:pt x="35162" y="82044"/>
                  </a:cubicBezTo>
                  <a:cubicBezTo>
                    <a:pt x="13436" y="82044"/>
                    <a:pt x="0" y="69752"/>
                    <a:pt x="0" y="48883"/>
                  </a:cubicBezTo>
                  <a:lnTo>
                    <a:pt x="0" y="286"/>
                  </a:lnTo>
                  <a:lnTo>
                    <a:pt x="18581" y="286"/>
                  </a:lnTo>
                  <a:lnTo>
                    <a:pt x="18581" y="48026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7" name="Freihandform: Form 216">
              <a:extLst>
                <a:ext uri="{FF2B5EF4-FFF2-40B4-BE49-F238E27FC236}">
                  <a16:creationId xmlns:a16="http://schemas.microsoft.com/office/drawing/2014/main" id="{25292C6F-4FDB-4207-9DD9-3F96570C8F1B}"/>
                </a:ext>
              </a:extLst>
            </p:cNvPr>
            <p:cNvSpPr/>
            <p:nvPr/>
          </p:nvSpPr>
          <p:spPr>
            <a:xfrm>
              <a:off x="3138285" y="29525"/>
              <a:ext cx="18581" cy="116920"/>
            </a:xfrm>
            <a:custGeom>
              <a:avLst/>
              <a:gdLst>
                <a:gd name="connsiteX0" fmla="*/ 18581 w 18581"/>
                <a:gd name="connsiteY0" fmla="*/ 116920 h 116920"/>
                <a:gd name="connsiteX1" fmla="*/ 0 w 18581"/>
                <a:gd name="connsiteY1" fmla="*/ 116920 h 116920"/>
                <a:gd name="connsiteX2" fmla="*/ 0 w 18581"/>
                <a:gd name="connsiteY2" fmla="*/ 4288 h 116920"/>
                <a:gd name="connsiteX3" fmla="*/ 18581 w 18581"/>
                <a:gd name="connsiteY3" fmla="*/ 0 h 116920"/>
                <a:gd name="connsiteX4" fmla="*/ 18581 w 18581"/>
                <a:gd name="connsiteY4" fmla="*/ 116920 h 116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581" h="116920">
                  <a:moveTo>
                    <a:pt x="18581" y="116920"/>
                  </a:moveTo>
                  <a:lnTo>
                    <a:pt x="0" y="116920"/>
                  </a:lnTo>
                  <a:lnTo>
                    <a:pt x="0" y="4288"/>
                  </a:lnTo>
                  <a:lnTo>
                    <a:pt x="18581" y="0"/>
                  </a:lnTo>
                  <a:lnTo>
                    <a:pt x="18581" y="116920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8" name="Freihandform: Form 217">
              <a:extLst>
                <a:ext uri="{FF2B5EF4-FFF2-40B4-BE49-F238E27FC236}">
                  <a16:creationId xmlns:a16="http://schemas.microsoft.com/office/drawing/2014/main" id="{87D7DFA3-D584-4F02-BCFD-1124EC87E1DF}"/>
                </a:ext>
              </a:extLst>
            </p:cNvPr>
            <p:cNvSpPr/>
            <p:nvPr/>
          </p:nvSpPr>
          <p:spPr>
            <a:xfrm>
              <a:off x="3173160" y="40960"/>
              <a:ext cx="49741" cy="107486"/>
            </a:xfrm>
            <a:custGeom>
              <a:avLst/>
              <a:gdLst>
                <a:gd name="connsiteX0" fmla="*/ 49741 w 49741"/>
                <a:gd name="connsiteY0" fmla="*/ 88619 h 107486"/>
                <a:gd name="connsiteX1" fmla="*/ 49741 w 49741"/>
                <a:gd name="connsiteY1" fmla="*/ 104628 h 107486"/>
                <a:gd name="connsiteX2" fmla="*/ 34018 w 49741"/>
                <a:gd name="connsiteY2" fmla="*/ 107486 h 107486"/>
                <a:gd name="connsiteX3" fmla="*/ 12292 w 49741"/>
                <a:gd name="connsiteY3" fmla="*/ 84903 h 107486"/>
                <a:gd name="connsiteX4" fmla="*/ 12292 w 49741"/>
                <a:gd name="connsiteY4" fmla="*/ 41165 h 107486"/>
                <a:gd name="connsiteX5" fmla="*/ 0 w 49741"/>
                <a:gd name="connsiteY5" fmla="*/ 41165 h 107486"/>
                <a:gd name="connsiteX6" fmla="*/ 0 w 49741"/>
                <a:gd name="connsiteY6" fmla="*/ 25728 h 107486"/>
                <a:gd name="connsiteX7" fmla="*/ 12006 w 49741"/>
                <a:gd name="connsiteY7" fmla="*/ 25728 h 107486"/>
                <a:gd name="connsiteX8" fmla="*/ 12006 w 49741"/>
                <a:gd name="connsiteY8" fmla="*/ 4002 h 107486"/>
                <a:gd name="connsiteX9" fmla="*/ 30588 w 49741"/>
                <a:gd name="connsiteY9" fmla="*/ 0 h 107486"/>
                <a:gd name="connsiteX10" fmla="*/ 30588 w 49741"/>
                <a:gd name="connsiteY10" fmla="*/ 26014 h 107486"/>
                <a:gd name="connsiteX11" fmla="*/ 49741 w 49741"/>
                <a:gd name="connsiteY11" fmla="*/ 26014 h 107486"/>
                <a:gd name="connsiteX12" fmla="*/ 49741 w 49741"/>
                <a:gd name="connsiteY12" fmla="*/ 41451 h 107486"/>
                <a:gd name="connsiteX13" fmla="*/ 30588 w 49741"/>
                <a:gd name="connsiteY13" fmla="*/ 41451 h 107486"/>
                <a:gd name="connsiteX14" fmla="*/ 30588 w 49741"/>
                <a:gd name="connsiteY14" fmla="*/ 80901 h 107486"/>
                <a:gd name="connsiteX15" fmla="*/ 39164 w 49741"/>
                <a:gd name="connsiteY15" fmla="*/ 91478 h 107486"/>
                <a:gd name="connsiteX16" fmla="*/ 49741 w 49741"/>
                <a:gd name="connsiteY16" fmla="*/ 88619 h 107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9741" h="107486">
                  <a:moveTo>
                    <a:pt x="49741" y="88619"/>
                  </a:moveTo>
                  <a:lnTo>
                    <a:pt x="49741" y="104628"/>
                  </a:lnTo>
                  <a:cubicBezTo>
                    <a:pt x="45739" y="106629"/>
                    <a:pt x="39450" y="107486"/>
                    <a:pt x="34018" y="107486"/>
                  </a:cubicBezTo>
                  <a:cubicBezTo>
                    <a:pt x="20011" y="107486"/>
                    <a:pt x="12292" y="99482"/>
                    <a:pt x="12292" y="84903"/>
                  </a:cubicBezTo>
                  <a:lnTo>
                    <a:pt x="12292" y="41165"/>
                  </a:lnTo>
                  <a:lnTo>
                    <a:pt x="0" y="41165"/>
                  </a:lnTo>
                  <a:lnTo>
                    <a:pt x="0" y="25728"/>
                  </a:lnTo>
                  <a:lnTo>
                    <a:pt x="12006" y="25728"/>
                  </a:lnTo>
                  <a:lnTo>
                    <a:pt x="12006" y="4002"/>
                  </a:lnTo>
                  <a:lnTo>
                    <a:pt x="30588" y="0"/>
                  </a:lnTo>
                  <a:lnTo>
                    <a:pt x="30588" y="26014"/>
                  </a:lnTo>
                  <a:lnTo>
                    <a:pt x="49741" y="26014"/>
                  </a:lnTo>
                  <a:lnTo>
                    <a:pt x="49741" y="41451"/>
                  </a:lnTo>
                  <a:lnTo>
                    <a:pt x="30588" y="41451"/>
                  </a:lnTo>
                  <a:lnTo>
                    <a:pt x="30588" y="80901"/>
                  </a:lnTo>
                  <a:cubicBezTo>
                    <a:pt x="30588" y="88333"/>
                    <a:pt x="33161" y="91478"/>
                    <a:pt x="39164" y="91478"/>
                  </a:cubicBezTo>
                  <a:cubicBezTo>
                    <a:pt x="42880" y="91192"/>
                    <a:pt x="46596" y="90048"/>
                    <a:pt x="49741" y="88619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9" name="Freihandform: Form 218">
              <a:extLst>
                <a:ext uri="{FF2B5EF4-FFF2-40B4-BE49-F238E27FC236}">
                  <a16:creationId xmlns:a16="http://schemas.microsoft.com/office/drawing/2014/main" id="{361EFEEA-62B2-4FA2-B991-E6318A38C981}"/>
                </a:ext>
              </a:extLst>
            </p:cNvPr>
            <p:cNvSpPr/>
            <p:nvPr/>
          </p:nvSpPr>
          <p:spPr>
            <a:xfrm>
              <a:off x="3237481" y="32384"/>
              <a:ext cx="67750" cy="116062"/>
            </a:xfrm>
            <a:custGeom>
              <a:avLst/>
              <a:gdLst>
                <a:gd name="connsiteX0" fmla="*/ 34304 w 67750"/>
                <a:gd name="connsiteY0" fmla="*/ 64606 h 116062"/>
                <a:gd name="connsiteX1" fmla="*/ 49455 w 67750"/>
                <a:gd name="connsiteY1" fmla="*/ 66321 h 116062"/>
                <a:gd name="connsiteX2" fmla="*/ 49455 w 67750"/>
                <a:gd name="connsiteY2" fmla="*/ 63463 h 116062"/>
                <a:gd name="connsiteX3" fmla="*/ 31731 w 67750"/>
                <a:gd name="connsiteY3" fmla="*/ 48026 h 116062"/>
                <a:gd name="connsiteX4" fmla="*/ 11435 w 67750"/>
                <a:gd name="connsiteY4" fmla="*/ 52600 h 116062"/>
                <a:gd name="connsiteX5" fmla="*/ 7432 w 67750"/>
                <a:gd name="connsiteY5" fmla="*/ 36877 h 116062"/>
                <a:gd name="connsiteX6" fmla="*/ 33732 w 67750"/>
                <a:gd name="connsiteY6" fmla="*/ 32303 h 116062"/>
                <a:gd name="connsiteX7" fmla="*/ 67751 w 67750"/>
                <a:gd name="connsiteY7" fmla="*/ 63177 h 116062"/>
                <a:gd name="connsiteX8" fmla="*/ 67751 w 67750"/>
                <a:gd name="connsiteY8" fmla="*/ 114347 h 116062"/>
                <a:gd name="connsiteX9" fmla="*/ 50027 w 67750"/>
                <a:gd name="connsiteY9" fmla="*/ 114347 h 116062"/>
                <a:gd name="connsiteX10" fmla="*/ 50027 w 67750"/>
                <a:gd name="connsiteY10" fmla="*/ 105771 h 116062"/>
                <a:gd name="connsiteX11" fmla="*/ 49741 w 67750"/>
                <a:gd name="connsiteY11" fmla="*/ 105771 h 116062"/>
                <a:gd name="connsiteX12" fmla="*/ 26300 w 67750"/>
                <a:gd name="connsiteY12" fmla="*/ 116063 h 116062"/>
                <a:gd name="connsiteX13" fmla="*/ 0 w 67750"/>
                <a:gd name="connsiteY13" fmla="*/ 90620 h 116062"/>
                <a:gd name="connsiteX14" fmla="*/ 34304 w 67750"/>
                <a:gd name="connsiteY14" fmla="*/ 64606 h 116062"/>
                <a:gd name="connsiteX15" fmla="*/ 19153 w 67750"/>
                <a:gd name="connsiteY15" fmla="*/ 21726 h 116062"/>
                <a:gd name="connsiteX16" fmla="*/ 8004 w 67750"/>
                <a:gd name="connsiteY16" fmla="*/ 10863 h 116062"/>
                <a:gd name="connsiteX17" fmla="*/ 19153 w 67750"/>
                <a:gd name="connsiteY17" fmla="*/ 0 h 116062"/>
                <a:gd name="connsiteX18" fmla="*/ 30302 w 67750"/>
                <a:gd name="connsiteY18" fmla="*/ 10863 h 116062"/>
                <a:gd name="connsiteX19" fmla="*/ 19153 w 67750"/>
                <a:gd name="connsiteY19" fmla="*/ 21726 h 116062"/>
                <a:gd name="connsiteX20" fmla="*/ 31160 w 67750"/>
                <a:gd name="connsiteY20" fmla="*/ 102055 h 116062"/>
                <a:gd name="connsiteX21" fmla="*/ 49455 w 67750"/>
                <a:gd name="connsiteY21" fmla="*/ 92335 h 116062"/>
                <a:gd name="connsiteX22" fmla="*/ 49455 w 67750"/>
                <a:gd name="connsiteY22" fmla="*/ 78328 h 116062"/>
                <a:gd name="connsiteX23" fmla="*/ 36305 w 67750"/>
                <a:gd name="connsiteY23" fmla="*/ 76899 h 116062"/>
                <a:gd name="connsiteX24" fmla="*/ 17724 w 67750"/>
                <a:gd name="connsiteY24" fmla="*/ 90048 h 116062"/>
                <a:gd name="connsiteX25" fmla="*/ 31160 w 67750"/>
                <a:gd name="connsiteY25" fmla="*/ 102055 h 116062"/>
                <a:gd name="connsiteX26" fmla="*/ 52028 w 67750"/>
                <a:gd name="connsiteY26" fmla="*/ 21726 h 116062"/>
                <a:gd name="connsiteX27" fmla="*/ 40879 w 67750"/>
                <a:gd name="connsiteY27" fmla="*/ 10863 h 116062"/>
                <a:gd name="connsiteX28" fmla="*/ 52028 w 67750"/>
                <a:gd name="connsiteY28" fmla="*/ 0 h 116062"/>
                <a:gd name="connsiteX29" fmla="*/ 63177 w 67750"/>
                <a:gd name="connsiteY29" fmla="*/ 10863 h 116062"/>
                <a:gd name="connsiteX30" fmla="*/ 52028 w 67750"/>
                <a:gd name="connsiteY30" fmla="*/ 21726 h 1160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7750" h="116062">
                  <a:moveTo>
                    <a:pt x="34304" y="64606"/>
                  </a:moveTo>
                  <a:cubicBezTo>
                    <a:pt x="39450" y="64606"/>
                    <a:pt x="44310" y="64892"/>
                    <a:pt x="49455" y="66321"/>
                  </a:cubicBezTo>
                  <a:lnTo>
                    <a:pt x="49455" y="63463"/>
                  </a:lnTo>
                  <a:cubicBezTo>
                    <a:pt x="49455" y="53171"/>
                    <a:pt x="43452" y="48026"/>
                    <a:pt x="31731" y="48026"/>
                  </a:cubicBezTo>
                  <a:cubicBezTo>
                    <a:pt x="25156" y="48026"/>
                    <a:pt x="18010" y="49455"/>
                    <a:pt x="11435" y="52600"/>
                  </a:cubicBezTo>
                  <a:lnTo>
                    <a:pt x="7432" y="36877"/>
                  </a:lnTo>
                  <a:cubicBezTo>
                    <a:pt x="14865" y="34018"/>
                    <a:pt x="24585" y="32303"/>
                    <a:pt x="33732" y="32303"/>
                  </a:cubicBezTo>
                  <a:cubicBezTo>
                    <a:pt x="56316" y="32303"/>
                    <a:pt x="67751" y="42880"/>
                    <a:pt x="67751" y="63177"/>
                  </a:cubicBezTo>
                  <a:lnTo>
                    <a:pt x="67751" y="114347"/>
                  </a:lnTo>
                  <a:lnTo>
                    <a:pt x="50027" y="114347"/>
                  </a:lnTo>
                  <a:lnTo>
                    <a:pt x="50027" y="105771"/>
                  </a:lnTo>
                  <a:lnTo>
                    <a:pt x="49741" y="105771"/>
                  </a:lnTo>
                  <a:cubicBezTo>
                    <a:pt x="42880" y="112918"/>
                    <a:pt x="35734" y="116063"/>
                    <a:pt x="26300" y="116063"/>
                  </a:cubicBezTo>
                  <a:cubicBezTo>
                    <a:pt x="10291" y="116063"/>
                    <a:pt x="0" y="106057"/>
                    <a:pt x="0" y="90620"/>
                  </a:cubicBezTo>
                  <a:cubicBezTo>
                    <a:pt x="0" y="73754"/>
                    <a:pt x="12006" y="64606"/>
                    <a:pt x="34304" y="64606"/>
                  </a:cubicBezTo>
                  <a:close/>
                  <a:moveTo>
                    <a:pt x="19153" y="21726"/>
                  </a:moveTo>
                  <a:cubicBezTo>
                    <a:pt x="13150" y="21726"/>
                    <a:pt x="8004" y="16580"/>
                    <a:pt x="8004" y="10863"/>
                  </a:cubicBezTo>
                  <a:cubicBezTo>
                    <a:pt x="8004" y="5146"/>
                    <a:pt x="13150" y="0"/>
                    <a:pt x="19153" y="0"/>
                  </a:cubicBezTo>
                  <a:cubicBezTo>
                    <a:pt x="25156" y="0"/>
                    <a:pt x="30302" y="5146"/>
                    <a:pt x="30302" y="10863"/>
                  </a:cubicBezTo>
                  <a:cubicBezTo>
                    <a:pt x="30302" y="16866"/>
                    <a:pt x="25156" y="21726"/>
                    <a:pt x="19153" y="21726"/>
                  </a:cubicBezTo>
                  <a:close/>
                  <a:moveTo>
                    <a:pt x="31160" y="102055"/>
                  </a:moveTo>
                  <a:cubicBezTo>
                    <a:pt x="38020" y="102055"/>
                    <a:pt x="44310" y="98625"/>
                    <a:pt x="49455" y="92335"/>
                  </a:cubicBezTo>
                  <a:lnTo>
                    <a:pt x="49455" y="78328"/>
                  </a:lnTo>
                  <a:cubicBezTo>
                    <a:pt x="45167" y="77184"/>
                    <a:pt x="40593" y="76899"/>
                    <a:pt x="36305" y="76899"/>
                  </a:cubicBezTo>
                  <a:cubicBezTo>
                    <a:pt x="24585" y="76899"/>
                    <a:pt x="17724" y="81472"/>
                    <a:pt x="17724" y="90048"/>
                  </a:cubicBezTo>
                  <a:cubicBezTo>
                    <a:pt x="18010" y="97481"/>
                    <a:pt x="23155" y="102055"/>
                    <a:pt x="31160" y="102055"/>
                  </a:cubicBezTo>
                  <a:close/>
                  <a:moveTo>
                    <a:pt x="52028" y="21726"/>
                  </a:moveTo>
                  <a:cubicBezTo>
                    <a:pt x="46025" y="21726"/>
                    <a:pt x="40879" y="16580"/>
                    <a:pt x="40879" y="10863"/>
                  </a:cubicBezTo>
                  <a:cubicBezTo>
                    <a:pt x="40879" y="5146"/>
                    <a:pt x="46025" y="0"/>
                    <a:pt x="52028" y="0"/>
                  </a:cubicBezTo>
                  <a:cubicBezTo>
                    <a:pt x="58031" y="0"/>
                    <a:pt x="63177" y="5146"/>
                    <a:pt x="63177" y="10863"/>
                  </a:cubicBezTo>
                  <a:cubicBezTo>
                    <a:pt x="63177" y="16866"/>
                    <a:pt x="57745" y="21726"/>
                    <a:pt x="52028" y="21726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0" name="Freihandform: Form 219">
              <a:extLst>
                <a:ext uri="{FF2B5EF4-FFF2-40B4-BE49-F238E27FC236}">
                  <a16:creationId xmlns:a16="http://schemas.microsoft.com/office/drawing/2014/main" id="{B0A67168-F32D-4D4D-A00C-917CD9297BE8}"/>
                </a:ext>
              </a:extLst>
            </p:cNvPr>
            <p:cNvSpPr/>
            <p:nvPr/>
          </p:nvSpPr>
          <p:spPr>
            <a:xfrm>
              <a:off x="3320097" y="40960"/>
              <a:ext cx="49740" cy="107486"/>
            </a:xfrm>
            <a:custGeom>
              <a:avLst/>
              <a:gdLst>
                <a:gd name="connsiteX0" fmla="*/ 49741 w 49740"/>
                <a:gd name="connsiteY0" fmla="*/ 88619 h 107486"/>
                <a:gd name="connsiteX1" fmla="*/ 49741 w 49740"/>
                <a:gd name="connsiteY1" fmla="*/ 104628 h 107486"/>
                <a:gd name="connsiteX2" fmla="*/ 34018 w 49740"/>
                <a:gd name="connsiteY2" fmla="*/ 107486 h 107486"/>
                <a:gd name="connsiteX3" fmla="*/ 12292 w 49740"/>
                <a:gd name="connsiteY3" fmla="*/ 84903 h 107486"/>
                <a:gd name="connsiteX4" fmla="*/ 12292 w 49740"/>
                <a:gd name="connsiteY4" fmla="*/ 41165 h 107486"/>
                <a:gd name="connsiteX5" fmla="*/ 0 w 49740"/>
                <a:gd name="connsiteY5" fmla="*/ 41165 h 107486"/>
                <a:gd name="connsiteX6" fmla="*/ 0 w 49740"/>
                <a:gd name="connsiteY6" fmla="*/ 25728 h 107486"/>
                <a:gd name="connsiteX7" fmla="*/ 12006 w 49740"/>
                <a:gd name="connsiteY7" fmla="*/ 25728 h 107486"/>
                <a:gd name="connsiteX8" fmla="*/ 12006 w 49740"/>
                <a:gd name="connsiteY8" fmla="*/ 4002 h 107486"/>
                <a:gd name="connsiteX9" fmla="*/ 30588 w 49740"/>
                <a:gd name="connsiteY9" fmla="*/ 0 h 107486"/>
                <a:gd name="connsiteX10" fmla="*/ 30588 w 49740"/>
                <a:gd name="connsiteY10" fmla="*/ 26014 h 107486"/>
                <a:gd name="connsiteX11" fmla="*/ 49741 w 49740"/>
                <a:gd name="connsiteY11" fmla="*/ 26014 h 107486"/>
                <a:gd name="connsiteX12" fmla="*/ 49741 w 49740"/>
                <a:gd name="connsiteY12" fmla="*/ 41451 h 107486"/>
                <a:gd name="connsiteX13" fmla="*/ 30588 w 49740"/>
                <a:gd name="connsiteY13" fmla="*/ 41451 h 107486"/>
                <a:gd name="connsiteX14" fmla="*/ 30588 w 49740"/>
                <a:gd name="connsiteY14" fmla="*/ 80901 h 107486"/>
                <a:gd name="connsiteX15" fmla="*/ 39164 w 49740"/>
                <a:gd name="connsiteY15" fmla="*/ 91478 h 107486"/>
                <a:gd name="connsiteX16" fmla="*/ 49741 w 49740"/>
                <a:gd name="connsiteY16" fmla="*/ 88619 h 107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9740" h="107486">
                  <a:moveTo>
                    <a:pt x="49741" y="88619"/>
                  </a:moveTo>
                  <a:lnTo>
                    <a:pt x="49741" y="104628"/>
                  </a:lnTo>
                  <a:cubicBezTo>
                    <a:pt x="45739" y="106629"/>
                    <a:pt x="39450" y="107486"/>
                    <a:pt x="34018" y="107486"/>
                  </a:cubicBezTo>
                  <a:cubicBezTo>
                    <a:pt x="20011" y="107486"/>
                    <a:pt x="12292" y="99482"/>
                    <a:pt x="12292" y="84903"/>
                  </a:cubicBezTo>
                  <a:lnTo>
                    <a:pt x="12292" y="41165"/>
                  </a:lnTo>
                  <a:lnTo>
                    <a:pt x="0" y="41165"/>
                  </a:lnTo>
                  <a:lnTo>
                    <a:pt x="0" y="25728"/>
                  </a:lnTo>
                  <a:lnTo>
                    <a:pt x="12006" y="25728"/>
                  </a:lnTo>
                  <a:lnTo>
                    <a:pt x="12006" y="4002"/>
                  </a:lnTo>
                  <a:lnTo>
                    <a:pt x="30588" y="0"/>
                  </a:lnTo>
                  <a:lnTo>
                    <a:pt x="30588" y="26014"/>
                  </a:lnTo>
                  <a:lnTo>
                    <a:pt x="49741" y="26014"/>
                  </a:lnTo>
                  <a:lnTo>
                    <a:pt x="49741" y="41451"/>
                  </a:lnTo>
                  <a:lnTo>
                    <a:pt x="30588" y="41451"/>
                  </a:lnTo>
                  <a:lnTo>
                    <a:pt x="30588" y="80901"/>
                  </a:lnTo>
                  <a:cubicBezTo>
                    <a:pt x="30588" y="88333"/>
                    <a:pt x="33161" y="91478"/>
                    <a:pt x="39164" y="91478"/>
                  </a:cubicBezTo>
                  <a:cubicBezTo>
                    <a:pt x="42880" y="91192"/>
                    <a:pt x="46596" y="90048"/>
                    <a:pt x="49741" y="88619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1" name="Freihandform: Form 220">
              <a:extLst>
                <a:ext uri="{FF2B5EF4-FFF2-40B4-BE49-F238E27FC236}">
                  <a16:creationId xmlns:a16="http://schemas.microsoft.com/office/drawing/2014/main" id="{99096E6E-B984-4028-B47B-1EA912394AC6}"/>
                </a:ext>
              </a:extLst>
            </p:cNvPr>
            <p:cNvSpPr/>
            <p:nvPr/>
          </p:nvSpPr>
          <p:spPr>
            <a:xfrm>
              <a:off x="3433872" y="66688"/>
              <a:ext cx="68894" cy="82044"/>
            </a:xfrm>
            <a:custGeom>
              <a:avLst/>
              <a:gdLst>
                <a:gd name="connsiteX0" fmla="*/ 18867 w 68894"/>
                <a:gd name="connsiteY0" fmla="*/ 48026 h 82044"/>
                <a:gd name="connsiteX1" fmla="*/ 34876 w 68894"/>
                <a:gd name="connsiteY1" fmla="*/ 64892 h 82044"/>
                <a:gd name="connsiteX2" fmla="*/ 50313 w 68894"/>
                <a:gd name="connsiteY2" fmla="*/ 48026 h 82044"/>
                <a:gd name="connsiteX3" fmla="*/ 50313 w 68894"/>
                <a:gd name="connsiteY3" fmla="*/ 0 h 82044"/>
                <a:gd name="connsiteX4" fmla="*/ 68894 w 68894"/>
                <a:gd name="connsiteY4" fmla="*/ 0 h 82044"/>
                <a:gd name="connsiteX5" fmla="*/ 68894 w 68894"/>
                <a:gd name="connsiteY5" fmla="*/ 48598 h 82044"/>
                <a:gd name="connsiteX6" fmla="*/ 35162 w 68894"/>
                <a:gd name="connsiteY6" fmla="*/ 82044 h 82044"/>
                <a:gd name="connsiteX7" fmla="*/ 0 w 68894"/>
                <a:gd name="connsiteY7" fmla="*/ 48883 h 82044"/>
                <a:gd name="connsiteX8" fmla="*/ 0 w 68894"/>
                <a:gd name="connsiteY8" fmla="*/ 286 h 82044"/>
                <a:gd name="connsiteX9" fmla="*/ 18581 w 68894"/>
                <a:gd name="connsiteY9" fmla="*/ 286 h 82044"/>
                <a:gd name="connsiteX10" fmla="*/ 18581 w 68894"/>
                <a:gd name="connsiteY10" fmla="*/ 48026 h 82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8894" h="82044">
                  <a:moveTo>
                    <a:pt x="18867" y="48026"/>
                  </a:moveTo>
                  <a:cubicBezTo>
                    <a:pt x="18867" y="58889"/>
                    <a:pt x="24299" y="64892"/>
                    <a:pt x="34876" y="64892"/>
                  </a:cubicBezTo>
                  <a:cubicBezTo>
                    <a:pt x="45167" y="64892"/>
                    <a:pt x="50313" y="59175"/>
                    <a:pt x="50313" y="48026"/>
                  </a:cubicBezTo>
                  <a:lnTo>
                    <a:pt x="50313" y="0"/>
                  </a:lnTo>
                  <a:lnTo>
                    <a:pt x="68894" y="0"/>
                  </a:lnTo>
                  <a:lnTo>
                    <a:pt x="68894" y="48598"/>
                  </a:lnTo>
                  <a:cubicBezTo>
                    <a:pt x="68894" y="69752"/>
                    <a:pt x="57174" y="82044"/>
                    <a:pt x="35162" y="82044"/>
                  </a:cubicBezTo>
                  <a:cubicBezTo>
                    <a:pt x="13436" y="82044"/>
                    <a:pt x="0" y="69752"/>
                    <a:pt x="0" y="48883"/>
                  </a:cubicBezTo>
                  <a:lnTo>
                    <a:pt x="0" y="286"/>
                  </a:lnTo>
                  <a:lnTo>
                    <a:pt x="18581" y="286"/>
                  </a:lnTo>
                  <a:lnTo>
                    <a:pt x="18581" y="48026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2" name="Freihandform: Form 221">
              <a:extLst>
                <a:ext uri="{FF2B5EF4-FFF2-40B4-BE49-F238E27FC236}">
                  <a16:creationId xmlns:a16="http://schemas.microsoft.com/office/drawing/2014/main" id="{50AFA9AA-F478-4623-B334-3BAEF63D2261}"/>
                </a:ext>
              </a:extLst>
            </p:cNvPr>
            <p:cNvSpPr/>
            <p:nvPr/>
          </p:nvSpPr>
          <p:spPr>
            <a:xfrm>
              <a:off x="3526779" y="64687"/>
              <a:ext cx="68608" cy="82044"/>
            </a:xfrm>
            <a:custGeom>
              <a:avLst/>
              <a:gdLst>
                <a:gd name="connsiteX0" fmla="*/ 68608 w 68608"/>
                <a:gd name="connsiteY0" fmla="*/ 81758 h 82044"/>
                <a:gd name="connsiteX1" fmla="*/ 50027 w 68608"/>
                <a:gd name="connsiteY1" fmla="*/ 81758 h 82044"/>
                <a:gd name="connsiteX2" fmla="*/ 50027 w 68608"/>
                <a:gd name="connsiteY2" fmla="*/ 36019 h 82044"/>
                <a:gd name="connsiteX3" fmla="*/ 35162 w 68608"/>
                <a:gd name="connsiteY3" fmla="*/ 16580 h 82044"/>
                <a:gd name="connsiteX4" fmla="*/ 18581 w 68608"/>
                <a:gd name="connsiteY4" fmla="*/ 36019 h 82044"/>
                <a:gd name="connsiteX5" fmla="*/ 18581 w 68608"/>
                <a:gd name="connsiteY5" fmla="*/ 82044 h 82044"/>
                <a:gd name="connsiteX6" fmla="*/ 0 w 68608"/>
                <a:gd name="connsiteY6" fmla="*/ 82044 h 82044"/>
                <a:gd name="connsiteX7" fmla="*/ 0 w 68608"/>
                <a:gd name="connsiteY7" fmla="*/ 2001 h 82044"/>
                <a:gd name="connsiteX8" fmla="*/ 18581 w 68608"/>
                <a:gd name="connsiteY8" fmla="*/ 2001 h 82044"/>
                <a:gd name="connsiteX9" fmla="*/ 18581 w 68608"/>
                <a:gd name="connsiteY9" fmla="*/ 11721 h 82044"/>
                <a:gd name="connsiteX10" fmla="*/ 18867 w 68608"/>
                <a:gd name="connsiteY10" fmla="*/ 11721 h 82044"/>
                <a:gd name="connsiteX11" fmla="*/ 42308 w 68608"/>
                <a:gd name="connsiteY11" fmla="*/ 0 h 82044"/>
                <a:gd name="connsiteX12" fmla="*/ 68608 w 68608"/>
                <a:gd name="connsiteY12" fmla="*/ 32303 h 82044"/>
                <a:gd name="connsiteX13" fmla="*/ 68608 w 68608"/>
                <a:gd name="connsiteY13" fmla="*/ 81758 h 82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8608" h="82044">
                  <a:moveTo>
                    <a:pt x="68608" y="81758"/>
                  </a:moveTo>
                  <a:lnTo>
                    <a:pt x="50027" y="81758"/>
                  </a:lnTo>
                  <a:lnTo>
                    <a:pt x="50027" y="36019"/>
                  </a:lnTo>
                  <a:cubicBezTo>
                    <a:pt x="50027" y="24299"/>
                    <a:pt x="46596" y="16580"/>
                    <a:pt x="35162" y="16580"/>
                  </a:cubicBezTo>
                  <a:cubicBezTo>
                    <a:pt x="22012" y="16580"/>
                    <a:pt x="18581" y="27157"/>
                    <a:pt x="18581" y="36019"/>
                  </a:cubicBezTo>
                  <a:lnTo>
                    <a:pt x="18581" y="82044"/>
                  </a:lnTo>
                  <a:lnTo>
                    <a:pt x="0" y="82044"/>
                  </a:lnTo>
                  <a:lnTo>
                    <a:pt x="0" y="2001"/>
                  </a:lnTo>
                  <a:lnTo>
                    <a:pt x="18581" y="2001"/>
                  </a:lnTo>
                  <a:lnTo>
                    <a:pt x="18581" y="11721"/>
                  </a:lnTo>
                  <a:lnTo>
                    <a:pt x="18867" y="11721"/>
                  </a:lnTo>
                  <a:cubicBezTo>
                    <a:pt x="23727" y="4574"/>
                    <a:pt x="32017" y="0"/>
                    <a:pt x="42308" y="0"/>
                  </a:cubicBezTo>
                  <a:cubicBezTo>
                    <a:pt x="60604" y="0"/>
                    <a:pt x="68608" y="13436"/>
                    <a:pt x="68608" y="32303"/>
                  </a:cubicBezTo>
                  <a:lnTo>
                    <a:pt x="68608" y="81758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3" name="Freihandform: Form 222">
              <a:extLst>
                <a:ext uri="{FF2B5EF4-FFF2-40B4-BE49-F238E27FC236}">
                  <a16:creationId xmlns:a16="http://schemas.microsoft.com/office/drawing/2014/main" id="{D8A89570-FCAB-45B0-AB90-6828CDF05FFD}"/>
                </a:ext>
              </a:extLst>
            </p:cNvPr>
            <p:cNvSpPr/>
            <p:nvPr/>
          </p:nvSpPr>
          <p:spPr>
            <a:xfrm>
              <a:off x="3615112" y="29811"/>
              <a:ext cx="74611" cy="118921"/>
            </a:xfrm>
            <a:custGeom>
              <a:avLst/>
              <a:gdLst>
                <a:gd name="connsiteX0" fmla="*/ 0 w 74611"/>
                <a:gd name="connsiteY0" fmla="*/ 76613 h 118921"/>
                <a:gd name="connsiteX1" fmla="*/ 32589 w 74611"/>
                <a:gd name="connsiteY1" fmla="*/ 34876 h 118921"/>
                <a:gd name="connsiteX2" fmla="*/ 55744 w 74611"/>
                <a:gd name="connsiteY2" fmla="*/ 45739 h 118921"/>
                <a:gd name="connsiteX3" fmla="*/ 56030 w 74611"/>
                <a:gd name="connsiteY3" fmla="*/ 45739 h 118921"/>
                <a:gd name="connsiteX4" fmla="*/ 56030 w 74611"/>
                <a:gd name="connsiteY4" fmla="*/ 4574 h 118921"/>
                <a:gd name="connsiteX5" fmla="*/ 74612 w 74611"/>
                <a:gd name="connsiteY5" fmla="*/ 0 h 118921"/>
                <a:gd name="connsiteX6" fmla="*/ 74612 w 74611"/>
                <a:gd name="connsiteY6" fmla="*/ 116920 h 118921"/>
                <a:gd name="connsiteX7" fmla="*/ 56316 w 74611"/>
                <a:gd name="connsiteY7" fmla="*/ 116920 h 118921"/>
                <a:gd name="connsiteX8" fmla="*/ 56316 w 74611"/>
                <a:gd name="connsiteY8" fmla="*/ 107486 h 118921"/>
                <a:gd name="connsiteX9" fmla="*/ 56030 w 74611"/>
                <a:gd name="connsiteY9" fmla="*/ 107486 h 118921"/>
                <a:gd name="connsiteX10" fmla="*/ 32017 w 74611"/>
                <a:gd name="connsiteY10" fmla="*/ 118921 h 118921"/>
                <a:gd name="connsiteX11" fmla="*/ 0 w 74611"/>
                <a:gd name="connsiteY11" fmla="*/ 76613 h 118921"/>
                <a:gd name="connsiteX12" fmla="*/ 18581 w 74611"/>
                <a:gd name="connsiteY12" fmla="*/ 76613 h 118921"/>
                <a:gd name="connsiteX13" fmla="*/ 37163 w 74611"/>
                <a:gd name="connsiteY13" fmla="*/ 102341 h 118921"/>
                <a:gd name="connsiteX14" fmla="*/ 56316 w 74611"/>
                <a:gd name="connsiteY14" fmla="*/ 91764 h 118921"/>
                <a:gd name="connsiteX15" fmla="*/ 56316 w 74611"/>
                <a:gd name="connsiteY15" fmla="*/ 62605 h 118921"/>
                <a:gd name="connsiteX16" fmla="*/ 37163 w 74611"/>
                <a:gd name="connsiteY16" fmla="*/ 52028 h 118921"/>
                <a:gd name="connsiteX17" fmla="*/ 18581 w 74611"/>
                <a:gd name="connsiteY17" fmla="*/ 76613 h 118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4611" h="118921">
                  <a:moveTo>
                    <a:pt x="0" y="76613"/>
                  </a:moveTo>
                  <a:cubicBezTo>
                    <a:pt x="0" y="50885"/>
                    <a:pt x="13150" y="34876"/>
                    <a:pt x="32589" y="34876"/>
                  </a:cubicBezTo>
                  <a:cubicBezTo>
                    <a:pt x="42594" y="34876"/>
                    <a:pt x="50599" y="39164"/>
                    <a:pt x="55744" y="45739"/>
                  </a:cubicBezTo>
                  <a:lnTo>
                    <a:pt x="56030" y="45739"/>
                  </a:lnTo>
                  <a:lnTo>
                    <a:pt x="56030" y="4574"/>
                  </a:lnTo>
                  <a:lnTo>
                    <a:pt x="74612" y="0"/>
                  </a:lnTo>
                  <a:lnTo>
                    <a:pt x="74612" y="116920"/>
                  </a:lnTo>
                  <a:lnTo>
                    <a:pt x="56316" y="116920"/>
                  </a:lnTo>
                  <a:lnTo>
                    <a:pt x="56316" y="107486"/>
                  </a:lnTo>
                  <a:lnTo>
                    <a:pt x="56030" y="107486"/>
                  </a:lnTo>
                  <a:cubicBezTo>
                    <a:pt x="50313" y="114633"/>
                    <a:pt x="42023" y="118921"/>
                    <a:pt x="32017" y="118921"/>
                  </a:cubicBezTo>
                  <a:cubicBezTo>
                    <a:pt x="13150" y="118635"/>
                    <a:pt x="0" y="102341"/>
                    <a:pt x="0" y="76613"/>
                  </a:cubicBezTo>
                  <a:close/>
                  <a:moveTo>
                    <a:pt x="18581" y="76613"/>
                  </a:moveTo>
                  <a:cubicBezTo>
                    <a:pt x="18581" y="92907"/>
                    <a:pt x="25442" y="102341"/>
                    <a:pt x="37163" y="102341"/>
                  </a:cubicBezTo>
                  <a:cubicBezTo>
                    <a:pt x="44310" y="102341"/>
                    <a:pt x="50313" y="98910"/>
                    <a:pt x="56316" y="91764"/>
                  </a:cubicBezTo>
                  <a:lnTo>
                    <a:pt x="56316" y="62605"/>
                  </a:lnTo>
                  <a:cubicBezTo>
                    <a:pt x="50885" y="55458"/>
                    <a:pt x="44881" y="52028"/>
                    <a:pt x="37163" y="52028"/>
                  </a:cubicBezTo>
                  <a:cubicBezTo>
                    <a:pt x="25157" y="51742"/>
                    <a:pt x="18581" y="60604"/>
                    <a:pt x="18581" y="76613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4" name="Freihandform: Form 223">
              <a:extLst>
                <a:ext uri="{FF2B5EF4-FFF2-40B4-BE49-F238E27FC236}">
                  <a16:creationId xmlns:a16="http://schemas.microsoft.com/office/drawing/2014/main" id="{5E55572E-2064-4394-B012-FCE69D487F70}"/>
                </a:ext>
              </a:extLst>
            </p:cNvPr>
            <p:cNvSpPr/>
            <p:nvPr/>
          </p:nvSpPr>
          <p:spPr>
            <a:xfrm>
              <a:off x="1648912" y="209051"/>
              <a:ext cx="69751" cy="110630"/>
            </a:xfrm>
            <a:custGeom>
              <a:avLst/>
              <a:gdLst>
                <a:gd name="connsiteX0" fmla="*/ 69752 w 69751"/>
                <a:gd name="connsiteY0" fmla="*/ 18010 h 110630"/>
                <a:gd name="connsiteX1" fmla="*/ 19725 w 69751"/>
                <a:gd name="connsiteY1" fmla="*/ 18010 h 110630"/>
                <a:gd name="connsiteX2" fmla="*/ 19725 w 69751"/>
                <a:gd name="connsiteY2" fmla="*/ 45453 h 110630"/>
                <a:gd name="connsiteX3" fmla="*/ 56888 w 69751"/>
                <a:gd name="connsiteY3" fmla="*/ 45453 h 110630"/>
                <a:gd name="connsiteX4" fmla="*/ 56888 w 69751"/>
                <a:gd name="connsiteY4" fmla="*/ 63463 h 110630"/>
                <a:gd name="connsiteX5" fmla="*/ 19725 w 69751"/>
                <a:gd name="connsiteY5" fmla="*/ 63463 h 110630"/>
                <a:gd name="connsiteX6" fmla="*/ 19725 w 69751"/>
                <a:gd name="connsiteY6" fmla="*/ 110631 h 110630"/>
                <a:gd name="connsiteX7" fmla="*/ 0 w 69751"/>
                <a:gd name="connsiteY7" fmla="*/ 110631 h 110630"/>
                <a:gd name="connsiteX8" fmla="*/ 0 w 69751"/>
                <a:gd name="connsiteY8" fmla="*/ 0 h 110630"/>
                <a:gd name="connsiteX9" fmla="*/ 69466 w 69751"/>
                <a:gd name="connsiteY9" fmla="*/ 0 h 110630"/>
                <a:gd name="connsiteX10" fmla="*/ 69466 w 69751"/>
                <a:gd name="connsiteY10" fmla="*/ 18010 h 110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751" h="110630">
                  <a:moveTo>
                    <a:pt x="69752" y="18010"/>
                  </a:moveTo>
                  <a:lnTo>
                    <a:pt x="19725" y="18010"/>
                  </a:lnTo>
                  <a:lnTo>
                    <a:pt x="19725" y="45453"/>
                  </a:lnTo>
                  <a:lnTo>
                    <a:pt x="56888" y="45453"/>
                  </a:lnTo>
                  <a:lnTo>
                    <a:pt x="56888" y="63463"/>
                  </a:lnTo>
                  <a:lnTo>
                    <a:pt x="19725" y="63463"/>
                  </a:lnTo>
                  <a:lnTo>
                    <a:pt x="19725" y="110631"/>
                  </a:lnTo>
                  <a:lnTo>
                    <a:pt x="0" y="110631"/>
                  </a:lnTo>
                  <a:lnTo>
                    <a:pt x="0" y="0"/>
                  </a:lnTo>
                  <a:lnTo>
                    <a:pt x="69466" y="0"/>
                  </a:lnTo>
                  <a:lnTo>
                    <a:pt x="69466" y="18010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5" name="Freihandform: Form 224">
              <a:extLst>
                <a:ext uri="{FF2B5EF4-FFF2-40B4-BE49-F238E27FC236}">
                  <a16:creationId xmlns:a16="http://schemas.microsoft.com/office/drawing/2014/main" id="{AB1C19C7-174E-4E40-B14E-DEDD91C40E6B}"/>
                </a:ext>
              </a:extLst>
            </p:cNvPr>
            <p:cNvSpPr/>
            <p:nvPr/>
          </p:nvSpPr>
          <p:spPr>
            <a:xfrm>
              <a:off x="1722094" y="237638"/>
              <a:ext cx="67750" cy="83759"/>
            </a:xfrm>
            <a:custGeom>
              <a:avLst/>
              <a:gdLst>
                <a:gd name="connsiteX0" fmla="*/ 34304 w 67750"/>
                <a:gd name="connsiteY0" fmla="*/ 32303 h 83759"/>
                <a:gd name="connsiteX1" fmla="*/ 49455 w 67750"/>
                <a:gd name="connsiteY1" fmla="*/ 34018 h 83759"/>
                <a:gd name="connsiteX2" fmla="*/ 49455 w 67750"/>
                <a:gd name="connsiteY2" fmla="*/ 31160 h 83759"/>
                <a:gd name="connsiteX3" fmla="*/ 31731 w 67750"/>
                <a:gd name="connsiteY3" fmla="*/ 15723 h 83759"/>
                <a:gd name="connsiteX4" fmla="*/ 11435 w 67750"/>
                <a:gd name="connsiteY4" fmla="*/ 20297 h 83759"/>
                <a:gd name="connsiteX5" fmla="*/ 7433 w 67750"/>
                <a:gd name="connsiteY5" fmla="*/ 4574 h 83759"/>
                <a:gd name="connsiteX6" fmla="*/ 33732 w 67750"/>
                <a:gd name="connsiteY6" fmla="*/ 0 h 83759"/>
                <a:gd name="connsiteX7" fmla="*/ 67751 w 67750"/>
                <a:gd name="connsiteY7" fmla="*/ 30874 h 83759"/>
                <a:gd name="connsiteX8" fmla="*/ 67751 w 67750"/>
                <a:gd name="connsiteY8" fmla="*/ 82044 h 83759"/>
                <a:gd name="connsiteX9" fmla="*/ 50027 w 67750"/>
                <a:gd name="connsiteY9" fmla="*/ 82044 h 83759"/>
                <a:gd name="connsiteX10" fmla="*/ 50027 w 67750"/>
                <a:gd name="connsiteY10" fmla="*/ 73468 h 83759"/>
                <a:gd name="connsiteX11" fmla="*/ 49741 w 67750"/>
                <a:gd name="connsiteY11" fmla="*/ 73468 h 83759"/>
                <a:gd name="connsiteX12" fmla="*/ 26300 w 67750"/>
                <a:gd name="connsiteY12" fmla="*/ 83759 h 83759"/>
                <a:gd name="connsiteX13" fmla="*/ 0 w 67750"/>
                <a:gd name="connsiteY13" fmla="*/ 58317 h 83759"/>
                <a:gd name="connsiteX14" fmla="*/ 34304 w 67750"/>
                <a:gd name="connsiteY14" fmla="*/ 32303 h 83759"/>
                <a:gd name="connsiteX15" fmla="*/ 31160 w 67750"/>
                <a:gd name="connsiteY15" fmla="*/ 69752 h 83759"/>
                <a:gd name="connsiteX16" fmla="*/ 49455 w 67750"/>
                <a:gd name="connsiteY16" fmla="*/ 60032 h 83759"/>
                <a:gd name="connsiteX17" fmla="*/ 49455 w 67750"/>
                <a:gd name="connsiteY17" fmla="*/ 46311 h 83759"/>
                <a:gd name="connsiteX18" fmla="*/ 36305 w 67750"/>
                <a:gd name="connsiteY18" fmla="*/ 44881 h 83759"/>
                <a:gd name="connsiteX19" fmla="*/ 17724 w 67750"/>
                <a:gd name="connsiteY19" fmla="*/ 58031 h 83759"/>
                <a:gd name="connsiteX20" fmla="*/ 31160 w 67750"/>
                <a:gd name="connsiteY20" fmla="*/ 69752 h 8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7750" h="83759">
                  <a:moveTo>
                    <a:pt x="34304" y="32303"/>
                  </a:moveTo>
                  <a:cubicBezTo>
                    <a:pt x="39450" y="32303"/>
                    <a:pt x="44310" y="32589"/>
                    <a:pt x="49455" y="34018"/>
                  </a:cubicBezTo>
                  <a:lnTo>
                    <a:pt x="49455" y="31160"/>
                  </a:lnTo>
                  <a:cubicBezTo>
                    <a:pt x="49455" y="20868"/>
                    <a:pt x="43452" y="15723"/>
                    <a:pt x="31731" y="15723"/>
                  </a:cubicBezTo>
                  <a:cubicBezTo>
                    <a:pt x="25156" y="15723"/>
                    <a:pt x="18010" y="17152"/>
                    <a:pt x="11435" y="20297"/>
                  </a:cubicBezTo>
                  <a:lnTo>
                    <a:pt x="7433" y="4574"/>
                  </a:lnTo>
                  <a:cubicBezTo>
                    <a:pt x="14865" y="1715"/>
                    <a:pt x="24585" y="0"/>
                    <a:pt x="33732" y="0"/>
                  </a:cubicBezTo>
                  <a:cubicBezTo>
                    <a:pt x="56316" y="0"/>
                    <a:pt x="67751" y="10577"/>
                    <a:pt x="67751" y="30874"/>
                  </a:cubicBezTo>
                  <a:lnTo>
                    <a:pt x="67751" y="82044"/>
                  </a:lnTo>
                  <a:lnTo>
                    <a:pt x="50027" y="82044"/>
                  </a:lnTo>
                  <a:lnTo>
                    <a:pt x="50027" y="73468"/>
                  </a:lnTo>
                  <a:lnTo>
                    <a:pt x="49741" y="73468"/>
                  </a:lnTo>
                  <a:cubicBezTo>
                    <a:pt x="42880" y="80615"/>
                    <a:pt x="35734" y="83759"/>
                    <a:pt x="26300" y="83759"/>
                  </a:cubicBezTo>
                  <a:cubicBezTo>
                    <a:pt x="10291" y="83759"/>
                    <a:pt x="0" y="73754"/>
                    <a:pt x="0" y="58317"/>
                  </a:cubicBezTo>
                  <a:cubicBezTo>
                    <a:pt x="0" y="41451"/>
                    <a:pt x="12006" y="32303"/>
                    <a:pt x="34304" y="32303"/>
                  </a:cubicBezTo>
                  <a:close/>
                  <a:moveTo>
                    <a:pt x="31160" y="69752"/>
                  </a:moveTo>
                  <a:cubicBezTo>
                    <a:pt x="38020" y="69752"/>
                    <a:pt x="44310" y="66321"/>
                    <a:pt x="49455" y="60032"/>
                  </a:cubicBezTo>
                  <a:lnTo>
                    <a:pt x="49455" y="46311"/>
                  </a:lnTo>
                  <a:cubicBezTo>
                    <a:pt x="45167" y="45167"/>
                    <a:pt x="40593" y="44881"/>
                    <a:pt x="36305" y="44881"/>
                  </a:cubicBezTo>
                  <a:cubicBezTo>
                    <a:pt x="24585" y="44881"/>
                    <a:pt x="17724" y="49455"/>
                    <a:pt x="17724" y="58031"/>
                  </a:cubicBezTo>
                  <a:cubicBezTo>
                    <a:pt x="18010" y="65178"/>
                    <a:pt x="23155" y="69752"/>
                    <a:pt x="31160" y="69752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6" name="Freihandform: Form 225">
              <a:extLst>
                <a:ext uri="{FF2B5EF4-FFF2-40B4-BE49-F238E27FC236}">
                  <a16:creationId xmlns:a16="http://schemas.microsoft.com/office/drawing/2014/main" id="{0FA12A8A-6A2E-48EE-BCE2-B0B9B6CBB27A}"/>
                </a:ext>
              </a:extLst>
            </p:cNvPr>
            <p:cNvSpPr/>
            <p:nvPr/>
          </p:nvSpPr>
          <p:spPr>
            <a:xfrm>
              <a:off x="1809570" y="237352"/>
              <a:ext cx="67464" cy="84045"/>
            </a:xfrm>
            <a:custGeom>
              <a:avLst/>
              <a:gdLst>
                <a:gd name="connsiteX0" fmla="*/ 66893 w 67464"/>
                <a:gd name="connsiteY0" fmla="*/ 71181 h 84045"/>
                <a:gd name="connsiteX1" fmla="*/ 38306 w 67464"/>
                <a:gd name="connsiteY1" fmla="*/ 84045 h 84045"/>
                <a:gd name="connsiteX2" fmla="*/ 0 w 67464"/>
                <a:gd name="connsiteY2" fmla="*/ 42309 h 84045"/>
                <a:gd name="connsiteX3" fmla="*/ 38592 w 67464"/>
                <a:gd name="connsiteY3" fmla="*/ 0 h 84045"/>
                <a:gd name="connsiteX4" fmla="*/ 67465 w 67464"/>
                <a:gd name="connsiteY4" fmla="*/ 13722 h 84045"/>
                <a:gd name="connsiteX5" fmla="*/ 54601 w 67464"/>
                <a:gd name="connsiteY5" fmla="*/ 26014 h 84045"/>
                <a:gd name="connsiteX6" fmla="*/ 38592 w 67464"/>
                <a:gd name="connsiteY6" fmla="*/ 17152 h 84045"/>
                <a:gd name="connsiteX7" fmla="*/ 18867 w 67464"/>
                <a:gd name="connsiteY7" fmla="*/ 42023 h 84045"/>
                <a:gd name="connsiteX8" fmla="*/ 38592 w 67464"/>
                <a:gd name="connsiteY8" fmla="*/ 66893 h 84045"/>
                <a:gd name="connsiteX9" fmla="*/ 55173 w 67464"/>
                <a:gd name="connsiteY9" fmla="*/ 58031 h 84045"/>
                <a:gd name="connsiteX10" fmla="*/ 66893 w 67464"/>
                <a:gd name="connsiteY10" fmla="*/ 71181 h 84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7464" h="84045">
                  <a:moveTo>
                    <a:pt x="66893" y="71181"/>
                  </a:moveTo>
                  <a:cubicBezTo>
                    <a:pt x="58889" y="80043"/>
                    <a:pt x="49741" y="84045"/>
                    <a:pt x="38306" y="84045"/>
                  </a:cubicBezTo>
                  <a:cubicBezTo>
                    <a:pt x="15437" y="84045"/>
                    <a:pt x="0" y="67465"/>
                    <a:pt x="0" y="42309"/>
                  </a:cubicBezTo>
                  <a:cubicBezTo>
                    <a:pt x="0" y="17152"/>
                    <a:pt x="15437" y="0"/>
                    <a:pt x="38592" y="0"/>
                  </a:cubicBezTo>
                  <a:cubicBezTo>
                    <a:pt x="50599" y="0"/>
                    <a:pt x="60318" y="4574"/>
                    <a:pt x="67465" y="13722"/>
                  </a:cubicBezTo>
                  <a:lnTo>
                    <a:pt x="54601" y="26014"/>
                  </a:lnTo>
                  <a:cubicBezTo>
                    <a:pt x="50027" y="20011"/>
                    <a:pt x="44881" y="17152"/>
                    <a:pt x="38592" y="17152"/>
                  </a:cubicBezTo>
                  <a:cubicBezTo>
                    <a:pt x="26872" y="17152"/>
                    <a:pt x="18867" y="26872"/>
                    <a:pt x="18867" y="42023"/>
                  </a:cubicBezTo>
                  <a:cubicBezTo>
                    <a:pt x="18867" y="56888"/>
                    <a:pt x="26872" y="66893"/>
                    <a:pt x="38592" y="66893"/>
                  </a:cubicBezTo>
                  <a:cubicBezTo>
                    <a:pt x="44881" y="66893"/>
                    <a:pt x="50027" y="64035"/>
                    <a:pt x="55173" y="58031"/>
                  </a:cubicBezTo>
                  <a:lnTo>
                    <a:pt x="66893" y="7118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7" name="Freihandform: Form 226">
              <a:extLst>
                <a:ext uri="{FF2B5EF4-FFF2-40B4-BE49-F238E27FC236}">
                  <a16:creationId xmlns:a16="http://schemas.microsoft.com/office/drawing/2014/main" id="{3D506DCC-DA72-4AD0-A01A-4352D892B228}"/>
                </a:ext>
              </a:extLst>
            </p:cNvPr>
            <p:cNvSpPr/>
            <p:nvPr/>
          </p:nvSpPr>
          <p:spPr>
            <a:xfrm>
              <a:off x="1893329" y="202762"/>
              <a:ext cx="68608" cy="116920"/>
            </a:xfrm>
            <a:custGeom>
              <a:avLst/>
              <a:gdLst>
                <a:gd name="connsiteX0" fmla="*/ 68608 w 68608"/>
                <a:gd name="connsiteY0" fmla="*/ 116634 h 116920"/>
                <a:gd name="connsiteX1" fmla="*/ 50027 w 68608"/>
                <a:gd name="connsiteY1" fmla="*/ 116634 h 116920"/>
                <a:gd name="connsiteX2" fmla="*/ 50027 w 68608"/>
                <a:gd name="connsiteY2" fmla="*/ 70895 h 116920"/>
                <a:gd name="connsiteX3" fmla="*/ 35162 w 68608"/>
                <a:gd name="connsiteY3" fmla="*/ 51456 h 116920"/>
                <a:gd name="connsiteX4" fmla="*/ 18581 w 68608"/>
                <a:gd name="connsiteY4" fmla="*/ 70895 h 116920"/>
                <a:gd name="connsiteX5" fmla="*/ 18581 w 68608"/>
                <a:gd name="connsiteY5" fmla="*/ 116920 h 116920"/>
                <a:gd name="connsiteX6" fmla="*/ 0 w 68608"/>
                <a:gd name="connsiteY6" fmla="*/ 116920 h 116920"/>
                <a:gd name="connsiteX7" fmla="*/ 0 w 68608"/>
                <a:gd name="connsiteY7" fmla="*/ 4574 h 116920"/>
                <a:gd name="connsiteX8" fmla="*/ 18581 w 68608"/>
                <a:gd name="connsiteY8" fmla="*/ 0 h 116920"/>
                <a:gd name="connsiteX9" fmla="*/ 18581 w 68608"/>
                <a:gd name="connsiteY9" fmla="*/ 46596 h 116920"/>
                <a:gd name="connsiteX10" fmla="*/ 18867 w 68608"/>
                <a:gd name="connsiteY10" fmla="*/ 46596 h 116920"/>
                <a:gd name="connsiteX11" fmla="*/ 42308 w 68608"/>
                <a:gd name="connsiteY11" fmla="*/ 34876 h 116920"/>
                <a:gd name="connsiteX12" fmla="*/ 68608 w 68608"/>
                <a:gd name="connsiteY12" fmla="*/ 67179 h 116920"/>
                <a:gd name="connsiteX13" fmla="*/ 68608 w 68608"/>
                <a:gd name="connsiteY13" fmla="*/ 116634 h 116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8608" h="116920">
                  <a:moveTo>
                    <a:pt x="68608" y="116634"/>
                  </a:moveTo>
                  <a:lnTo>
                    <a:pt x="50027" y="116634"/>
                  </a:lnTo>
                  <a:lnTo>
                    <a:pt x="50027" y="70895"/>
                  </a:lnTo>
                  <a:cubicBezTo>
                    <a:pt x="50027" y="59175"/>
                    <a:pt x="46311" y="51456"/>
                    <a:pt x="35162" y="51456"/>
                  </a:cubicBezTo>
                  <a:cubicBezTo>
                    <a:pt x="22298" y="51456"/>
                    <a:pt x="18581" y="61748"/>
                    <a:pt x="18581" y="70895"/>
                  </a:cubicBezTo>
                  <a:lnTo>
                    <a:pt x="18581" y="116920"/>
                  </a:lnTo>
                  <a:lnTo>
                    <a:pt x="0" y="116920"/>
                  </a:lnTo>
                  <a:lnTo>
                    <a:pt x="0" y="4574"/>
                  </a:lnTo>
                  <a:lnTo>
                    <a:pt x="18581" y="0"/>
                  </a:lnTo>
                  <a:lnTo>
                    <a:pt x="18581" y="46596"/>
                  </a:lnTo>
                  <a:lnTo>
                    <a:pt x="18867" y="46596"/>
                  </a:lnTo>
                  <a:cubicBezTo>
                    <a:pt x="23441" y="39450"/>
                    <a:pt x="31731" y="34876"/>
                    <a:pt x="42308" y="34876"/>
                  </a:cubicBezTo>
                  <a:cubicBezTo>
                    <a:pt x="60890" y="34876"/>
                    <a:pt x="68608" y="48598"/>
                    <a:pt x="68608" y="67179"/>
                  </a:cubicBezTo>
                  <a:lnTo>
                    <a:pt x="68608" y="116634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8" name="Freihandform: Form 227">
              <a:extLst>
                <a:ext uri="{FF2B5EF4-FFF2-40B4-BE49-F238E27FC236}">
                  <a16:creationId xmlns:a16="http://schemas.microsoft.com/office/drawing/2014/main" id="{842DA7F3-A16D-4708-9BBD-C812086FC6D8}"/>
                </a:ext>
              </a:extLst>
            </p:cNvPr>
            <p:cNvSpPr/>
            <p:nvPr/>
          </p:nvSpPr>
          <p:spPr>
            <a:xfrm>
              <a:off x="1985665" y="202476"/>
              <a:ext cx="74611" cy="118921"/>
            </a:xfrm>
            <a:custGeom>
              <a:avLst/>
              <a:gdLst>
                <a:gd name="connsiteX0" fmla="*/ 74612 w 74611"/>
                <a:gd name="connsiteY0" fmla="*/ 76613 h 118921"/>
                <a:gd name="connsiteX1" fmla="*/ 42023 w 74611"/>
                <a:gd name="connsiteY1" fmla="*/ 118921 h 118921"/>
                <a:gd name="connsiteX2" fmla="*/ 18296 w 74611"/>
                <a:gd name="connsiteY2" fmla="*/ 107772 h 118921"/>
                <a:gd name="connsiteX3" fmla="*/ 18010 w 74611"/>
                <a:gd name="connsiteY3" fmla="*/ 107772 h 118921"/>
                <a:gd name="connsiteX4" fmla="*/ 18010 w 74611"/>
                <a:gd name="connsiteY4" fmla="*/ 116920 h 118921"/>
                <a:gd name="connsiteX5" fmla="*/ 0 w 74611"/>
                <a:gd name="connsiteY5" fmla="*/ 116920 h 118921"/>
                <a:gd name="connsiteX6" fmla="*/ 0 w 74611"/>
                <a:gd name="connsiteY6" fmla="*/ 4574 h 118921"/>
                <a:gd name="connsiteX7" fmla="*/ 18581 w 74611"/>
                <a:gd name="connsiteY7" fmla="*/ 0 h 118921"/>
                <a:gd name="connsiteX8" fmla="*/ 18581 w 74611"/>
                <a:gd name="connsiteY8" fmla="*/ 46311 h 118921"/>
                <a:gd name="connsiteX9" fmla="*/ 18867 w 74611"/>
                <a:gd name="connsiteY9" fmla="*/ 46311 h 118921"/>
                <a:gd name="connsiteX10" fmla="*/ 42308 w 74611"/>
                <a:gd name="connsiteY10" fmla="*/ 34876 h 118921"/>
                <a:gd name="connsiteX11" fmla="*/ 74612 w 74611"/>
                <a:gd name="connsiteY11" fmla="*/ 76613 h 118921"/>
                <a:gd name="connsiteX12" fmla="*/ 56316 w 74611"/>
                <a:gd name="connsiteY12" fmla="*/ 76899 h 118921"/>
                <a:gd name="connsiteX13" fmla="*/ 37735 w 74611"/>
                <a:gd name="connsiteY13" fmla="*/ 51742 h 118921"/>
                <a:gd name="connsiteX14" fmla="*/ 18867 w 74611"/>
                <a:gd name="connsiteY14" fmla="*/ 62033 h 118921"/>
                <a:gd name="connsiteX15" fmla="*/ 18867 w 74611"/>
                <a:gd name="connsiteY15" fmla="*/ 91192 h 118921"/>
                <a:gd name="connsiteX16" fmla="*/ 38020 w 74611"/>
                <a:gd name="connsiteY16" fmla="*/ 102055 h 118921"/>
                <a:gd name="connsiteX17" fmla="*/ 56316 w 74611"/>
                <a:gd name="connsiteY17" fmla="*/ 76899 h 118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4611" h="118921">
                  <a:moveTo>
                    <a:pt x="74612" y="76613"/>
                  </a:moveTo>
                  <a:cubicBezTo>
                    <a:pt x="74612" y="102341"/>
                    <a:pt x="61462" y="118921"/>
                    <a:pt x="42023" y="118921"/>
                  </a:cubicBezTo>
                  <a:cubicBezTo>
                    <a:pt x="32017" y="118921"/>
                    <a:pt x="23727" y="114633"/>
                    <a:pt x="18296" y="107772"/>
                  </a:cubicBezTo>
                  <a:lnTo>
                    <a:pt x="18010" y="107772"/>
                  </a:lnTo>
                  <a:lnTo>
                    <a:pt x="18010" y="116920"/>
                  </a:lnTo>
                  <a:lnTo>
                    <a:pt x="0" y="116920"/>
                  </a:lnTo>
                  <a:lnTo>
                    <a:pt x="0" y="4574"/>
                  </a:lnTo>
                  <a:lnTo>
                    <a:pt x="18581" y="0"/>
                  </a:lnTo>
                  <a:lnTo>
                    <a:pt x="18581" y="46311"/>
                  </a:lnTo>
                  <a:lnTo>
                    <a:pt x="18867" y="46311"/>
                  </a:lnTo>
                  <a:cubicBezTo>
                    <a:pt x="24299" y="39164"/>
                    <a:pt x="32303" y="34876"/>
                    <a:pt x="42308" y="34876"/>
                  </a:cubicBezTo>
                  <a:cubicBezTo>
                    <a:pt x="61747" y="34876"/>
                    <a:pt x="74612" y="50599"/>
                    <a:pt x="74612" y="76613"/>
                  </a:cubicBezTo>
                  <a:close/>
                  <a:moveTo>
                    <a:pt x="56316" y="76899"/>
                  </a:moveTo>
                  <a:cubicBezTo>
                    <a:pt x="56316" y="60318"/>
                    <a:pt x="49455" y="51742"/>
                    <a:pt x="37735" y="51742"/>
                  </a:cubicBezTo>
                  <a:cubicBezTo>
                    <a:pt x="30588" y="51742"/>
                    <a:pt x="24585" y="54887"/>
                    <a:pt x="18867" y="62033"/>
                  </a:cubicBezTo>
                  <a:lnTo>
                    <a:pt x="18867" y="91192"/>
                  </a:lnTo>
                  <a:cubicBezTo>
                    <a:pt x="24299" y="98339"/>
                    <a:pt x="30302" y="102055"/>
                    <a:pt x="38020" y="102055"/>
                  </a:cubicBezTo>
                  <a:cubicBezTo>
                    <a:pt x="49741" y="102341"/>
                    <a:pt x="56316" y="92907"/>
                    <a:pt x="56316" y="76899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9" name="Freihandform: Form 228">
              <a:extLst>
                <a:ext uri="{FF2B5EF4-FFF2-40B4-BE49-F238E27FC236}">
                  <a16:creationId xmlns:a16="http://schemas.microsoft.com/office/drawing/2014/main" id="{35A98327-C377-49D6-8F69-09ED7902DAE5}"/>
                </a:ext>
              </a:extLst>
            </p:cNvPr>
            <p:cNvSpPr/>
            <p:nvPr/>
          </p:nvSpPr>
          <p:spPr>
            <a:xfrm>
              <a:off x="2076571" y="237638"/>
              <a:ext cx="72896" cy="83759"/>
            </a:xfrm>
            <a:custGeom>
              <a:avLst/>
              <a:gdLst>
                <a:gd name="connsiteX0" fmla="*/ 39736 w 72896"/>
                <a:gd name="connsiteY0" fmla="*/ 83759 h 83759"/>
                <a:gd name="connsiteX1" fmla="*/ 0 w 72896"/>
                <a:gd name="connsiteY1" fmla="*/ 41737 h 83759"/>
                <a:gd name="connsiteX2" fmla="*/ 37449 w 72896"/>
                <a:gd name="connsiteY2" fmla="*/ 0 h 83759"/>
                <a:gd name="connsiteX3" fmla="*/ 72896 w 72896"/>
                <a:gd name="connsiteY3" fmla="*/ 40593 h 83759"/>
                <a:gd name="connsiteX4" fmla="*/ 72611 w 72896"/>
                <a:gd name="connsiteY4" fmla="*/ 48312 h 83759"/>
                <a:gd name="connsiteX5" fmla="*/ 18867 w 72896"/>
                <a:gd name="connsiteY5" fmla="*/ 48312 h 83759"/>
                <a:gd name="connsiteX6" fmla="*/ 39736 w 72896"/>
                <a:gd name="connsiteY6" fmla="*/ 67751 h 83759"/>
                <a:gd name="connsiteX7" fmla="*/ 59461 w 72896"/>
                <a:gd name="connsiteY7" fmla="*/ 58317 h 83759"/>
                <a:gd name="connsiteX8" fmla="*/ 71181 w 72896"/>
                <a:gd name="connsiteY8" fmla="*/ 70609 h 83759"/>
                <a:gd name="connsiteX9" fmla="*/ 39736 w 72896"/>
                <a:gd name="connsiteY9" fmla="*/ 83759 h 83759"/>
                <a:gd name="connsiteX10" fmla="*/ 18867 w 72896"/>
                <a:gd name="connsiteY10" fmla="*/ 34590 h 83759"/>
                <a:gd name="connsiteX11" fmla="*/ 55173 w 72896"/>
                <a:gd name="connsiteY11" fmla="*/ 34590 h 83759"/>
                <a:gd name="connsiteX12" fmla="*/ 37449 w 72896"/>
                <a:gd name="connsiteY12" fmla="*/ 15151 h 83759"/>
                <a:gd name="connsiteX13" fmla="*/ 18867 w 72896"/>
                <a:gd name="connsiteY13" fmla="*/ 34590 h 8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2896" h="83759">
                  <a:moveTo>
                    <a:pt x="39736" y="83759"/>
                  </a:moveTo>
                  <a:cubicBezTo>
                    <a:pt x="16009" y="83759"/>
                    <a:pt x="0" y="66893"/>
                    <a:pt x="0" y="41737"/>
                  </a:cubicBezTo>
                  <a:cubicBezTo>
                    <a:pt x="0" y="16866"/>
                    <a:pt x="15151" y="0"/>
                    <a:pt x="37449" y="0"/>
                  </a:cubicBezTo>
                  <a:cubicBezTo>
                    <a:pt x="58889" y="0"/>
                    <a:pt x="72896" y="16009"/>
                    <a:pt x="72896" y="40593"/>
                  </a:cubicBezTo>
                  <a:cubicBezTo>
                    <a:pt x="72896" y="43166"/>
                    <a:pt x="72611" y="46025"/>
                    <a:pt x="72611" y="48312"/>
                  </a:cubicBezTo>
                  <a:lnTo>
                    <a:pt x="18867" y="48312"/>
                  </a:lnTo>
                  <a:cubicBezTo>
                    <a:pt x="20868" y="60604"/>
                    <a:pt x="28301" y="67751"/>
                    <a:pt x="39736" y="67751"/>
                  </a:cubicBezTo>
                  <a:cubicBezTo>
                    <a:pt x="47168" y="67751"/>
                    <a:pt x="53171" y="64892"/>
                    <a:pt x="59461" y="58317"/>
                  </a:cubicBezTo>
                  <a:lnTo>
                    <a:pt x="71181" y="70609"/>
                  </a:lnTo>
                  <a:cubicBezTo>
                    <a:pt x="62033" y="79471"/>
                    <a:pt x="52028" y="83759"/>
                    <a:pt x="39736" y="83759"/>
                  </a:cubicBezTo>
                  <a:close/>
                  <a:moveTo>
                    <a:pt x="18867" y="34590"/>
                  </a:moveTo>
                  <a:lnTo>
                    <a:pt x="55173" y="34590"/>
                  </a:lnTo>
                  <a:cubicBezTo>
                    <a:pt x="54315" y="22298"/>
                    <a:pt x="48026" y="15151"/>
                    <a:pt x="37449" y="15151"/>
                  </a:cubicBezTo>
                  <a:cubicBezTo>
                    <a:pt x="27157" y="15151"/>
                    <a:pt x="20583" y="22298"/>
                    <a:pt x="18867" y="34590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30" name="Freihandform: Form 229">
              <a:extLst>
                <a:ext uri="{FF2B5EF4-FFF2-40B4-BE49-F238E27FC236}">
                  <a16:creationId xmlns:a16="http://schemas.microsoft.com/office/drawing/2014/main" id="{DC49EE81-A188-4CD1-8CD3-AFB03655F322}"/>
                </a:ext>
              </a:extLst>
            </p:cNvPr>
            <p:cNvSpPr/>
            <p:nvPr/>
          </p:nvSpPr>
          <p:spPr>
            <a:xfrm>
              <a:off x="2170621" y="237352"/>
              <a:ext cx="48025" cy="82044"/>
            </a:xfrm>
            <a:custGeom>
              <a:avLst/>
              <a:gdLst>
                <a:gd name="connsiteX0" fmla="*/ 48026 w 48025"/>
                <a:gd name="connsiteY0" fmla="*/ 1715 h 82044"/>
                <a:gd name="connsiteX1" fmla="*/ 45167 w 48025"/>
                <a:gd name="connsiteY1" fmla="*/ 20868 h 82044"/>
                <a:gd name="connsiteX2" fmla="*/ 34876 w 48025"/>
                <a:gd name="connsiteY2" fmla="*/ 18296 h 82044"/>
                <a:gd name="connsiteX3" fmla="*/ 18581 w 48025"/>
                <a:gd name="connsiteY3" fmla="*/ 40879 h 82044"/>
                <a:gd name="connsiteX4" fmla="*/ 18581 w 48025"/>
                <a:gd name="connsiteY4" fmla="*/ 82044 h 82044"/>
                <a:gd name="connsiteX5" fmla="*/ 0 w 48025"/>
                <a:gd name="connsiteY5" fmla="*/ 82044 h 82044"/>
                <a:gd name="connsiteX6" fmla="*/ 0 w 48025"/>
                <a:gd name="connsiteY6" fmla="*/ 2001 h 82044"/>
                <a:gd name="connsiteX7" fmla="*/ 18296 w 48025"/>
                <a:gd name="connsiteY7" fmla="*/ 2001 h 82044"/>
                <a:gd name="connsiteX8" fmla="*/ 18296 w 48025"/>
                <a:gd name="connsiteY8" fmla="*/ 12006 h 82044"/>
                <a:gd name="connsiteX9" fmla="*/ 18581 w 48025"/>
                <a:gd name="connsiteY9" fmla="*/ 12006 h 82044"/>
                <a:gd name="connsiteX10" fmla="*/ 39450 w 48025"/>
                <a:gd name="connsiteY10" fmla="*/ 0 h 82044"/>
                <a:gd name="connsiteX11" fmla="*/ 48026 w 48025"/>
                <a:gd name="connsiteY11" fmla="*/ 1715 h 82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8025" h="82044">
                  <a:moveTo>
                    <a:pt x="48026" y="1715"/>
                  </a:moveTo>
                  <a:lnTo>
                    <a:pt x="45167" y="20868"/>
                  </a:lnTo>
                  <a:cubicBezTo>
                    <a:pt x="42308" y="19439"/>
                    <a:pt x="38878" y="18296"/>
                    <a:pt x="34876" y="18296"/>
                  </a:cubicBezTo>
                  <a:cubicBezTo>
                    <a:pt x="22012" y="18296"/>
                    <a:pt x="18581" y="28587"/>
                    <a:pt x="18581" y="40879"/>
                  </a:cubicBezTo>
                  <a:lnTo>
                    <a:pt x="18581" y="82044"/>
                  </a:lnTo>
                  <a:lnTo>
                    <a:pt x="0" y="82044"/>
                  </a:lnTo>
                  <a:lnTo>
                    <a:pt x="0" y="2001"/>
                  </a:lnTo>
                  <a:lnTo>
                    <a:pt x="18296" y="2001"/>
                  </a:lnTo>
                  <a:lnTo>
                    <a:pt x="18296" y="12006"/>
                  </a:lnTo>
                  <a:lnTo>
                    <a:pt x="18581" y="12006"/>
                  </a:lnTo>
                  <a:cubicBezTo>
                    <a:pt x="22869" y="4574"/>
                    <a:pt x="30302" y="0"/>
                    <a:pt x="39450" y="0"/>
                  </a:cubicBezTo>
                  <a:cubicBezTo>
                    <a:pt x="42023" y="0"/>
                    <a:pt x="45167" y="572"/>
                    <a:pt x="48026" y="1715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31" name="Freihandform: Form 230">
              <a:extLst>
                <a:ext uri="{FF2B5EF4-FFF2-40B4-BE49-F238E27FC236}">
                  <a16:creationId xmlns:a16="http://schemas.microsoft.com/office/drawing/2014/main" id="{63A62EA2-8EF9-4AE9-B1F1-05C3C0F5D0E9}"/>
                </a:ext>
              </a:extLst>
            </p:cNvPr>
            <p:cNvSpPr/>
            <p:nvPr/>
          </p:nvSpPr>
          <p:spPr>
            <a:xfrm>
              <a:off x="2228938" y="237638"/>
              <a:ext cx="72896" cy="83759"/>
            </a:xfrm>
            <a:custGeom>
              <a:avLst/>
              <a:gdLst>
                <a:gd name="connsiteX0" fmla="*/ 39736 w 72896"/>
                <a:gd name="connsiteY0" fmla="*/ 83759 h 83759"/>
                <a:gd name="connsiteX1" fmla="*/ 0 w 72896"/>
                <a:gd name="connsiteY1" fmla="*/ 41737 h 83759"/>
                <a:gd name="connsiteX2" fmla="*/ 37449 w 72896"/>
                <a:gd name="connsiteY2" fmla="*/ 0 h 83759"/>
                <a:gd name="connsiteX3" fmla="*/ 72896 w 72896"/>
                <a:gd name="connsiteY3" fmla="*/ 40593 h 83759"/>
                <a:gd name="connsiteX4" fmla="*/ 72611 w 72896"/>
                <a:gd name="connsiteY4" fmla="*/ 48312 h 83759"/>
                <a:gd name="connsiteX5" fmla="*/ 18867 w 72896"/>
                <a:gd name="connsiteY5" fmla="*/ 48312 h 83759"/>
                <a:gd name="connsiteX6" fmla="*/ 39736 w 72896"/>
                <a:gd name="connsiteY6" fmla="*/ 67751 h 83759"/>
                <a:gd name="connsiteX7" fmla="*/ 59461 w 72896"/>
                <a:gd name="connsiteY7" fmla="*/ 58317 h 83759"/>
                <a:gd name="connsiteX8" fmla="*/ 71181 w 72896"/>
                <a:gd name="connsiteY8" fmla="*/ 70609 h 83759"/>
                <a:gd name="connsiteX9" fmla="*/ 39736 w 72896"/>
                <a:gd name="connsiteY9" fmla="*/ 83759 h 83759"/>
                <a:gd name="connsiteX10" fmla="*/ 18867 w 72896"/>
                <a:gd name="connsiteY10" fmla="*/ 34590 h 83759"/>
                <a:gd name="connsiteX11" fmla="*/ 55173 w 72896"/>
                <a:gd name="connsiteY11" fmla="*/ 34590 h 83759"/>
                <a:gd name="connsiteX12" fmla="*/ 37449 w 72896"/>
                <a:gd name="connsiteY12" fmla="*/ 15151 h 83759"/>
                <a:gd name="connsiteX13" fmla="*/ 18867 w 72896"/>
                <a:gd name="connsiteY13" fmla="*/ 34590 h 8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2896" h="83759">
                  <a:moveTo>
                    <a:pt x="39736" y="83759"/>
                  </a:moveTo>
                  <a:cubicBezTo>
                    <a:pt x="16009" y="83759"/>
                    <a:pt x="0" y="66893"/>
                    <a:pt x="0" y="41737"/>
                  </a:cubicBezTo>
                  <a:cubicBezTo>
                    <a:pt x="0" y="16866"/>
                    <a:pt x="15151" y="0"/>
                    <a:pt x="37449" y="0"/>
                  </a:cubicBezTo>
                  <a:cubicBezTo>
                    <a:pt x="58889" y="0"/>
                    <a:pt x="72896" y="16009"/>
                    <a:pt x="72896" y="40593"/>
                  </a:cubicBezTo>
                  <a:cubicBezTo>
                    <a:pt x="72896" y="43166"/>
                    <a:pt x="72611" y="46025"/>
                    <a:pt x="72611" y="48312"/>
                  </a:cubicBezTo>
                  <a:lnTo>
                    <a:pt x="18867" y="48312"/>
                  </a:lnTo>
                  <a:cubicBezTo>
                    <a:pt x="20868" y="60604"/>
                    <a:pt x="28301" y="67751"/>
                    <a:pt x="39736" y="67751"/>
                  </a:cubicBezTo>
                  <a:cubicBezTo>
                    <a:pt x="47168" y="67751"/>
                    <a:pt x="53171" y="64892"/>
                    <a:pt x="59461" y="58317"/>
                  </a:cubicBezTo>
                  <a:lnTo>
                    <a:pt x="71181" y="70609"/>
                  </a:lnTo>
                  <a:cubicBezTo>
                    <a:pt x="62033" y="79471"/>
                    <a:pt x="51742" y="83759"/>
                    <a:pt x="39736" y="83759"/>
                  </a:cubicBezTo>
                  <a:close/>
                  <a:moveTo>
                    <a:pt x="18867" y="34590"/>
                  </a:moveTo>
                  <a:lnTo>
                    <a:pt x="55173" y="34590"/>
                  </a:lnTo>
                  <a:cubicBezTo>
                    <a:pt x="54315" y="22298"/>
                    <a:pt x="48026" y="15151"/>
                    <a:pt x="37449" y="15151"/>
                  </a:cubicBezTo>
                  <a:cubicBezTo>
                    <a:pt x="27158" y="15151"/>
                    <a:pt x="20297" y="22298"/>
                    <a:pt x="18867" y="34590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32" name="Freihandform: Form 231">
              <a:extLst>
                <a:ext uri="{FF2B5EF4-FFF2-40B4-BE49-F238E27FC236}">
                  <a16:creationId xmlns:a16="http://schemas.microsoft.com/office/drawing/2014/main" id="{4704B4EC-9D11-4968-B598-698F7A8DC422}"/>
                </a:ext>
              </a:extLst>
            </p:cNvPr>
            <p:cNvSpPr/>
            <p:nvPr/>
          </p:nvSpPr>
          <p:spPr>
            <a:xfrm>
              <a:off x="2319844" y="203905"/>
              <a:ext cx="23727" cy="115490"/>
            </a:xfrm>
            <a:custGeom>
              <a:avLst/>
              <a:gdLst>
                <a:gd name="connsiteX0" fmla="*/ 23727 w 23727"/>
                <a:gd name="connsiteY0" fmla="*/ 11435 h 115490"/>
                <a:gd name="connsiteX1" fmla="*/ 11721 w 23727"/>
                <a:gd name="connsiteY1" fmla="*/ 22869 h 115490"/>
                <a:gd name="connsiteX2" fmla="*/ 0 w 23727"/>
                <a:gd name="connsiteY2" fmla="*/ 11435 h 115490"/>
                <a:gd name="connsiteX3" fmla="*/ 11721 w 23727"/>
                <a:gd name="connsiteY3" fmla="*/ 0 h 115490"/>
                <a:gd name="connsiteX4" fmla="*/ 23727 w 23727"/>
                <a:gd name="connsiteY4" fmla="*/ 11435 h 115490"/>
                <a:gd name="connsiteX5" fmla="*/ 21154 w 23727"/>
                <a:gd name="connsiteY5" fmla="*/ 115491 h 115490"/>
                <a:gd name="connsiteX6" fmla="*/ 2573 w 23727"/>
                <a:gd name="connsiteY6" fmla="*/ 115491 h 115490"/>
                <a:gd name="connsiteX7" fmla="*/ 2573 w 23727"/>
                <a:gd name="connsiteY7" fmla="*/ 35448 h 115490"/>
                <a:gd name="connsiteX8" fmla="*/ 21154 w 23727"/>
                <a:gd name="connsiteY8" fmla="*/ 35448 h 115490"/>
                <a:gd name="connsiteX9" fmla="*/ 21154 w 23727"/>
                <a:gd name="connsiteY9" fmla="*/ 115491 h 115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727" h="115490">
                  <a:moveTo>
                    <a:pt x="23727" y="11435"/>
                  </a:moveTo>
                  <a:cubicBezTo>
                    <a:pt x="23727" y="18010"/>
                    <a:pt x="18296" y="22869"/>
                    <a:pt x="11721" y="22869"/>
                  </a:cubicBezTo>
                  <a:cubicBezTo>
                    <a:pt x="5146" y="22869"/>
                    <a:pt x="0" y="18010"/>
                    <a:pt x="0" y="11435"/>
                  </a:cubicBezTo>
                  <a:cubicBezTo>
                    <a:pt x="0" y="4860"/>
                    <a:pt x="5431" y="0"/>
                    <a:pt x="11721" y="0"/>
                  </a:cubicBezTo>
                  <a:cubicBezTo>
                    <a:pt x="18296" y="0"/>
                    <a:pt x="23727" y="4860"/>
                    <a:pt x="23727" y="11435"/>
                  </a:cubicBezTo>
                  <a:close/>
                  <a:moveTo>
                    <a:pt x="21154" y="115491"/>
                  </a:moveTo>
                  <a:lnTo>
                    <a:pt x="2573" y="115491"/>
                  </a:lnTo>
                  <a:lnTo>
                    <a:pt x="2573" y="35448"/>
                  </a:lnTo>
                  <a:lnTo>
                    <a:pt x="21154" y="35448"/>
                  </a:lnTo>
                  <a:lnTo>
                    <a:pt x="21154" y="11549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33" name="Freihandform: Form 232">
              <a:extLst>
                <a:ext uri="{FF2B5EF4-FFF2-40B4-BE49-F238E27FC236}">
                  <a16:creationId xmlns:a16="http://schemas.microsoft.com/office/drawing/2014/main" id="{23249CB1-7CAB-4850-9995-1DB1DE9A66B2}"/>
                </a:ext>
              </a:extLst>
            </p:cNvPr>
            <p:cNvSpPr/>
            <p:nvPr/>
          </p:nvSpPr>
          <p:spPr>
            <a:xfrm>
              <a:off x="2361295" y="237352"/>
              <a:ext cx="67464" cy="84045"/>
            </a:xfrm>
            <a:custGeom>
              <a:avLst/>
              <a:gdLst>
                <a:gd name="connsiteX0" fmla="*/ 66893 w 67464"/>
                <a:gd name="connsiteY0" fmla="*/ 71181 h 84045"/>
                <a:gd name="connsiteX1" fmla="*/ 38306 w 67464"/>
                <a:gd name="connsiteY1" fmla="*/ 84045 h 84045"/>
                <a:gd name="connsiteX2" fmla="*/ 0 w 67464"/>
                <a:gd name="connsiteY2" fmla="*/ 42309 h 84045"/>
                <a:gd name="connsiteX3" fmla="*/ 38592 w 67464"/>
                <a:gd name="connsiteY3" fmla="*/ 0 h 84045"/>
                <a:gd name="connsiteX4" fmla="*/ 67465 w 67464"/>
                <a:gd name="connsiteY4" fmla="*/ 13722 h 84045"/>
                <a:gd name="connsiteX5" fmla="*/ 54601 w 67464"/>
                <a:gd name="connsiteY5" fmla="*/ 26014 h 84045"/>
                <a:gd name="connsiteX6" fmla="*/ 38592 w 67464"/>
                <a:gd name="connsiteY6" fmla="*/ 17152 h 84045"/>
                <a:gd name="connsiteX7" fmla="*/ 18867 w 67464"/>
                <a:gd name="connsiteY7" fmla="*/ 42023 h 84045"/>
                <a:gd name="connsiteX8" fmla="*/ 38592 w 67464"/>
                <a:gd name="connsiteY8" fmla="*/ 66893 h 84045"/>
                <a:gd name="connsiteX9" fmla="*/ 55172 w 67464"/>
                <a:gd name="connsiteY9" fmla="*/ 58031 h 84045"/>
                <a:gd name="connsiteX10" fmla="*/ 66893 w 67464"/>
                <a:gd name="connsiteY10" fmla="*/ 71181 h 84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7464" h="84045">
                  <a:moveTo>
                    <a:pt x="66893" y="71181"/>
                  </a:moveTo>
                  <a:cubicBezTo>
                    <a:pt x="58889" y="80043"/>
                    <a:pt x="49741" y="84045"/>
                    <a:pt x="38306" y="84045"/>
                  </a:cubicBezTo>
                  <a:cubicBezTo>
                    <a:pt x="15437" y="84045"/>
                    <a:pt x="0" y="67465"/>
                    <a:pt x="0" y="42309"/>
                  </a:cubicBezTo>
                  <a:cubicBezTo>
                    <a:pt x="0" y="17152"/>
                    <a:pt x="15437" y="0"/>
                    <a:pt x="38592" y="0"/>
                  </a:cubicBezTo>
                  <a:cubicBezTo>
                    <a:pt x="50599" y="0"/>
                    <a:pt x="60318" y="4574"/>
                    <a:pt x="67465" y="13722"/>
                  </a:cubicBezTo>
                  <a:lnTo>
                    <a:pt x="54601" y="26014"/>
                  </a:lnTo>
                  <a:cubicBezTo>
                    <a:pt x="50027" y="20011"/>
                    <a:pt x="44881" y="17152"/>
                    <a:pt x="38592" y="17152"/>
                  </a:cubicBezTo>
                  <a:cubicBezTo>
                    <a:pt x="26872" y="17152"/>
                    <a:pt x="18867" y="26872"/>
                    <a:pt x="18867" y="42023"/>
                  </a:cubicBezTo>
                  <a:cubicBezTo>
                    <a:pt x="18867" y="56888"/>
                    <a:pt x="26872" y="66893"/>
                    <a:pt x="38592" y="66893"/>
                  </a:cubicBezTo>
                  <a:cubicBezTo>
                    <a:pt x="44881" y="66893"/>
                    <a:pt x="50027" y="64035"/>
                    <a:pt x="55172" y="58031"/>
                  </a:cubicBezTo>
                  <a:lnTo>
                    <a:pt x="66893" y="7118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34" name="Freihandform: Form 233">
              <a:extLst>
                <a:ext uri="{FF2B5EF4-FFF2-40B4-BE49-F238E27FC236}">
                  <a16:creationId xmlns:a16="http://schemas.microsoft.com/office/drawing/2014/main" id="{4ADAEEC0-8B60-45A8-863D-E07FF87452E4}"/>
                </a:ext>
              </a:extLst>
            </p:cNvPr>
            <p:cNvSpPr/>
            <p:nvPr/>
          </p:nvSpPr>
          <p:spPr>
            <a:xfrm>
              <a:off x="2444769" y="202762"/>
              <a:ext cx="68608" cy="116920"/>
            </a:xfrm>
            <a:custGeom>
              <a:avLst/>
              <a:gdLst>
                <a:gd name="connsiteX0" fmla="*/ 68608 w 68608"/>
                <a:gd name="connsiteY0" fmla="*/ 116634 h 116920"/>
                <a:gd name="connsiteX1" fmla="*/ 50027 w 68608"/>
                <a:gd name="connsiteY1" fmla="*/ 116634 h 116920"/>
                <a:gd name="connsiteX2" fmla="*/ 50027 w 68608"/>
                <a:gd name="connsiteY2" fmla="*/ 70895 h 116920"/>
                <a:gd name="connsiteX3" fmla="*/ 35162 w 68608"/>
                <a:gd name="connsiteY3" fmla="*/ 51456 h 116920"/>
                <a:gd name="connsiteX4" fmla="*/ 18581 w 68608"/>
                <a:gd name="connsiteY4" fmla="*/ 70895 h 116920"/>
                <a:gd name="connsiteX5" fmla="*/ 18581 w 68608"/>
                <a:gd name="connsiteY5" fmla="*/ 116920 h 116920"/>
                <a:gd name="connsiteX6" fmla="*/ 0 w 68608"/>
                <a:gd name="connsiteY6" fmla="*/ 116920 h 116920"/>
                <a:gd name="connsiteX7" fmla="*/ 0 w 68608"/>
                <a:gd name="connsiteY7" fmla="*/ 4574 h 116920"/>
                <a:gd name="connsiteX8" fmla="*/ 18581 w 68608"/>
                <a:gd name="connsiteY8" fmla="*/ 0 h 116920"/>
                <a:gd name="connsiteX9" fmla="*/ 18581 w 68608"/>
                <a:gd name="connsiteY9" fmla="*/ 46596 h 116920"/>
                <a:gd name="connsiteX10" fmla="*/ 18867 w 68608"/>
                <a:gd name="connsiteY10" fmla="*/ 46596 h 116920"/>
                <a:gd name="connsiteX11" fmla="*/ 42308 w 68608"/>
                <a:gd name="connsiteY11" fmla="*/ 34876 h 116920"/>
                <a:gd name="connsiteX12" fmla="*/ 68608 w 68608"/>
                <a:gd name="connsiteY12" fmla="*/ 67179 h 116920"/>
                <a:gd name="connsiteX13" fmla="*/ 68608 w 68608"/>
                <a:gd name="connsiteY13" fmla="*/ 116634 h 116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8608" h="116920">
                  <a:moveTo>
                    <a:pt x="68608" y="116634"/>
                  </a:moveTo>
                  <a:lnTo>
                    <a:pt x="50027" y="116634"/>
                  </a:lnTo>
                  <a:lnTo>
                    <a:pt x="50027" y="70895"/>
                  </a:lnTo>
                  <a:cubicBezTo>
                    <a:pt x="50027" y="59175"/>
                    <a:pt x="46311" y="51456"/>
                    <a:pt x="35162" y="51456"/>
                  </a:cubicBezTo>
                  <a:cubicBezTo>
                    <a:pt x="22298" y="51456"/>
                    <a:pt x="18581" y="61748"/>
                    <a:pt x="18581" y="70895"/>
                  </a:cubicBezTo>
                  <a:lnTo>
                    <a:pt x="18581" y="116920"/>
                  </a:lnTo>
                  <a:lnTo>
                    <a:pt x="0" y="116920"/>
                  </a:lnTo>
                  <a:lnTo>
                    <a:pt x="0" y="4574"/>
                  </a:lnTo>
                  <a:lnTo>
                    <a:pt x="18581" y="0"/>
                  </a:lnTo>
                  <a:lnTo>
                    <a:pt x="18581" y="46596"/>
                  </a:lnTo>
                  <a:lnTo>
                    <a:pt x="18867" y="46596"/>
                  </a:lnTo>
                  <a:cubicBezTo>
                    <a:pt x="23441" y="39450"/>
                    <a:pt x="31731" y="34876"/>
                    <a:pt x="42308" y="34876"/>
                  </a:cubicBezTo>
                  <a:cubicBezTo>
                    <a:pt x="60890" y="34876"/>
                    <a:pt x="68608" y="48598"/>
                    <a:pt x="68608" y="67179"/>
                  </a:cubicBezTo>
                  <a:lnTo>
                    <a:pt x="68608" y="116634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35" name="Freihandform: Form 234">
              <a:extLst>
                <a:ext uri="{FF2B5EF4-FFF2-40B4-BE49-F238E27FC236}">
                  <a16:creationId xmlns:a16="http://schemas.microsoft.com/office/drawing/2014/main" id="{9FEA5149-6C2E-4A99-855D-98D6F993252E}"/>
                </a:ext>
              </a:extLst>
            </p:cNvPr>
            <p:cNvSpPr/>
            <p:nvPr/>
          </p:nvSpPr>
          <p:spPr>
            <a:xfrm>
              <a:off x="2576268" y="209051"/>
              <a:ext cx="82901" cy="110630"/>
            </a:xfrm>
            <a:custGeom>
              <a:avLst/>
              <a:gdLst>
                <a:gd name="connsiteX0" fmla="*/ 82902 w 82901"/>
                <a:gd name="connsiteY0" fmla="*/ 18296 h 110630"/>
                <a:gd name="connsiteX1" fmla="*/ 51456 w 82901"/>
                <a:gd name="connsiteY1" fmla="*/ 18296 h 110630"/>
                <a:gd name="connsiteX2" fmla="*/ 51456 w 82901"/>
                <a:gd name="connsiteY2" fmla="*/ 110631 h 110630"/>
                <a:gd name="connsiteX3" fmla="*/ 31731 w 82901"/>
                <a:gd name="connsiteY3" fmla="*/ 110631 h 110630"/>
                <a:gd name="connsiteX4" fmla="*/ 31731 w 82901"/>
                <a:gd name="connsiteY4" fmla="*/ 18296 h 110630"/>
                <a:gd name="connsiteX5" fmla="*/ 0 w 82901"/>
                <a:gd name="connsiteY5" fmla="*/ 18296 h 110630"/>
                <a:gd name="connsiteX6" fmla="*/ 0 w 82901"/>
                <a:gd name="connsiteY6" fmla="*/ 0 h 110630"/>
                <a:gd name="connsiteX7" fmla="*/ 82616 w 82901"/>
                <a:gd name="connsiteY7" fmla="*/ 0 h 110630"/>
                <a:gd name="connsiteX8" fmla="*/ 82616 w 82901"/>
                <a:gd name="connsiteY8" fmla="*/ 18296 h 110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901" h="110630">
                  <a:moveTo>
                    <a:pt x="82902" y="18296"/>
                  </a:moveTo>
                  <a:lnTo>
                    <a:pt x="51456" y="18296"/>
                  </a:lnTo>
                  <a:lnTo>
                    <a:pt x="51456" y="110631"/>
                  </a:lnTo>
                  <a:lnTo>
                    <a:pt x="31731" y="110631"/>
                  </a:lnTo>
                  <a:lnTo>
                    <a:pt x="31731" y="18296"/>
                  </a:lnTo>
                  <a:lnTo>
                    <a:pt x="0" y="18296"/>
                  </a:lnTo>
                  <a:lnTo>
                    <a:pt x="0" y="0"/>
                  </a:lnTo>
                  <a:lnTo>
                    <a:pt x="82616" y="0"/>
                  </a:lnTo>
                  <a:lnTo>
                    <a:pt x="82616" y="18296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36" name="Freihandform: Form 235">
              <a:extLst>
                <a:ext uri="{FF2B5EF4-FFF2-40B4-BE49-F238E27FC236}">
                  <a16:creationId xmlns:a16="http://schemas.microsoft.com/office/drawing/2014/main" id="{839566B5-5F09-47EF-8BBF-C6032C0EAE27}"/>
                </a:ext>
              </a:extLst>
            </p:cNvPr>
            <p:cNvSpPr/>
            <p:nvPr/>
          </p:nvSpPr>
          <p:spPr>
            <a:xfrm>
              <a:off x="2675750" y="202762"/>
              <a:ext cx="68894" cy="116920"/>
            </a:xfrm>
            <a:custGeom>
              <a:avLst/>
              <a:gdLst>
                <a:gd name="connsiteX0" fmla="*/ 68894 w 68894"/>
                <a:gd name="connsiteY0" fmla="*/ 116634 h 116920"/>
                <a:gd name="connsiteX1" fmla="*/ 50313 w 68894"/>
                <a:gd name="connsiteY1" fmla="*/ 116634 h 116920"/>
                <a:gd name="connsiteX2" fmla="*/ 50313 w 68894"/>
                <a:gd name="connsiteY2" fmla="*/ 70895 h 116920"/>
                <a:gd name="connsiteX3" fmla="*/ 35448 w 68894"/>
                <a:gd name="connsiteY3" fmla="*/ 51456 h 116920"/>
                <a:gd name="connsiteX4" fmla="*/ 18867 w 68894"/>
                <a:gd name="connsiteY4" fmla="*/ 70895 h 116920"/>
                <a:gd name="connsiteX5" fmla="*/ 18867 w 68894"/>
                <a:gd name="connsiteY5" fmla="*/ 116920 h 116920"/>
                <a:gd name="connsiteX6" fmla="*/ 0 w 68894"/>
                <a:gd name="connsiteY6" fmla="*/ 116920 h 116920"/>
                <a:gd name="connsiteX7" fmla="*/ 0 w 68894"/>
                <a:gd name="connsiteY7" fmla="*/ 4574 h 116920"/>
                <a:gd name="connsiteX8" fmla="*/ 18581 w 68894"/>
                <a:gd name="connsiteY8" fmla="*/ 0 h 116920"/>
                <a:gd name="connsiteX9" fmla="*/ 18581 w 68894"/>
                <a:gd name="connsiteY9" fmla="*/ 46596 h 116920"/>
                <a:gd name="connsiteX10" fmla="*/ 18867 w 68894"/>
                <a:gd name="connsiteY10" fmla="*/ 46596 h 116920"/>
                <a:gd name="connsiteX11" fmla="*/ 42308 w 68894"/>
                <a:gd name="connsiteY11" fmla="*/ 34876 h 116920"/>
                <a:gd name="connsiteX12" fmla="*/ 68608 w 68894"/>
                <a:gd name="connsiteY12" fmla="*/ 67179 h 116920"/>
                <a:gd name="connsiteX13" fmla="*/ 68608 w 68894"/>
                <a:gd name="connsiteY13" fmla="*/ 116634 h 116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8894" h="116920">
                  <a:moveTo>
                    <a:pt x="68894" y="116634"/>
                  </a:moveTo>
                  <a:lnTo>
                    <a:pt x="50313" y="116634"/>
                  </a:lnTo>
                  <a:lnTo>
                    <a:pt x="50313" y="70895"/>
                  </a:lnTo>
                  <a:cubicBezTo>
                    <a:pt x="50313" y="59175"/>
                    <a:pt x="46596" y="51456"/>
                    <a:pt x="35448" y="51456"/>
                  </a:cubicBezTo>
                  <a:cubicBezTo>
                    <a:pt x="22584" y="51456"/>
                    <a:pt x="18867" y="61748"/>
                    <a:pt x="18867" y="70895"/>
                  </a:cubicBezTo>
                  <a:lnTo>
                    <a:pt x="18867" y="116920"/>
                  </a:lnTo>
                  <a:lnTo>
                    <a:pt x="0" y="116920"/>
                  </a:lnTo>
                  <a:lnTo>
                    <a:pt x="0" y="4574"/>
                  </a:lnTo>
                  <a:lnTo>
                    <a:pt x="18581" y="0"/>
                  </a:lnTo>
                  <a:lnTo>
                    <a:pt x="18581" y="46596"/>
                  </a:lnTo>
                  <a:lnTo>
                    <a:pt x="18867" y="46596"/>
                  </a:lnTo>
                  <a:cubicBezTo>
                    <a:pt x="23441" y="39450"/>
                    <a:pt x="31731" y="34876"/>
                    <a:pt x="42308" y="34876"/>
                  </a:cubicBezTo>
                  <a:cubicBezTo>
                    <a:pt x="60890" y="34876"/>
                    <a:pt x="68608" y="48598"/>
                    <a:pt x="68608" y="67179"/>
                  </a:cubicBezTo>
                  <a:lnTo>
                    <a:pt x="68608" y="116634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37" name="Freihandform: Form 236">
              <a:extLst>
                <a:ext uri="{FF2B5EF4-FFF2-40B4-BE49-F238E27FC236}">
                  <a16:creationId xmlns:a16="http://schemas.microsoft.com/office/drawing/2014/main" id="{EA640983-2EAA-42F8-8CD8-C40B11C10E85}"/>
                </a:ext>
              </a:extLst>
            </p:cNvPr>
            <p:cNvSpPr/>
            <p:nvPr/>
          </p:nvSpPr>
          <p:spPr>
            <a:xfrm>
              <a:off x="2764083" y="237638"/>
              <a:ext cx="72896" cy="83759"/>
            </a:xfrm>
            <a:custGeom>
              <a:avLst/>
              <a:gdLst>
                <a:gd name="connsiteX0" fmla="*/ 39736 w 72896"/>
                <a:gd name="connsiteY0" fmla="*/ 83759 h 83759"/>
                <a:gd name="connsiteX1" fmla="*/ 0 w 72896"/>
                <a:gd name="connsiteY1" fmla="*/ 41737 h 83759"/>
                <a:gd name="connsiteX2" fmla="*/ 37449 w 72896"/>
                <a:gd name="connsiteY2" fmla="*/ 0 h 83759"/>
                <a:gd name="connsiteX3" fmla="*/ 72896 w 72896"/>
                <a:gd name="connsiteY3" fmla="*/ 40593 h 83759"/>
                <a:gd name="connsiteX4" fmla="*/ 72610 w 72896"/>
                <a:gd name="connsiteY4" fmla="*/ 48312 h 83759"/>
                <a:gd name="connsiteX5" fmla="*/ 18867 w 72896"/>
                <a:gd name="connsiteY5" fmla="*/ 48312 h 83759"/>
                <a:gd name="connsiteX6" fmla="*/ 39736 w 72896"/>
                <a:gd name="connsiteY6" fmla="*/ 67751 h 83759"/>
                <a:gd name="connsiteX7" fmla="*/ 59461 w 72896"/>
                <a:gd name="connsiteY7" fmla="*/ 58317 h 83759"/>
                <a:gd name="connsiteX8" fmla="*/ 71181 w 72896"/>
                <a:gd name="connsiteY8" fmla="*/ 70609 h 83759"/>
                <a:gd name="connsiteX9" fmla="*/ 39736 w 72896"/>
                <a:gd name="connsiteY9" fmla="*/ 83759 h 83759"/>
                <a:gd name="connsiteX10" fmla="*/ 18867 w 72896"/>
                <a:gd name="connsiteY10" fmla="*/ 34590 h 83759"/>
                <a:gd name="connsiteX11" fmla="*/ 55173 w 72896"/>
                <a:gd name="connsiteY11" fmla="*/ 34590 h 83759"/>
                <a:gd name="connsiteX12" fmla="*/ 37449 w 72896"/>
                <a:gd name="connsiteY12" fmla="*/ 15151 h 83759"/>
                <a:gd name="connsiteX13" fmla="*/ 18867 w 72896"/>
                <a:gd name="connsiteY13" fmla="*/ 34590 h 8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2896" h="83759">
                  <a:moveTo>
                    <a:pt x="39736" y="83759"/>
                  </a:moveTo>
                  <a:cubicBezTo>
                    <a:pt x="16009" y="83759"/>
                    <a:pt x="0" y="66893"/>
                    <a:pt x="0" y="41737"/>
                  </a:cubicBezTo>
                  <a:cubicBezTo>
                    <a:pt x="0" y="16866"/>
                    <a:pt x="15151" y="0"/>
                    <a:pt x="37449" y="0"/>
                  </a:cubicBezTo>
                  <a:cubicBezTo>
                    <a:pt x="58889" y="0"/>
                    <a:pt x="72896" y="16009"/>
                    <a:pt x="72896" y="40593"/>
                  </a:cubicBezTo>
                  <a:cubicBezTo>
                    <a:pt x="72896" y="43166"/>
                    <a:pt x="72610" y="46025"/>
                    <a:pt x="72610" y="48312"/>
                  </a:cubicBezTo>
                  <a:lnTo>
                    <a:pt x="18867" y="48312"/>
                  </a:lnTo>
                  <a:cubicBezTo>
                    <a:pt x="20868" y="60604"/>
                    <a:pt x="28301" y="67751"/>
                    <a:pt x="39736" y="67751"/>
                  </a:cubicBezTo>
                  <a:cubicBezTo>
                    <a:pt x="47168" y="67751"/>
                    <a:pt x="53171" y="64892"/>
                    <a:pt x="59461" y="58317"/>
                  </a:cubicBezTo>
                  <a:lnTo>
                    <a:pt x="71181" y="70609"/>
                  </a:lnTo>
                  <a:cubicBezTo>
                    <a:pt x="62033" y="79471"/>
                    <a:pt x="51742" y="83759"/>
                    <a:pt x="39736" y="83759"/>
                  </a:cubicBezTo>
                  <a:close/>
                  <a:moveTo>
                    <a:pt x="18867" y="34590"/>
                  </a:moveTo>
                  <a:lnTo>
                    <a:pt x="55173" y="34590"/>
                  </a:lnTo>
                  <a:cubicBezTo>
                    <a:pt x="54315" y="22298"/>
                    <a:pt x="48026" y="15151"/>
                    <a:pt x="37449" y="15151"/>
                  </a:cubicBezTo>
                  <a:cubicBezTo>
                    <a:pt x="26872" y="15151"/>
                    <a:pt x="20297" y="22298"/>
                    <a:pt x="18867" y="34590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38" name="Freihandform: Form 237">
              <a:extLst>
                <a:ext uri="{FF2B5EF4-FFF2-40B4-BE49-F238E27FC236}">
                  <a16:creationId xmlns:a16="http://schemas.microsoft.com/office/drawing/2014/main" id="{C8CB5766-1234-4FD9-8FCE-26F2E15B7426}"/>
                </a:ext>
              </a:extLst>
            </p:cNvPr>
            <p:cNvSpPr/>
            <p:nvPr/>
          </p:nvSpPr>
          <p:spPr>
            <a:xfrm>
              <a:off x="2853274" y="237352"/>
              <a:ext cx="77184" cy="84045"/>
            </a:xfrm>
            <a:custGeom>
              <a:avLst/>
              <a:gdLst>
                <a:gd name="connsiteX0" fmla="*/ 0 w 77184"/>
                <a:gd name="connsiteY0" fmla="*/ 42023 h 84045"/>
                <a:gd name="connsiteX1" fmla="*/ 38878 w 77184"/>
                <a:gd name="connsiteY1" fmla="*/ 0 h 84045"/>
                <a:gd name="connsiteX2" fmla="*/ 77184 w 77184"/>
                <a:gd name="connsiteY2" fmla="*/ 42023 h 84045"/>
                <a:gd name="connsiteX3" fmla="*/ 38878 w 77184"/>
                <a:gd name="connsiteY3" fmla="*/ 84045 h 84045"/>
                <a:gd name="connsiteX4" fmla="*/ 0 w 77184"/>
                <a:gd name="connsiteY4" fmla="*/ 42023 h 84045"/>
                <a:gd name="connsiteX5" fmla="*/ 58603 w 77184"/>
                <a:gd name="connsiteY5" fmla="*/ 42309 h 84045"/>
                <a:gd name="connsiteX6" fmla="*/ 38592 w 77184"/>
                <a:gd name="connsiteY6" fmla="*/ 17152 h 84045"/>
                <a:gd name="connsiteX7" fmla="*/ 18581 w 77184"/>
                <a:gd name="connsiteY7" fmla="*/ 42023 h 84045"/>
                <a:gd name="connsiteX8" fmla="*/ 38592 w 77184"/>
                <a:gd name="connsiteY8" fmla="*/ 67465 h 84045"/>
                <a:gd name="connsiteX9" fmla="*/ 58603 w 77184"/>
                <a:gd name="connsiteY9" fmla="*/ 42309 h 84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7184" h="84045">
                  <a:moveTo>
                    <a:pt x="0" y="42023"/>
                  </a:moveTo>
                  <a:cubicBezTo>
                    <a:pt x="0" y="16866"/>
                    <a:pt x="15437" y="0"/>
                    <a:pt x="38878" y="0"/>
                  </a:cubicBezTo>
                  <a:cubicBezTo>
                    <a:pt x="62033" y="0"/>
                    <a:pt x="77184" y="16580"/>
                    <a:pt x="77184" y="42023"/>
                  </a:cubicBezTo>
                  <a:cubicBezTo>
                    <a:pt x="77184" y="67179"/>
                    <a:pt x="62319" y="84045"/>
                    <a:pt x="38878" y="84045"/>
                  </a:cubicBezTo>
                  <a:cubicBezTo>
                    <a:pt x="15723" y="84045"/>
                    <a:pt x="0" y="67465"/>
                    <a:pt x="0" y="42023"/>
                  </a:cubicBezTo>
                  <a:close/>
                  <a:moveTo>
                    <a:pt x="58603" y="42309"/>
                  </a:moveTo>
                  <a:cubicBezTo>
                    <a:pt x="58603" y="26872"/>
                    <a:pt x="50884" y="17152"/>
                    <a:pt x="38592" y="17152"/>
                  </a:cubicBezTo>
                  <a:cubicBezTo>
                    <a:pt x="26300" y="17152"/>
                    <a:pt x="18581" y="26872"/>
                    <a:pt x="18581" y="42023"/>
                  </a:cubicBezTo>
                  <a:cubicBezTo>
                    <a:pt x="18581" y="57460"/>
                    <a:pt x="26300" y="67465"/>
                    <a:pt x="38592" y="67465"/>
                  </a:cubicBezTo>
                  <a:cubicBezTo>
                    <a:pt x="50884" y="67179"/>
                    <a:pt x="58603" y="57745"/>
                    <a:pt x="58603" y="42309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39" name="Freihandform: Form 238">
              <a:extLst>
                <a:ext uri="{FF2B5EF4-FFF2-40B4-BE49-F238E27FC236}">
                  <a16:creationId xmlns:a16="http://schemas.microsoft.com/office/drawing/2014/main" id="{A8FEDDB1-CBE1-40C1-86CB-DB81E0C87CD2}"/>
                </a:ext>
              </a:extLst>
            </p:cNvPr>
            <p:cNvSpPr/>
            <p:nvPr/>
          </p:nvSpPr>
          <p:spPr>
            <a:xfrm>
              <a:off x="2950755" y="202476"/>
              <a:ext cx="18581" cy="116920"/>
            </a:xfrm>
            <a:custGeom>
              <a:avLst/>
              <a:gdLst>
                <a:gd name="connsiteX0" fmla="*/ 18581 w 18581"/>
                <a:gd name="connsiteY0" fmla="*/ 116920 h 116920"/>
                <a:gd name="connsiteX1" fmla="*/ 0 w 18581"/>
                <a:gd name="connsiteY1" fmla="*/ 116920 h 116920"/>
                <a:gd name="connsiteX2" fmla="*/ 0 w 18581"/>
                <a:gd name="connsiteY2" fmla="*/ 4288 h 116920"/>
                <a:gd name="connsiteX3" fmla="*/ 18581 w 18581"/>
                <a:gd name="connsiteY3" fmla="*/ 0 h 116920"/>
                <a:gd name="connsiteX4" fmla="*/ 18581 w 18581"/>
                <a:gd name="connsiteY4" fmla="*/ 116920 h 116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581" h="116920">
                  <a:moveTo>
                    <a:pt x="18581" y="116920"/>
                  </a:moveTo>
                  <a:lnTo>
                    <a:pt x="0" y="116920"/>
                  </a:lnTo>
                  <a:lnTo>
                    <a:pt x="0" y="4288"/>
                  </a:lnTo>
                  <a:lnTo>
                    <a:pt x="18581" y="0"/>
                  </a:lnTo>
                  <a:lnTo>
                    <a:pt x="18581" y="116920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40" name="Freihandform: Form 239">
              <a:extLst>
                <a:ext uri="{FF2B5EF4-FFF2-40B4-BE49-F238E27FC236}">
                  <a16:creationId xmlns:a16="http://schemas.microsoft.com/office/drawing/2014/main" id="{BF05746A-F360-45E8-9C4B-09BDB0C8B7E2}"/>
                </a:ext>
              </a:extLst>
            </p:cNvPr>
            <p:cNvSpPr/>
            <p:nvPr/>
          </p:nvSpPr>
          <p:spPr>
            <a:xfrm>
              <a:off x="2989633" y="237352"/>
              <a:ext cx="77184" cy="84045"/>
            </a:xfrm>
            <a:custGeom>
              <a:avLst/>
              <a:gdLst>
                <a:gd name="connsiteX0" fmla="*/ 0 w 77184"/>
                <a:gd name="connsiteY0" fmla="*/ 42023 h 84045"/>
                <a:gd name="connsiteX1" fmla="*/ 38878 w 77184"/>
                <a:gd name="connsiteY1" fmla="*/ 0 h 84045"/>
                <a:gd name="connsiteX2" fmla="*/ 77184 w 77184"/>
                <a:gd name="connsiteY2" fmla="*/ 42023 h 84045"/>
                <a:gd name="connsiteX3" fmla="*/ 38878 w 77184"/>
                <a:gd name="connsiteY3" fmla="*/ 84045 h 84045"/>
                <a:gd name="connsiteX4" fmla="*/ 0 w 77184"/>
                <a:gd name="connsiteY4" fmla="*/ 42023 h 84045"/>
                <a:gd name="connsiteX5" fmla="*/ 58603 w 77184"/>
                <a:gd name="connsiteY5" fmla="*/ 42309 h 84045"/>
                <a:gd name="connsiteX6" fmla="*/ 38592 w 77184"/>
                <a:gd name="connsiteY6" fmla="*/ 17152 h 84045"/>
                <a:gd name="connsiteX7" fmla="*/ 18581 w 77184"/>
                <a:gd name="connsiteY7" fmla="*/ 42023 h 84045"/>
                <a:gd name="connsiteX8" fmla="*/ 38592 w 77184"/>
                <a:gd name="connsiteY8" fmla="*/ 67465 h 84045"/>
                <a:gd name="connsiteX9" fmla="*/ 58603 w 77184"/>
                <a:gd name="connsiteY9" fmla="*/ 42309 h 84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7184" h="84045">
                  <a:moveTo>
                    <a:pt x="0" y="42023"/>
                  </a:moveTo>
                  <a:cubicBezTo>
                    <a:pt x="0" y="16866"/>
                    <a:pt x="15437" y="0"/>
                    <a:pt x="38878" y="0"/>
                  </a:cubicBezTo>
                  <a:cubicBezTo>
                    <a:pt x="62033" y="0"/>
                    <a:pt x="77184" y="16580"/>
                    <a:pt x="77184" y="42023"/>
                  </a:cubicBezTo>
                  <a:cubicBezTo>
                    <a:pt x="77184" y="67179"/>
                    <a:pt x="62319" y="84045"/>
                    <a:pt x="38878" y="84045"/>
                  </a:cubicBezTo>
                  <a:cubicBezTo>
                    <a:pt x="15723" y="84045"/>
                    <a:pt x="0" y="67465"/>
                    <a:pt x="0" y="42023"/>
                  </a:cubicBezTo>
                  <a:close/>
                  <a:moveTo>
                    <a:pt x="58603" y="42309"/>
                  </a:moveTo>
                  <a:cubicBezTo>
                    <a:pt x="58603" y="26872"/>
                    <a:pt x="50884" y="17152"/>
                    <a:pt x="38592" y="17152"/>
                  </a:cubicBezTo>
                  <a:cubicBezTo>
                    <a:pt x="26300" y="17152"/>
                    <a:pt x="18581" y="26872"/>
                    <a:pt x="18581" y="42023"/>
                  </a:cubicBezTo>
                  <a:cubicBezTo>
                    <a:pt x="18581" y="57460"/>
                    <a:pt x="26300" y="67465"/>
                    <a:pt x="38592" y="67465"/>
                  </a:cubicBezTo>
                  <a:cubicBezTo>
                    <a:pt x="51170" y="67179"/>
                    <a:pt x="58603" y="57745"/>
                    <a:pt x="58603" y="42309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41" name="Freihandform: Form 240">
              <a:extLst>
                <a:ext uri="{FF2B5EF4-FFF2-40B4-BE49-F238E27FC236}">
                  <a16:creationId xmlns:a16="http://schemas.microsoft.com/office/drawing/2014/main" id="{93790881-6B20-4277-A3CA-BFEC2794C514}"/>
                </a:ext>
              </a:extLst>
            </p:cNvPr>
            <p:cNvSpPr/>
            <p:nvPr/>
          </p:nvSpPr>
          <p:spPr>
            <a:xfrm>
              <a:off x="3082826" y="237352"/>
              <a:ext cx="74611" cy="114347"/>
            </a:xfrm>
            <a:custGeom>
              <a:avLst/>
              <a:gdLst>
                <a:gd name="connsiteX0" fmla="*/ 21440 w 74611"/>
                <a:gd name="connsiteY0" fmla="*/ 99768 h 114347"/>
                <a:gd name="connsiteX1" fmla="*/ 25442 w 74611"/>
                <a:gd name="connsiteY1" fmla="*/ 99482 h 114347"/>
                <a:gd name="connsiteX2" fmla="*/ 56316 w 74611"/>
                <a:gd name="connsiteY2" fmla="*/ 76613 h 114347"/>
                <a:gd name="connsiteX3" fmla="*/ 56316 w 74611"/>
                <a:gd name="connsiteY3" fmla="*/ 71467 h 114347"/>
                <a:gd name="connsiteX4" fmla="*/ 56030 w 74611"/>
                <a:gd name="connsiteY4" fmla="*/ 71467 h 114347"/>
                <a:gd name="connsiteX5" fmla="*/ 31731 w 74611"/>
                <a:gd name="connsiteY5" fmla="*/ 82616 h 114347"/>
                <a:gd name="connsiteX6" fmla="*/ 0 w 74611"/>
                <a:gd name="connsiteY6" fmla="*/ 42023 h 114347"/>
                <a:gd name="connsiteX7" fmla="*/ 32589 w 74611"/>
                <a:gd name="connsiteY7" fmla="*/ 0 h 114347"/>
                <a:gd name="connsiteX8" fmla="*/ 56030 w 74611"/>
                <a:gd name="connsiteY8" fmla="*/ 11149 h 114347"/>
                <a:gd name="connsiteX9" fmla="*/ 56316 w 74611"/>
                <a:gd name="connsiteY9" fmla="*/ 11149 h 114347"/>
                <a:gd name="connsiteX10" fmla="*/ 56316 w 74611"/>
                <a:gd name="connsiteY10" fmla="*/ 2001 h 114347"/>
                <a:gd name="connsiteX11" fmla="*/ 74611 w 74611"/>
                <a:gd name="connsiteY11" fmla="*/ 2001 h 114347"/>
                <a:gd name="connsiteX12" fmla="*/ 74611 w 74611"/>
                <a:gd name="connsiteY12" fmla="*/ 73754 h 114347"/>
                <a:gd name="connsiteX13" fmla="*/ 26586 w 74611"/>
                <a:gd name="connsiteY13" fmla="*/ 114061 h 114347"/>
                <a:gd name="connsiteX14" fmla="*/ 22583 w 74611"/>
                <a:gd name="connsiteY14" fmla="*/ 114347 h 114347"/>
                <a:gd name="connsiteX15" fmla="*/ 21440 w 74611"/>
                <a:gd name="connsiteY15" fmla="*/ 99768 h 114347"/>
                <a:gd name="connsiteX16" fmla="*/ 18867 w 74611"/>
                <a:gd name="connsiteY16" fmla="*/ 41737 h 114347"/>
                <a:gd name="connsiteX17" fmla="*/ 37449 w 74611"/>
                <a:gd name="connsiteY17" fmla="*/ 66607 h 114347"/>
                <a:gd name="connsiteX18" fmla="*/ 56316 w 74611"/>
                <a:gd name="connsiteY18" fmla="*/ 56030 h 114347"/>
                <a:gd name="connsiteX19" fmla="*/ 56316 w 74611"/>
                <a:gd name="connsiteY19" fmla="*/ 27443 h 114347"/>
                <a:gd name="connsiteX20" fmla="*/ 37163 w 74611"/>
                <a:gd name="connsiteY20" fmla="*/ 16866 h 114347"/>
                <a:gd name="connsiteX21" fmla="*/ 18867 w 74611"/>
                <a:gd name="connsiteY21" fmla="*/ 41737 h 114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74611" h="114347">
                  <a:moveTo>
                    <a:pt x="21440" y="99768"/>
                  </a:moveTo>
                  <a:lnTo>
                    <a:pt x="25442" y="99482"/>
                  </a:lnTo>
                  <a:cubicBezTo>
                    <a:pt x="49455" y="98625"/>
                    <a:pt x="56316" y="91764"/>
                    <a:pt x="56316" y="76613"/>
                  </a:cubicBezTo>
                  <a:lnTo>
                    <a:pt x="56316" y="71467"/>
                  </a:lnTo>
                  <a:lnTo>
                    <a:pt x="56030" y="71467"/>
                  </a:lnTo>
                  <a:cubicBezTo>
                    <a:pt x="50313" y="78614"/>
                    <a:pt x="41451" y="82616"/>
                    <a:pt x="31731" y="82616"/>
                  </a:cubicBezTo>
                  <a:cubicBezTo>
                    <a:pt x="12292" y="82616"/>
                    <a:pt x="0" y="66607"/>
                    <a:pt x="0" y="42023"/>
                  </a:cubicBezTo>
                  <a:cubicBezTo>
                    <a:pt x="0" y="16580"/>
                    <a:pt x="13150" y="0"/>
                    <a:pt x="32589" y="0"/>
                  </a:cubicBezTo>
                  <a:cubicBezTo>
                    <a:pt x="42308" y="0"/>
                    <a:pt x="50884" y="4002"/>
                    <a:pt x="56030" y="11149"/>
                  </a:cubicBezTo>
                  <a:lnTo>
                    <a:pt x="56316" y="11149"/>
                  </a:lnTo>
                  <a:lnTo>
                    <a:pt x="56316" y="2001"/>
                  </a:lnTo>
                  <a:lnTo>
                    <a:pt x="74611" y="2001"/>
                  </a:lnTo>
                  <a:lnTo>
                    <a:pt x="74611" y="73754"/>
                  </a:lnTo>
                  <a:cubicBezTo>
                    <a:pt x="74611" y="99768"/>
                    <a:pt x="61462" y="112632"/>
                    <a:pt x="26586" y="114061"/>
                  </a:cubicBezTo>
                  <a:lnTo>
                    <a:pt x="22583" y="114347"/>
                  </a:lnTo>
                  <a:lnTo>
                    <a:pt x="21440" y="99768"/>
                  </a:lnTo>
                  <a:close/>
                  <a:moveTo>
                    <a:pt x="18867" y="41737"/>
                  </a:moveTo>
                  <a:cubicBezTo>
                    <a:pt x="18867" y="57460"/>
                    <a:pt x="25728" y="66607"/>
                    <a:pt x="37449" y="66607"/>
                  </a:cubicBezTo>
                  <a:cubicBezTo>
                    <a:pt x="44595" y="66607"/>
                    <a:pt x="50599" y="63177"/>
                    <a:pt x="56316" y="56030"/>
                  </a:cubicBezTo>
                  <a:lnTo>
                    <a:pt x="56316" y="27443"/>
                  </a:lnTo>
                  <a:cubicBezTo>
                    <a:pt x="50884" y="20583"/>
                    <a:pt x="44595" y="16866"/>
                    <a:pt x="37163" y="16866"/>
                  </a:cubicBezTo>
                  <a:cubicBezTo>
                    <a:pt x="25728" y="16866"/>
                    <a:pt x="18867" y="26014"/>
                    <a:pt x="18867" y="41737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42" name="Freihandform: Form 241">
              <a:extLst>
                <a:ext uri="{FF2B5EF4-FFF2-40B4-BE49-F238E27FC236}">
                  <a16:creationId xmlns:a16="http://schemas.microsoft.com/office/drawing/2014/main" id="{4DD1A8B3-6730-49F4-92A9-20356F6BBB5D}"/>
                </a:ext>
              </a:extLst>
            </p:cNvPr>
            <p:cNvSpPr/>
            <p:nvPr/>
          </p:nvSpPr>
          <p:spPr>
            <a:xfrm>
              <a:off x="3180021" y="203905"/>
              <a:ext cx="23727" cy="115490"/>
            </a:xfrm>
            <a:custGeom>
              <a:avLst/>
              <a:gdLst>
                <a:gd name="connsiteX0" fmla="*/ 23727 w 23727"/>
                <a:gd name="connsiteY0" fmla="*/ 11435 h 115490"/>
                <a:gd name="connsiteX1" fmla="*/ 11721 w 23727"/>
                <a:gd name="connsiteY1" fmla="*/ 22869 h 115490"/>
                <a:gd name="connsiteX2" fmla="*/ 0 w 23727"/>
                <a:gd name="connsiteY2" fmla="*/ 11435 h 115490"/>
                <a:gd name="connsiteX3" fmla="*/ 11721 w 23727"/>
                <a:gd name="connsiteY3" fmla="*/ 0 h 115490"/>
                <a:gd name="connsiteX4" fmla="*/ 23727 w 23727"/>
                <a:gd name="connsiteY4" fmla="*/ 11435 h 115490"/>
                <a:gd name="connsiteX5" fmla="*/ 21154 w 23727"/>
                <a:gd name="connsiteY5" fmla="*/ 115491 h 115490"/>
                <a:gd name="connsiteX6" fmla="*/ 2573 w 23727"/>
                <a:gd name="connsiteY6" fmla="*/ 115491 h 115490"/>
                <a:gd name="connsiteX7" fmla="*/ 2573 w 23727"/>
                <a:gd name="connsiteY7" fmla="*/ 35448 h 115490"/>
                <a:gd name="connsiteX8" fmla="*/ 21154 w 23727"/>
                <a:gd name="connsiteY8" fmla="*/ 35448 h 115490"/>
                <a:gd name="connsiteX9" fmla="*/ 21154 w 23727"/>
                <a:gd name="connsiteY9" fmla="*/ 115491 h 115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727" h="115490">
                  <a:moveTo>
                    <a:pt x="23727" y="11435"/>
                  </a:moveTo>
                  <a:cubicBezTo>
                    <a:pt x="23727" y="18010"/>
                    <a:pt x="18295" y="22869"/>
                    <a:pt x="11721" y="22869"/>
                  </a:cubicBezTo>
                  <a:cubicBezTo>
                    <a:pt x="5146" y="22869"/>
                    <a:pt x="0" y="18010"/>
                    <a:pt x="0" y="11435"/>
                  </a:cubicBezTo>
                  <a:cubicBezTo>
                    <a:pt x="0" y="4860"/>
                    <a:pt x="5431" y="0"/>
                    <a:pt x="11721" y="0"/>
                  </a:cubicBezTo>
                  <a:cubicBezTo>
                    <a:pt x="18295" y="0"/>
                    <a:pt x="23727" y="4860"/>
                    <a:pt x="23727" y="11435"/>
                  </a:cubicBezTo>
                  <a:close/>
                  <a:moveTo>
                    <a:pt x="21154" y="115491"/>
                  </a:moveTo>
                  <a:lnTo>
                    <a:pt x="2573" y="115491"/>
                  </a:lnTo>
                  <a:lnTo>
                    <a:pt x="2573" y="35448"/>
                  </a:lnTo>
                  <a:lnTo>
                    <a:pt x="21154" y="35448"/>
                  </a:lnTo>
                  <a:lnTo>
                    <a:pt x="21154" y="11549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43" name="Freihandform: Form 242">
              <a:extLst>
                <a:ext uri="{FF2B5EF4-FFF2-40B4-BE49-F238E27FC236}">
                  <a16:creationId xmlns:a16="http://schemas.microsoft.com/office/drawing/2014/main" id="{0162480C-C888-494C-95F1-F8716AB5381A}"/>
                </a:ext>
              </a:extLst>
            </p:cNvPr>
            <p:cNvSpPr/>
            <p:nvPr/>
          </p:nvSpPr>
          <p:spPr>
            <a:xfrm>
              <a:off x="3220900" y="237638"/>
              <a:ext cx="72896" cy="83759"/>
            </a:xfrm>
            <a:custGeom>
              <a:avLst/>
              <a:gdLst>
                <a:gd name="connsiteX0" fmla="*/ 39736 w 72896"/>
                <a:gd name="connsiteY0" fmla="*/ 83759 h 83759"/>
                <a:gd name="connsiteX1" fmla="*/ 0 w 72896"/>
                <a:gd name="connsiteY1" fmla="*/ 41737 h 83759"/>
                <a:gd name="connsiteX2" fmla="*/ 37449 w 72896"/>
                <a:gd name="connsiteY2" fmla="*/ 0 h 83759"/>
                <a:gd name="connsiteX3" fmla="*/ 72896 w 72896"/>
                <a:gd name="connsiteY3" fmla="*/ 40593 h 83759"/>
                <a:gd name="connsiteX4" fmla="*/ 72610 w 72896"/>
                <a:gd name="connsiteY4" fmla="*/ 48312 h 83759"/>
                <a:gd name="connsiteX5" fmla="*/ 18867 w 72896"/>
                <a:gd name="connsiteY5" fmla="*/ 48312 h 83759"/>
                <a:gd name="connsiteX6" fmla="*/ 39736 w 72896"/>
                <a:gd name="connsiteY6" fmla="*/ 67751 h 83759"/>
                <a:gd name="connsiteX7" fmla="*/ 59461 w 72896"/>
                <a:gd name="connsiteY7" fmla="*/ 58317 h 83759"/>
                <a:gd name="connsiteX8" fmla="*/ 71181 w 72896"/>
                <a:gd name="connsiteY8" fmla="*/ 70609 h 83759"/>
                <a:gd name="connsiteX9" fmla="*/ 39736 w 72896"/>
                <a:gd name="connsiteY9" fmla="*/ 83759 h 83759"/>
                <a:gd name="connsiteX10" fmla="*/ 18867 w 72896"/>
                <a:gd name="connsiteY10" fmla="*/ 34590 h 83759"/>
                <a:gd name="connsiteX11" fmla="*/ 55172 w 72896"/>
                <a:gd name="connsiteY11" fmla="*/ 34590 h 83759"/>
                <a:gd name="connsiteX12" fmla="*/ 37449 w 72896"/>
                <a:gd name="connsiteY12" fmla="*/ 15151 h 83759"/>
                <a:gd name="connsiteX13" fmla="*/ 18867 w 72896"/>
                <a:gd name="connsiteY13" fmla="*/ 34590 h 8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2896" h="83759">
                  <a:moveTo>
                    <a:pt x="39736" y="83759"/>
                  </a:moveTo>
                  <a:cubicBezTo>
                    <a:pt x="16009" y="83759"/>
                    <a:pt x="0" y="66893"/>
                    <a:pt x="0" y="41737"/>
                  </a:cubicBezTo>
                  <a:cubicBezTo>
                    <a:pt x="0" y="16866"/>
                    <a:pt x="15151" y="0"/>
                    <a:pt x="37449" y="0"/>
                  </a:cubicBezTo>
                  <a:cubicBezTo>
                    <a:pt x="58889" y="0"/>
                    <a:pt x="72896" y="16009"/>
                    <a:pt x="72896" y="40593"/>
                  </a:cubicBezTo>
                  <a:cubicBezTo>
                    <a:pt x="72896" y="43166"/>
                    <a:pt x="72610" y="46025"/>
                    <a:pt x="72610" y="48312"/>
                  </a:cubicBezTo>
                  <a:lnTo>
                    <a:pt x="18867" y="48312"/>
                  </a:lnTo>
                  <a:cubicBezTo>
                    <a:pt x="20868" y="60604"/>
                    <a:pt x="28301" y="67751"/>
                    <a:pt x="39736" y="67751"/>
                  </a:cubicBezTo>
                  <a:cubicBezTo>
                    <a:pt x="47168" y="67751"/>
                    <a:pt x="53171" y="64892"/>
                    <a:pt x="59461" y="58317"/>
                  </a:cubicBezTo>
                  <a:lnTo>
                    <a:pt x="71181" y="70609"/>
                  </a:lnTo>
                  <a:cubicBezTo>
                    <a:pt x="62033" y="79471"/>
                    <a:pt x="51742" y="83759"/>
                    <a:pt x="39736" y="83759"/>
                  </a:cubicBezTo>
                  <a:close/>
                  <a:moveTo>
                    <a:pt x="18867" y="34590"/>
                  </a:moveTo>
                  <a:lnTo>
                    <a:pt x="55172" y="34590"/>
                  </a:lnTo>
                  <a:cubicBezTo>
                    <a:pt x="54315" y="22298"/>
                    <a:pt x="48026" y="15151"/>
                    <a:pt x="37449" y="15151"/>
                  </a:cubicBezTo>
                  <a:cubicBezTo>
                    <a:pt x="26871" y="15151"/>
                    <a:pt x="20297" y="22298"/>
                    <a:pt x="18867" y="34590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623595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EFB9A-FF66-154D-B5A2-25B00AE5BA18}" type="datetime4">
              <a:rPr lang="de-DE" smtClean="0"/>
              <a:t>8.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0" name="Textplatzhalter 6">
            <a:extLst>
              <a:ext uri="{FF2B5EF4-FFF2-40B4-BE49-F238E27FC236}">
                <a16:creationId xmlns:a16="http://schemas.microsoft.com/office/drawing/2014/main" id="{BF8056C4-F1A1-4860-B863-70A38CCE20D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48060" y="2354711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A4B92765-C038-4DB7-B6CF-33827BB8741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8318" y="2354711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02 </a:t>
            </a:r>
          </a:p>
        </p:txBody>
      </p:sp>
      <p:sp>
        <p:nvSpPr>
          <p:cNvPr id="12" name="Textplatzhalter 6">
            <a:extLst>
              <a:ext uri="{FF2B5EF4-FFF2-40B4-BE49-F238E27FC236}">
                <a16:creationId xmlns:a16="http://schemas.microsoft.com/office/drawing/2014/main" id="{B48DD939-0764-4598-B8A8-5EF7FD589AF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48060" y="452537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13" name="Textplatzhalter 6">
            <a:extLst>
              <a:ext uri="{FF2B5EF4-FFF2-40B4-BE49-F238E27FC236}">
                <a16:creationId xmlns:a16="http://schemas.microsoft.com/office/drawing/2014/main" id="{0169AC75-2D8F-414A-A2F5-470DEC8B533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8318" y="452537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05 </a:t>
            </a:r>
          </a:p>
        </p:txBody>
      </p:sp>
      <p:sp>
        <p:nvSpPr>
          <p:cNvPr id="17" name="Textplatzhalter 6">
            <a:extLst>
              <a:ext uri="{FF2B5EF4-FFF2-40B4-BE49-F238E27FC236}">
                <a16:creationId xmlns:a16="http://schemas.microsoft.com/office/drawing/2014/main" id="{78F9E3F2-C660-4ABB-83AF-3F5B3E2F770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48060" y="307826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18" name="Textplatzhalter 6">
            <a:extLst>
              <a:ext uri="{FF2B5EF4-FFF2-40B4-BE49-F238E27FC236}">
                <a16:creationId xmlns:a16="http://schemas.microsoft.com/office/drawing/2014/main" id="{CAB2683D-D5E7-45B9-9133-F4CFD483FA9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8318" y="307826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03 </a:t>
            </a:r>
          </a:p>
        </p:txBody>
      </p:sp>
      <p:sp>
        <p:nvSpPr>
          <p:cNvPr id="20" name="Textplatzhalter 6">
            <a:extLst>
              <a:ext uri="{FF2B5EF4-FFF2-40B4-BE49-F238E27FC236}">
                <a16:creationId xmlns:a16="http://schemas.microsoft.com/office/drawing/2014/main" id="{952E3AD3-9675-4713-A437-FEFA1B54002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48060" y="3801821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21" name="Textplatzhalter 6">
            <a:extLst>
              <a:ext uri="{FF2B5EF4-FFF2-40B4-BE49-F238E27FC236}">
                <a16:creationId xmlns:a16="http://schemas.microsoft.com/office/drawing/2014/main" id="{1852432A-5FDF-42C2-BC07-F1752012B84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8318" y="3801821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04 </a:t>
            </a:r>
          </a:p>
        </p:txBody>
      </p:sp>
      <p:sp>
        <p:nvSpPr>
          <p:cNvPr id="24" name="Textplatzhalter 6">
            <a:extLst>
              <a:ext uri="{FF2B5EF4-FFF2-40B4-BE49-F238E27FC236}">
                <a16:creationId xmlns:a16="http://schemas.microsoft.com/office/drawing/2014/main" id="{B2468A8B-4816-458C-AEB6-53AB9CF88AF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48060" y="5248930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25" name="Textplatzhalter 6">
            <a:extLst>
              <a:ext uri="{FF2B5EF4-FFF2-40B4-BE49-F238E27FC236}">
                <a16:creationId xmlns:a16="http://schemas.microsoft.com/office/drawing/2014/main" id="{F92C0AC2-BCD1-47F5-99DB-35823E79AB9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18318" y="5248930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06 </a:t>
            </a:r>
          </a:p>
        </p:txBody>
      </p:sp>
      <p:sp>
        <p:nvSpPr>
          <p:cNvPr id="26" name="Textplatzhalter 6">
            <a:extLst>
              <a:ext uri="{FF2B5EF4-FFF2-40B4-BE49-F238E27FC236}">
                <a16:creationId xmlns:a16="http://schemas.microsoft.com/office/drawing/2014/main" id="{6E5C8951-ED83-4B8D-A041-11DC6291DD8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636190" y="1632184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27" name="Textplatzhalter 6">
            <a:extLst>
              <a:ext uri="{FF2B5EF4-FFF2-40B4-BE49-F238E27FC236}">
                <a16:creationId xmlns:a16="http://schemas.microsoft.com/office/drawing/2014/main" id="{7D6B79FA-8C76-4CA9-AF55-F7541503ECB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06332" y="1632184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07 </a:t>
            </a:r>
          </a:p>
        </p:txBody>
      </p:sp>
      <p:sp>
        <p:nvSpPr>
          <p:cNvPr id="28" name="Textplatzhalter 6">
            <a:extLst>
              <a:ext uri="{FF2B5EF4-FFF2-40B4-BE49-F238E27FC236}">
                <a16:creationId xmlns:a16="http://schemas.microsoft.com/office/drawing/2014/main" id="{89249A36-CB58-4007-8E81-30FA75194BA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636190" y="2355533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29" name="Textplatzhalter 6">
            <a:extLst>
              <a:ext uri="{FF2B5EF4-FFF2-40B4-BE49-F238E27FC236}">
                <a16:creationId xmlns:a16="http://schemas.microsoft.com/office/drawing/2014/main" id="{953A9A61-99D0-44B5-89EB-1D1035F914B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06332" y="2355533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08 </a:t>
            </a:r>
          </a:p>
        </p:txBody>
      </p:sp>
      <p:sp>
        <p:nvSpPr>
          <p:cNvPr id="30" name="Textplatzhalter 6">
            <a:extLst>
              <a:ext uri="{FF2B5EF4-FFF2-40B4-BE49-F238E27FC236}">
                <a16:creationId xmlns:a16="http://schemas.microsoft.com/office/drawing/2014/main" id="{E80B7F99-D2A6-486E-BB92-8192AB563EF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636190" y="4525580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31" name="Textplatzhalter 6">
            <a:extLst>
              <a:ext uri="{FF2B5EF4-FFF2-40B4-BE49-F238E27FC236}">
                <a16:creationId xmlns:a16="http://schemas.microsoft.com/office/drawing/2014/main" id="{C08D70F6-D151-42E1-8F5E-DD5ADD0927D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206332" y="4525580"/>
            <a:ext cx="30784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11 </a:t>
            </a:r>
          </a:p>
        </p:txBody>
      </p:sp>
      <p:sp>
        <p:nvSpPr>
          <p:cNvPr id="32" name="Textplatzhalter 6">
            <a:extLst>
              <a:ext uri="{FF2B5EF4-FFF2-40B4-BE49-F238E27FC236}">
                <a16:creationId xmlns:a16="http://schemas.microsoft.com/office/drawing/2014/main" id="{34991AD2-EBFD-4358-9611-2BE7F693C7F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636190" y="3078882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33" name="Textplatzhalter 6">
            <a:extLst>
              <a:ext uri="{FF2B5EF4-FFF2-40B4-BE49-F238E27FC236}">
                <a16:creationId xmlns:a16="http://schemas.microsoft.com/office/drawing/2014/main" id="{E6132B6E-46AD-4F19-ACEF-FC5E2EBEEE7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206332" y="3078882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09 </a:t>
            </a:r>
          </a:p>
        </p:txBody>
      </p:sp>
      <p:sp>
        <p:nvSpPr>
          <p:cNvPr id="34" name="Textplatzhalter 6">
            <a:extLst>
              <a:ext uri="{FF2B5EF4-FFF2-40B4-BE49-F238E27FC236}">
                <a16:creationId xmlns:a16="http://schemas.microsoft.com/office/drawing/2014/main" id="{5B29B58B-9C14-4145-95A8-C62AC51F1A6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636190" y="3802231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35" name="Textplatzhalter 6">
            <a:extLst>
              <a:ext uri="{FF2B5EF4-FFF2-40B4-BE49-F238E27FC236}">
                <a16:creationId xmlns:a16="http://schemas.microsoft.com/office/drawing/2014/main" id="{5E6DB4F9-1F61-4B1E-8694-CF32F6ABEB8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06332" y="3802231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10 </a:t>
            </a:r>
          </a:p>
        </p:txBody>
      </p:sp>
      <p:sp>
        <p:nvSpPr>
          <p:cNvPr id="36" name="Textplatzhalter 6">
            <a:extLst>
              <a:ext uri="{FF2B5EF4-FFF2-40B4-BE49-F238E27FC236}">
                <a16:creationId xmlns:a16="http://schemas.microsoft.com/office/drawing/2014/main" id="{F139CCA6-FA40-4FAD-991E-8F0D932F40B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636190" y="5248930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37" name="Textplatzhalter 6">
            <a:extLst>
              <a:ext uri="{FF2B5EF4-FFF2-40B4-BE49-F238E27FC236}">
                <a16:creationId xmlns:a16="http://schemas.microsoft.com/office/drawing/2014/main" id="{4ABC58A4-2FF6-4DD6-B7CE-07D57A9854B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206332" y="5248930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12 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B83D1D4D-3108-48AF-9002-E2787CA11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18" y="301185"/>
            <a:ext cx="6844385" cy="332399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8" name="Textplatzhalter 9">
            <a:extLst>
              <a:ext uri="{FF2B5EF4-FFF2-40B4-BE49-F238E27FC236}">
                <a16:creationId xmlns:a16="http://schemas.microsoft.com/office/drawing/2014/main" id="{37A4DE60-6537-42AA-B80E-663634EF66B9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39" name="Textplatzhalter 6">
            <a:extLst>
              <a:ext uri="{FF2B5EF4-FFF2-40B4-BE49-F238E27FC236}">
                <a16:creationId xmlns:a16="http://schemas.microsoft.com/office/drawing/2014/main" id="{D6F3326C-A71E-4096-84A9-CBF2623C8CD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48060" y="163115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40" name="Textplatzhalter 6">
            <a:extLst>
              <a:ext uri="{FF2B5EF4-FFF2-40B4-BE49-F238E27FC236}">
                <a16:creationId xmlns:a16="http://schemas.microsoft.com/office/drawing/2014/main" id="{E6C7796D-6ED1-4B91-AD58-8FB5EA6F6F8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8318" y="163115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01 </a:t>
            </a:r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86D31599-AF4C-4469-80F6-AA369A20BF0B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</p:spTree>
    <p:extLst>
      <p:ext uri="{BB962C8B-B14F-4D97-AF65-F5344CB8AC3E}">
        <p14:creationId xmlns:p14="http://schemas.microsoft.com/office/powerpoint/2010/main" val="41439817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|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A7719-0CDD-1D4E-BA0B-8D9CB6ADFAF0}" type="datetime4">
              <a:rPr lang="de-DE" smtClean="0"/>
              <a:t>8.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39" name="Bildplatzhalter 8">
            <a:extLst>
              <a:ext uri="{FF2B5EF4-FFF2-40B4-BE49-F238E27FC236}">
                <a16:creationId xmlns:a16="http://schemas.microsoft.com/office/drawing/2014/main" id="{C307E1A8-BB91-4A01-9481-49FD8B5663F9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6206329" y="1631156"/>
            <a:ext cx="5469732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40" name="Textplatzhalter 10">
            <a:extLst>
              <a:ext uri="{FF2B5EF4-FFF2-40B4-BE49-F238E27FC236}">
                <a16:creationId xmlns:a16="http://schemas.microsoft.com/office/drawing/2014/main" id="{7ADEC47A-086D-40D0-ACA4-69135933812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206329" y="5690271"/>
            <a:ext cx="5469732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2" name="Textplatzhalter 9">
            <a:extLst>
              <a:ext uri="{FF2B5EF4-FFF2-40B4-BE49-F238E27FC236}">
                <a16:creationId xmlns:a16="http://schemas.microsoft.com/office/drawing/2014/main" id="{BB1FDB65-A456-4049-8E16-FA93963151D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18318" y="687598"/>
            <a:ext cx="6844386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3" name="Textplatzhalter 6">
            <a:extLst>
              <a:ext uri="{FF2B5EF4-FFF2-40B4-BE49-F238E27FC236}">
                <a16:creationId xmlns:a16="http://schemas.microsoft.com/office/drawing/2014/main" id="{814385D7-3CBE-40E3-B67F-C8C515F3C0E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48060" y="2354711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26" name="Textplatzhalter 6">
            <a:extLst>
              <a:ext uri="{FF2B5EF4-FFF2-40B4-BE49-F238E27FC236}">
                <a16:creationId xmlns:a16="http://schemas.microsoft.com/office/drawing/2014/main" id="{BF0108A6-83E5-4EB1-9FFE-599D1B8CC32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8318" y="2354711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02 </a:t>
            </a:r>
          </a:p>
        </p:txBody>
      </p:sp>
      <p:sp>
        <p:nvSpPr>
          <p:cNvPr id="27" name="Textplatzhalter 6">
            <a:extLst>
              <a:ext uri="{FF2B5EF4-FFF2-40B4-BE49-F238E27FC236}">
                <a16:creationId xmlns:a16="http://schemas.microsoft.com/office/drawing/2014/main" id="{267C2477-3228-475F-AFD7-A441A08AAE5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48060" y="452537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28" name="Textplatzhalter 6">
            <a:extLst>
              <a:ext uri="{FF2B5EF4-FFF2-40B4-BE49-F238E27FC236}">
                <a16:creationId xmlns:a16="http://schemas.microsoft.com/office/drawing/2014/main" id="{372EDABB-0CB3-495E-B38E-EBB187C3F00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8318" y="452537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05 </a:t>
            </a:r>
          </a:p>
        </p:txBody>
      </p:sp>
      <p:sp>
        <p:nvSpPr>
          <p:cNvPr id="29" name="Textplatzhalter 6">
            <a:extLst>
              <a:ext uri="{FF2B5EF4-FFF2-40B4-BE49-F238E27FC236}">
                <a16:creationId xmlns:a16="http://schemas.microsoft.com/office/drawing/2014/main" id="{F8DE391A-D3CD-46A0-9DA6-BE18B632C97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48060" y="307826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30" name="Textplatzhalter 6">
            <a:extLst>
              <a:ext uri="{FF2B5EF4-FFF2-40B4-BE49-F238E27FC236}">
                <a16:creationId xmlns:a16="http://schemas.microsoft.com/office/drawing/2014/main" id="{6D22FFA5-3E37-4F35-A696-49186B6B111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8318" y="307826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03 </a:t>
            </a:r>
          </a:p>
        </p:txBody>
      </p:sp>
      <p:sp>
        <p:nvSpPr>
          <p:cNvPr id="31" name="Textplatzhalter 6">
            <a:extLst>
              <a:ext uri="{FF2B5EF4-FFF2-40B4-BE49-F238E27FC236}">
                <a16:creationId xmlns:a16="http://schemas.microsoft.com/office/drawing/2014/main" id="{BFD50D54-7BD1-4F76-8C9C-C2D77E59243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48060" y="3801821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32" name="Textplatzhalter 6">
            <a:extLst>
              <a:ext uri="{FF2B5EF4-FFF2-40B4-BE49-F238E27FC236}">
                <a16:creationId xmlns:a16="http://schemas.microsoft.com/office/drawing/2014/main" id="{1CB17604-E112-4197-B54C-292891529DF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8318" y="3801821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04 </a:t>
            </a:r>
          </a:p>
        </p:txBody>
      </p:sp>
      <p:sp>
        <p:nvSpPr>
          <p:cNvPr id="33" name="Textplatzhalter 6">
            <a:extLst>
              <a:ext uri="{FF2B5EF4-FFF2-40B4-BE49-F238E27FC236}">
                <a16:creationId xmlns:a16="http://schemas.microsoft.com/office/drawing/2014/main" id="{D30B4D90-1B5E-403E-AD31-C3200403209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48060" y="5248930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34" name="Textplatzhalter 6">
            <a:extLst>
              <a:ext uri="{FF2B5EF4-FFF2-40B4-BE49-F238E27FC236}">
                <a16:creationId xmlns:a16="http://schemas.microsoft.com/office/drawing/2014/main" id="{72B1944A-640B-4200-A785-CFA163F7181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18318" y="5248930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06 </a:t>
            </a:r>
          </a:p>
        </p:txBody>
      </p:sp>
      <p:sp>
        <p:nvSpPr>
          <p:cNvPr id="35" name="Textplatzhalter 6">
            <a:extLst>
              <a:ext uri="{FF2B5EF4-FFF2-40B4-BE49-F238E27FC236}">
                <a16:creationId xmlns:a16="http://schemas.microsoft.com/office/drawing/2014/main" id="{5ECB7BBA-6A53-45DD-882E-1DF6A99780C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48060" y="163115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36" name="Textplatzhalter 6">
            <a:extLst>
              <a:ext uri="{FF2B5EF4-FFF2-40B4-BE49-F238E27FC236}">
                <a16:creationId xmlns:a16="http://schemas.microsoft.com/office/drawing/2014/main" id="{FE56B6C1-047C-44D7-B1DD-8B723581E08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8318" y="163115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01 </a:t>
            </a:r>
          </a:p>
        </p:txBody>
      </p:sp>
      <p:sp>
        <p:nvSpPr>
          <p:cNvPr id="21" name="Bildplatzhalter 6">
            <a:extLst>
              <a:ext uri="{FF2B5EF4-FFF2-40B4-BE49-F238E27FC236}">
                <a16:creationId xmlns:a16="http://schemas.microsoft.com/office/drawing/2014/main" id="{8F4DFED6-EBAA-4D0C-A5C6-CD2902883FB9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65D3C98-AF8F-400F-858D-1D6CD4B95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5089279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trenn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E4048C-0B54-437F-B99C-D178004746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318" y="2875002"/>
            <a:ext cx="11157743" cy="1107996"/>
          </a:xfrm>
        </p:spPr>
        <p:txBody>
          <a:bodyPr anchor="ctr" anchorCtr="0"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Kapiteltrenner</a:t>
            </a:r>
            <a:br>
              <a:rPr lang="de-DE" dirty="0"/>
            </a:br>
            <a:r>
              <a:rPr lang="de-DE" dirty="0"/>
              <a:t>Mehrzeilig möglich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518341" y="6634666"/>
            <a:ext cx="748603" cy="12311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C229CC6-1BF2-104D-8308-3638C45B0C3A}" type="datetime4">
              <a:rPr lang="de-DE" smtClean="0"/>
              <a:t>8.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72481" y="6634666"/>
            <a:ext cx="203582" cy="12311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57" name="Rechteck 56">
            <a:extLst>
              <a:ext uri="{FF2B5EF4-FFF2-40B4-BE49-F238E27FC236}">
                <a16:creationId xmlns:a16="http://schemas.microsoft.com/office/drawing/2014/main" id="{87F00BE4-512D-4F35-B132-4E5C5CF1413D}"/>
              </a:ext>
            </a:extLst>
          </p:cNvPr>
          <p:cNvSpPr/>
          <p:nvPr userDrawn="1"/>
        </p:nvSpPr>
        <p:spPr>
          <a:xfrm>
            <a:off x="517200" y="6538526"/>
            <a:ext cx="11674800" cy="10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9" name="Rechteck 58">
            <a:extLst>
              <a:ext uri="{FF2B5EF4-FFF2-40B4-BE49-F238E27FC236}">
                <a16:creationId xmlns:a16="http://schemas.microsoft.com/office/drawing/2014/main" id="{F7987594-F169-42FB-8839-77BF8D405E37}"/>
              </a:ext>
            </a:extLst>
          </p:cNvPr>
          <p:cNvSpPr/>
          <p:nvPr userDrawn="1"/>
        </p:nvSpPr>
        <p:spPr>
          <a:xfrm>
            <a:off x="518400" y="1196733"/>
            <a:ext cx="11676062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0" name="Freihandform: Form 59">
            <a:extLst>
              <a:ext uri="{FF2B5EF4-FFF2-40B4-BE49-F238E27FC236}">
                <a16:creationId xmlns:a16="http://schemas.microsoft.com/office/drawing/2014/main" id="{40F781E3-735A-4333-AF8D-7842FE86295B}"/>
              </a:ext>
            </a:extLst>
          </p:cNvPr>
          <p:cNvSpPr/>
          <p:nvPr userDrawn="1"/>
        </p:nvSpPr>
        <p:spPr>
          <a:xfrm>
            <a:off x="10056938" y="300703"/>
            <a:ext cx="1619125" cy="618155"/>
          </a:xfrm>
          <a:custGeom>
            <a:avLst/>
            <a:gdLst>
              <a:gd name="connsiteX0" fmla="*/ 0 w 1456912"/>
              <a:gd name="connsiteY0" fmla="*/ 51854 h 556225"/>
              <a:gd name="connsiteX1" fmla="*/ 28188 w 1456912"/>
              <a:gd name="connsiteY1" fmla="*/ 23666 h 556225"/>
              <a:gd name="connsiteX2" fmla="*/ 28188 w 1456912"/>
              <a:gd name="connsiteY2" fmla="*/ 535557 h 556225"/>
              <a:gd name="connsiteX3" fmla="*/ 0 w 1456912"/>
              <a:gd name="connsiteY3" fmla="*/ 535557 h 556225"/>
              <a:gd name="connsiteX4" fmla="*/ 0 w 1456912"/>
              <a:gd name="connsiteY4" fmla="*/ 51854 h 556225"/>
              <a:gd name="connsiteX5" fmla="*/ 84564 w 1456912"/>
              <a:gd name="connsiteY5" fmla="*/ 28188 h 556225"/>
              <a:gd name="connsiteX6" fmla="*/ 422811 w 1456912"/>
              <a:gd name="connsiteY6" fmla="*/ 28188 h 556225"/>
              <a:gd name="connsiteX7" fmla="*/ 422811 w 1456912"/>
              <a:gd name="connsiteY7" fmla="*/ 0 h 556225"/>
              <a:gd name="connsiteX8" fmla="*/ 56376 w 1456912"/>
              <a:gd name="connsiteY8" fmla="*/ 0 h 556225"/>
              <a:gd name="connsiteX9" fmla="*/ 56376 w 1456912"/>
              <a:gd name="connsiteY9" fmla="*/ 338244 h 556225"/>
              <a:gd name="connsiteX10" fmla="*/ 367711 w 1456912"/>
              <a:gd name="connsiteY10" fmla="*/ 338244 h 556225"/>
              <a:gd name="connsiteX11" fmla="*/ 367711 w 1456912"/>
              <a:gd name="connsiteY11" fmla="*/ 310062 h 556225"/>
              <a:gd name="connsiteX12" fmla="*/ 84564 w 1456912"/>
              <a:gd name="connsiteY12" fmla="*/ 310062 h 556225"/>
              <a:gd name="connsiteX13" fmla="*/ 84564 w 1456912"/>
              <a:gd name="connsiteY13" fmla="*/ 28188 h 556225"/>
              <a:gd name="connsiteX14" fmla="*/ 410152 w 1456912"/>
              <a:gd name="connsiteY14" fmla="*/ 253686 h 556225"/>
              <a:gd name="connsiteX15" fmla="*/ 140937 w 1456912"/>
              <a:gd name="connsiteY15" fmla="*/ 253686 h 556225"/>
              <a:gd name="connsiteX16" fmla="*/ 140937 w 1456912"/>
              <a:gd name="connsiteY16" fmla="*/ 140940 h 556225"/>
              <a:gd name="connsiteX17" fmla="*/ 371171 w 1456912"/>
              <a:gd name="connsiteY17" fmla="*/ 140940 h 556225"/>
              <a:gd name="connsiteX18" fmla="*/ 399359 w 1456912"/>
              <a:gd name="connsiteY18" fmla="*/ 112752 h 556225"/>
              <a:gd name="connsiteX19" fmla="*/ 140937 w 1456912"/>
              <a:gd name="connsiteY19" fmla="*/ 112752 h 556225"/>
              <a:gd name="connsiteX20" fmla="*/ 140937 w 1456912"/>
              <a:gd name="connsiteY20" fmla="*/ 84564 h 556225"/>
              <a:gd name="connsiteX21" fmla="*/ 422811 w 1456912"/>
              <a:gd name="connsiteY21" fmla="*/ 84564 h 556225"/>
              <a:gd name="connsiteX22" fmla="*/ 422811 w 1456912"/>
              <a:gd name="connsiteY22" fmla="*/ 56376 h 556225"/>
              <a:gd name="connsiteX23" fmla="*/ 112749 w 1456912"/>
              <a:gd name="connsiteY23" fmla="*/ 56376 h 556225"/>
              <a:gd name="connsiteX24" fmla="*/ 112749 w 1456912"/>
              <a:gd name="connsiteY24" fmla="*/ 281874 h 556225"/>
              <a:gd name="connsiteX25" fmla="*/ 382334 w 1456912"/>
              <a:gd name="connsiteY25" fmla="*/ 281874 h 556225"/>
              <a:gd name="connsiteX26" fmla="*/ 410152 w 1456912"/>
              <a:gd name="connsiteY26" fmla="*/ 253686 h 556225"/>
              <a:gd name="connsiteX27" fmla="*/ 56376 w 1456912"/>
              <a:gd name="connsiteY27" fmla="*/ 535557 h 556225"/>
              <a:gd name="connsiteX28" fmla="*/ 84564 w 1456912"/>
              <a:gd name="connsiteY28" fmla="*/ 535557 h 556225"/>
              <a:gd name="connsiteX29" fmla="*/ 84564 w 1456912"/>
              <a:gd name="connsiteY29" fmla="*/ 394620 h 556225"/>
              <a:gd name="connsiteX30" fmla="*/ 112752 w 1456912"/>
              <a:gd name="connsiteY30" fmla="*/ 394620 h 556225"/>
              <a:gd name="connsiteX31" fmla="*/ 112752 w 1456912"/>
              <a:gd name="connsiteY31" fmla="*/ 511890 h 556225"/>
              <a:gd name="connsiteX32" fmla="*/ 140940 w 1456912"/>
              <a:gd name="connsiteY32" fmla="*/ 483705 h 556225"/>
              <a:gd name="connsiteX33" fmla="*/ 140940 w 1456912"/>
              <a:gd name="connsiteY33" fmla="*/ 394620 h 556225"/>
              <a:gd name="connsiteX34" fmla="*/ 367714 w 1456912"/>
              <a:gd name="connsiteY34" fmla="*/ 394620 h 556225"/>
              <a:gd name="connsiteX35" fmla="*/ 367714 w 1456912"/>
              <a:gd name="connsiteY35" fmla="*/ 366435 h 556225"/>
              <a:gd name="connsiteX36" fmla="*/ 56376 w 1456912"/>
              <a:gd name="connsiteY36" fmla="*/ 366435 h 556225"/>
              <a:gd name="connsiteX37" fmla="*/ 56376 w 1456912"/>
              <a:gd name="connsiteY37" fmla="*/ 535557 h 556225"/>
              <a:gd name="connsiteX38" fmla="*/ 1428724 w 1456912"/>
              <a:gd name="connsiteY38" fmla="*/ 0 h 556225"/>
              <a:gd name="connsiteX39" fmla="*/ 1428724 w 1456912"/>
              <a:gd name="connsiteY39" fmla="*/ 324156 h 556225"/>
              <a:gd name="connsiteX40" fmla="*/ 1316539 w 1456912"/>
              <a:gd name="connsiteY40" fmla="*/ 514089 h 556225"/>
              <a:gd name="connsiteX41" fmla="*/ 1315903 w 1456912"/>
              <a:gd name="connsiteY41" fmla="*/ 513258 h 556225"/>
              <a:gd name="connsiteX42" fmla="*/ 1400536 w 1456912"/>
              <a:gd name="connsiteY42" fmla="*/ 351869 h 556225"/>
              <a:gd name="connsiteX43" fmla="*/ 1400536 w 1456912"/>
              <a:gd name="connsiteY43" fmla="*/ 3 h 556225"/>
              <a:gd name="connsiteX44" fmla="*/ 1372348 w 1456912"/>
              <a:gd name="connsiteY44" fmla="*/ 3 h 556225"/>
              <a:gd name="connsiteX45" fmla="*/ 1372348 w 1456912"/>
              <a:gd name="connsiteY45" fmla="*/ 351400 h 556225"/>
              <a:gd name="connsiteX46" fmla="*/ 1189132 w 1456912"/>
              <a:gd name="connsiteY46" fmla="*/ 528510 h 556225"/>
              <a:gd name="connsiteX47" fmla="*/ 1005916 w 1456912"/>
              <a:gd name="connsiteY47" fmla="*/ 351400 h 556225"/>
              <a:gd name="connsiteX48" fmla="*/ 1005916 w 1456912"/>
              <a:gd name="connsiteY48" fmla="*/ 23666 h 556225"/>
              <a:gd name="connsiteX49" fmla="*/ 977728 w 1456912"/>
              <a:gd name="connsiteY49" fmla="*/ 51854 h 556225"/>
              <a:gd name="connsiteX50" fmla="*/ 977728 w 1456912"/>
              <a:gd name="connsiteY50" fmla="*/ 351869 h 556225"/>
              <a:gd name="connsiteX51" fmla="*/ 1189132 w 1456912"/>
              <a:gd name="connsiteY51" fmla="*/ 556226 h 556225"/>
              <a:gd name="connsiteX52" fmla="*/ 1217320 w 1456912"/>
              <a:gd name="connsiteY52" fmla="*/ 556226 h 556225"/>
              <a:gd name="connsiteX53" fmla="*/ 1456912 w 1456912"/>
              <a:gd name="connsiteY53" fmla="*/ 324566 h 556225"/>
              <a:gd name="connsiteX54" fmla="*/ 1456912 w 1456912"/>
              <a:gd name="connsiteY54" fmla="*/ 0 h 556225"/>
              <a:gd name="connsiteX55" fmla="*/ 1428724 w 1456912"/>
              <a:gd name="connsiteY55" fmla="*/ 0 h 556225"/>
              <a:gd name="connsiteX56" fmla="*/ 1189132 w 1456912"/>
              <a:gd name="connsiteY56" fmla="*/ 500322 h 556225"/>
              <a:gd name="connsiteX57" fmla="*/ 1344160 w 1456912"/>
              <a:gd name="connsiteY57" fmla="*/ 351400 h 556225"/>
              <a:gd name="connsiteX58" fmla="*/ 1344160 w 1456912"/>
              <a:gd name="connsiteY58" fmla="*/ 351400 h 556225"/>
              <a:gd name="connsiteX59" fmla="*/ 1344160 w 1456912"/>
              <a:gd name="connsiteY59" fmla="*/ 23666 h 556225"/>
              <a:gd name="connsiteX60" fmla="*/ 1315972 w 1456912"/>
              <a:gd name="connsiteY60" fmla="*/ 51854 h 556225"/>
              <a:gd name="connsiteX61" fmla="*/ 1315972 w 1456912"/>
              <a:gd name="connsiteY61" fmla="*/ 324153 h 556225"/>
              <a:gd name="connsiteX62" fmla="*/ 1217317 w 1456912"/>
              <a:gd name="connsiteY62" fmla="*/ 415761 h 556225"/>
              <a:gd name="connsiteX63" fmla="*/ 1118662 w 1456912"/>
              <a:gd name="connsiteY63" fmla="*/ 324153 h 556225"/>
              <a:gd name="connsiteX64" fmla="*/ 1118662 w 1456912"/>
              <a:gd name="connsiteY64" fmla="*/ 3 h 556225"/>
              <a:gd name="connsiteX65" fmla="*/ 1090474 w 1456912"/>
              <a:gd name="connsiteY65" fmla="*/ 3 h 556225"/>
              <a:gd name="connsiteX66" fmla="*/ 1090474 w 1456912"/>
              <a:gd name="connsiteY66" fmla="*/ 324156 h 556225"/>
              <a:gd name="connsiteX67" fmla="*/ 1217317 w 1456912"/>
              <a:gd name="connsiteY67" fmla="*/ 443951 h 556225"/>
              <a:gd name="connsiteX68" fmla="*/ 1304349 w 1456912"/>
              <a:gd name="connsiteY68" fmla="*/ 404889 h 556225"/>
              <a:gd name="connsiteX69" fmla="*/ 1304982 w 1456912"/>
              <a:gd name="connsiteY69" fmla="*/ 405720 h 556225"/>
              <a:gd name="connsiteX70" fmla="*/ 1189129 w 1456912"/>
              <a:gd name="connsiteY70" fmla="*/ 472139 h 556225"/>
              <a:gd name="connsiteX71" fmla="*/ 1062303 w 1456912"/>
              <a:gd name="connsiteY71" fmla="*/ 352344 h 556225"/>
              <a:gd name="connsiteX72" fmla="*/ 1062286 w 1456912"/>
              <a:gd name="connsiteY72" fmla="*/ 352344 h 556225"/>
              <a:gd name="connsiteX73" fmla="*/ 1062286 w 1456912"/>
              <a:gd name="connsiteY73" fmla="*/ 3 h 556225"/>
              <a:gd name="connsiteX74" fmla="*/ 1034098 w 1456912"/>
              <a:gd name="connsiteY74" fmla="*/ 3 h 556225"/>
              <a:gd name="connsiteX75" fmla="*/ 1034098 w 1456912"/>
              <a:gd name="connsiteY75" fmla="*/ 352341 h 556225"/>
              <a:gd name="connsiteX76" fmla="*/ 1034113 w 1456912"/>
              <a:gd name="connsiteY76" fmla="*/ 352341 h 556225"/>
              <a:gd name="connsiteX77" fmla="*/ 1189132 w 1456912"/>
              <a:gd name="connsiteY77" fmla="*/ 500322 h 556225"/>
              <a:gd name="connsiteX78" fmla="*/ 562774 w 1456912"/>
              <a:gd name="connsiteY78" fmla="*/ 366435 h 556225"/>
              <a:gd name="connsiteX79" fmla="*/ 491494 w 1456912"/>
              <a:gd name="connsiteY79" fmla="*/ 535557 h 556225"/>
              <a:gd name="connsiteX80" fmla="*/ 519684 w 1456912"/>
              <a:gd name="connsiteY80" fmla="*/ 535554 h 556225"/>
              <a:gd name="connsiteX81" fmla="*/ 519682 w 1456912"/>
              <a:gd name="connsiteY81" fmla="*/ 535557 h 556225"/>
              <a:gd name="connsiteX82" fmla="*/ 519684 w 1456912"/>
              <a:gd name="connsiteY82" fmla="*/ 535557 h 556225"/>
              <a:gd name="connsiteX83" fmla="*/ 555322 w 1456912"/>
              <a:gd name="connsiteY83" fmla="*/ 450996 h 556225"/>
              <a:gd name="connsiteX84" fmla="*/ 794138 w 1456912"/>
              <a:gd name="connsiteY84" fmla="*/ 450996 h 556225"/>
              <a:gd name="connsiteX85" fmla="*/ 829744 w 1456912"/>
              <a:gd name="connsiteY85" fmla="*/ 535557 h 556225"/>
              <a:gd name="connsiteX86" fmla="*/ 857932 w 1456912"/>
              <a:gd name="connsiteY86" fmla="*/ 535557 h 556225"/>
              <a:gd name="connsiteX87" fmla="*/ 810457 w 1456912"/>
              <a:gd name="connsiteY87" fmla="*/ 422808 h 556225"/>
              <a:gd name="connsiteX88" fmla="*/ 567200 w 1456912"/>
              <a:gd name="connsiteY88" fmla="*/ 422808 h 556225"/>
              <a:gd name="connsiteX89" fmla="*/ 579078 w 1456912"/>
              <a:gd name="connsiteY89" fmla="*/ 394620 h 556225"/>
              <a:gd name="connsiteX90" fmla="*/ 826776 w 1456912"/>
              <a:gd name="connsiteY90" fmla="*/ 394620 h 556225"/>
              <a:gd name="connsiteX91" fmla="*/ 886120 w 1456912"/>
              <a:gd name="connsiteY91" fmla="*/ 535557 h 556225"/>
              <a:gd name="connsiteX92" fmla="*/ 914308 w 1456912"/>
              <a:gd name="connsiteY92" fmla="*/ 535557 h 556225"/>
              <a:gd name="connsiteX93" fmla="*/ 843097 w 1456912"/>
              <a:gd name="connsiteY93" fmla="*/ 366435 h 556225"/>
              <a:gd name="connsiteX94" fmla="*/ 562774 w 1456912"/>
              <a:gd name="connsiteY94" fmla="*/ 366435 h 556225"/>
              <a:gd name="connsiteX95" fmla="*/ 604248 w 1456912"/>
              <a:gd name="connsiteY95" fmla="*/ 0 h 556225"/>
              <a:gd name="connsiteX96" fmla="*/ 397091 w 1456912"/>
              <a:gd name="connsiteY96" fmla="*/ 491374 h 556225"/>
              <a:gd name="connsiteX97" fmla="*/ 415032 w 1456912"/>
              <a:gd name="connsiteY97" fmla="*/ 515732 h 556225"/>
              <a:gd name="connsiteX98" fmla="*/ 632437 w 1456912"/>
              <a:gd name="connsiteY98" fmla="*/ 0 h 556225"/>
              <a:gd name="connsiteX99" fmla="*/ 604248 w 1456912"/>
              <a:gd name="connsiteY99" fmla="*/ 0 h 556225"/>
              <a:gd name="connsiteX100" fmla="*/ 716998 w 1456912"/>
              <a:gd name="connsiteY100" fmla="*/ 3 h 556225"/>
              <a:gd name="connsiteX101" fmla="*/ 934130 w 1456912"/>
              <a:gd name="connsiteY101" fmla="*/ 515735 h 556225"/>
              <a:gd name="connsiteX102" fmla="*/ 952028 w 1456912"/>
              <a:gd name="connsiteY102" fmla="*/ 491377 h 556225"/>
              <a:gd name="connsiteX103" fmla="*/ 745186 w 1456912"/>
              <a:gd name="connsiteY103" fmla="*/ 3 h 556225"/>
              <a:gd name="connsiteX104" fmla="*/ 716998 w 1456912"/>
              <a:gd name="connsiteY104" fmla="*/ 3 h 556225"/>
              <a:gd name="connsiteX105" fmla="*/ 546409 w 1456912"/>
              <a:gd name="connsiteY105" fmla="*/ 338247 h 556225"/>
              <a:gd name="connsiteX106" fmla="*/ 463042 w 1456912"/>
              <a:gd name="connsiteY106" fmla="*/ 535557 h 556225"/>
              <a:gd name="connsiteX107" fmla="*/ 434854 w 1456912"/>
              <a:gd name="connsiteY107" fmla="*/ 535557 h 556225"/>
              <a:gd name="connsiteX108" fmla="*/ 646528 w 1456912"/>
              <a:gd name="connsiteY108" fmla="*/ 33467 h 556225"/>
              <a:gd name="connsiteX109" fmla="*/ 762988 w 1456912"/>
              <a:gd name="connsiteY109" fmla="*/ 310059 h 556225"/>
              <a:gd name="connsiteX110" fmla="*/ 791176 w 1456912"/>
              <a:gd name="connsiteY110" fmla="*/ 310059 h 556225"/>
              <a:gd name="connsiteX111" fmla="*/ 660624 w 1456912"/>
              <a:gd name="connsiteY111" fmla="*/ 3 h 556225"/>
              <a:gd name="connsiteX112" fmla="*/ 688812 w 1456912"/>
              <a:gd name="connsiteY112" fmla="*/ 3 h 556225"/>
              <a:gd name="connsiteX113" fmla="*/ 831231 w 1456912"/>
              <a:gd name="connsiteY113" fmla="*/ 338247 h 556225"/>
              <a:gd name="connsiteX114" fmla="*/ 546409 w 1456912"/>
              <a:gd name="connsiteY114" fmla="*/ 338247 h 556225"/>
              <a:gd name="connsiteX115" fmla="*/ 674788 w 1456912"/>
              <a:gd name="connsiteY115" fmla="*/ 167531 h 556225"/>
              <a:gd name="connsiteX116" fmla="*/ 614721 w 1456912"/>
              <a:gd name="connsiteY116" fmla="*/ 310062 h 556225"/>
              <a:gd name="connsiteX117" fmla="*/ 734800 w 1456912"/>
              <a:gd name="connsiteY117" fmla="*/ 310062 h 556225"/>
              <a:gd name="connsiteX118" fmla="*/ 674788 w 1456912"/>
              <a:gd name="connsiteY118" fmla="*/ 167531 h 556225"/>
              <a:gd name="connsiteX119" fmla="*/ 558275 w 1456912"/>
              <a:gd name="connsiteY119" fmla="*/ 310062 h 556225"/>
              <a:gd name="connsiteX120" fmla="*/ 586535 w 1456912"/>
              <a:gd name="connsiteY120" fmla="*/ 310062 h 556225"/>
              <a:gd name="connsiteX121" fmla="*/ 660703 w 1456912"/>
              <a:gd name="connsiteY121" fmla="*/ 134072 h 556225"/>
              <a:gd name="connsiteX122" fmla="*/ 646588 w 1456912"/>
              <a:gd name="connsiteY122" fmla="*/ 100553 h 556225"/>
              <a:gd name="connsiteX123" fmla="*/ 558275 w 1456912"/>
              <a:gd name="connsiteY123" fmla="*/ 310062 h 556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1456912" h="556225">
                <a:moveTo>
                  <a:pt x="0" y="51854"/>
                </a:moveTo>
                <a:lnTo>
                  <a:pt x="28188" y="23666"/>
                </a:lnTo>
                <a:lnTo>
                  <a:pt x="28188" y="535557"/>
                </a:lnTo>
                <a:lnTo>
                  <a:pt x="0" y="535557"/>
                </a:lnTo>
                <a:lnTo>
                  <a:pt x="0" y="51854"/>
                </a:lnTo>
                <a:close/>
                <a:moveTo>
                  <a:pt x="84564" y="28188"/>
                </a:moveTo>
                <a:lnTo>
                  <a:pt x="422811" y="28188"/>
                </a:lnTo>
                <a:lnTo>
                  <a:pt x="422811" y="0"/>
                </a:lnTo>
                <a:lnTo>
                  <a:pt x="56376" y="0"/>
                </a:lnTo>
                <a:lnTo>
                  <a:pt x="56376" y="338244"/>
                </a:lnTo>
                <a:lnTo>
                  <a:pt x="367711" y="338244"/>
                </a:lnTo>
                <a:lnTo>
                  <a:pt x="367711" y="310062"/>
                </a:lnTo>
                <a:lnTo>
                  <a:pt x="84564" y="310062"/>
                </a:lnTo>
                <a:lnTo>
                  <a:pt x="84564" y="28188"/>
                </a:lnTo>
                <a:close/>
                <a:moveTo>
                  <a:pt x="410152" y="253686"/>
                </a:moveTo>
                <a:lnTo>
                  <a:pt x="140937" y="253686"/>
                </a:lnTo>
                <a:lnTo>
                  <a:pt x="140937" y="140940"/>
                </a:lnTo>
                <a:lnTo>
                  <a:pt x="371171" y="140940"/>
                </a:lnTo>
                <a:lnTo>
                  <a:pt x="399359" y="112752"/>
                </a:lnTo>
                <a:lnTo>
                  <a:pt x="140937" y="112752"/>
                </a:lnTo>
                <a:lnTo>
                  <a:pt x="140937" y="84564"/>
                </a:lnTo>
                <a:lnTo>
                  <a:pt x="422811" y="84564"/>
                </a:lnTo>
                <a:lnTo>
                  <a:pt x="422811" y="56376"/>
                </a:lnTo>
                <a:lnTo>
                  <a:pt x="112749" y="56376"/>
                </a:lnTo>
                <a:lnTo>
                  <a:pt x="112749" y="281874"/>
                </a:lnTo>
                <a:lnTo>
                  <a:pt x="382334" y="281874"/>
                </a:lnTo>
                <a:lnTo>
                  <a:pt x="410152" y="253686"/>
                </a:lnTo>
                <a:close/>
                <a:moveTo>
                  <a:pt x="56376" y="535557"/>
                </a:moveTo>
                <a:lnTo>
                  <a:pt x="84564" y="535557"/>
                </a:lnTo>
                <a:lnTo>
                  <a:pt x="84564" y="394620"/>
                </a:lnTo>
                <a:lnTo>
                  <a:pt x="112752" y="394620"/>
                </a:lnTo>
                <a:lnTo>
                  <a:pt x="112752" y="511890"/>
                </a:lnTo>
                <a:lnTo>
                  <a:pt x="140940" y="483705"/>
                </a:lnTo>
                <a:lnTo>
                  <a:pt x="140940" y="394620"/>
                </a:lnTo>
                <a:lnTo>
                  <a:pt x="367714" y="394620"/>
                </a:lnTo>
                <a:lnTo>
                  <a:pt x="367714" y="366435"/>
                </a:lnTo>
                <a:lnTo>
                  <a:pt x="56376" y="366435"/>
                </a:lnTo>
                <a:lnTo>
                  <a:pt x="56376" y="535557"/>
                </a:lnTo>
                <a:close/>
                <a:moveTo>
                  <a:pt x="1428724" y="0"/>
                </a:moveTo>
                <a:lnTo>
                  <a:pt x="1428724" y="324156"/>
                </a:lnTo>
                <a:cubicBezTo>
                  <a:pt x="1428724" y="399584"/>
                  <a:pt x="1395069" y="464387"/>
                  <a:pt x="1316539" y="514089"/>
                </a:cubicBezTo>
                <a:lnTo>
                  <a:pt x="1315903" y="513258"/>
                </a:lnTo>
                <a:cubicBezTo>
                  <a:pt x="1367503" y="472336"/>
                  <a:pt x="1400536" y="419773"/>
                  <a:pt x="1400536" y="351869"/>
                </a:cubicBezTo>
                <a:lnTo>
                  <a:pt x="1400536" y="3"/>
                </a:lnTo>
                <a:lnTo>
                  <a:pt x="1372348" y="3"/>
                </a:lnTo>
                <a:lnTo>
                  <a:pt x="1372348" y="351400"/>
                </a:lnTo>
                <a:cubicBezTo>
                  <a:pt x="1372348" y="452590"/>
                  <a:pt x="1290318" y="528510"/>
                  <a:pt x="1189132" y="528510"/>
                </a:cubicBezTo>
                <a:cubicBezTo>
                  <a:pt x="1087946" y="528510"/>
                  <a:pt x="1005916" y="452587"/>
                  <a:pt x="1005916" y="351400"/>
                </a:cubicBezTo>
                <a:lnTo>
                  <a:pt x="1005916" y="23666"/>
                </a:lnTo>
                <a:lnTo>
                  <a:pt x="977728" y="51854"/>
                </a:lnTo>
                <a:lnTo>
                  <a:pt x="977728" y="351869"/>
                </a:lnTo>
                <a:cubicBezTo>
                  <a:pt x="977728" y="468625"/>
                  <a:pt x="1072376" y="556226"/>
                  <a:pt x="1189132" y="556226"/>
                </a:cubicBezTo>
                <a:cubicBezTo>
                  <a:pt x="1191834" y="556226"/>
                  <a:pt x="1217320" y="556226"/>
                  <a:pt x="1217320" y="556226"/>
                </a:cubicBezTo>
                <a:cubicBezTo>
                  <a:pt x="1332291" y="556226"/>
                  <a:pt x="1456912" y="471321"/>
                  <a:pt x="1456912" y="324566"/>
                </a:cubicBezTo>
                <a:cubicBezTo>
                  <a:pt x="1456912" y="324428"/>
                  <a:pt x="1456912" y="0"/>
                  <a:pt x="1456912" y="0"/>
                </a:cubicBezTo>
                <a:lnTo>
                  <a:pt x="1428724" y="0"/>
                </a:lnTo>
                <a:close/>
                <a:moveTo>
                  <a:pt x="1189132" y="500322"/>
                </a:moveTo>
                <a:cubicBezTo>
                  <a:pt x="1274706" y="500322"/>
                  <a:pt x="1344082" y="436948"/>
                  <a:pt x="1344160" y="351400"/>
                </a:cubicBezTo>
                <a:lnTo>
                  <a:pt x="1344160" y="351400"/>
                </a:lnTo>
                <a:lnTo>
                  <a:pt x="1344160" y="23666"/>
                </a:lnTo>
                <a:lnTo>
                  <a:pt x="1315972" y="51854"/>
                </a:lnTo>
                <a:lnTo>
                  <a:pt x="1315972" y="324153"/>
                </a:lnTo>
                <a:cubicBezTo>
                  <a:pt x="1315972" y="378637"/>
                  <a:pt x="1271801" y="415761"/>
                  <a:pt x="1217317" y="415761"/>
                </a:cubicBezTo>
                <a:cubicBezTo>
                  <a:pt x="1162833" y="415761"/>
                  <a:pt x="1118662" y="378637"/>
                  <a:pt x="1118662" y="324153"/>
                </a:cubicBezTo>
                <a:lnTo>
                  <a:pt x="1118662" y="3"/>
                </a:lnTo>
                <a:lnTo>
                  <a:pt x="1090474" y="3"/>
                </a:lnTo>
                <a:lnTo>
                  <a:pt x="1090474" y="324156"/>
                </a:lnTo>
                <a:cubicBezTo>
                  <a:pt x="1090474" y="394209"/>
                  <a:pt x="1147264" y="443951"/>
                  <a:pt x="1217317" y="443951"/>
                </a:cubicBezTo>
                <a:cubicBezTo>
                  <a:pt x="1245962" y="443951"/>
                  <a:pt x="1280732" y="429800"/>
                  <a:pt x="1304349" y="404889"/>
                </a:cubicBezTo>
                <a:lnTo>
                  <a:pt x="1304982" y="405720"/>
                </a:lnTo>
                <a:cubicBezTo>
                  <a:pt x="1282838" y="446784"/>
                  <a:pt x="1241907" y="472139"/>
                  <a:pt x="1189129" y="472139"/>
                </a:cubicBezTo>
                <a:cubicBezTo>
                  <a:pt x="1119507" y="472139"/>
                  <a:pt x="1062992" y="421734"/>
                  <a:pt x="1062303" y="352344"/>
                </a:cubicBezTo>
                <a:lnTo>
                  <a:pt x="1062286" y="352344"/>
                </a:lnTo>
                <a:lnTo>
                  <a:pt x="1062286" y="3"/>
                </a:lnTo>
                <a:lnTo>
                  <a:pt x="1034098" y="3"/>
                </a:lnTo>
                <a:lnTo>
                  <a:pt x="1034098" y="352341"/>
                </a:lnTo>
                <a:lnTo>
                  <a:pt x="1034113" y="352341"/>
                </a:lnTo>
                <a:cubicBezTo>
                  <a:pt x="1034703" y="437411"/>
                  <a:pt x="1103877" y="500322"/>
                  <a:pt x="1189132" y="500322"/>
                </a:cubicBezTo>
                <a:close/>
                <a:moveTo>
                  <a:pt x="562774" y="366435"/>
                </a:moveTo>
                <a:lnTo>
                  <a:pt x="491494" y="535557"/>
                </a:lnTo>
                <a:lnTo>
                  <a:pt x="519684" y="535554"/>
                </a:lnTo>
                <a:lnTo>
                  <a:pt x="519682" y="535557"/>
                </a:lnTo>
                <a:lnTo>
                  <a:pt x="519684" y="535557"/>
                </a:lnTo>
                <a:lnTo>
                  <a:pt x="555322" y="450996"/>
                </a:lnTo>
                <a:lnTo>
                  <a:pt x="794138" y="450996"/>
                </a:lnTo>
                <a:lnTo>
                  <a:pt x="829744" y="535557"/>
                </a:lnTo>
                <a:lnTo>
                  <a:pt x="857932" y="535557"/>
                </a:lnTo>
                <a:lnTo>
                  <a:pt x="810457" y="422808"/>
                </a:lnTo>
                <a:lnTo>
                  <a:pt x="567200" y="422808"/>
                </a:lnTo>
                <a:lnTo>
                  <a:pt x="579078" y="394620"/>
                </a:lnTo>
                <a:lnTo>
                  <a:pt x="826776" y="394620"/>
                </a:lnTo>
                <a:lnTo>
                  <a:pt x="886120" y="535557"/>
                </a:lnTo>
                <a:lnTo>
                  <a:pt x="914308" y="535557"/>
                </a:lnTo>
                <a:lnTo>
                  <a:pt x="843097" y="366435"/>
                </a:lnTo>
                <a:lnTo>
                  <a:pt x="562774" y="366435"/>
                </a:lnTo>
                <a:close/>
                <a:moveTo>
                  <a:pt x="604248" y="0"/>
                </a:moveTo>
                <a:lnTo>
                  <a:pt x="397091" y="491374"/>
                </a:lnTo>
                <a:lnTo>
                  <a:pt x="415032" y="515732"/>
                </a:lnTo>
                <a:lnTo>
                  <a:pt x="632437" y="0"/>
                </a:lnTo>
                <a:lnTo>
                  <a:pt x="604248" y="0"/>
                </a:lnTo>
                <a:close/>
                <a:moveTo>
                  <a:pt x="716998" y="3"/>
                </a:moveTo>
                <a:lnTo>
                  <a:pt x="934130" y="515735"/>
                </a:lnTo>
                <a:lnTo>
                  <a:pt x="952028" y="491377"/>
                </a:lnTo>
                <a:lnTo>
                  <a:pt x="745186" y="3"/>
                </a:lnTo>
                <a:lnTo>
                  <a:pt x="716998" y="3"/>
                </a:lnTo>
                <a:close/>
                <a:moveTo>
                  <a:pt x="546409" y="338247"/>
                </a:moveTo>
                <a:lnTo>
                  <a:pt x="463042" y="535557"/>
                </a:lnTo>
                <a:lnTo>
                  <a:pt x="434854" y="535557"/>
                </a:lnTo>
                <a:lnTo>
                  <a:pt x="646528" y="33467"/>
                </a:lnTo>
                <a:lnTo>
                  <a:pt x="762988" y="310059"/>
                </a:lnTo>
                <a:lnTo>
                  <a:pt x="791176" y="310059"/>
                </a:lnTo>
                <a:lnTo>
                  <a:pt x="660624" y="3"/>
                </a:lnTo>
                <a:lnTo>
                  <a:pt x="688812" y="3"/>
                </a:lnTo>
                <a:lnTo>
                  <a:pt x="831231" y="338247"/>
                </a:lnTo>
                <a:lnTo>
                  <a:pt x="546409" y="338247"/>
                </a:lnTo>
                <a:close/>
                <a:moveTo>
                  <a:pt x="674788" y="167531"/>
                </a:moveTo>
                <a:lnTo>
                  <a:pt x="614721" y="310062"/>
                </a:lnTo>
                <a:lnTo>
                  <a:pt x="734800" y="310062"/>
                </a:lnTo>
                <a:lnTo>
                  <a:pt x="674788" y="167531"/>
                </a:lnTo>
                <a:close/>
                <a:moveTo>
                  <a:pt x="558275" y="310062"/>
                </a:moveTo>
                <a:lnTo>
                  <a:pt x="586535" y="310062"/>
                </a:lnTo>
                <a:lnTo>
                  <a:pt x="660703" y="134072"/>
                </a:lnTo>
                <a:lnTo>
                  <a:pt x="646588" y="100553"/>
                </a:lnTo>
                <a:lnTo>
                  <a:pt x="558275" y="310062"/>
                </a:lnTo>
                <a:close/>
              </a:path>
            </a:pathLst>
          </a:custGeom>
          <a:solidFill>
            <a:srgbClr val="04316A"/>
          </a:solidFill>
          <a:ln w="2892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grpSp>
        <p:nvGrpSpPr>
          <p:cNvPr id="58" name="Gruppieren 57">
            <a:extLst>
              <a:ext uri="{FF2B5EF4-FFF2-40B4-BE49-F238E27FC236}">
                <a16:creationId xmlns:a16="http://schemas.microsoft.com/office/drawing/2014/main" id="{9A6E8BA9-5951-4163-8A80-4621C65DA816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61" name="Gerader Verbinder 60">
              <a:extLst>
                <a:ext uri="{FF2B5EF4-FFF2-40B4-BE49-F238E27FC236}">
                  <a16:creationId xmlns:a16="http://schemas.microsoft.com/office/drawing/2014/main" id="{59DAB7DF-1308-4B09-91FE-7DF38D6584E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feld 61">
              <a:extLst>
                <a:ext uri="{FF2B5EF4-FFF2-40B4-BE49-F238E27FC236}">
                  <a16:creationId xmlns:a16="http://schemas.microsoft.com/office/drawing/2014/main" id="{87654828-5D94-4A05-BD5F-25792A149E05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63" name="Gruppieren 62">
            <a:extLst>
              <a:ext uri="{FF2B5EF4-FFF2-40B4-BE49-F238E27FC236}">
                <a16:creationId xmlns:a16="http://schemas.microsoft.com/office/drawing/2014/main" id="{9D3F2F75-1623-4F64-97FE-EA0C4D9FABDC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64" name="Gerader Verbinder 63">
              <a:extLst>
                <a:ext uri="{FF2B5EF4-FFF2-40B4-BE49-F238E27FC236}">
                  <a16:creationId xmlns:a16="http://schemas.microsoft.com/office/drawing/2014/main" id="{B042E0F0-49A6-465F-A607-A4C2EFB5486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Textfeld 64">
              <a:extLst>
                <a:ext uri="{FF2B5EF4-FFF2-40B4-BE49-F238E27FC236}">
                  <a16:creationId xmlns:a16="http://schemas.microsoft.com/office/drawing/2014/main" id="{9D612980-2A2D-4E94-8238-9C67C608554C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66" name="Gruppieren 65">
            <a:extLst>
              <a:ext uri="{FF2B5EF4-FFF2-40B4-BE49-F238E27FC236}">
                <a16:creationId xmlns:a16="http://schemas.microsoft.com/office/drawing/2014/main" id="{2CE76F8C-9B22-4BB3-B2D6-15EC2A58C7A7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67" name="Gerader Verbinder 66">
              <a:extLst>
                <a:ext uri="{FF2B5EF4-FFF2-40B4-BE49-F238E27FC236}">
                  <a16:creationId xmlns:a16="http://schemas.microsoft.com/office/drawing/2014/main" id="{9C843E82-BEFA-4CF2-BA2F-3C80060D316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Textfeld 67">
              <a:extLst>
                <a:ext uri="{FF2B5EF4-FFF2-40B4-BE49-F238E27FC236}">
                  <a16:creationId xmlns:a16="http://schemas.microsoft.com/office/drawing/2014/main" id="{4762BE88-2459-479F-84FF-4DF483AA142C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69" name="Gruppieren 68">
            <a:extLst>
              <a:ext uri="{FF2B5EF4-FFF2-40B4-BE49-F238E27FC236}">
                <a16:creationId xmlns:a16="http://schemas.microsoft.com/office/drawing/2014/main" id="{104E26F8-EA1A-4C6F-92E1-8F6F98ABFA13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70" name="Gerader Verbinder 69">
              <a:extLst>
                <a:ext uri="{FF2B5EF4-FFF2-40B4-BE49-F238E27FC236}">
                  <a16:creationId xmlns:a16="http://schemas.microsoft.com/office/drawing/2014/main" id="{1A8A854C-301D-4327-AEA2-BCC20A88724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Textfeld 70">
              <a:extLst>
                <a:ext uri="{FF2B5EF4-FFF2-40B4-BE49-F238E27FC236}">
                  <a16:creationId xmlns:a16="http://schemas.microsoft.com/office/drawing/2014/main" id="{5A547124-456E-49C6-8FC8-111D0AAFEB7F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72" name="Gruppieren 71">
            <a:extLst>
              <a:ext uri="{FF2B5EF4-FFF2-40B4-BE49-F238E27FC236}">
                <a16:creationId xmlns:a16="http://schemas.microsoft.com/office/drawing/2014/main" id="{73B26B5D-1FEC-45B5-B34A-6A1B50955F0E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73" name="Gerader Verbinder 72">
              <a:extLst>
                <a:ext uri="{FF2B5EF4-FFF2-40B4-BE49-F238E27FC236}">
                  <a16:creationId xmlns:a16="http://schemas.microsoft.com/office/drawing/2014/main" id="{3423A679-4F5C-456E-AB6C-7A18EA3E5BA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Textfeld 73">
              <a:extLst>
                <a:ext uri="{FF2B5EF4-FFF2-40B4-BE49-F238E27FC236}">
                  <a16:creationId xmlns:a16="http://schemas.microsoft.com/office/drawing/2014/main" id="{69754FAD-5E71-4087-B3E8-0FEC37E0D864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75" name="Gruppieren 74">
            <a:extLst>
              <a:ext uri="{FF2B5EF4-FFF2-40B4-BE49-F238E27FC236}">
                <a16:creationId xmlns:a16="http://schemas.microsoft.com/office/drawing/2014/main" id="{7C156EC4-BDB3-4DEA-9B78-E98FCFD2F54B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76" name="Gerader Verbinder 75">
              <a:extLst>
                <a:ext uri="{FF2B5EF4-FFF2-40B4-BE49-F238E27FC236}">
                  <a16:creationId xmlns:a16="http://schemas.microsoft.com/office/drawing/2014/main" id="{9E9C384D-D46B-429F-9A97-86F6E3560FE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Textfeld 76">
              <a:extLst>
                <a:ext uri="{FF2B5EF4-FFF2-40B4-BE49-F238E27FC236}">
                  <a16:creationId xmlns:a16="http://schemas.microsoft.com/office/drawing/2014/main" id="{64B7918E-86D1-49EB-8917-1468D42A6E25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78" name="Gruppieren 77">
            <a:extLst>
              <a:ext uri="{FF2B5EF4-FFF2-40B4-BE49-F238E27FC236}">
                <a16:creationId xmlns:a16="http://schemas.microsoft.com/office/drawing/2014/main" id="{750A6733-FD78-4442-98B4-E2BED64B460F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79" name="Gerader Verbinder 78">
              <a:extLst>
                <a:ext uri="{FF2B5EF4-FFF2-40B4-BE49-F238E27FC236}">
                  <a16:creationId xmlns:a16="http://schemas.microsoft.com/office/drawing/2014/main" id="{77BB574D-D198-49E4-874D-732C0CBD5BF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Textfeld 79">
              <a:extLst>
                <a:ext uri="{FF2B5EF4-FFF2-40B4-BE49-F238E27FC236}">
                  <a16:creationId xmlns:a16="http://schemas.microsoft.com/office/drawing/2014/main" id="{67A72ACB-A6A0-450F-A8F3-9CA35EFC5560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81" name="Gruppieren 80">
            <a:extLst>
              <a:ext uri="{FF2B5EF4-FFF2-40B4-BE49-F238E27FC236}">
                <a16:creationId xmlns:a16="http://schemas.microsoft.com/office/drawing/2014/main" id="{C4970FA2-8D2D-462F-BD21-BDE052DC5824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82" name="Gerader Verbinder 81">
              <a:extLst>
                <a:ext uri="{FF2B5EF4-FFF2-40B4-BE49-F238E27FC236}">
                  <a16:creationId xmlns:a16="http://schemas.microsoft.com/office/drawing/2014/main" id="{A7C30986-FB99-416E-BC3E-3BAEC067C11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Textfeld 82">
              <a:extLst>
                <a:ext uri="{FF2B5EF4-FFF2-40B4-BE49-F238E27FC236}">
                  <a16:creationId xmlns:a16="http://schemas.microsoft.com/office/drawing/2014/main" id="{4CE018F4-A860-49B3-B4CD-A328759F15C6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84" name="Gruppieren 83">
            <a:extLst>
              <a:ext uri="{FF2B5EF4-FFF2-40B4-BE49-F238E27FC236}">
                <a16:creationId xmlns:a16="http://schemas.microsoft.com/office/drawing/2014/main" id="{7C2BACBD-0A67-4A9A-B5DC-10C76F5DE4C2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85" name="Gerader Verbinder 84">
              <a:extLst>
                <a:ext uri="{FF2B5EF4-FFF2-40B4-BE49-F238E27FC236}">
                  <a16:creationId xmlns:a16="http://schemas.microsoft.com/office/drawing/2014/main" id="{65F81584-9968-42FA-B3A9-1C13CEAE92A8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Textfeld 85">
              <a:extLst>
                <a:ext uri="{FF2B5EF4-FFF2-40B4-BE49-F238E27FC236}">
                  <a16:creationId xmlns:a16="http://schemas.microsoft.com/office/drawing/2014/main" id="{B6D353C6-61DE-4475-8AC6-6D8AF12D49FB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87" name="Gerader Verbinder 86">
            <a:extLst>
              <a:ext uri="{FF2B5EF4-FFF2-40B4-BE49-F238E27FC236}">
                <a16:creationId xmlns:a16="http://schemas.microsoft.com/office/drawing/2014/main" id="{935008F2-D1D5-498F-9932-727B677C0ADE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8" name="Gruppieren 87">
            <a:extLst>
              <a:ext uri="{FF2B5EF4-FFF2-40B4-BE49-F238E27FC236}">
                <a16:creationId xmlns:a16="http://schemas.microsoft.com/office/drawing/2014/main" id="{9E72FA59-B055-4F1F-8F32-E797C18F96F9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89" name="Gerader Verbinder 88">
              <a:extLst>
                <a:ext uri="{FF2B5EF4-FFF2-40B4-BE49-F238E27FC236}">
                  <a16:creationId xmlns:a16="http://schemas.microsoft.com/office/drawing/2014/main" id="{B89FA96C-C88D-4C6A-BE88-F3E3083BC51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Textfeld 89">
              <a:extLst>
                <a:ext uri="{FF2B5EF4-FFF2-40B4-BE49-F238E27FC236}">
                  <a16:creationId xmlns:a16="http://schemas.microsoft.com/office/drawing/2014/main" id="{CD67028C-ACEA-4E1C-BF3F-B09177D4335E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91" name="Grafik 3">
            <a:extLst>
              <a:ext uri="{FF2B5EF4-FFF2-40B4-BE49-F238E27FC236}">
                <a16:creationId xmlns:a16="http://schemas.microsoft.com/office/drawing/2014/main" id="{292D92C0-5CBB-4212-BCE9-716C6B6424DE}"/>
              </a:ext>
            </a:extLst>
          </p:cNvPr>
          <p:cNvGrpSpPr/>
          <p:nvPr userDrawn="1"/>
        </p:nvGrpSpPr>
        <p:grpSpPr>
          <a:xfrm>
            <a:off x="520163" y="293688"/>
            <a:ext cx="2592820" cy="556499"/>
            <a:chOff x="1648912" y="-143138"/>
            <a:chExt cx="2305525" cy="494837"/>
          </a:xfrm>
          <a:solidFill>
            <a:srgbClr val="04316A"/>
          </a:solidFill>
        </p:grpSpPr>
        <p:sp>
          <p:nvSpPr>
            <p:cNvPr id="92" name="Freihandform: Form 91">
              <a:extLst>
                <a:ext uri="{FF2B5EF4-FFF2-40B4-BE49-F238E27FC236}">
                  <a16:creationId xmlns:a16="http://schemas.microsoft.com/office/drawing/2014/main" id="{2A6B447E-5FB6-4481-B2D8-A09018DF411B}"/>
                </a:ext>
              </a:extLst>
            </p:cNvPr>
            <p:cNvSpPr/>
            <p:nvPr/>
          </p:nvSpPr>
          <p:spPr>
            <a:xfrm>
              <a:off x="1648912" y="-137135"/>
              <a:ext cx="69751" cy="110916"/>
            </a:xfrm>
            <a:custGeom>
              <a:avLst/>
              <a:gdLst>
                <a:gd name="connsiteX0" fmla="*/ 69752 w 69751"/>
                <a:gd name="connsiteY0" fmla="*/ 18296 h 110916"/>
                <a:gd name="connsiteX1" fmla="*/ 19725 w 69751"/>
                <a:gd name="connsiteY1" fmla="*/ 18296 h 110916"/>
                <a:gd name="connsiteX2" fmla="*/ 19725 w 69751"/>
                <a:gd name="connsiteY2" fmla="*/ 45739 h 110916"/>
                <a:gd name="connsiteX3" fmla="*/ 56888 w 69751"/>
                <a:gd name="connsiteY3" fmla="*/ 45739 h 110916"/>
                <a:gd name="connsiteX4" fmla="*/ 56888 w 69751"/>
                <a:gd name="connsiteY4" fmla="*/ 63749 h 110916"/>
                <a:gd name="connsiteX5" fmla="*/ 19725 w 69751"/>
                <a:gd name="connsiteY5" fmla="*/ 63749 h 110916"/>
                <a:gd name="connsiteX6" fmla="*/ 19725 w 69751"/>
                <a:gd name="connsiteY6" fmla="*/ 110917 h 110916"/>
                <a:gd name="connsiteX7" fmla="*/ 0 w 69751"/>
                <a:gd name="connsiteY7" fmla="*/ 110917 h 110916"/>
                <a:gd name="connsiteX8" fmla="*/ 0 w 69751"/>
                <a:gd name="connsiteY8" fmla="*/ 0 h 110916"/>
                <a:gd name="connsiteX9" fmla="*/ 69466 w 69751"/>
                <a:gd name="connsiteY9" fmla="*/ 0 h 110916"/>
                <a:gd name="connsiteX10" fmla="*/ 69466 w 69751"/>
                <a:gd name="connsiteY10" fmla="*/ 18296 h 110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751" h="110916">
                  <a:moveTo>
                    <a:pt x="69752" y="18296"/>
                  </a:moveTo>
                  <a:lnTo>
                    <a:pt x="19725" y="18296"/>
                  </a:lnTo>
                  <a:lnTo>
                    <a:pt x="19725" y="45739"/>
                  </a:lnTo>
                  <a:lnTo>
                    <a:pt x="56888" y="45739"/>
                  </a:lnTo>
                  <a:lnTo>
                    <a:pt x="56888" y="63749"/>
                  </a:lnTo>
                  <a:lnTo>
                    <a:pt x="19725" y="63749"/>
                  </a:lnTo>
                  <a:lnTo>
                    <a:pt x="19725" y="110917"/>
                  </a:lnTo>
                  <a:lnTo>
                    <a:pt x="0" y="110917"/>
                  </a:lnTo>
                  <a:lnTo>
                    <a:pt x="0" y="0"/>
                  </a:lnTo>
                  <a:lnTo>
                    <a:pt x="69466" y="0"/>
                  </a:lnTo>
                  <a:lnTo>
                    <a:pt x="69466" y="18296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3" name="Freihandform: Form 92">
              <a:extLst>
                <a:ext uri="{FF2B5EF4-FFF2-40B4-BE49-F238E27FC236}">
                  <a16:creationId xmlns:a16="http://schemas.microsoft.com/office/drawing/2014/main" id="{3060E1A1-C4E7-4296-8765-37F76E9F6201}"/>
                </a:ext>
              </a:extLst>
            </p:cNvPr>
            <p:cNvSpPr/>
            <p:nvPr/>
          </p:nvSpPr>
          <p:spPr>
            <a:xfrm>
              <a:off x="1729527" y="-108335"/>
              <a:ext cx="48025" cy="81831"/>
            </a:xfrm>
            <a:custGeom>
              <a:avLst/>
              <a:gdLst>
                <a:gd name="connsiteX0" fmla="*/ 48026 w 48025"/>
                <a:gd name="connsiteY0" fmla="*/ 1502 h 81831"/>
                <a:gd name="connsiteX1" fmla="*/ 45167 w 48025"/>
                <a:gd name="connsiteY1" fmla="*/ 20655 h 81831"/>
                <a:gd name="connsiteX2" fmla="*/ 34876 w 48025"/>
                <a:gd name="connsiteY2" fmla="*/ 18083 h 81831"/>
                <a:gd name="connsiteX3" fmla="*/ 18581 w 48025"/>
                <a:gd name="connsiteY3" fmla="*/ 40666 h 81831"/>
                <a:gd name="connsiteX4" fmla="*/ 18581 w 48025"/>
                <a:gd name="connsiteY4" fmla="*/ 81831 h 81831"/>
                <a:gd name="connsiteX5" fmla="*/ 0 w 48025"/>
                <a:gd name="connsiteY5" fmla="*/ 81831 h 81831"/>
                <a:gd name="connsiteX6" fmla="*/ 0 w 48025"/>
                <a:gd name="connsiteY6" fmla="*/ 1788 h 81831"/>
                <a:gd name="connsiteX7" fmla="*/ 18296 w 48025"/>
                <a:gd name="connsiteY7" fmla="*/ 1788 h 81831"/>
                <a:gd name="connsiteX8" fmla="*/ 18296 w 48025"/>
                <a:gd name="connsiteY8" fmla="*/ 12079 h 81831"/>
                <a:gd name="connsiteX9" fmla="*/ 18581 w 48025"/>
                <a:gd name="connsiteY9" fmla="*/ 12079 h 81831"/>
                <a:gd name="connsiteX10" fmla="*/ 39450 w 48025"/>
                <a:gd name="connsiteY10" fmla="*/ 73 h 81831"/>
                <a:gd name="connsiteX11" fmla="*/ 48026 w 48025"/>
                <a:gd name="connsiteY11" fmla="*/ 1502 h 81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8025" h="81831">
                  <a:moveTo>
                    <a:pt x="48026" y="1502"/>
                  </a:moveTo>
                  <a:lnTo>
                    <a:pt x="45167" y="20655"/>
                  </a:lnTo>
                  <a:cubicBezTo>
                    <a:pt x="42308" y="19226"/>
                    <a:pt x="38878" y="18083"/>
                    <a:pt x="34876" y="18083"/>
                  </a:cubicBezTo>
                  <a:cubicBezTo>
                    <a:pt x="22012" y="18083"/>
                    <a:pt x="18581" y="28374"/>
                    <a:pt x="18581" y="40666"/>
                  </a:cubicBezTo>
                  <a:lnTo>
                    <a:pt x="18581" y="81831"/>
                  </a:lnTo>
                  <a:lnTo>
                    <a:pt x="0" y="81831"/>
                  </a:lnTo>
                  <a:lnTo>
                    <a:pt x="0" y="1788"/>
                  </a:lnTo>
                  <a:lnTo>
                    <a:pt x="18296" y="1788"/>
                  </a:lnTo>
                  <a:lnTo>
                    <a:pt x="18296" y="12079"/>
                  </a:lnTo>
                  <a:lnTo>
                    <a:pt x="18581" y="12079"/>
                  </a:lnTo>
                  <a:cubicBezTo>
                    <a:pt x="22869" y="4647"/>
                    <a:pt x="30302" y="73"/>
                    <a:pt x="39450" y="73"/>
                  </a:cubicBezTo>
                  <a:cubicBezTo>
                    <a:pt x="42023" y="-213"/>
                    <a:pt x="45167" y="359"/>
                    <a:pt x="48026" y="1502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4" name="Freihandform: Form 93">
              <a:extLst>
                <a:ext uri="{FF2B5EF4-FFF2-40B4-BE49-F238E27FC236}">
                  <a16:creationId xmlns:a16="http://schemas.microsoft.com/office/drawing/2014/main" id="{0AA0C2E8-4ACF-4B1C-9140-AB543D036643}"/>
                </a:ext>
              </a:extLst>
            </p:cNvPr>
            <p:cNvSpPr/>
            <p:nvPr/>
          </p:nvSpPr>
          <p:spPr>
            <a:xfrm>
              <a:off x="1790989" y="-141994"/>
              <a:ext cx="23727" cy="115490"/>
            </a:xfrm>
            <a:custGeom>
              <a:avLst/>
              <a:gdLst>
                <a:gd name="connsiteX0" fmla="*/ 23727 w 23727"/>
                <a:gd name="connsiteY0" fmla="*/ 11435 h 115490"/>
                <a:gd name="connsiteX1" fmla="*/ 11721 w 23727"/>
                <a:gd name="connsiteY1" fmla="*/ 22869 h 115490"/>
                <a:gd name="connsiteX2" fmla="*/ 0 w 23727"/>
                <a:gd name="connsiteY2" fmla="*/ 11435 h 115490"/>
                <a:gd name="connsiteX3" fmla="*/ 11721 w 23727"/>
                <a:gd name="connsiteY3" fmla="*/ 0 h 115490"/>
                <a:gd name="connsiteX4" fmla="*/ 23727 w 23727"/>
                <a:gd name="connsiteY4" fmla="*/ 11435 h 115490"/>
                <a:gd name="connsiteX5" fmla="*/ 21154 w 23727"/>
                <a:gd name="connsiteY5" fmla="*/ 115491 h 115490"/>
                <a:gd name="connsiteX6" fmla="*/ 2573 w 23727"/>
                <a:gd name="connsiteY6" fmla="*/ 115491 h 115490"/>
                <a:gd name="connsiteX7" fmla="*/ 2573 w 23727"/>
                <a:gd name="connsiteY7" fmla="*/ 35448 h 115490"/>
                <a:gd name="connsiteX8" fmla="*/ 21154 w 23727"/>
                <a:gd name="connsiteY8" fmla="*/ 35448 h 115490"/>
                <a:gd name="connsiteX9" fmla="*/ 21154 w 23727"/>
                <a:gd name="connsiteY9" fmla="*/ 115491 h 115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727" h="115490">
                  <a:moveTo>
                    <a:pt x="23727" y="11435"/>
                  </a:moveTo>
                  <a:cubicBezTo>
                    <a:pt x="23727" y="18010"/>
                    <a:pt x="18296" y="22869"/>
                    <a:pt x="11721" y="22869"/>
                  </a:cubicBezTo>
                  <a:cubicBezTo>
                    <a:pt x="5146" y="22869"/>
                    <a:pt x="0" y="18296"/>
                    <a:pt x="0" y="11435"/>
                  </a:cubicBezTo>
                  <a:cubicBezTo>
                    <a:pt x="0" y="4860"/>
                    <a:pt x="5431" y="0"/>
                    <a:pt x="11721" y="0"/>
                  </a:cubicBezTo>
                  <a:cubicBezTo>
                    <a:pt x="18296" y="0"/>
                    <a:pt x="23727" y="4860"/>
                    <a:pt x="23727" y="11435"/>
                  </a:cubicBezTo>
                  <a:close/>
                  <a:moveTo>
                    <a:pt x="21154" y="115491"/>
                  </a:moveTo>
                  <a:lnTo>
                    <a:pt x="2573" y="115491"/>
                  </a:lnTo>
                  <a:lnTo>
                    <a:pt x="2573" y="35448"/>
                  </a:lnTo>
                  <a:lnTo>
                    <a:pt x="21154" y="35448"/>
                  </a:lnTo>
                  <a:lnTo>
                    <a:pt x="21154" y="11549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5" name="Freihandform: Form 94">
              <a:extLst>
                <a:ext uri="{FF2B5EF4-FFF2-40B4-BE49-F238E27FC236}">
                  <a16:creationId xmlns:a16="http://schemas.microsoft.com/office/drawing/2014/main" id="{F02CDB60-6B76-4A73-9E02-FBED23E7883D}"/>
                </a:ext>
              </a:extLst>
            </p:cNvPr>
            <p:cNvSpPr/>
            <p:nvPr/>
          </p:nvSpPr>
          <p:spPr>
            <a:xfrm>
              <a:off x="1831868" y="-108262"/>
              <a:ext cx="72896" cy="83759"/>
            </a:xfrm>
            <a:custGeom>
              <a:avLst/>
              <a:gdLst>
                <a:gd name="connsiteX0" fmla="*/ 39736 w 72896"/>
                <a:gd name="connsiteY0" fmla="*/ 83759 h 83759"/>
                <a:gd name="connsiteX1" fmla="*/ 0 w 72896"/>
                <a:gd name="connsiteY1" fmla="*/ 41737 h 83759"/>
                <a:gd name="connsiteX2" fmla="*/ 37449 w 72896"/>
                <a:gd name="connsiteY2" fmla="*/ 0 h 83759"/>
                <a:gd name="connsiteX3" fmla="*/ 72896 w 72896"/>
                <a:gd name="connsiteY3" fmla="*/ 40593 h 83759"/>
                <a:gd name="connsiteX4" fmla="*/ 72610 w 72896"/>
                <a:gd name="connsiteY4" fmla="*/ 48312 h 83759"/>
                <a:gd name="connsiteX5" fmla="*/ 18867 w 72896"/>
                <a:gd name="connsiteY5" fmla="*/ 48312 h 83759"/>
                <a:gd name="connsiteX6" fmla="*/ 39736 w 72896"/>
                <a:gd name="connsiteY6" fmla="*/ 67751 h 83759"/>
                <a:gd name="connsiteX7" fmla="*/ 59461 w 72896"/>
                <a:gd name="connsiteY7" fmla="*/ 58317 h 83759"/>
                <a:gd name="connsiteX8" fmla="*/ 71181 w 72896"/>
                <a:gd name="connsiteY8" fmla="*/ 70609 h 83759"/>
                <a:gd name="connsiteX9" fmla="*/ 39736 w 72896"/>
                <a:gd name="connsiteY9" fmla="*/ 83759 h 83759"/>
                <a:gd name="connsiteX10" fmla="*/ 18581 w 72896"/>
                <a:gd name="connsiteY10" fmla="*/ 34590 h 83759"/>
                <a:gd name="connsiteX11" fmla="*/ 54887 w 72896"/>
                <a:gd name="connsiteY11" fmla="*/ 34590 h 83759"/>
                <a:gd name="connsiteX12" fmla="*/ 37163 w 72896"/>
                <a:gd name="connsiteY12" fmla="*/ 15151 h 83759"/>
                <a:gd name="connsiteX13" fmla="*/ 18581 w 72896"/>
                <a:gd name="connsiteY13" fmla="*/ 34590 h 8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2896" h="83759">
                  <a:moveTo>
                    <a:pt x="39736" y="83759"/>
                  </a:moveTo>
                  <a:cubicBezTo>
                    <a:pt x="16009" y="83759"/>
                    <a:pt x="0" y="66893"/>
                    <a:pt x="0" y="41737"/>
                  </a:cubicBezTo>
                  <a:cubicBezTo>
                    <a:pt x="0" y="16866"/>
                    <a:pt x="15151" y="0"/>
                    <a:pt x="37449" y="0"/>
                  </a:cubicBezTo>
                  <a:cubicBezTo>
                    <a:pt x="58889" y="0"/>
                    <a:pt x="72896" y="16009"/>
                    <a:pt x="72896" y="40593"/>
                  </a:cubicBezTo>
                  <a:cubicBezTo>
                    <a:pt x="72896" y="43166"/>
                    <a:pt x="72610" y="46025"/>
                    <a:pt x="72610" y="48312"/>
                  </a:cubicBezTo>
                  <a:lnTo>
                    <a:pt x="18867" y="48312"/>
                  </a:lnTo>
                  <a:cubicBezTo>
                    <a:pt x="20868" y="60604"/>
                    <a:pt x="28301" y="67751"/>
                    <a:pt x="39736" y="67751"/>
                  </a:cubicBezTo>
                  <a:cubicBezTo>
                    <a:pt x="47168" y="67751"/>
                    <a:pt x="53171" y="64892"/>
                    <a:pt x="59461" y="58317"/>
                  </a:cubicBezTo>
                  <a:lnTo>
                    <a:pt x="71181" y="70609"/>
                  </a:lnTo>
                  <a:cubicBezTo>
                    <a:pt x="62033" y="79471"/>
                    <a:pt x="51742" y="83759"/>
                    <a:pt x="39736" y="83759"/>
                  </a:cubicBezTo>
                  <a:close/>
                  <a:moveTo>
                    <a:pt x="18581" y="34590"/>
                  </a:moveTo>
                  <a:lnTo>
                    <a:pt x="54887" y="34590"/>
                  </a:lnTo>
                  <a:cubicBezTo>
                    <a:pt x="54029" y="22298"/>
                    <a:pt x="47740" y="15151"/>
                    <a:pt x="37163" y="15151"/>
                  </a:cubicBezTo>
                  <a:cubicBezTo>
                    <a:pt x="26872" y="15151"/>
                    <a:pt x="20297" y="22298"/>
                    <a:pt x="18581" y="34590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6" name="Freihandform: Form 95">
              <a:extLst>
                <a:ext uri="{FF2B5EF4-FFF2-40B4-BE49-F238E27FC236}">
                  <a16:creationId xmlns:a16="http://schemas.microsoft.com/office/drawing/2014/main" id="{413A0996-722C-48A1-947C-E46434F342A5}"/>
                </a:ext>
              </a:extLst>
            </p:cNvPr>
            <p:cNvSpPr/>
            <p:nvPr/>
          </p:nvSpPr>
          <p:spPr>
            <a:xfrm>
              <a:off x="1921344" y="-143138"/>
              <a:ext cx="74611" cy="118921"/>
            </a:xfrm>
            <a:custGeom>
              <a:avLst/>
              <a:gdLst>
                <a:gd name="connsiteX0" fmla="*/ 0 w 74611"/>
                <a:gd name="connsiteY0" fmla="*/ 76613 h 118921"/>
                <a:gd name="connsiteX1" fmla="*/ 32589 w 74611"/>
                <a:gd name="connsiteY1" fmla="*/ 34876 h 118921"/>
                <a:gd name="connsiteX2" fmla="*/ 55744 w 74611"/>
                <a:gd name="connsiteY2" fmla="*/ 45739 h 118921"/>
                <a:gd name="connsiteX3" fmla="*/ 56030 w 74611"/>
                <a:gd name="connsiteY3" fmla="*/ 45739 h 118921"/>
                <a:gd name="connsiteX4" fmla="*/ 56030 w 74611"/>
                <a:gd name="connsiteY4" fmla="*/ 4574 h 118921"/>
                <a:gd name="connsiteX5" fmla="*/ 74612 w 74611"/>
                <a:gd name="connsiteY5" fmla="*/ 0 h 118921"/>
                <a:gd name="connsiteX6" fmla="*/ 74612 w 74611"/>
                <a:gd name="connsiteY6" fmla="*/ 116920 h 118921"/>
                <a:gd name="connsiteX7" fmla="*/ 56316 w 74611"/>
                <a:gd name="connsiteY7" fmla="*/ 116920 h 118921"/>
                <a:gd name="connsiteX8" fmla="*/ 56316 w 74611"/>
                <a:gd name="connsiteY8" fmla="*/ 107486 h 118921"/>
                <a:gd name="connsiteX9" fmla="*/ 56030 w 74611"/>
                <a:gd name="connsiteY9" fmla="*/ 107486 h 118921"/>
                <a:gd name="connsiteX10" fmla="*/ 32017 w 74611"/>
                <a:gd name="connsiteY10" fmla="*/ 118921 h 118921"/>
                <a:gd name="connsiteX11" fmla="*/ 0 w 74611"/>
                <a:gd name="connsiteY11" fmla="*/ 76613 h 118921"/>
                <a:gd name="connsiteX12" fmla="*/ 18296 w 74611"/>
                <a:gd name="connsiteY12" fmla="*/ 76613 h 118921"/>
                <a:gd name="connsiteX13" fmla="*/ 36877 w 74611"/>
                <a:gd name="connsiteY13" fmla="*/ 102341 h 118921"/>
                <a:gd name="connsiteX14" fmla="*/ 56030 w 74611"/>
                <a:gd name="connsiteY14" fmla="*/ 91764 h 118921"/>
                <a:gd name="connsiteX15" fmla="*/ 56030 w 74611"/>
                <a:gd name="connsiteY15" fmla="*/ 62319 h 118921"/>
                <a:gd name="connsiteX16" fmla="*/ 36877 w 74611"/>
                <a:gd name="connsiteY16" fmla="*/ 51742 h 118921"/>
                <a:gd name="connsiteX17" fmla="*/ 18296 w 74611"/>
                <a:gd name="connsiteY17" fmla="*/ 76613 h 118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4611" h="118921">
                  <a:moveTo>
                    <a:pt x="0" y="76613"/>
                  </a:moveTo>
                  <a:cubicBezTo>
                    <a:pt x="0" y="50885"/>
                    <a:pt x="13150" y="34876"/>
                    <a:pt x="32589" y="34876"/>
                  </a:cubicBezTo>
                  <a:cubicBezTo>
                    <a:pt x="42594" y="34876"/>
                    <a:pt x="50599" y="39164"/>
                    <a:pt x="55744" y="45739"/>
                  </a:cubicBezTo>
                  <a:lnTo>
                    <a:pt x="56030" y="45739"/>
                  </a:lnTo>
                  <a:lnTo>
                    <a:pt x="56030" y="4574"/>
                  </a:lnTo>
                  <a:lnTo>
                    <a:pt x="74612" y="0"/>
                  </a:lnTo>
                  <a:lnTo>
                    <a:pt x="74612" y="116920"/>
                  </a:lnTo>
                  <a:lnTo>
                    <a:pt x="56316" y="116920"/>
                  </a:lnTo>
                  <a:lnTo>
                    <a:pt x="56316" y="107486"/>
                  </a:lnTo>
                  <a:lnTo>
                    <a:pt x="56030" y="107486"/>
                  </a:lnTo>
                  <a:cubicBezTo>
                    <a:pt x="50313" y="114633"/>
                    <a:pt x="42023" y="118921"/>
                    <a:pt x="32017" y="118921"/>
                  </a:cubicBezTo>
                  <a:cubicBezTo>
                    <a:pt x="13150" y="118635"/>
                    <a:pt x="0" y="102341"/>
                    <a:pt x="0" y="76613"/>
                  </a:cubicBezTo>
                  <a:close/>
                  <a:moveTo>
                    <a:pt x="18296" y="76613"/>
                  </a:moveTo>
                  <a:cubicBezTo>
                    <a:pt x="18296" y="92907"/>
                    <a:pt x="25156" y="102341"/>
                    <a:pt x="36877" y="102341"/>
                  </a:cubicBezTo>
                  <a:cubicBezTo>
                    <a:pt x="44024" y="102341"/>
                    <a:pt x="50027" y="98910"/>
                    <a:pt x="56030" y="91764"/>
                  </a:cubicBezTo>
                  <a:lnTo>
                    <a:pt x="56030" y="62319"/>
                  </a:lnTo>
                  <a:cubicBezTo>
                    <a:pt x="50599" y="55173"/>
                    <a:pt x="44595" y="51742"/>
                    <a:pt x="36877" y="51742"/>
                  </a:cubicBezTo>
                  <a:cubicBezTo>
                    <a:pt x="24871" y="51742"/>
                    <a:pt x="18296" y="60604"/>
                    <a:pt x="18296" y="76613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7" name="Freihandform: Form 96">
              <a:extLst>
                <a:ext uri="{FF2B5EF4-FFF2-40B4-BE49-F238E27FC236}">
                  <a16:creationId xmlns:a16="http://schemas.microsoft.com/office/drawing/2014/main" id="{987E1F0B-9C57-4D9C-B2D7-511921F951FC}"/>
                </a:ext>
              </a:extLst>
            </p:cNvPr>
            <p:cNvSpPr/>
            <p:nvPr/>
          </p:nvSpPr>
          <p:spPr>
            <a:xfrm>
              <a:off x="2020826" y="-108335"/>
              <a:ext cx="48025" cy="81831"/>
            </a:xfrm>
            <a:custGeom>
              <a:avLst/>
              <a:gdLst>
                <a:gd name="connsiteX0" fmla="*/ 48026 w 48025"/>
                <a:gd name="connsiteY0" fmla="*/ 1502 h 81831"/>
                <a:gd name="connsiteX1" fmla="*/ 45167 w 48025"/>
                <a:gd name="connsiteY1" fmla="*/ 20655 h 81831"/>
                <a:gd name="connsiteX2" fmla="*/ 34876 w 48025"/>
                <a:gd name="connsiteY2" fmla="*/ 18083 h 81831"/>
                <a:gd name="connsiteX3" fmla="*/ 18581 w 48025"/>
                <a:gd name="connsiteY3" fmla="*/ 40666 h 81831"/>
                <a:gd name="connsiteX4" fmla="*/ 18581 w 48025"/>
                <a:gd name="connsiteY4" fmla="*/ 81831 h 81831"/>
                <a:gd name="connsiteX5" fmla="*/ 0 w 48025"/>
                <a:gd name="connsiteY5" fmla="*/ 81831 h 81831"/>
                <a:gd name="connsiteX6" fmla="*/ 0 w 48025"/>
                <a:gd name="connsiteY6" fmla="*/ 1788 h 81831"/>
                <a:gd name="connsiteX7" fmla="*/ 18296 w 48025"/>
                <a:gd name="connsiteY7" fmla="*/ 1788 h 81831"/>
                <a:gd name="connsiteX8" fmla="*/ 18296 w 48025"/>
                <a:gd name="connsiteY8" fmla="*/ 12079 h 81831"/>
                <a:gd name="connsiteX9" fmla="*/ 18581 w 48025"/>
                <a:gd name="connsiteY9" fmla="*/ 12079 h 81831"/>
                <a:gd name="connsiteX10" fmla="*/ 39450 w 48025"/>
                <a:gd name="connsiteY10" fmla="*/ 73 h 81831"/>
                <a:gd name="connsiteX11" fmla="*/ 48026 w 48025"/>
                <a:gd name="connsiteY11" fmla="*/ 1502 h 81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8025" h="81831">
                  <a:moveTo>
                    <a:pt x="48026" y="1502"/>
                  </a:moveTo>
                  <a:lnTo>
                    <a:pt x="45167" y="20655"/>
                  </a:lnTo>
                  <a:cubicBezTo>
                    <a:pt x="42308" y="19226"/>
                    <a:pt x="38878" y="18083"/>
                    <a:pt x="34876" y="18083"/>
                  </a:cubicBezTo>
                  <a:cubicBezTo>
                    <a:pt x="22012" y="18083"/>
                    <a:pt x="18581" y="28374"/>
                    <a:pt x="18581" y="40666"/>
                  </a:cubicBezTo>
                  <a:lnTo>
                    <a:pt x="18581" y="81831"/>
                  </a:lnTo>
                  <a:lnTo>
                    <a:pt x="0" y="81831"/>
                  </a:lnTo>
                  <a:lnTo>
                    <a:pt x="0" y="1788"/>
                  </a:lnTo>
                  <a:lnTo>
                    <a:pt x="18296" y="1788"/>
                  </a:lnTo>
                  <a:lnTo>
                    <a:pt x="18296" y="12079"/>
                  </a:lnTo>
                  <a:lnTo>
                    <a:pt x="18581" y="12079"/>
                  </a:lnTo>
                  <a:cubicBezTo>
                    <a:pt x="22869" y="4647"/>
                    <a:pt x="30302" y="73"/>
                    <a:pt x="39450" y="73"/>
                  </a:cubicBezTo>
                  <a:cubicBezTo>
                    <a:pt x="42023" y="-213"/>
                    <a:pt x="45167" y="359"/>
                    <a:pt x="48026" y="1502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8" name="Freihandform: Form 97">
              <a:extLst>
                <a:ext uri="{FF2B5EF4-FFF2-40B4-BE49-F238E27FC236}">
                  <a16:creationId xmlns:a16="http://schemas.microsoft.com/office/drawing/2014/main" id="{8CAC408F-20D5-4009-9FE9-636E1E424843}"/>
                </a:ext>
              </a:extLst>
            </p:cNvPr>
            <p:cNvSpPr/>
            <p:nvPr/>
          </p:nvSpPr>
          <p:spPr>
            <a:xfrm>
              <a:off x="2082002" y="-141994"/>
              <a:ext cx="23727" cy="115490"/>
            </a:xfrm>
            <a:custGeom>
              <a:avLst/>
              <a:gdLst>
                <a:gd name="connsiteX0" fmla="*/ 23727 w 23727"/>
                <a:gd name="connsiteY0" fmla="*/ 11435 h 115490"/>
                <a:gd name="connsiteX1" fmla="*/ 11721 w 23727"/>
                <a:gd name="connsiteY1" fmla="*/ 22869 h 115490"/>
                <a:gd name="connsiteX2" fmla="*/ 0 w 23727"/>
                <a:gd name="connsiteY2" fmla="*/ 11435 h 115490"/>
                <a:gd name="connsiteX3" fmla="*/ 11721 w 23727"/>
                <a:gd name="connsiteY3" fmla="*/ 0 h 115490"/>
                <a:gd name="connsiteX4" fmla="*/ 23727 w 23727"/>
                <a:gd name="connsiteY4" fmla="*/ 11435 h 115490"/>
                <a:gd name="connsiteX5" fmla="*/ 21440 w 23727"/>
                <a:gd name="connsiteY5" fmla="*/ 115491 h 115490"/>
                <a:gd name="connsiteX6" fmla="*/ 2859 w 23727"/>
                <a:gd name="connsiteY6" fmla="*/ 115491 h 115490"/>
                <a:gd name="connsiteX7" fmla="*/ 2859 w 23727"/>
                <a:gd name="connsiteY7" fmla="*/ 35448 h 115490"/>
                <a:gd name="connsiteX8" fmla="*/ 21440 w 23727"/>
                <a:gd name="connsiteY8" fmla="*/ 35448 h 115490"/>
                <a:gd name="connsiteX9" fmla="*/ 21440 w 23727"/>
                <a:gd name="connsiteY9" fmla="*/ 115491 h 115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727" h="115490">
                  <a:moveTo>
                    <a:pt x="23727" y="11435"/>
                  </a:moveTo>
                  <a:cubicBezTo>
                    <a:pt x="23727" y="18010"/>
                    <a:pt x="18296" y="22869"/>
                    <a:pt x="11721" y="22869"/>
                  </a:cubicBezTo>
                  <a:cubicBezTo>
                    <a:pt x="5146" y="22869"/>
                    <a:pt x="0" y="18296"/>
                    <a:pt x="0" y="11435"/>
                  </a:cubicBezTo>
                  <a:cubicBezTo>
                    <a:pt x="0" y="4860"/>
                    <a:pt x="5431" y="0"/>
                    <a:pt x="11721" y="0"/>
                  </a:cubicBezTo>
                  <a:cubicBezTo>
                    <a:pt x="18581" y="0"/>
                    <a:pt x="23727" y="4860"/>
                    <a:pt x="23727" y="11435"/>
                  </a:cubicBezTo>
                  <a:close/>
                  <a:moveTo>
                    <a:pt x="21440" y="115491"/>
                  </a:moveTo>
                  <a:lnTo>
                    <a:pt x="2859" y="115491"/>
                  </a:lnTo>
                  <a:lnTo>
                    <a:pt x="2859" y="35448"/>
                  </a:lnTo>
                  <a:lnTo>
                    <a:pt x="21440" y="35448"/>
                  </a:lnTo>
                  <a:lnTo>
                    <a:pt x="21440" y="11549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9" name="Freihandform: Form 98">
              <a:extLst>
                <a:ext uri="{FF2B5EF4-FFF2-40B4-BE49-F238E27FC236}">
                  <a16:creationId xmlns:a16="http://schemas.microsoft.com/office/drawing/2014/main" id="{27B03157-5209-4144-8828-5793E615083D}"/>
                </a:ext>
              </a:extLst>
            </p:cNvPr>
            <p:cNvSpPr/>
            <p:nvPr/>
          </p:nvSpPr>
          <p:spPr>
            <a:xfrm>
              <a:off x="2123453" y="-108548"/>
              <a:ext cx="67464" cy="84045"/>
            </a:xfrm>
            <a:custGeom>
              <a:avLst/>
              <a:gdLst>
                <a:gd name="connsiteX0" fmla="*/ 66893 w 67464"/>
                <a:gd name="connsiteY0" fmla="*/ 71181 h 84045"/>
                <a:gd name="connsiteX1" fmla="*/ 38306 w 67464"/>
                <a:gd name="connsiteY1" fmla="*/ 84045 h 84045"/>
                <a:gd name="connsiteX2" fmla="*/ 0 w 67464"/>
                <a:gd name="connsiteY2" fmla="*/ 42308 h 84045"/>
                <a:gd name="connsiteX3" fmla="*/ 38592 w 67464"/>
                <a:gd name="connsiteY3" fmla="*/ 0 h 84045"/>
                <a:gd name="connsiteX4" fmla="*/ 67465 w 67464"/>
                <a:gd name="connsiteY4" fmla="*/ 13722 h 84045"/>
                <a:gd name="connsiteX5" fmla="*/ 54601 w 67464"/>
                <a:gd name="connsiteY5" fmla="*/ 26014 h 84045"/>
                <a:gd name="connsiteX6" fmla="*/ 38592 w 67464"/>
                <a:gd name="connsiteY6" fmla="*/ 17152 h 84045"/>
                <a:gd name="connsiteX7" fmla="*/ 18867 w 67464"/>
                <a:gd name="connsiteY7" fmla="*/ 42023 h 84045"/>
                <a:gd name="connsiteX8" fmla="*/ 38592 w 67464"/>
                <a:gd name="connsiteY8" fmla="*/ 66893 h 84045"/>
                <a:gd name="connsiteX9" fmla="*/ 55173 w 67464"/>
                <a:gd name="connsiteY9" fmla="*/ 58031 h 84045"/>
                <a:gd name="connsiteX10" fmla="*/ 66893 w 67464"/>
                <a:gd name="connsiteY10" fmla="*/ 71181 h 84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7464" h="84045">
                  <a:moveTo>
                    <a:pt x="66893" y="71181"/>
                  </a:moveTo>
                  <a:cubicBezTo>
                    <a:pt x="58889" y="80043"/>
                    <a:pt x="49741" y="84045"/>
                    <a:pt x="38306" y="84045"/>
                  </a:cubicBezTo>
                  <a:cubicBezTo>
                    <a:pt x="15437" y="84045"/>
                    <a:pt x="0" y="67465"/>
                    <a:pt x="0" y="42308"/>
                  </a:cubicBezTo>
                  <a:cubicBezTo>
                    <a:pt x="0" y="17152"/>
                    <a:pt x="15437" y="0"/>
                    <a:pt x="38592" y="0"/>
                  </a:cubicBezTo>
                  <a:cubicBezTo>
                    <a:pt x="50599" y="0"/>
                    <a:pt x="60318" y="4574"/>
                    <a:pt x="67465" y="13722"/>
                  </a:cubicBezTo>
                  <a:lnTo>
                    <a:pt x="54601" y="26014"/>
                  </a:lnTo>
                  <a:cubicBezTo>
                    <a:pt x="50027" y="20011"/>
                    <a:pt x="44881" y="17152"/>
                    <a:pt x="38592" y="17152"/>
                  </a:cubicBezTo>
                  <a:cubicBezTo>
                    <a:pt x="26872" y="17152"/>
                    <a:pt x="18867" y="26872"/>
                    <a:pt x="18867" y="42023"/>
                  </a:cubicBezTo>
                  <a:cubicBezTo>
                    <a:pt x="18867" y="56888"/>
                    <a:pt x="26872" y="66893"/>
                    <a:pt x="38592" y="66893"/>
                  </a:cubicBezTo>
                  <a:cubicBezTo>
                    <a:pt x="44881" y="66893"/>
                    <a:pt x="50027" y="64034"/>
                    <a:pt x="55173" y="58031"/>
                  </a:cubicBezTo>
                  <a:lnTo>
                    <a:pt x="66893" y="7118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0" name="Freihandform: Form 99">
              <a:extLst>
                <a:ext uri="{FF2B5EF4-FFF2-40B4-BE49-F238E27FC236}">
                  <a16:creationId xmlns:a16="http://schemas.microsoft.com/office/drawing/2014/main" id="{86F7975E-24ED-477C-9C39-16B97BE788A6}"/>
                </a:ext>
              </a:extLst>
            </p:cNvPr>
            <p:cNvSpPr/>
            <p:nvPr/>
          </p:nvSpPr>
          <p:spPr>
            <a:xfrm>
              <a:off x="2206927" y="-143138"/>
              <a:ext cx="68894" cy="116920"/>
            </a:xfrm>
            <a:custGeom>
              <a:avLst/>
              <a:gdLst>
                <a:gd name="connsiteX0" fmla="*/ 68894 w 68894"/>
                <a:gd name="connsiteY0" fmla="*/ 116634 h 116920"/>
                <a:gd name="connsiteX1" fmla="*/ 50313 w 68894"/>
                <a:gd name="connsiteY1" fmla="*/ 116634 h 116920"/>
                <a:gd name="connsiteX2" fmla="*/ 50313 w 68894"/>
                <a:gd name="connsiteY2" fmla="*/ 70895 h 116920"/>
                <a:gd name="connsiteX3" fmla="*/ 35448 w 68894"/>
                <a:gd name="connsiteY3" fmla="*/ 51456 h 116920"/>
                <a:gd name="connsiteX4" fmla="*/ 18867 w 68894"/>
                <a:gd name="connsiteY4" fmla="*/ 70895 h 116920"/>
                <a:gd name="connsiteX5" fmla="*/ 18867 w 68894"/>
                <a:gd name="connsiteY5" fmla="*/ 116920 h 116920"/>
                <a:gd name="connsiteX6" fmla="*/ 0 w 68894"/>
                <a:gd name="connsiteY6" fmla="*/ 116920 h 116920"/>
                <a:gd name="connsiteX7" fmla="*/ 0 w 68894"/>
                <a:gd name="connsiteY7" fmla="*/ 4574 h 116920"/>
                <a:gd name="connsiteX8" fmla="*/ 18581 w 68894"/>
                <a:gd name="connsiteY8" fmla="*/ 0 h 116920"/>
                <a:gd name="connsiteX9" fmla="*/ 18581 w 68894"/>
                <a:gd name="connsiteY9" fmla="*/ 46597 h 116920"/>
                <a:gd name="connsiteX10" fmla="*/ 18867 w 68894"/>
                <a:gd name="connsiteY10" fmla="*/ 46597 h 116920"/>
                <a:gd name="connsiteX11" fmla="*/ 42308 w 68894"/>
                <a:gd name="connsiteY11" fmla="*/ 34876 h 116920"/>
                <a:gd name="connsiteX12" fmla="*/ 68608 w 68894"/>
                <a:gd name="connsiteY12" fmla="*/ 67179 h 116920"/>
                <a:gd name="connsiteX13" fmla="*/ 68608 w 68894"/>
                <a:gd name="connsiteY13" fmla="*/ 116634 h 116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8894" h="116920">
                  <a:moveTo>
                    <a:pt x="68894" y="116634"/>
                  </a:moveTo>
                  <a:lnTo>
                    <a:pt x="50313" y="116634"/>
                  </a:lnTo>
                  <a:lnTo>
                    <a:pt x="50313" y="70895"/>
                  </a:lnTo>
                  <a:cubicBezTo>
                    <a:pt x="50313" y="59175"/>
                    <a:pt x="46596" y="51456"/>
                    <a:pt x="35448" y="51456"/>
                  </a:cubicBezTo>
                  <a:cubicBezTo>
                    <a:pt x="22584" y="51456"/>
                    <a:pt x="18867" y="61748"/>
                    <a:pt x="18867" y="70895"/>
                  </a:cubicBezTo>
                  <a:lnTo>
                    <a:pt x="18867" y="116920"/>
                  </a:lnTo>
                  <a:lnTo>
                    <a:pt x="0" y="116920"/>
                  </a:lnTo>
                  <a:lnTo>
                    <a:pt x="0" y="4574"/>
                  </a:lnTo>
                  <a:lnTo>
                    <a:pt x="18581" y="0"/>
                  </a:lnTo>
                  <a:lnTo>
                    <a:pt x="18581" y="46597"/>
                  </a:lnTo>
                  <a:lnTo>
                    <a:pt x="18867" y="46597"/>
                  </a:lnTo>
                  <a:cubicBezTo>
                    <a:pt x="23441" y="39450"/>
                    <a:pt x="31731" y="34876"/>
                    <a:pt x="42308" y="34876"/>
                  </a:cubicBezTo>
                  <a:cubicBezTo>
                    <a:pt x="60890" y="34876"/>
                    <a:pt x="68608" y="48598"/>
                    <a:pt x="68608" y="67179"/>
                  </a:cubicBezTo>
                  <a:lnTo>
                    <a:pt x="68608" y="116634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1" name="Freihandform: Form 100">
              <a:extLst>
                <a:ext uri="{FF2B5EF4-FFF2-40B4-BE49-F238E27FC236}">
                  <a16:creationId xmlns:a16="http://schemas.microsoft.com/office/drawing/2014/main" id="{CD367CB3-6980-455A-9069-8152DD40E3CC}"/>
                </a:ext>
              </a:extLst>
            </p:cNvPr>
            <p:cNvSpPr/>
            <p:nvPr/>
          </p:nvSpPr>
          <p:spPr>
            <a:xfrm>
              <a:off x="2297261" y="-84249"/>
              <a:ext cx="39163" cy="17723"/>
            </a:xfrm>
            <a:custGeom>
              <a:avLst/>
              <a:gdLst>
                <a:gd name="connsiteX0" fmla="*/ 39164 w 39163"/>
                <a:gd name="connsiteY0" fmla="*/ 17724 h 17723"/>
                <a:gd name="connsiteX1" fmla="*/ 0 w 39163"/>
                <a:gd name="connsiteY1" fmla="*/ 17724 h 17723"/>
                <a:gd name="connsiteX2" fmla="*/ 0 w 39163"/>
                <a:gd name="connsiteY2" fmla="*/ 0 h 17723"/>
                <a:gd name="connsiteX3" fmla="*/ 39164 w 39163"/>
                <a:gd name="connsiteY3" fmla="*/ 0 h 17723"/>
                <a:gd name="connsiteX4" fmla="*/ 39164 w 39163"/>
                <a:gd name="connsiteY4" fmla="*/ 17724 h 17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163" h="17723">
                  <a:moveTo>
                    <a:pt x="39164" y="17724"/>
                  </a:moveTo>
                  <a:lnTo>
                    <a:pt x="0" y="17724"/>
                  </a:lnTo>
                  <a:lnTo>
                    <a:pt x="0" y="0"/>
                  </a:lnTo>
                  <a:lnTo>
                    <a:pt x="39164" y="0"/>
                  </a:lnTo>
                  <a:lnTo>
                    <a:pt x="39164" y="17724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2" name="Freihandform: Form 101">
              <a:extLst>
                <a:ext uri="{FF2B5EF4-FFF2-40B4-BE49-F238E27FC236}">
                  <a16:creationId xmlns:a16="http://schemas.microsoft.com/office/drawing/2014/main" id="{FACE9DBF-00F9-4558-A639-53F0D6D09738}"/>
                </a:ext>
              </a:extLst>
            </p:cNvPr>
            <p:cNvSpPr/>
            <p:nvPr/>
          </p:nvSpPr>
          <p:spPr>
            <a:xfrm>
              <a:off x="2346430" y="-137135"/>
              <a:ext cx="102912" cy="110630"/>
            </a:xfrm>
            <a:custGeom>
              <a:avLst/>
              <a:gdLst>
                <a:gd name="connsiteX0" fmla="*/ 40879 w 102912"/>
                <a:gd name="connsiteY0" fmla="*/ 0 h 110630"/>
                <a:gd name="connsiteX1" fmla="*/ 61748 w 102912"/>
                <a:gd name="connsiteY1" fmla="*/ 0 h 110630"/>
                <a:gd name="connsiteX2" fmla="*/ 102912 w 102912"/>
                <a:gd name="connsiteY2" fmla="*/ 110631 h 110630"/>
                <a:gd name="connsiteX3" fmla="*/ 81472 w 102912"/>
                <a:gd name="connsiteY3" fmla="*/ 110631 h 110630"/>
                <a:gd name="connsiteX4" fmla="*/ 73468 w 102912"/>
                <a:gd name="connsiteY4" fmla="*/ 87190 h 110630"/>
                <a:gd name="connsiteX5" fmla="*/ 28873 w 102912"/>
                <a:gd name="connsiteY5" fmla="*/ 87190 h 110630"/>
                <a:gd name="connsiteX6" fmla="*/ 20868 w 102912"/>
                <a:gd name="connsiteY6" fmla="*/ 110631 h 110630"/>
                <a:gd name="connsiteX7" fmla="*/ 0 w 102912"/>
                <a:gd name="connsiteY7" fmla="*/ 110631 h 110630"/>
                <a:gd name="connsiteX8" fmla="*/ 40879 w 102912"/>
                <a:gd name="connsiteY8" fmla="*/ 0 h 110630"/>
                <a:gd name="connsiteX9" fmla="*/ 34876 w 102912"/>
                <a:gd name="connsiteY9" fmla="*/ 69466 h 110630"/>
                <a:gd name="connsiteX10" fmla="*/ 67179 w 102912"/>
                <a:gd name="connsiteY10" fmla="*/ 69466 h 110630"/>
                <a:gd name="connsiteX11" fmla="*/ 51170 w 102912"/>
                <a:gd name="connsiteY11" fmla="*/ 22584 h 110630"/>
                <a:gd name="connsiteX12" fmla="*/ 50885 w 102912"/>
                <a:gd name="connsiteY12" fmla="*/ 22584 h 110630"/>
                <a:gd name="connsiteX13" fmla="*/ 34876 w 102912"/>
                <a:gd name="connsiteY13" fmla="*/ 69466 h 110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2912" h="110630">
                  <a:moveTo>
                    <a:pt x="40879" y="0"/>
                  </a:moveTo>
                  <a:lnTo>
                    <a:pt x="61748" y="0"/>
                  </a:lnTo>
                  <a:lnTo>
                    <a:pt x="102912" y="110631"/>
                  </a:lnTo>
                  <a:lnTo>
                    <a:pt x="81472" y="110631"/>
                  </a:lnTo>
                  <a:lnTo>
                    <a:pt x="73468" y="87190"/>
                  </a:lnTo>
                  <a:lnTo>
                    <a:pt x="28873" y="87190"/>
                  </a:lnTo>
                  <a:lnTo>
                    <a:pt x="20868" y="110631"/>
                  </a:lnTo>
                  <a:lnTo>
                    <a:pt x="0" y="110631"/>
                  </a:lnTo>
                  <a:lnTo>
                    <a:pt x="40879" y="0"/>
                  </a:lnTo>
                  <a:close/>
                  <a:moveTo>
                    <a:pt x="34876" y="69466"/>
                  </a:moveTo>
                  <a:lnTo>
                    <a:pt x="67179" y="69466"/>
                  </a:lnTo>
                  <a:lnTo>
                    <a:pt x="51170" y="22584"/>
                  </a:lnTo>
                  <a:lnTo>
                    <a:pt x="50885" y="22584"/>
                  </a:lnTo>
                  <a:lnTo>
                    <a:pt x="34876" y="69466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3" name="Freihandform: Form 102">
              <a:extLst>
                <a:ext uri="{FF2B5EF4-FFF2-40B4-BE49-F238E27FC236}">
                  <a16:creationId xmlns:a16="http://schemas.microsoft.com/office/drawing/2014/main" id="{22C0DBBE-131F-47DA-8BAB-9240DF19403B}"/>
                </a:ext>
              </a:extLst>
            </p:cNvPr>
            <p:cNvSpPr/>
            <p:nvPr/>
          </p:nvSpPr>
          <p:spPr>
            <a:xfrm>
              <a:off x="2465923" y="-143138"/>
              <a:ext cx="18581" cy="116634"/>
            </a:xfrm>
            <a:custGeom>
              <a:avLst/>
              <a:gdLst>
                <a:gd name="connsiteX0" fmla="*/ 18581 w 18581"/>
                <a:gd name="connsiteY0" fmla="*/ 116634 h 116634"/>
                <a:gd name="connsiteX1" fmla="*/ 0 w 18581"/>
                <a:gd name="connsiteY1" fmla="*/ 116634 h 116634"/>
                <a:gd name="connsiteX2" fmla="*/ 0 w 18581"/>
                <a:gd name="connsiteY2" fmla="*/ 4288 h 116634"/>
                <a:gd name="connsiteX3" fmla="*/ 18581 w 18581"/>
                <a:gd name="connsiteY3" fmla="*/ 0 h 116634"/>
                <a:gd name="connsiteX4" fmla="*/ 18581 w 18581"/>
                <a:gd name="connsiteY4" fmla="*/ 116634 h 116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581" h="116634">
                  <a:moveTo>
                    <a:pt x="18581" y="116634"/>
                  </a:moveTo>
                  <a:lnTo>
                    <a:pt x="0" y="116634"/>
                  </a:lnTo>
                  <a:lnTo>
                    <a:pt x="0" y="4288"/>
                  </a:lnTo>
                  <a:lnTo>
                    <a:pt x="18581" y="0"/>
                  </a:lnTo>
                  <a:lnTo>
                    <a:pt x="18581" y="116634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4" name="Freihandform: Form 103">
              <a:extLst>
                <a:ext uri="{FF2B5EF4-FFF2-40B4-BE49-F238E27FC236}">
                  <a16:creationId xmlns:a16="http://schemas.microsoft.com/office/drawing/2014/main" id="{723679D3-C939-4A79-9FDA-0DCBEC856774}"/>
                </a:ext>
              </a:extLst>
            </p:cNvPr>
            <p:cNvSpPr/>
            <p:nvPr/>
          </p:nvSpPr>
          <p:spPr>
            <a:xfrm>
              <a:off x="2504515" y="-108262"/>
              <a:ext cx="72896" cy="83759"/>
            </a:xfrm>
            <a:custGeom>
              <a:avLst/>
              <a:gdLst>
                <a:gd name="connsiteX0" fmla="*/ 39736 w 72896"/>
                <a:gd name="connsiteY0" fmla="*/ 83759 h 83759"/>
                <a:gd name="connsiteX1" fmla="*/ 0 w 72896"/>
                <a:gd name="connsiteY1" fmla="*/ 41737 h 83759"/>
                <a:gd name="connsiteX2" fmla="*/ 37449 w 72896"/>
                <a:gd name="connsiteY2" fmla="*/ 0 h 83759"/>
                <a:gd name="connsiteX3" fmla="*/ 72896 w 72896"/>
                <a:gd name="connsiteY3" fmla="*/ 40593 h 83759"/>
                <a:gd name="connsiteX4" fmla="*/ 72610 w 72896"/>
                <a:gd name="connsiteY4" fmla="*/ 48312 h 83759"/>
                <a:gd name="connsiteX5" fmla="*/ 18867 w 72896"/>
                <a:gd name="connsiteY5" fmla="*/ 48312 h 83759"/>
                <a:gd name="connsiteX6" fmla="*/ 39736 w 72896"/>
                <a:gd name="connsiteY6" fmla="*/ 67751 h 83759"/>
                <a:gd name="connsiteX7" fmla="*/ 59461 w 72896"/>
                <a:gd name="connsiteY7" fmla="*/ 58317 h 83759"/>
                <a:gd name="connsiteX8" fmla="*/ 71181 w 72896"/>
                <a:gd name="connsiteY8" fmla="*/ 70609 h 83759"/>
                <a:gd name="connsiteX9" fmla="*/ 39736 w 72896"/>
                <a:gd name="connsiteY9" fmla="*/ 83759 h 83759"/>
                <a:gd name="connsiteX10" fmla="*/ 18867 w 72896"/>
                <a:gd name="connsiteY10" fmla="*/ 34590 h 83759"/>
                <a:gd name="connsiteX11" fmla="*/ 55172 w 72896"/>
                <a:gd name="connsiteY11" fmla="*/ 34590 h 83759"/>
                <a:gd name="connsiteX12" fmla="*/ 37449 w 72896"/>
                <a:gd name="connsiteY12" fmla="*/ 15151 h 83759"/>
                <a:gd name="connsiteX13" fmla="*/ 18867 w 72896"/>
                <a:gd name="connsiteY13" fmla="*/ 34590 h 8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2896" h="83759">
                  <a:moveTo>
                    <a:pt x="39736" y="83759"/>
                  </a:moveTo>
                  <a:cubicBezTo>
                    <a:pt x="16009" y="83759"/>
                    <a:pt x="0" y="66893"/>
                    <a:pt x="0" y="41737"/>
                  </a:cubicBezTo>
                  <a:cubicBezTo>
                    <a:pt x="0" y="16866"/>
                    <a:pt x="15151" y="0"/>
                    <a:pt x="37449" y="0"/>
                  </a:cubicBezTo>
                  <a:cubicBezTo>
                    <a:pt x="58889" y="0"/>
                    <a:pt x="72896" y="16009"/>
                    <a:pt x="72896" y="40593"/>
                  </a:cubicBezTo>
                  <a:cubicBezTo>
                    <a:pt x="72896" y="43166"/>
                    <a:pt x="72610" y="46025"/>
                    <a:pt x="72610" y="48312"/>
                  </a:cubicBezTo>
                  <a:lnTo>
                    <a:pt x="18867" y="48312"/>
                  </a:lnTo>
                  <a:cubicBezTo>
                    <a:pt x="20868" y="60604"/>
                    <a:pt x="28301" y="67751"/>
                    <a:pt x="39736" y="67751"/>
                  </a:cubicBezTo>
                  <a:cubicBezTo>
                    <a:pt x="47168" y="67751"/>
                    <a:pt x="53171" y="64892"/>
                    <a:pt x="59461" y="58317"/>
                  </a:cubicBezTo>
                  <a:lnTo>
                    <a:pt x="71181" y="70609"/>
                  </a:lnTo>
                  <a:cubicBezTo>
                    <a:pt x="62033" y="79471"/>
                    <a:pt x="52028" y="83759"/>
                    <a:pt x="39736" y="83759"/>
                  </a:cubicBezTo>
                  <a:close/>
                  <a:moveTo>
                    <a:pt x="18867" y="34590"/>
                  </a:moveTo>
                  <a:lnTo>
                    <a:pt x="55172" y="34590"/>
                  </a:lnTo>
                  <a:cubicBezTo>
                    <a:pt x="54315" y="22298"/>
                    <a:pt x="48026" y="15151"/>
                    <a:pt x="37449" y="15151"/>
                  </a:cubicBezTo>
                  <a:cubicBezTo>
                    <a:pt x="27157" y="15151"/>
                    <a:pt x="20582" y="22298"/>
                    <a:pt x="18867" y="34590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5" name="Freihandform: Form 104">
              <a:extLst>
                <a:ext uri="{FF2B5EF4-FFF2-40B4-BE49-F238E27FC236}">
                  <a16:creationId xmlns:a16="http://schemas.microsoft.com/office/drawing/2014/main" id="{56C4EF18-768F-4988-8404-D738609C4217}"/>
                </a:ext>
              </a:extLst>
            </p:cNvPr>
            <p:cNvSpPr/>
            <p:nvPr/>
          </p:nvSpPr>
          <p:spPr>
            <a:xfrm>
              <a:off x="2587703" y="-106547"/>
              <a:ext cx="76612" cy="80043"/>
            </a:xfrm>
            <a:custGeom>
              <a:avLst/>
              <a:gdLst>
                <a:gd name="connsiteX0" fmla="*/ 76613 w 76612"/>
                <a:gd name="connsiteY0" fmla="*/ 80043 h 80043"/>
                <a:gd name="connsiteX1" fmla="*/ 55172 w 76612"/>
                <a:gd name="connsiteY1" fmla="*/ 80043 h 80043"/>
                <a:gd name="connsiteX2" fmla="*/ 38020 w 76612"/>
                <a:gd name="connsiteY2" fmla="*/ 52314 h 80043"/>
                <a:gd name="connsiteX3" fmla="*/ 37735 w 76612"/>
                <a:gd name="connsiteY3" fmla="*/ 52314 h 80043"/>
                <a:gd name="connsiteX4" fmla="*/ 21154 w 76612"/>
                <a:gd name="connsiteY4" fmla="*/ 80043 h 80043"/>
                <a:gd name="connsiteX5" fmla="*/ 0 w 76612"/>
                <a:gd name="connsiteY5" fmla="*/ 80043 h 80043"/>
                <a:gd name="connsiteX6" fmla="*/ 27443 w 76612"/>
                <a:gd name="connsiteY6" fmla="*/ 38592 h 80043"/>
                <a:gd name="connsiteX7" fmla="*/ 2001 w 76612"/>
                <a:gd name="connsiteY7" fmla="*/ 0 h 80043"/>
                <a:gd name="connsiteX8" fmla="*/ 23155 w 76612"/>
                <a:gd name="connsiteY8" fmla="*/ 0 h 80043"/>
                <a:gd name="connsiteX9" fmla="*/ 38306 w 76612"/>
                <a:gd name="connsiteY9" fmla="*/ 24585 h 80043"/>
                <a:gd name="connsiteX10" fmla="*/ 38592 w 76612"/>
                <a:gd name="connsiteY10" fmla="*/ 24585 h 80043"/>
                <a:gd name="connsiteX11" fmla="*/ 53457 w 76612"/>
                <a:gd name="connsiteY11" fmla="*/ 0 h 80043"/>
                <a:gd name="connsiteX12" fmla="*/ 74326 w 76612"/>
                <a:gd name="connsiteY12" fmla="*/ 0 h 80043"/>
                <a:gd name="connsiteX13" fmla="*/ 49169 w 76612"/>
                <a:gd name="connsiteY13" fmla="*/ 38306 h 80043"/>
                <a:gd name="connsiteX14" fmla="*/ 76613 w 76612"/>
                <a:gd name="connsiteY14" fmla="*/ 80043 h 80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6612" h="80043">
                  <a:moveTo>
                    <a:pt x="76613" y="80043"/>
                  </a:moveTo>
                  <a:lnTo>
                    <a:pt x="55172" y="80043"/>
                  </a:lnTo>
                  <a:lnTo>
                    <a:pt x="38020" y="52314"/>
                  </a:lnTo>
                  <a:lnTo>
                    <a:pt x="37735" y="52314"/>
                  </a:lnTo>
                  <a:lnTo>
                    <a:pt x="21154" y="80043"/>
                  </a:lnTo>
                  <a:lnTo>
                    <a:pt x="0" y="80043"/>
                  </a:lnTo>
                  <a:lnTo>
                    <a:pt x="27443" y="38592"/>
                  </a:lnTo>
                  <a:lnTo>
                    <a:pt x="2001" y="0"/>
                  </a:lnTo>
                  <a:lnTo>
                    <a:pt x="23155" y="0"/>
                  </a:lnTo>
                  <a:lnTo>
                    <a:pt x="38306" y="24585"/>
                  </a:lnTo>
                  <a:lnTo>
                    <a:pt x="38592" y="24585"/>
                  </a:lnTo>
                  <a:lnTo>
                    <a:pt x="53457" y="0"/>
                  </a:lnTo>
                  <a:lnTo>
                    <a:pt x="74326" y="0"/>
                  </a:lnTo>
                  <a:lnTo>
                    <a:pt x="49169" y="38306"/>
                  </a:lnTo>
                  <a:lnTo>
                    <a:pt x="76613" y="80043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6" name="Freihandform: Form 105">
              <a:extLst>
                <a:ext uri="{FF2B5EF4-FFF2-40B4-BE49-F238E27FC236}">
                  <a16:creationId xmlns:a16="http://schemas.microsoft.com/office/drawing/2014/main" id="{7AB761FB-6534-48CC-96E4-97072970BE50}"/>
                </a:ext>
              </a:extLst>
            </p:cNvPr>
            <p:cNvSpPr/>
            <p:nvPr/>
          </p:nvSpPr>
          <p:spPr>
            <a:xfrm>
              <a:off x="2674316" y="-108262"/>
              <a:ext cx="67755" cy="83759"/>
            </a:xfrm>
            <a:custGeom>
              <a:avLst/>
              <a:gdLst>
                <a:gd name="connsiteX0" fmla="*/ 34309 w 67755"/>
                <a:gd name="connsiteY0" fmla="*/ 32303 h 83759"/>
                <a:gd name="connsiteX1" fmla="*/ 49460 w 67755"/>
                <a:gd name="connsiteY1" fmla="*/ 34018 h 83759"/>
                <a:gd name="connsiteX2" fmla="*/ 49460 w 67755"/>
                <a:gd name="connsiteY2" fmla="*/ 31160 h 83759"/>
                <a:gd name="connsiteX3" fmla="*/ 31736 w 67755"/>
                <a:gd name="connsiteY3" fmla="*/ 15723 h 83759"/>
                <a:gd name="connsiteX4" fmla="*/ 11440 w 67755"/>
                <a:gd name="connsiteY4" fmla="*/ 20297 h 83759"/>
                <a:gd name="connsiteX5" fmla="*/ 7438 w 67755"/>
                <a:gd name="connsiteY5" fmla="*/ 4574 h 83759"/>
                <a:gd name="connsiteX6" fmla="*/ 33737 w 67755"/>
                <a:gd name="connsiteY6" fmla="*/ 0 h 83759"/>
                <a:gd name="connsiteX7" fmla="*/ 67756 w 67755"/>
                <a:gd name="connsiteY7" fmla="*/ 30874 h 83759"/>
                <a:gd name="connsiteX8" fmla="*/ 67756 w 67755"/>
                <a:gd name="connsiteY8" fmla="*/ 82044 h 83759"/>
                <a:gd name="connsiteX9" fmla="*/ 50032 w 67755"/>
                <a:gd name="connsiteY9" fmla="*/ 82044 h 83759"/>
                <a:gd name="connsiteX10" fmla="*/ 50032 w 67755"/>
                <a:gd name="connsiteY10" fmla="*/ 73468 h 83759"/>
                <a:gd name="connsiteX11" fmla="*/ 49746 w 67755"/>
                <a:gd name="connsiteY11" fmla="*/ 73468 h 83759"/>
                <a:gd name="connsiteX12" fmla="*/ 26305 w 67755"/>
                <a:gd name="connsiteY12" fmla="*/ 83759 h 83759"/>
                <a:gd name="connsiteX13" fmla="*/ 5 w 67755"/>
                <a:gd name="connsiteY13" fmla="*/ 58317 h 83759"/>
                <a:gd name="connsiteX14" fmla="*/ 34309 w 67755"/>
                <a:gd name="connsiteY14" fmla="*/ 32303 h 83759"/>
                <a:gd name="connsiteX15" fmla="*/ 31165 w 67755"/>
                <a:gd name="connsiteY15" fmla="*/ 69752 h 83759"/>
                <a:gd name="connsiteX16" fmla="*/ 49460 w 67755"/>
                <a:gd name="connsiteY16" fmla="*/ 60032 h 83759"/>
                <a:gd name="connsiteX17" fmla="*/ 49460 w 67755"/>
                <a:gd name="connsiteY17" fmla="*/ 46311 h 83759"/>
                <a:gd name="connsiteX18" fmla="*/ 36310 w 67755"/>
                <a:gd name="connsiteY18" fmla="*/ 44881 h 83759"/>
                <a:gd name="connsiteX19" fmla="*/ 17729 w 67755"/>
                <a:gd name="connsiteY19" fmla="*/ 58031 h 83759"/>
                <a:gd name="connsiteX20" fmla="*/ 31165 w 67755"/>
                <a:gd name="connsiteY20" fmla="*/ 69752 h 8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7755" h="83759">
                  <a:moveTo>
                    <a:pt x="34309" y="32303"/>
                  </a:moveTo>
                  <a:cubicBezTo>
                    <a:pt x="39455" y="32303"/>
                    <a:pt x="44315" y="32589"/>
                    <a:pt x="49460" y="34018"/>
                  </a:cubicBezTo>
                  <a:lnTo>
                    <a:pt x="49460" y="31160"/>
                  </a:lnTo>
                  <a:cubicBezTo>
                    <a:pt x="49460" y="20868"/>
                    <a:pt x="43457" y="15723"/>
                    <a:pt x="31736" y="15723"/>
                  </a:cubicBezTo>
                  <a:cubicBezTo>
                    <a:pt x="25161" y="15723"/>
                    <a:pt x="18015" y="17152"/>
                    <a:pt x="11440" y="20297"/>
                  </a:cubicBezTo>
                  <a:lnTo>
                    <a:pt x="7438" y="4574"/>
                  </a:lnTo>
                  <a:cubicBezTo>
                    <a:pt x="14870" y="1715"/>
                    <a:pt x="24590" y="0"/>
                    <a:pt x="33737" y="0"/>
                  </a:cubicBezTo>
                  <a:cubicBezTo>
                    <a:pt x="56321" y="0"/>
                    <a:pt x="67756" y="10577"/>
                    <a:pt x="67756" y="30874"/>
                  </a:cubicBezTo>
                  <a:lnTo>
                    <a:pt x="67756" y="82044"/>
                  </a:lnTo>
                  <a:lnTo>
                    <a:pt x="50032" y="82044"/>
                  </a:lnTo>
                  <a:lnTo>
                    <a:pt x="50032" y="73468"/>
                  </a:lnTo>
                  <a:lnTo>
                    <a:pt x="49746" y="73468"/>
                  </a:lnTo>
                  <a:cubicBezTo>
                    <a:pt x="42885" y="80615"/>
                    <a:pt x="35738" y="83759"/>
                    <a:pt x="26305" y="83759"/>
                  </a:cubicBezTo>
                  <a:cubicBezTo>
                    <a:pt x="10296" y="83759"/>
                    <a:pt x="5" y="73754"/>
                    <a:pt x="5" y="58317"/>
                  </a:cubicBezTo>
                  <a:cubicBezTo>
                    <a:pt x="-281" y="41451"/>
                    <a:pt x="11726" y="32303"/>
                    <a:pt x="34309" y="32303"/>
                  </a:cubicBezTo>
                  <a:close/>
                  <a:moveTo>
                    <a:pt x="31165" y="69752"/>
                  </a:moveTo>
                  <a:cubicBezTo>
                    <a:pt x="38025" y="69752"/>
                    <a:pt x="44315" y="66321"/>
                    <a:pt x="49460" y="60032"/>
                  </a:cubicBezTo>
                  <a:lnTo>
                    <a:pt x="49460" y="46311"/>
                  </a:lnTo>
                  <a:cubicBezTo>
                    <a:pt x="45172" y="45167"/>
                    <a:pt x="40598" y="44881"/>
                    <a:pt x="36310" y="44881"/>
                  </a:cubicBezTo>
                  <a:cubicBezTo>
                    <a:pt x="24590" y="44881"/>
                    <a:pt x="17729" y="49455"/>
                    <a:pt x="17729" y="58031"/>
                  </a:cubicBezTo>
                  <a:cubicBezTo>
                    <a:pt x="17729" y="65178"/>
                    <a:pt x="22874" y="69752"/>
                    <a:pt x="31165" y="69752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7" name="Freihandform: Form 106">
              <a:extLst>
                <a:ext uri="{FF2B5EF4-FFF2-40B4-BE49-F238E27FC236}">
                  <a16:creationId xmlns:a16="http://schemas.microsoft.com/office/drawing/2014/main" id="{252D4282-8C0C-4BC9-B2D5-889BAE0B9BF8}"/>
                </a:ext>
              </a:extLst>
            </p:cNvPr>
            <p:cNvSpPr/>
            <p:nvPr/>
          </p:nvSpPr>
          <p:spPr>
            <a:xfrm>
              <a:off x="2765799" y="-108262"/>
              <a:ext cx="68894" cy="82044"/>
            </a:xfrm>
            <a:custGeom>
              <a:avLst/>
              <a:gdLst>
                <a:gd name="connsiteX0" fmla="*/ 68894 w 68894"/>
                <a:gd name="connsiteY0" fmla="*/ 81758 h 82044"/>
                <a:gd name="connsiteX1" fmla="*/ 50027 w 68894"/>
                <a:gd name="connsiteY1" fmla="*/ 81758 h 82044"/>
                <a:gd name="connsiteX2" fmla="*/ 50027 w 68894"/>
                <a:gd name="connsiteY2" fmla="*/ 36019 h 82044"/>
                <a:gd name="connsiteX3" fmla="*/ 35162 w 68894"/>
                <a:gd name="connsiteY3" fmla="*/ 16580 h 82044"/>
                <a:gd name="connsiteX4" fmla="*/ 18581 w 68894"/>
                <a:gd name="connsiteY4" fmla="*/ 36019 h 82044"/>
                <a:gd name="connsiteX5" fmla="*/ 18581 w 68894"/>
                <a:gd name="connsiteY5" fmla="*/ 82044 h 82044"/>
                <a:gd name="connsiteX6" fmla="*/ 0 w 68894"/>
                <a:gd name="connsiteY6" fmla="*/ 82044 h 82044"/>
                <a:gd name="connsiteX7" fmla="*/ 0 w 68894"/>
                <a:gd name="connsiteY7" fmla="*/ 2001 h 82044"/>
                <a:gd name="connsiteX8" fmla="*/ 18581 w 68894"/>
                <a:gd name="connsiteY8" fmla="*/ 2001 h 82044"/>
                <a:gd name="connsiteX9" fmla="*/ 18581 w 68894"/>
                <a:gd name="connsiteY9" fmla="*/ 11721 h 82044"/>
                <a:gd name="connsiteX10" fmla="*/ 18867 w 68894"/>
                <a:gd name="connsiteY10" fmla="*/ 11721 h 82044"/>
                <a:gd name="connsiteX11" fmla="*/ 42308 w 68894"/>
                <a:gd name="connsiteY11" fmla="*/ 0 h 82044"/>
                <a:gd name="connsiteX12" fmla="*/ 68608 w 68894"/>
                <a:gd name="connsiteY12" fmla="*/ 32303 h 82044"/>
                <a:gd name="connsiteX13" fmla="*/ 68608 w 68894"/>
                <a:gd name="connsiteY13" fmla="*/ 81758 h 82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8894" h="82044">
                  <a:moveTo>
                    <a:pt x="68894" y="81758"/>
                  </a:moveTo>
                  <a:lnTo>
                    <a:pt x="50027" y="81758"/>
                  </a:lnTo>
                  <a:lnTo>
                    <a:pt x="50027" y="36019"/>
                  </a:lnTo>
                  <a:cubicBezTo>
                    <a:pt x="50027" y="24299"/>
                    <a:pt x="46596" y="16580"/>
                    <a:pt x="35162" y="16580"/>
                  </a:cubicBezTo>
                  <a:cubicBezTo>
                    <a:pt x="22012" y="16580"/>
                    <a:pt x="18581" y="27157"/>
                    <a:pt x="18581" y="36019"/>
                  </a:cubicBezTo>
                  <a:lnTo>
                    <a:pt x="18581" y="82044"/>
                  </a:lnTo>
                  <a:lnTo>
                    <a:pt x="0" y="82044"/>
                  </a:lnTo>
                  <a:lnTo>
                    <a:pt x="0" y="2001"/>
                  </a:lnTo>
                  <a:lnTo>
                    <a:pt x="18581" y="2001"/>
                  </a:lnTo>
                  <a:lnTo>
                    <a:pt x="18581" y="11721"/>
                  </a:lnTo>
                  <a:lnTo>
                    <a:pt x="18867" y="11721"/>
                  </a:lnTo>
                  <a:cubicBezTo>
                    <a:pt x="23727" y="4574"/>
                    <a:pt x="32017" y="0"/>
                    <a:pt x="42308" y="0"/>
                  </a:cubicBezTo>
                  <a:cubicBezTo>
                    <a:pt x="60604" y="0"/>
                    <a:pt x="68608" y="13436"/>
                    <a:pt x="68608" y="32303"/>
                  </a:cubicBezTo>
                  <a:lnTo>
                    <a:pt x="68608" y="81758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8" name="Freihandform: Form 107">
              <a:extLst>
                <a:ext uri="{FF2B5EF4-FFF2-40B4-BE49-F238E27FC236}">
                  <a16:creationId xmlns:a16="http://schemas.microsoft.com/office/drawing/2014/main" id="{1A3BD648-4D40-49AA-82B6-0F77BD11AFF5}"/>
                </a:ext>
              </a:extLst>
            </p:cNvPr>
            <p:cNvSpPr/>
            <p:nvPr/>
          </p:nvSpPr>
          <p:spPr>
            <a:xfrm>
              <a:off x="2854418" y="-143138"/>
              <a:ext cx="74611" cy="118921"/>
            </a:xfrm>
            <a:custGeom>
              <a:avLst/>
              <a:gdLst>
                <a:gd name="connsiteX0" fmla="*/ 0 w 74611"/>
                <a:gd name="connsiteY0" fmla="*/ 76613 h 118921"/>
                <a:gd name="connsiteX1" fmla="*/ 32589 w 74611"/>
                <a:gd name="connsiteY1" fmla="*/ 34876 h 118921"/>
                <a:gd name="connsiteX2" fmla="*/ 55744 w 74611"/>
                <a:gd name="connsiteY2" fmla="*/ 45739 h 118921"/>
                <a:gd name="connsiteX3" fmla="*/ 56030 w 74611"/>
                <a:gd name="connsiteY3" fmla="*/ 45739 h 118921"/>
                <a:gd name="connsiteX4" fmla="*/ 56030 w 74611"/>
                <a:gd name="connsiteY4" fmla="*/ 4574 h 118921"/>
                <a:gd name="connsiteX5" fmla="*/ 74612 w 74611"/>
                <a:gd name="connsiteY5" fmla="*/ 0 h 118921"/>
                <a:gd name="connsiteX6" fmla="*/ 74612 w 74611"/>
                <a:gd name="connsiteY6" fmla="*/ 116920 h 118921"/>
                <a:gd name="connsiteX7" fmla="*/ 56316 w 74611"/>
                <a:gd name="connsiteY7" fmla="*/ 116920 h 118921"/>
                <a:gd name="connsiteX8" fmla="*/ 56316 w 74611"/>
                <a:gd name="connsiteY8" fmla="*/ 107486 h 118921"/>
                <a:gd name="connsiteX9" fmla="*/ 56030 w 74611"/>
                <a:gd name="connsiteY9" fmla="*/ 107486 h 118921"/>
                <a:gd name="connsiteX10" fmla="*/ 32017 w 74611"/>
                <a:gd name="connsiteY10" fmla="*/ 118921 h 118921"/>
                <a:gd name="connsiteX11" fmla="*/ 0 w 74611"/>
                <a:gd name="connsiteY11" fmla="*/ 76613 h 118921"/>
                <a:gd name="connsiteX12" fmla="*/ 18581 w 74611"/>
                <a:gd name="connsiteY12" fmla="*/ 76613 h 118921"/>
                <a:gd name="connsiteX13" fmla="*/ 37163 w 74611"/>
                <a:gd name="connsiteY13" fmla="*/ 102341 h 118921"/>
                <a:gd name="connsiteX14" fmla="*/ 56316 w 74611"/>
                <a:gd name="connsiteY14" fmla="*/ 91764 h 118921"/>
                <a:gd name="connsiteX15" fmla="*/ 56316 w 74611"/>
                <a:gd name="connsiteY15" fmla="*/ 62319 h 118921"/>
                <a:gd name="connsiteX16" fmla="*/ 37163 w 74611"/>
                <a:gd name="connsiteY16" fmla="*/ 51742 h 118921"/>
                <a:gd name="connsiteX17" fmla="*/ 18581 w 74611"/>
                <a:gd name="connsiteY17" fmla="*/ 76613 h 118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4611" h="118921">
                  <a:moveTo>
                    <a:pt x="0" y="76613"/>
                  </a:moveTo>
                  <a:cubicBezTo>
                    <a:pt x="0" y="50885"/>
                    <a:pt x="13150" y="34876"/>
                    <a:pt x="32589" y="34876"/>
                  </a:cubicBezTo>
                  <a:cubicBezTo>
                    <a:pt x="42594" y="34876"/>
                    <a:pt x="50599" y="39164"/>
                    <a:pt x="55744" y="45739"/>
                  </a:cubicBezTo>
                  <a:lnTo>
                    <a:pt x="56030" y="45739"/>
                  </a:lnTo>
                  <a:lnTo>
                    <a:pt x="56030" y="4574"/>
                  </a:lnTo>
                  <a:lnTo>
                    <a:pt x="74612" y="0"/>
                  </a:lnTo>
                  <a:lnTo>
                    <a:pt x="74612" y="116920"/>
                  </a:lnTo>
                  <a:lnTo>
                    <a:pt x="56316" y="116920"/>
                  </a:lnTo>
                  <a:lnTo>
                    <a:pt x="56316" y="107486"/>
                  </a:lnTo>
                  <a:lnTo>
                    <a:pt x="56030" y="107486"/>
                  </a:lnTo>
                  <a:cubicBezTo>
                    <a:pt x="50313" y="114633"/>
                    <a:pt x="42023" y="118921"/>
                    <a:pt x="32017" y="118921"/>
                  </a:cubicBezTo>
                  <a:cubicBezTo>
                    <a:pt x="13150" y="118635"/>
                    <a:pt x="0" y="102341"/>
                    <a:pt x="0" y="76613"/>
                  </a:cubicBezTo>
                  <a:close/>
                  <a:moveTo>
                    <a:pt x="18581" y="76613"/>
                  </a:moveTo>
                  <a:cubicBezTo>
                    <a:pt x="18581" y="92907"/>
                    <a:pt x="25442" y="102341"/>
                    <a:pt x="37163" y="102341"/>
                  </a:cubicBezTo>
                  <a:cubicBezTo>
                    <a:pt x="44310" y="102341"/>
                    <a:pt x="50313" y="98910"/>
                    <a:pt x="56316" y="91764"/>
                  </a:cubicBezTo>
                  <a:lnTo>
                    <a:pt x="56316" y="62319"/>
                  </a:lnTo>
                  <a:cubicBezTo>
                    <a:pt x="50884" y="55173"/>
                    <a:pt x="44881" y="51742"/>
                    <a:pt x="37163" y="51742"/>
                  </a:cubicBezTo>
                  <a:cubicBezTo>
                    <a:pt x="24871" y="51742"/>
                    <a:pt x="18581" y="60604"/>
                    <a:pt x="18581" y="76613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9" name="Freihandform: Form 108">
              <a:extLst>
                <a:ext uri="{FF2B5EF4-FFF2-40B4-BE49-F238E27FC236}">
                  <a16:creationId xmlns:a16="http://schemas.microsoft.com/office/drawing/2014/main" id="{7FF0313B-0256-4D3D-ADEC-444FC0E29F50}"/>
                </a:ext>
              </a:extLst>
            </p:cNvPr>
            <p:cNvSpPr/>
            <p:nvPr/>
          </p:nvSpPr>
          <p:spPr>
            <a:xfrm>
              <a:off x="2949326" y="-108262"/>
              <a:ext cx="72896" cy="83759"/>
            </a:xfrm>
            <a:custGeom>
              <a:avLst/>
              <a:gdLst>
                <a:gd name="connsiteX0" fmla="*/ 39736 w 72896"/>
                <a:gd name="connsiteY0" fmla="*/ 83759 h 83759"/>
                <a:gd name="connsiteX1" fmla="*/ 0 w 72896"/>
                <a:gd name="connsiteY1" fmla="*/ 41737 h 83759"/>
                <a:gd name="connsiteX2" fmla="*/ 37449 w 72896"/>
                <a:gd name="connsiteY2" fmla="*/ 0 h 83759"/>
                <a:gd name="connsiteX3" fmla="*/ 72896 w 72896"/>
                <a:gd name="connsiteY3" fmla="*/ 40593 h 83759"/>
                <a:gd name="connsiteX4" fmla="*/ 72610 w 72896"/>
                <a:gd name="connsiteY4" fmla="*/ 48312 h 83759"/>
                <a:gd name="connsiteX5" fmla="*/ 18867 w 72896"/>
                <a:gd name="connsiteY5" fmla="*/ 48312 h 83759"/>
                <a:gd name="connsiteX6" fmla="*/ 39736 w 72896"/>
                <a:gd name="connsiteY6" fmla="*/ 67751 h 83759"/>
                <a:gd name="connsiteX7" fmla="*/ 59461 w 72896"/>
                <a:gd name="connsiteY7" fmla="*/ 58317 h 83759"/>
                <a:gd name="connsiteX8" fmla="*/ 71181 w 72896"/>
                <a:gd name="connsiteY8" fmla="*/ 70609 h 83759"/>
                <a:gd name="connsiteX9" fmla="*/ 39736 w 72896"/>
                <a:gd name="connsiteY9" fmla="*/ 83759 h 83759"/>
                <a:gd name="connsiteX10" fmla="*/ 18867 w 72896"/>
                <a:gd name="connsiteY10" fmla="*/ 34590 h 83759"/>
                <a:gd name="connsiteX11" fmla="*/ 55172 w 72896"/>
                <a:gd name="connsiteY11" fmla="*/ 34590 h 83759"/>
                <a:gd name="connsiteX12" fmla="*/ 37449 w 72896"/>
                <a:gd name="connsiteY12" fmla="*/ 15151 h 83759"/>
                <a:gd name="connsiteX13" fmla="*/ 18867 w 72896"/>
                <a:gd name="connsiteY13" fmla="*/ 34590 h 8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2896" h="83759">
                  <a:moveTo>
                    <a:pt x="39736" y="83759"/>
                  </a:moveTo>
                  <a:cubicBezTo>
                    <a:pt x="16009" y="83759"/>
                    <a:pt x="0" y="66893"/>
                    <a:pt x="0" y="41737"/>
                  </a:cubicBezTo>
                  <a:cubicBezTo>
                    <a:pt x="0" y="16866"/>
                    <a:pt x="15151" y="0"/>
                    <a:pt x="37449" y="0"/>
                  </a:cubicBezTo>
                  <a:cubicBezTo>
                    <a:pt x="58889" y="0"/>
                    <a:pt x="72896" y="16009"/>
                    <a:pt x="72896" y="40593"/>
                  </a:cubicBezTo>
                  <a:cubicBezTo>
                    <a:pt x="72896" y="43166"/>
                    <a:pt x="72610" y="46025"/>
                    <a:pt x="72610" y="48312"/>
                  </a:cubicBezTo>
                  <a:lnTo>
                    <a:pt x="18867" y="48312"/>
                  </a:lnTo>
                  <a:cubicBezTo>
                    <a:pt x="20868" y="60604"/>
                    <a:pt x="28301" y="67751"/>
                    <a:pt x="39736" y="67751"/>
                  </a:cubicBezTo>
                  <a:cubicBezTo>
                    <a:pt x="47168" y="67751"/>
                    <a:pt x="53171" y="64892"/>
                    <a:pt x="59461" y="58317"/>
                  </a:cubicBezTo>
                  <a:lnTo>
                    <a:pt x="71181" y="70609"/>
                  </a:lnTo>
                  <a:cubicBezTo>
                    <a:pt x="62033" y="79471"/>
                    <a:pt x="51742" y="83759"/>
                    <a:pt x="39736" y="83759"/>
                  </a:cubicBezTo>
                  <a:close/>
                  <a:moveTo>
                    <a:pt x="18867" y="34590"/>
                  </a:moveTo>
                  <a:lnTo>
                    <a:pt x="55172" y="34590"/>
                  </a:lnTo>
                  <a:cubicBezTo>
                    <a:pt x="54315" y="22298"/>
                    <a:pt x="48026" y="15151"/>
                    <a:pt x="37449" y="15151"/>
                  </a:cubicBezTo>
                  <a:cubicBezTo>
                    <a:pt x="27157" y="15151"/>
                    <a:pt x="20297" y="22298"/>
                    <a:pt x="18867" y="34590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0" name="Freihandform: Form 109">
              <a:extLst>
                <a:ext uri="{FF2B5EF4-FFF2-40B4-BE49-F238E27FC236}">
                  <a16:creationId xmlns:a16="http://schemas.microsoft.com/office/drawing/2014/main" id="{C573CA73-29D1-4F5F-B590-AE52E5235C32}"/>
                </a:ext>
              </a:extLst>
            </p:cNvPr>
            <p:cNvSpPr/>
            <p:nvPr/>
          </p:nvSpPr>
          <p:spPr>
            <a:xfrm>
              <a:off x="3043376" y="-108335"/>
              <a:ext cx="48025" cy="81831"/>
            </a:xfrm>
            <a:custGeom>
              <a:avLst/>
              <a:gdLst>
                <a:gd name="connsiteX0" fmla="*/ 48026 w 48025"/>
                <a:gd name="connsiteY0" fmla="*/ 1502 h 81831"/>
                <a:gd name="connsiteX1" fmla="*/ 45167 w 48025"/>
                <a:gd name="connsiteY1" fmla="*/ 20655 h 81831"/>
                <a:gd name="connsiteX2" fmla="*/ 34876 w 48025"/>
                <a:gd name="connsiteY2" fmla="*/ 18083 h 81831"/>
                <a:gd name="connsiteX3" fmla="*/ 18581 w 48025"/>
                <a:gd name="connsiteY3" fmla="*/ 40666 h 81831"/>
                <a:gd name="connsiteX4" fmla="*/ 18581 w 48025"/>
                <a:gd name="connsiteY4" fmla="*/ 81831 h 81831"/>
                <a:gd name="connsiteX5" fmla="*/ 0 w 48025"/>
                <a:gd name="connsiteY5" fmla="*/ 81831 h 81831"/>
                <a:gd name="connsiteX6" fmla="*/ 0 w 48025"/>
                <a:gd name="connsiteY6" fmla="*/ 1788 h 81831"/>
                <a:gd name="connsiteX7" fmla="*/ 18296 w 48025"/>
                <a:gd name="connsiteY7" fmla="*/ 1788 h 81831"/>
                <a:gd name="connsiteX8" fmla="*/ 18296 w 48025"/>
                <a:gd name="connsiteY8" fmla="*/ 12079 h 81831"/>
                <a:gd name="connsiteX9" fmla="*/ 18581 w 48025"/>
                <a:gd name="connsiteY9" fmla="*/ 12079 h 81831"/>
                <a:gd name="connsiteX10" fmla="*/ 39450 w 48025"/>
                <a:gd name="connsiteY10" fmla="*/ 73 h 81831"/>
                <a:gd name="connsiteX11" fmla="*/ 48026 w 48025"/>
                <a:gd name="connsiteY11" fmla="*/ 1502 h 81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8025" h="81831">
                  <a:moveTo>
                    <a:pt x="48026" y="1502"/>
                  </a:moveTo>
                  <a:lnTo>
                    <a:pt x="45167" y="20655"/>
                  </a:lnTo>
                  <a:cubicBezTo>
                    <a:pt x="42309" y="19226"/>
                    <a:pt x="38878" y="18083"/>
                    <a:pt x="34876" y="18083"/>
                  </a:cubicBezTo>
                  <a:cubicBezTo>
                    <a:pt x="22012" y="18083"/>
                    <a:pt x="18581" y="28374"/>
                    <a:pt x="18581" y="40666"/>
                  </a:cubicBezTo>
                  <a:lnTo>
                    <a:pt x="18581" y="81831"/>
                  </a:lnTo>
                  <a:lnTo>
                    <a:pt x="0" y="81831"/>
                  </a:lnTo>
                  <a:lnTo>
                    <a:pt x="0" y="1788"/>
                  </a:lnTo>
                  <a:lnTo>
                    <a:pt x="18296" y="1788"/>
                  </a:lnTo>
                  <a:lnTo>
                    <a:pt x="18296" y="12079"/>
                  </a:lnTo>
                  <a:lnTo>
                    <a:pt x="18581" y="12079"/>
                  </a:lnTo>
                  <a:cubicBezTo>
                    <a:pt x="22869" y="4647"/>
                    <a:pt x="30302" y="73"/>
                    <a:pt x="39450" y="73"/>
                  </a:cubicBezTo>
                  <a:cubicBezTo>
                    <a:pt x="42023" y="-213"/>
                    <a:pt x="45167" y="359"/>
                    <a:pt x="48026" y="1502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1" name="Freihandform: Form 110">
              <a:extLst>
                <a:ext uri="{FF2B5EF4-FFF2-40B4-BE49-F238E27FC236}">
                  <a16:creationId xmlns:a16="http://schemas.microsoft.com/office/drawing/2014/main" id="{9335C432-8675-468B-951F-534BBEDBEB72}"/>
                </a:ext>
              </a:extLst>
            </p:cNvPr>
            <p:cNvSpPr/>
            <p:nvPr/>
          </p:nvSpPr>
          <p:spPr>
            <a:xfrm>
              <a:off x="3103123" y="-84249"/>
              <a:ext cx="39163" cy="17723"/>
            </a:xfrm>
            <a:custGeom>
              <a:avLst/>
              <a:gdLst>
                <a:gd name="connsiteX0" fmla="*/ 39164 w 39163"/>
                <a:gd name="connsiteY0" fmla="*/ 17724 h 17723"/>
                <a:gd name="connsiteX1" fmla="*/ 0 w 39163"/>
                <a:gd name="connsiteY1" fmla="*/ 17724 h 17723"/>
                <a:gd name="connsiteX2" fmla="*/ 0 w 39163"/>
                <a:gd name="connsiteY2" fmla="*/ 0 h 17723"/>
                <a:gd name="connsiteX3" fmla="*/ 39164 w 39163"/>
                <a:gd name="connsiteY3" fmla="*/ 0 h 17723"/>
                <a:gd name="connsiteX4" fmla="*/ 39164 w 39163"/>
                <a:gd name="connsiteY4" fmla="*/ 17724 h 17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163" h="17723">
                  <a:moveTo>
                    <a:pt x="39164" y="17724"/>
                  </a:moveTo>
                  <a:lnTo>
                    <a:pt x="0" y="17724"/>
                  </a:lnTo>
                  <a:lnTo>
                    <a:pt x="0" y="0"/>
                  </a:lnTo>
                  <a:lnTo>
                    <a:pt x="39164" y="0"/>
                  </a:lnTo>
                  <a:lnTo>
                    <a:pt x="39164" y="17724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1" name="Freihandform: Form 160">
              <a:extLst>
                <a:ext uri="{FF2B5EF4-FFF2-40B4-BE49-F238E27FC236}">
                  <a16:creationId xmlns:a16="http://schemas.microsoft.com/office/drawing/2014/main" id="{2736AA1D-204C-4338-9568-833E5EACF1A0}"/>
                </a:ext>
              </a:extLst>
            </p:cNvPr>
            <p:cNvSpPr/>
            <p:nvPr/>
          </p:nvSpPr>
          <p:spPr>
            <a:xfrm>
              <a:off x="3166014" y="-137135"/>
              <a:ext cx="86617" cy="112632"/>
            </a:xfrm>
            <a:custGeom>
              <a:avLst/>
              <a:gdLst>
                <a:gd name="connsiteX0" fmla="*/ 86618 w 86617"/>
                <a:gd name="connsiteY0" fmla="*/ 66893 h 112632"/>
                <a:gd name="connsiteX1" fmla="*/ 43166 w 86617"/>
                <a:gd name="connsiteY1" fmla="*/ 112632 h 112632"/>
                <a:gd name="connsiteX2" fmla="*/ 0 w 86617"/>
                <a:gd name="connsiteY2" fmla="*/ 66893 h 112632"/>
                <a:gd name="connsiteX3" fmla="*/ 0 w 86617"/>
                <a:gd name="connsiteY3" fmla="*/ 0 h 112632"/>
                <a:gd name="connsiteX4" fmla="*/ 20011 w 86617"/>
                <a:gd name="connsiteY4" fmla="*/ 0 h 112632"/>
                <a:gd name="connsiteX5" fmla="*/ 20011 w 86617"/>
                <a:gd name="connsiteY5" fmla="*/ 65750 h 112632"/>
                <a:gd name="connsiteX6" fmla="*/ 43452 w 86617"/>
                <a:gd name="connsiteY6" fmla="*/ 93765 h 112632"/>
                <a:gd name="connsiteX7" fmla="*/ 66321 w 86617"/>
                <a:gd name="connsiteY7" fmla="*/ 65750 h 112632"/>
                <a:gd name="connsiteX8" fmla="*/ 66321 w 86617"/>
                <a:gd name="connsiteY8" fmla="*/ 0 h 112632"/>
                <a:gd name="connsiteX9" fmla="*/ 86332 w 86617"/>
                <a:gd name="connsiteY9" fmla="*/ 0 h 112632"/>
                <a:gd name="connsiteX10" fmla="*/ 86332 w 86617"/>
                <a:gd name="connsiteY10" fmla="*/ 66893 h 112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6617" h="112632">
                  <a:moveTo>
                    <a:pt x="86618" y="66893"/>
                  </a:moveTo>
                  <a:cubicBezTo>
                    <a:pt x="86618" y="93479"/>
                    <a:pt x="72896" y="112632"/>
                    <a:pt x="43166" y="112632"/>
                  </a:cubicBezTo>
                  <a:cubicBezTo>
                    <a:pt x="13722" y="112632"/>
                    <a:pt x="0" y="93765"/>
                    <a:pt x="0" y="66893"/>
                  </a:cubicBezTo>
                  <a:lnTo>
                    <a:pt x="0" y="0"/>
                  </a:lnTo>
                  <a:lnTo>
                    <a:pt x="20011" y="0"/>
                  </a:lnTo>
                  <a:lnTo>
                    <a:pt x="20011" y="65750"/>
                  </a:lnTo>
                  <a:cubicBezTo>
                    <a:pt x="20011" y="82330"/>
                    <a:pt x="27157" y="93765"/>
                    <a:pt x="43452" y="93765"/>
                  </a:cubicBezTo>
                  <a:cubicBezTo>
                    <a:pt x="59746" y="93765"/>
                    <a:pt x="66321" y="82616"/>
                    <a:pt x="66321" y="65750"/>
                  </a:cubicBezTo>
                  <a:lnTo>
                    <a:pt x="66321" y="0"/>
                  </a:lnTo>
                  <a:lnTo>
                    <a:pt x="86332" y="0"/>
                  </a:lnTo>
                  <a:lnTo>
                    <a:pt x="86332" y="66893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2" name="Freihandform: Form 161">
              <a:extLst>
                <a:ext uri="{FF2B5EF4-FFF2-40B4-BE49-F238E27FC236}">
                  <a16:creationId xmlns:a16="http://schemas.microsoft.com/office/drawing/2014/main" id="{B79FF1AD-B89E-4D7E-9C9E-1923C8702DE8}"/>
                </a:ext>
              </a:extLst>
            </p:cNvPr>
            <p:cNvSpPr/>
            <p:nvPr/>
          </p:nvSpPr>
          <p:spPr>
            <a:xfrm>
              <a:off x="3277788" y="-108262"/>
              <a:ext cx="68608" cy="82044"/>
            </a:xfrm>
            <a:custGeom>
              <a:avLst/>
              <a:gdLst>
                <a:gd name="connsiteX0" fmla="*/ 68608 w 68608"/>
                <a:gd name="connsiteY0" fmla="*/ 81758 h 82044"/>
                <a:gd name="connsiteX1" fmla="*/ 50027 w 68608"/>
                <a:gd name="connsiteY1" fmla="*/ 81758 h 82044"/>
                <a:gd name="connsiteX2" fmla="*/ 50027 w 68608"/>
                <a:gd name="connsiteY2" fmla="*/ 36019 h 82044"/>
                <a:gd name="connsiteX3" fmla="*/ 35162 w 68608"/>
                <a:gd name="connsiteY3" fmla="*/ 16580 h 82044"/>
                <a:gd name="connsiteX4" fmla="*/ 18581 w 68608"/>
                <a:gd name="connsiteY4" fmla="*/ 36019 h 82044"/>
                <a:gd name="connsiteX5" fmla="*/ 18581 w 68608"/>
                <a:gd name="connsiteY5" fmla="*/ 82044 h 82044"/>
                <a:gd name="connsiteX6" fmla="*/ 0 w 68608"/>
                <a:gd name="connsiteY6" fmla="*/ 82044 h 82044"/>
                <a:gd name="connsiteX7" fmla="*/ 0 w 68608"/>
                <a:gd name="connsiteY7" fmla="*/ 2001 h 82044"/>
                <a:gd name="connsiteX8" fmla="*/ 18581 w 68608"/>
                <a:gd name="connsiteY8" fmla="*/ 2001 h 82044"/>
                <a:gd name="connsiteX9" fmla="*/ 18581 w 68608"/>
                <a:gd name="connsiteY9" fmla="*/ 11721 h 82044"/>
                <a:gd name="connsiteX10" fmla="*/ 18867 w 68608"/>
                <a:gd name="connsiteY10" fmla="*/ 11721 h 82044"/>
                <a:gd name="connsiteX11" fmla="*/ 42309 w 68608"/>
                <a:gd name="connsiteY11" fmla="*/ 0 h 82044"/>
                <a:gd name="connsiteX12" fmla="*/ 68608 w 68608"/>
                <a:gd name="connsiteY12" fmla="*/ 32303 h 82044"/>
                <a:gd name="connsiteX13" fmla="*/ 68608 w 68608"/>
                <a:gd name="connsiteY13" fmla="*/ 81758 h 82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8608" h="82044">
                  <a:moveTo>
                    <a:pt x="68608" y="81758"/>
                  </a:moveTo>
                  <a:lnTo>
                    <a:pt x="50027" y="81758"/>
                  </a:lnTo>
                  <a:lnTo>
                    <a:pt x="50027" y="36019"/>
                  </a:lnTo>
                  <a:cubicBezTo>
                    <a:pt x="50027" y="24299"/>
                    <a:pt x="46597" y="16580"/>
                    <a:pt x="35162" y="16580"/>
                  </a:cubicBezTo>
                  <a:cubicBezTo>
                    <a:pt x="22012" y="16580"/>
                    <a:pt x="18581" y="27157"/>
                    <a:pt x="18581" y="36019"/>
                  </a:cubicBezTo>
                  <a:lnTo>
                    <a:pt x="18581" y="82044"/>
                  </a:lnTo>
                  <a:lnTo>
                    <a:pt x="0" y="82044"/>
                  </a:lnTo>
                  <a:lnTo>
                    <a:pt x="0" y="2001"/>
                  </a:lnTo>
                  <a:lnTo>
                    <a:pt x="18581" y="2001"/>
                  </a:lnTo>
                  <a:lnTo>
                    <a:pt x="18581" y="11721"/>
                  </a:lnTo>
                  <a:lnTo>
                    <a:pt x="18867" y="11721"/>
                  </a:lnTo>
                  <a:cubicBezTo>
                    <a:pt x="23727" y="4574"/>
                    <a:pt x="32017" y="0"/>
                    <a:pt x="42309" y="0"/>
                  </a:cubicBezTo>
                  <a:cubicBezTo>
                    <a:pt x="60604" y="0"/>
                    <a:pt x="68608" y="13436"/>
                    <a:pt x="68608" y="32303"/>
                  </a:cubicBezTo>
                  <a:lnTo>
                    <a:pt x="68608" y="81758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3" name="Freihandform: Form 162">
              <a:extLst>
                <a:ext uri="{FF2B5EF4-FFF2-40B4-BE49-F238E27FC236}">
                  <a16:creationId xmlns:a16="http://schemas.microsoft.com/office/drawing/2014/main" id="{5657D56A-B1ED-47FA-AA6E-6A8C9BA02128}"/>
                </a:ext>
              </a:extLst>
            </p:cNvPr>
            <p:cNvSpPr/>
            <p:nvPr/>
          </p:nvSpPr>
          <p:spPr>
            <a:xfrm>
              <a:off x="3367551" y="-141994"/>
              <a:ext cx="23727" cy="115490"/>
            </a:xfrm>
            <a:custGeom>
              <a:avLst/>
              <a:gdLst>
                <a:gd name="connsiteX0" fmla="*/ 23727 w 23727"/>
                <a:gd name="connsiteY0" fmla="*/ 11435 h 115490"/>
                <a:gd name="connsiteX1" fmla="*/ 11721 w 23727"/>
                <a:gd name="connsiteY1" fmla="*/ 22869 h 115490"/>
                <a:gd name="connsiteX2" fmla="*/ 0 w 23727"/>
                <a:gd name="connsiteY2" fmla="*/ 11435 h 115490"/>
                <a:gd name="connsiteX3" fmla="*/ 11721 w 23727"/>
                <a:gd name="connsiteY3" fmla="*/ 0 h 115490"/>
                <a:gd name="connsiteX4" fmla="*/ 23727 w 23727"/>
                <a:gd name="connsiteY4" fmla="*/ 11435 h 115490"/>
                <a:gd name="connsiteX5" fmla="*/ 21154 w 23727"/>
                <a:gd name="connsiteY5" fmla="*/ 115491 h 115490"/>
                <a:gd name="connsiteX6" fmla="*/ 2573 w 23727"/>
                <a:gd name="connsiteY6" fmla="*/ 115491 h 115490"/>
                <a:gd name="connsiteX7" fmla="*/ 2573 w 23727"/>
                <a:gd name="connsiteY7" fmla="*/ 35448 h 115490"/>
                <a:gd name="connsiteX8" fmla="*/ 21154 w 23727"/>
                <a:gd name="connsiteY8" fmla="*/ 35448 h 115490"/>
                <a:gd name="connsiteX9" fmla="*/ 21154 w 23727"/>
                <a:gd name="connsiteY9" fmla="*/ 115491 h 115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727" h="115490">
                  <a:moveTo>
                    <a:pt x="23727" y="11435"/>
                  </a:moveTo>
                  <a:cubicBezTo>
                    <a:pt x="23727" y="18010"/>
                    <a:pt x="18296" y="22869"/>
                    <a:pt x="11721" y="22869"/>
                  </a:cubicBezTo>
                  <a:cubicBezTo>
                    <a:pt x="5146" y="22869"/>
                    <a:pt x="0" y="18296"/>
                    <a:pt x="0" y="11435"/>
                  </a:cubicBezTo>
                  <a:cubicBezTo>
                    <a:pt x="0" y="4860"/>
                    <a:pt x="5432" y="0"/>
                    <a:pt x="11721" y="0"/>
                  </a:cubicBezTo>
                  <a:cubicBezTo>
                    <a:pt x="18296" y="0"/>
                    <a:pt x="23727" y="4860"/>
                    <a:pt x="23727" y="11435"/>
                  </a:cubicBezTo>
                  <a:close/>
                  <a:moveTo>
                    <a:pt x="21154" y="115491"/>
                  </a:moveTo>
                  <a:lnTo>
                    <a:pt x="2573" y="115491"/>
                  </a:lnTo>
                  <a:lnTo>
                    <a:pt x="2573" y="35448"/>
                  </a:lnTo>
                  <a:lnTo>
                    <a:pt x="21154" y="35448"/>
                  </a:lnTo>
                  <a:lnTo>
                    <a:pt x="21154" y="11549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4" name="Freihandform: Form 163">
              <a:extLst>
                <a:ext uri="{FF2B5EF4-FFF2-40B4-BE49-F238E27FC236}">
                  <a16:creationId xmlns:a16="http://schemas.microsoft.com/office/drawing/2014/main" id="{9EF58839-67A3-44BA-9046-2566C7E1A442}"/>
                </a:ext>
              </a:extLst>
            </p:cNvPr>
            <p:cNvSpPr/>
            <p:nvPr/>
          </p:nvSpPr>
          <p:spPr>
            <a:xfrm>
              <a:off x="3404428" y="-106261"/>
              <a:ext cx="77755" cy="80043"/>
            </a:xfrm>
            <a:custGeom>
              <a:avLst/>
              <a:gdLst>
                <a:gd name="connsiteX0" fmla="*/ 77756 w 77755"/>
                <a:gd name="connsiteY0" fmla="*/ 0 h 80043"/>
                <a:gd name="connsiteX1" fmla="*/ 48598 w 77755"/>
                <a:gd name="connsiteY1" fmla="*/ 80043 h 80043"/>
                <a:gd name="connsiteX2" fmla="*/ 29158 w 77755"/>
                <a:gd name="connsiteY2" fmla="*/ 80043 h 80043"/>
                <a:gd name="connsiteX3" fmla="*/ 0 w 77755"/>
                <a:gd name="connsiteY3" fmla="*/ 0 h 80043"/>
                <a:gd name="connsiteX4" fmla="*/ 20582 w 77755"/>
                <a:gd name="connsiteY4" fmla="*/ 0 h 80043"/>
                <a:gd name="connsiteX5" fmla="*/ 38878 w 77755"/>
                <a:gd name="connsiteY5" fmla="*/ 58031 h 80043"/>
                <a:gd name="connsiteX6" fmla="*/ 39164 w 77755"/>
                <a:gd name="connsiteY6" fmla="*/ 58031 h 80043"/>
                <a:gd name="connsiteX7" fmla="*/ 57459 w 77755"/>
                <a:gd name="connsiteY7" fmla="*/ 0 h 80043"/>
                <a:gd name="connsiteX8" fmla="*/ 77756 w 77755"/>
                <a:gd name="connsiteY8" fmla="*/ 0 h 80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7755" h="80043">
                  <a:moveTo>
                    <a:pt x="77756" y="0"/>
                  </a:moveTo>
                  <a:lnTo>
                    <a:pt x="48598" y="80043"/>
                  </a:lnTo>
                  <a:lnTo>
                    <a:pt x="29158" y="80043"/>
                  </a:lnTo>
                  <a:lnTo>
                    <a:pt x="0" y="0"/>
                  </a:lnTo>
                  <a:lnTo>
                    <a:pt x="20582" y="0"/>
                  </a:lnTo>
                  <a:lnTo>
                    <a:pt x="38878" y="58031"/>
                  </a:lnTo>
                  <a:lnTo>
                    <a:pt x="39164" y="58031"/>
                  </a:lnTo>
                  <a:lnTo>
                    <a:pt x="57459" y="0"/>
                  </a:lnTo>
                  <a:lnTo>
                    <a:pt x="77756" y="0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5" name="Freihandform: Form 164">
              <a:extLst>
                <a:ext uri="{FF2B5EF4-FFF2-40B4-BE49-F238E27FC236}">
                  <a16:creationId xmlns:a16="http://schemas.microsoft.com/office/drawing/2014/main" id="{8E6372E8-0F95-401A-B1E6-4FB792B1EDE8}"/>
                </a:ext>
              </a:extLst>
            </p:cNvPr>
            <p:cNvSpPr/>
            <p:nvPr/>
          </p:nvSpPr>
          <p:spPr>
            <a:xfrm>
              <a:off x="3490760" y="-108262"/>
              <a:ext cx="72896" cy="83759"/>
            </a:xfrm>
            <a:custGeom>
              <a:avLst/>
              <a:gdLst>
                <a:gd name="connsiteX0" fmla="*/ 39736 w 72896"/>
                <a:gd name="connsiteY0" fmla="*/ 83759 h 83759"/>
                <a:gd name="connsiteX1" fmla="*/ 0 w 72896"/>
                <a:gd name="connsiteY1" fmla="*/ 41737 h 83759"/>
                <a:gd name="connsiteX2" fmla="*/ 37449 w 72896"/>
                <a:gd name="connsiteY2" fmla="*/ 0 h 83759"/>
                <a:gd name="connsiteX3" fmla="*/ 72896 w 72896"/>
                <a:gd name="connsiteY3" fmla="*/ 40593 h 83759"/>
                <a:gd name="connsiteX4" fmla="*/ 72611 w 72896"/>
                <a:gd name="connsiteY4" fmla="*/ 48312 h 83759"/>
                <a:gd name="connsiteX5" fmla="*/ 18867 w 72896"/>
                <a:gd name="connsiteY5" fmla="*/ 48312 h 83759"/>
                <a:gd name="connsiteX6" fmla="*/ 39736 w 72896"/>
                <a:gd name="connsiteY6" fmla="*/ 67751 h 83759"/>
                <a:gd name="connsiteX7" fmla="*/ 59461 w 72896"/>
                <a:gd name="connsiteY7" fmla="*/ 58317 h 83759"/>
                <a:gd name="connsiteX8" fmla="*/ 71181 w 72896"/>
                <a:gd name="connsiteY8" fmla="*/ 70609 h 83759"/>
                <a:gd name="connsiteX9" fmla="*/ 39736 w 72896"/>
                <a:gd name="connsiteY9" fmla="*/ 83759 h 83759"/>
                <a:gd name="connsiteX10" fmla="*/ 18867 w 72896"/>
                <a:gd name="connsiteY10" fmla="*/ 34590 h 83759"/>
                <a:gd name="connsiteX11" fmla="*/ 55173 w 72896"/>
                <a:gd name="connsiteY11" fmla="*/ 34590 h 83759"/>
                <a:gd name="connsiteX12" fmla="*/ 37449 w 72896"/>
                <a:gd name="connsiteY12" fmla="*/ 15151 h 83759"/>
                <a:gd name="connsiteX13" fmla="*/ 18867 w 72896"/>
                <a:gd name="connsiteY13" fmla="*/ 34590 h 8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2896" h="83759">
                  <a:moveTo>
                    <a:pt x="39736" y="83759"/>
                  </a:moveTo>
                  <a:cubicBezTo>
                    <a:pt x="16009" y="83759"/>
                    <a:pt x="0" y="66893"/>
                    <a:pt x="0" y="41737"/>
                  </a:cubicBezTo>
                  <a:cubicBezTo>
                    <a:pt x="0" y="16866"/>
                    <a:pt x="15151" y="0"/>
                    <a:pt x="37449" y="0"/>
                  </a:cubicBezTo>
                  <a:cubicBezTo>
                    <a:pt x="58889" y="0"/>
                    <a:pt x="72896" y="16009"/>
                    <a:pt x="72896" y="40593"/>
                  </a:cubicBezTo>
                  <a:cubicBezTo>
                    <a:pt x="72896" y="43166"/>
                    <a:pt x="72611" y="46025"/>
                    <a:pt x="72611" y="48312"/>
                  </a:cubicBezTo>
                  <a:lnTo>
                    <a:pt x="18867" y="48312"/>
                  </a:lnTo>
                  <a:cubicBezTo>
                    <a:pt x="20869" y="60604"/>
                    <a:pt x="28301" y="67751"/>
                    <a:pt x="39736" y="67751"/>
                  </a:cubicBezTo>
                  <a:cubicBezTo>
                    <a:pt x="47168" y="67751"/>
                    <a:pt x="53172" y="64892"/>
                    <a:pt x="59461" y="58317"/>
                  </a:cubicBezTo>
                  <a:lnTo>
                    <a:pt x="71181" y="70609"/>
                  </a:lnTo>
                  <a:cubicBezTo>
                    <a:pt x="62033" y="79471"/>
                    <a:pt x="52028" y="83759"/>
                    <a:pt x="39736" y="83759"/>
                  </a:cubicBezTo>
                  <a:close/>
                  <a:moveTo>
                    <a:pt x="18867" y="34590"/>
                  </a:moveTo>
                  <a:lnTo>
                    <a:pt x="55173" y="34590"/>
                  </a:lnTo>
                  <a:cubicBezTo>
                    <a:pt x="54315" y="22298"/>
                    <a:pt x="48026" y="15151"/>
                    <a:pt x="37449" y="15151"/>
                  </a:cubicBezTo>
                  <a:cubicBezTo>
                    <a:pt x="27157" y="15151"/>
                    <a:pt x="20583" y="22298"/>
                    <a:pt x="18867" y="34590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6" name="Freihandform: Form 165">
              <a:extLst>
                <a:ext uri="{FF2B5EF4-FFF2-40B4-BE49-F238E27FC236}">
                  <a16:creationId xmlns:a16="http://schemas.microsoft.com/office/drawing/2014/main" id="{D7C726C3-A3CF-48D5-A087-667491C22A7A}"/>
                </a:ext>
              </a:extLst>
            </p:cNvPr>
            <p:cNvSpPr/>
            <p:nvPr/>
          </p:nvSpPr>
          <p:spPr>
            <a:xfrm>
              <a:off x="3584810" y="-108335"/>
              <a:ext cx="48025" cy="81831"/>
            </a:xfrm>
            <a:custGeom>
              <a:avLst/>
              <a:gdLst>
                <a:gd name="connsiteX0" fmla="*/ 48026 w 48025"/>
                <a:gd name="connsiteY0" fmla="*/ 1502 h 81831"/>
                <a:gd name="connsiteX1" fmla="*/ 45167 w 48025"/>
                <a:gd name="connsiteY1" fmla="*/ 20655 h 81831"/>
                <a:gd name="connsiteX2" fmla="*/ 34876 w 48025"/>
                <a:gd name="connsiteY2" fmla="*/ 18083 h 81831"/>
                <a:gd name="connsiteX3" fmla="*/ 18581 w 48025"/>
                <a:gd name="connsiteY3" fmla="*/ 40666 h 81831"/>
                <a:gd name="connsiteX4" fmla="*/ 18581 w 48025"/>
                <a:gd name="connsiteY4" fmla="*/ 81831 h 81831"/>
                <a:gd name="connsiteX5" fmla="*/ 0 w 48025"/>
                <a:gd name="connsiteY5" fmla="*/ 81831 h 81831"/>
                <a:gd name="connsiteX6" fmla="*/ 0 w 48025"/>
                <a:gd name="connsiteY6" fmla="*/ 1788 h 81831"/>
                <a:gd name="connsiteX7" fmla="*/ 18296 w 48025"/>
                <a:gd name="connsiteY7" fmla="*/ 1788 h 81831"/>
                <a:gd name="connsiteX8" fmla="*/ 18296 w 48025"/>
                <a:gd name="connsiteY8" fmla="*/ 12079 h 81831"/>
                <a:gd name="connsiteX9" fmla="*/ 18581 w 48025"/>
                <a:gd name="connsiteY9" fmla="*/ 12079 h 81831"/>
                <a:gd name="connsiteX10" fmla="*/ 39450 w 48025"/>
                <a:gd name="connsiteY10" fmla="*/ 73 h 81831"/>
                <a:gd name="connsiteX11" fmla="*/ 48026 w 48025"/>
                <a:gd name="connsiteY11" fmla="*/ 1502 h 81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8025" h="81831">
                  <a:moveTo>
                    <a:pt x="48026" y="1502"/>
                  </a:moveTo>
                  <a:lnTo>
                    <a:pt x="45167" y="20655"/>
                  </a:lnTo>
                  <a:cubicBezTo>
                    <a:pt x="42308" y="19226"/>
                    <a:pt x="38878" y="18083"/>
                    <a:pt x="34876" y="18083"/>
                  </a:cubicBezTo>
                  <a:cubicBezTo>
                    <a:pt x="22012" y="18083"/>
                    <a:pt x="18581" y="28374"/>
                    <a:pt x="18581" y="40666"/>
                  </a:cubicBezTo>
                  <a:lnTo>
                    <a:pt x="18581" y="81831"/>
                  </a:lnTo>
                  <a:lnTo>
                    <a:pt x="0" y="81831"/>
                  </a:lnTo>
                  <a:lnTo>
                    <a:pt x="0" y="1788"/>
                  </a:lnTo>
                  <a:lnTo>
                    <a:pt x="18296" y="1788"/>
                  </a:lnTo>
                  <a:lnTo>
                    <a:pt x="18296" y="12079"/>
                  </a:lnTo>
                  <a:lnTo>
                    <a:pt x="18581" y="12079"/>
                  </a:lnTo>
                  <a:cubicBezTo>
                    <a:pt x="22869" y="4647"/>
                    <a:pt x="30302" y="73"/>
                    <a:pt x="39450" y="73"/>
                  </a:cubicBezTo>
                  <a:cubicBezTo>
                    <a:pt x="42023" y="-213"/>
                    <a:pt x="45167" y="359"/>
                    <a:pt x="48026" y="1502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7" name="Freihandform: Form 166">
              <a:extLst>
                <a:ext uri="{FF2B5EF4-FFF2-40B4-BE49-F238E27FC236}">
                  <a16:creationId xmlns:a16="http://schemas.microsoft.com/office/drawing/2014/main" id="{AB95B07B-8CE2-478D-B60E-29D2AC78ED26}"/>
                </a:ext>
              </a:extLst>
            </p:cNvPr>
            <p:cNvSpPr/>
            <p:nvPr/>
          </p:nvSpPr>
          <p:spPr>
            <a:xfrm>
              <a:off x="3641698" y="-108548"/>
              <a:ext cx="61747" cy="84045"/>
            </a:xfrm>
            <a:custGeom>
              <a:avLst/>
              <a:gdLst>
                <a:gd name="connsiteX0" fmla="*/ 8862 w 61747"/>
                <a:gd name="connsiteY0" fmla="*/ 59461 h 84045"/>
                <a:gd name="connsiteX1" fmla="*/ 31445 w 61747"/>
                <a:gd name="connsiteY1" fmla="*/ 68322 h 84045"/>
                <a:gd name="connsiteX2" fmla="*/ 43166 w 61747"/>
                <a:gd name="connsiteY2" fmla="*/ 60318 h 84045"/>
                <a:gd name="connsiteX3" fmla="*/ 3144 w 61747"/>
                <a:gd name="connsiteY3" fmla="*/ 24871 h 84045"/>
                <a:gd name="connsiteX4" fmla="*/ 33446 w 61747"/>
                <a:gd name="connsiteY4" fmla="*/ 0 h 84045"/>
                <a:gd name="connsiteX5" fmla="*/ 61176 w 61747"/>
                <a:gd name="connsiteY5" fmla="*/ 8290 h 84045"/>
                <a:gd name="connsiteX6" fmla="*/ 52314 w 61747"/>
                <a:gd name="connsiteY6" fmla="*/ 22869 h 84045"/>
                <a:gd name="connsiteX7" fmla="*/ 33161 w 61747"/>
                <a:gd name="connsiteY7" fmla="*/ 15723 h 84045"/>
                <a:gd name="connsiteX8" fmla="*/ 21726 w 61747"/>
                <a:gd name="connsiteY8" fmla="*/ 23155 h 84045"/>
                <a:gd name="connsiteX9" fmla="*/ 61747 w 61747"/>
                <a:gd name="connsiteY9" fmla="*/ 58603 h 84045"/>
                <a:gd name="connsiteX10" fmla="*/ 30874 w 61747"/>
                <a:gd name="connsiteY10" fmla="*/ 84045 h 84045"/>
                <a:gd name="connsiteX11" fmla="*/ 0 w 61747"/>
                <a:gd name="connsiteY11" fmla="*/ 74326 h 84045"/>
                <a:gd name="connsiteX12" fmla="*/ 8862 w 61747"/>
                <a:gd name="connsiteY12" fmla="*/ 59461 h 84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1747" h="84045">
                  <a:moveTo>
                    <a:pt x="8862" y="59461"/>
                  </a:moveTo>
                  <a:cubicBezTo>
                    <a:pt x="16866" y="65464"/>
                    <a:pt x="24299" y="68322"/>
                    <a:pt x="31445" y="68322"/>
                  </a:cubicBezTo>
                  <a:cubicBezTo>
                    <a:pt x="38306" y="68322"/>
                    <a:pt x="43166" y="65178"/>
                    <a:pt x="43166" y="60318"/>
                  </a:cubicBezTo>
                  <a:cubicBezTo>
                    <a:pt x="43166" y="46597"/>
                    <a:pt x="3144" y="51456"/>
                    <a:pt x="3144" y="24871"/>
                  </a:cubicBezTo>
                  <a:cubicBezTo>
                    <a:pt x="3144" y="10005"/>
                    <a:pt x="15437" y="0"/>
                    <a:pt x="33446" y="0"/>
                  </a:cubicBezTo>
                  <a:cubicBezTo>
                    <a:pt x="43166" y="0"/>
                    <a:pt x="52600" y="2859"/>
                    <a:pt x="61176" y="8290"/>
                  </a:cubicBezTo>
                  <a:lnTo>
                    <a:pt x="52314" y="22869"/>
                  </a:lnTo>
                  <a:cubicBezTo>
                    <a:pt x="45453" y="18296"/>
                    <a:pt x="39164" y="15723"/>
                    <a:pt x="33161" y="15723"/>
                  </a:cubicBezTo>
                  <a:cubicBezTo>
                    <a:pt x="26300" y="15723"/>
                    <a:pt x="21726" y="18581"/>
                    <a:pt x="21726" y="23155"/>
                  </a:cubicBezTo>
                  <a:cubicBezTo>
                    <a:pt x="21726" y="36305"/>
                    <a:pt x="61747" y="31731"/>
                    <a:pt x="61747" y="58603"/>
                  </a:cubicBezTo>
                  <a:cubicBezTo>
                    <a:pt x="61747" y="73754"/>
                    <a:pt x="49455" y="84045"/>
                    <a:pt x="30874" y="84045"/>
                  </a:cubicBezTo>
                  <a:cubicBezTo>
                    <a:pt x="20297" y="84045"/>
                    <a:pt x="9434" y="80615"/>
                    <a:pt x="0" y="74326"/>
                  </a:cubicBezTo>
                  <a:lnTo>
                    <a:pt x="8862" y="5946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8" name="Freihandform: Form 167">
              <a:extLst>
                <a:ext uri="{FF2B5EF4-FFF2-40B4-BE49-F238E27FC236}">
                  <a16:creationId xmlns:a16="http://schemas.microsoft.com/office/drawing/2014/main" id="{F6080EA1-4454-4744-9BAA-5EFA5C8C1A27}"/>
                </a:ext>
              </a:extLst>
            </p:cNvPr>
            <p:cNvSpPr/>
            <p:nvPr/>
          </p:nvSpPr>
          <p:spPr>
            <a:xfrm>
              <a:off x="3720884" y="-141994"/>
              <a:ext cx="23727" cy="115490"/>
            </a:xfrm>
            <a:custGeom>
              <a:avLst/>
              <a:gdLst>
                <a:gd name="connsiteX0" fmla="*/ 23727 w 23727"/>
                <a:gd name="connsiteY0" fmla="*/ 11435 h 115490"/>
                <a:gd name="connsiteX1" fmla="*/ 11721 w 23727"/>
                <a:gd name="connsiteY1" fmla="*/ 22869 h 115490"/>
                <a:gd name="connsiteX2" fmla="*/ 0 w 23727"/>
                <a:gd name="connsiteY2" fmla="*/ 11435 h 115490"/>
                <a:gd name="connsiteX3" fmla="*/ 11721 w 23727"/>
                <a:gd name="connsiteY3" fmla="*/ 0 h 115490"/>
                <a:gd name="connsiteX4" fmla="*/ 23727 w 23727"/>
                <a:gd name="connsiteY4" fmla="*/ 11435 h 115490"/>
                <a:gd name="connsiteX5" fmla="*/ 21154 w 23727"/>
                <a:gd name="connsiteY5" fmla="*/ 115491 h 115490"/>
                <a:gd name="connsiteX6" fmla="*/ 2573 w 23727"/>
                <a:gd name="connsiteY6" fmla="*/ 115491 h 115490"/>
                <a:gd name="connsiteX7" fmla="*/ 2573 w 23727"/>
                <a:gd name="connsiteY7" fmla="*/ 35448 h 115490"/>
                <a:gd name="connsiteX8" fmla="*/ 21154 w 23727"/>
                <a:gd name="connsiteY8" fmla="*/ 35448 h 115490"/>
                <a:gd name="connsiteX9" fmla="*/ 21154 w 23727"/>
                <a:gd name="connsiteY9" fmla="*/ 115491 h 115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727" h="115490">
                  <a:moveTo>
                    <a:pt x="23727" y="11435"/>
                  </a:moveTo>
                  <a:cubicBezTo>
                    <a:pt x="23727" y="18010"/>
                    <a:pt x="18296" y="22869"/>
                    <a:pt x="11721" y="22869"/>
                  </a:cubicBezTo>
                  <a:cubicBezTo>
                    <a:pt x="5146" y="22869"/>
                    <a:pt x="0" y="18296"/>
                    <a:pt x="0" y="11435"/>
                  </a:cubicBezTo>
                  <a:cubicBezTo>
                    <a:pt x="0" y="4860"/>
                    <a:pt x="5432" y="0"/>
                    <a:pt x="11721" y="0"/>
                  </a:cubicBezTo>
                  <a:cubicBezTo>
                    <a:pt x="18296" y="0"/>
                    <a:pt x="23727" y="4860"/>
                    <a:pt x="23727" y="11435"/>
                  </a:cubicBezTo>
                  <a:close/>
                  <a:moveTo>
                    <a:pt x="21154" y="115491"/>
                  </a:moveTo>
                  <a:lnTo>
                    <a:pt x="2573" y="115491"/>
                  </a:lnTo>
                  <a:lnTo>
                    <a:pt x="2573" y="35448"/>
                  </a:lnTo>
                  <a:lnTo>
                    <a:pt x="21154" y="35448"/>
                  </a:lnTo>
                  <a:lnTo>
                    <a:pt x="21154" y="11549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9" name="Freihandform: Form 168">
              <a:extLst>
                <a:ext uri="{FF2B5EF4-FFF2-40B4-BE49-F238E27FC236}">
                  <a16:creationId xmlns:a16="http://schemas.microsoft.com/office/drawing/2014/main" id="{8AAF6610-7F78-4A72-89B1-2AB9939C2905}"/>
                </a:ext>
              </a:extLst>
            </p:cNvPr>
            <p:cNvSpPr/>
            <p:nvPr/>
          </p:nvSpPr>
          <p:spPr>
            <a:xfrm>
              <a:off x="3758046" y="-131989"/>
              <a:ext cx="49741" cy="107486"/>
            </a:xfrm>
            <a:custGeom>
              <a:avLst/>
              <a:gdLst>
                <a:gd name="connsiteX0" fmla="*/ 49741 w 49741"/>
                <a:gd name="connsiteY0" fmla="*/ 88619 h 107486"/>
                <a:gd name="connsiteX1" fmla="*/ 49741 w 49741"/>
                <a:gd name="connsiteY1" fmla="*/ 104628 h 107486"/>
                <a:gd name="connsiteX2" fmla="*/ 34018 w 49741"/>
                <a:gd name="connsiteY2" fmla="*/ 107486 h 107486"/>
                <a:gd name="connsiteX3" fmla="*/ 12292 w 49741"/>
                <a:gd name="connsiteY3" fmla="*/ 84903 h 107486"/>
                <a:gd name="connsiteX4" fmla="*/ 12292 w 49741"/>
                <a:gd name="connsiteY4" fmla="*/ 41165 h 107486"/>
                <a:gd name="connsiteX5" fmla="*/ 0 w 49741"/>
                <a:gd name="connsiteY5" fmla="*/ 41165 h 107486"/>
                <a:gd name="connsiteX6" fmla="*/ 0 w 49741"/>
                <a:gd name="connsiteY6" fmla="*/ 25728 h 107486"/>
                <a:gd name="connsiteX7" fmla="*/ 12006 w 49741"/>
                <a:gd name="connsiteY7" fmla="*/ 25728 h 107486"/>
                <a:gd name="connsiteX8" fmla="*/ 12006 w 49741"/>
                <a:gd name="connsiteY8" fmla="*/ 4002 h 107486"/>
                <a:gd name="connsiteX9" fmla="*/ 30588 w 49741"/>
                <a:gd name="connsiteY9" fmla="*/ 0 h 107486"/>
                <a:gd name="connsiteX10" fmla="*/ 30588 w 49741"/>
                <a:gd name="connsiteY10" fmla="*/ 26014 h 107486"/>
                <a:gd name="connsiteX11" fmla="*/ 49741 w 49741"/>
                <a:gd name="connsiteY11" fmla="*/ 26014 h 107486"/>
                <a:gd name="connsiteX12" fmla="*/ 49741 w 49741"/>
                <a:gd name="connsiteY12" fmla="*/ 41451 h 107486"/>
                <a:gd name="connsiteX13" fmla="*/ 30588 w 49741"/>
                <a:gd name="connsiteY13" fmla="*/ 41451 h 107486"/>
                <a:gd name="connsiteX14" fmla="*/ 30588 w 49741"/>
                <a:gd name="connsiteY14" fmla="*/ 80901 h 107486"/>
                <a:gd name="connsiteX15" fmla="*/ 39164 w 49741"/>
                <a:gd name="connsiteY15" fmla="*/ 91478 h 107486"/>
                <a:gd name="connsiteX16" fmla="*/ 49741 w 49741"/>
                <a:gd name="connsiteY16" fmla="*/ 88619 h 107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9741" h="107486">
                  <a:moveTo>
                    <a:pt x="49741" y="88619"/>
                  </a:moveTo>
                  <a:lnTo>
                    <a:pt x="49741" y="104628"/>
                  </a:lnTo>
                  <a:cubicBezTo>
                    <a:pt x="45739" y="106629"/>
                    <a:pt x="39450" y="107486"/>
                    <a:pt x="34018" y="107486"/>
                  </a:cubicBezTo>
                  <a:cubicBezTo>
                    <a:pt x="20011" y="107486"/>
                    <a:pt x="12292" y="99482"/>
                    <a:pt x="12292" y="84903"/>
                  </a:cubicBezTo>
                  <a:lnTo>
                    <a:pt x="12292" y="41165"/>
                  </a:lnTo>
                  <a:lnTo>
                    <a:pt x="0" y="41165"/>
                  </a:lnTo>
                  <a:lnTo>
                    <a:pt x="0" y="25728"/>
                  </a:lnTo>
                  <a:lnTo>
                    <a:pt x="12006" y="25728"/>
                  </a:lnTo>
                  <a:lnTo>
                    <a:pt x="12006" y="4002"/>
                  </a:lnTo>
                  <a:lnTo>
                    <a:pt x="30588" y="0"/>
                  </a:lnTo>
                  <a:lnTo>
                    <a:pt x="30588" y="26014"/>
                  </a:lnTo>
                  <a:lnTo>
                    <a:pt x="49741" y="26014"/>
                  </a:lnTo>
                  <a:lnTo>
                    <a:pt x="49741" y="41451"/>
                  </a:lnTo>
                  <a:lnTo>
                    <a:pt x="30588" y="41451"/>
                  </a:lnTo>
                  <a:lnTo>
                    <a:pt x="30588" y="80901"/>
                  </a:lnTo>
                  <a:cubicBezTo>
                    <a:pt x="30588" y="88333"/>
                    <a:pt x="33161" y="91478"/>
                    <a:pt x="39164" y="91478"/>
                  </a:cubicBezTo>
                  <a:cubicBezTo>
                    <a:pt x="42594" y="91192"/>
                    <a:pt x="46597" y="90048"/>
                    <a:pt x="49741" y="88619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0" name="Freihandform: Form 169">
              <a:extLst>
                <a:ext uri="{FF2B5EF4-FFF2-40B4-BE49-F238E27FC236}">
                  <a16:creationId xmlns:a16="http://schemas.microsoft.com/office/drawing/2014/main" id="{649B43AC-08EA-4CF7-B720-1043BEE94621}"/>
                </a:ext>
              </a:extLst>
            </p:cNvPr>
            <p:cNvSpPr/>
            <p:nvPr/>
          </p:nvSpPr>
          <p:spPr>
            <a:xfrm>
              <a:off x="3822367" y="-140565"/>
              <a:ext cx="67750" cy="116062"/>
            </a:xfrm>
            <a:custGeom>
              <a:avLst/>
              <a:gdLst>
                <a:gd name="connsiteX0" fmla="*/ 34304 w 67750"/>
                <a:gd name="connsiteY0" fmla="*/ 64606 h 116062"/>
                <a:gd name="connsiteX1" fmla="*/ 49455 w 67750"/>
                <a:gd name="connsiteY1" fmla="*/ 66321 h 116062"/>
                <a:gd name="connsiteX2" fmla="*/ 49455 w 67750"/>
                <a:gd name="connsiteY2" fmla="*/ 63463 h 116062"/>
                <a:gd name="connsiteX3" fmla="*/ 31731 w 67750"/>
                <a:gd name="connsiteY3" fmla="*/ 48026 h 116062"/>
                <a:gd name="connsiteX4" fmla="*/ 11435 w 67750"/>
                <a:gd name="connsiteY4" fmla="*/ 52600 h 116062"/>
                <a:gd name="connsiteX5" fmla="*/ 7433 w 67750"/>
                <a:gd name="connsiteY5" fmla="*/ 36877 h 116062"/>
                <a:gd name="connsiteX6" fmla="*/ 33733 w 67750"/>
                <a:gd name="connsiteY6" fmla="*/ 32303 h 116062"/>
                <a:gd name="connsiteX7" fmla="*/ 67751 w 67750"/>
                <a:gd name="connsiteY7" fmla="*/ 63177 h 116062"/>
                <a:gd name="connsiteX8" fmla="*/ 67751 w 67750"/>
                <a:gd name="connsiteY8" fmla="*/ 114347 h 116062"/>
                <a:gd name="connsiteX9" fmla="*/ 50027 w 67750"/>
                <a:gd name="connsiteY9" fmla="*/ 114347 h 116062"/>
                <a:gd name="connsiteX10" fmla="*/ 50027 w 67750"/>
                <a:gd name="connsiteY10" fmla="*/ 105771 h 116062"/>
                <a:gd name="connsiteX11" fmla="*/ 49741 w 67750"/>
                <a:gd name="connsiteY11" fmla="*/ 105771 h 116062"/>
                <a:gd name="connsiteX12" fmla="*/ 26300 w 67750"/>
                <a:gd name="connsiteY12" fmla="*/ 116062 h 116062"/>
                <a:gd name="connsiteX13" fmla="*/ 0 w 67750"/>
                <a:gd name="connsiteY13" fmla="*/ 90620 h 116062"/>
                <a:gd name="connsiteX14" fmla="*/ 34304 w 67750"/>
                <a:gd name="connsiteY14" fmla="*/ 64606 h 116062"/>
                <a:gd name="connsiteX15" fmla="*/ 19153 w 67750"/>
                <a:gd name="connsiteY15" fmla="*/ 21726 h 116062"/>
                <a:gd name="connsiteX16" fmla="*/ 8004 w 67750"/>
                <a:gd name="connsiteY16" fmla="*/ 10863 h 116062"/>
                <a:gd name="connsiteX17" fmla="*/ 19153 w 67750"/>
                <a:gd name="connsiteY17" fmla="*/ 0 h 116062"/>
                <a:gd name="connsiteX18" fmla="*/ 30302 w 67750"/>
                <a:gd name="connsiteY18" fmla="*/ 10863 h 116062"/>
                <a:gd name="connsiteX19" fmla="*/ 19153 w 67750"/>
                <a:gd name="connsiteY19" fmla="*/ 21726 h 116062"/>
                <a:gd name="connsiteX20" fmla="*/ 31160 w 67750"/>
                <a:gd name="connsiteY20" fmla="*/ 102055 h 116062"/>
                <a:gd name="connsiteX21" fmla="*/ 49455 w 67750"/>
                <a:gd name="connsiteY21" fmla="*/ 92335 h 116062"/>
                <a:gd name="connsiteX22" fmla="*/ 49455 w 67750"/>
                <a:gd name="connsiteY22" fmla="*/ 78614 h 116062"/>
                <a:gd name="connsiteX23" fmla="*/ 36305 w 67750"/>
                <a:gd name="connsiteY23" fmla="*/ 77184 h 116062"/>
                <a:gd name="connsiteX24" fmla="*/ 17724 w 67750"/>
                <a:gd name="connsiteY24" fmla="*/ 90334 h 116062"/>
                <a:gd name="connsiteX25" fmla="*/ 31160 w 67750"/>
                <a:gd name="connsiteY25" fmla="*/ 102055 h 116062"/>
                <a:gd name="connsiteX26" fmla="*/ 51742 w 67750"/>
                <a:gd name="connsiteY26" fmla="*/ 21726 h 116062"/>
                <a:gd name="connsiteX27" fmla="*/ 40593 w 67750"/>
                <a:gd name="connsiteY27" fmla="*/ 10863 h 116062"/>
                <a:gd name="connsiteX28" fmla="*/ 51742 w 67750"/>
                <a:gd name="connsiteY28" fmla="*/ 0 h 116062"/>
                <a:gd name="connsiteX29" fmla="*/ 62891 w 67750"/>
                <a:gd name="connsiteY29" fmla="*/ 10863 h 116062"/>
                <a:gd name="connsiteX30" fmla="*/ 51742 w 67750"/>
                <a:gd name="connsiteY30" fmla="*/ 21726 h 1160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7750" h="116062">
                  <a:moveTo>
                    <a:pt x="34304" y="64606"/>
                  </a:moveTo>
                  <a:cubicBezTo>
                    <a:pt x="39450" y="64606"/>
                    <a:pt x="44310" y="64892"/>
                    <a:pt x="49455" y="66321"/>
                  </a:cubicBezTo>
                  <a:lnTo>
                    <a:pt x="49455" y="63463"/>
                  </a:lnTo>
                  <a:cubicBezTo>
                    <a:pt x="49455" y="53171"/>
                    <a:pt x="43452" y="48026"/>
                    <a:pt x="31731" y="48026"/>
                  </a:cubicBezTo>
                  <a:cubicBezTo>
                    <a:pt x="25157" y="48026"/>
                    <a:pt x="18010" y="49455"/>
                    <a:pt x="11435" y="52600"/>
                  </a:cubicBezTo>
                  <a:lnTo>
                    <a:pt x="7433" y="36877"/>
                  </a:lnTo>
                  <a:cubicBezTo>
                    <a:pt x="14865" y="34018"/>
                    <a:pt x="24585" y="32303"/>
                    <a:pt x="33733" y="32303"/>
                  </a:cubicBezTo>
                  <a:cubicBezTo>
                    <a:pt x="56316" y="32303"/>
                    <a:pt x="67751" y="42880"/>
                    <a:pt x="67751" y="63177"/>
                  </a:cubicBezTo>
                  <a:lnTo>
                    <a:pt x="67751" y="114347"/>
                  </a:lnTo>
                  <a:lnTo>
                    <a:pt x="50027" y="114347"/>
                  </a:lnTo>
                  <a:lnTo>
                    <a:pt x="50027" y="105771"/>
                  </a:lnTo>
                  <a:lnTo>
                    <a:pt x="49741" y="105771"/>
                  </a:lnTo>
                  <a:cubicBezTo>
                    <a:pt x="42880" y="112918"/>
                    <a:pt x="35734" y="116062"/>
                    <a:pt x="26300" y="116062"/>
                  </a:cubicBezTo>
                  <a:cubicBezTo>
                    <a:pt x="10291" y="116062"/>
                    <a:pt x="0" y="106057"/>
                    <a:pt x="0" y="90620"/>
                  </a:cubicBezTo>
                  <a:cubicBezTo>
                    <a:pt x="0" y="73754"/>
                    <a:pt x="12006" y="64606"/>
                    <a:pt x="34304" y="64606"/>
                  </a:cubicBezTo>
                  <a:close/>
                  <a:moveTo>
                    <a:pt x="19153" y="21726"/>
                  </a:moveTo>
                  <a:cubicBezTo>
                    <a:pt x="13150" y="21726"/>
                    <a:pt x="8004" y="16580"/>
                    <a:pt x="8004" y="10863"/>
                  </a:cubicBezTo>
                  <a:cubicBezTo>
                    <a:pt x="8004" y="5146"/>
                    <a:pt x="13150" y="0"/>
                    <a:pt x="19153" y="0"/>
                  </a:cubicBezTo>
                  <a:cubicBezTo>
                    <a:pt x="25157" y="0"/>
                    <a:pt x="30302" y="5146"/>
                    <a:pt x="30302" y="10863"/>
                  </a:cubicBezTo>
                  <a:cubicBezTo>
                    <a:pt x="30302" y="16866"/>
                    <a:pt x="25157" y="21726"/>
                    <a:pt x="19153" y="21726"/>
                  </a:cubicBezTo>
                  <a:close/>
                  <a:moveTo>
                    <a:pt x="31160" y="102055"/>
                  </a:moveTo>
                  <a:cubicBezTo>
                    <a:pt x="38021" y="102055"/>
                    <a:pt x="44310" y="98625"/>
                    <a:pt x="49455" y="92335"/>
                  </a:cubicBezTo>
                  <a:lnTo>
                    <a:pt x="49455" y="78614"/>
                  </a:lnTo>
                  <a:cubicBezTo>
                    <a:pt x="45167" y="77470"/>
                    <a:pt x="40593" y="77184"/>
                    <a:pt x="36305" y="77184"/>
                  </a:cubicBezTo>
                  <a:cubicBezTo>
                    <a:pt x="24585" y="77184"/>
                    <a:pt x="17724" y="81758"/>
                    <a:pt x="17724" y="90334"/>
                  </a:cubicBezTo>
                  <a:cubicBezTo>
                    <a:pt x="17724" y="97481"/>
                    <a:pt x="22869" y="102055"/>
                    <a:pt x="31160" y="102055"/>
                  </a:cubicBezTo>
                  <a:close/>
                  <a:moveTo>
                    <a:pt x="51742" y="21726"/>
                  </a:moveTo>
                  <a:cubicBezTo>
                    <a:pt x="45739" y="21726"/>
                    <a:pt x="40593" y="16580"/>
                    <a:pt x="40593" y="10863"/>
                  </a:cubicBezTo>
                  <a:cubicBezTo>
                    <a:pt x="40593" y="5146"/>
                    <a:pt x="45739" y="0"/>
                    <a:pt x="51742" y="0"/>
                  </a:cubicBezTo>
                  <a:cubicBezTo>
                    <a:pt x="57745" y="0"/>
                    <a:pt x="62891" y="5146"/>
                    <a:pt x="62891" y="10863"/>
                  </a:cubicBezTo>
                  <a:cubicBezTo>
                    <a:pt x="62891" y="16866"/>
                    <a:pt x="57745" y="21726"/>
                    <a:pt x="51742" y="21726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1" name="Freihandform: Form 170">
              <a:extLst>
                <a:ext uri="{FF2B5EF4-FFF2-40B4-BE49-F238E27FC236}">
                  <a16:creationId xmlns:a16="http://schemas.microsoft.com/office/drawing/2014/main" id="{12D72BC0-ECA6-4BB4-9317-4BC921FC94BB}"/>
                </a:ext>
              </a:extLst>
            </p:cNvPr>
            <p:cNvSpPr/>
            <p:nvPr/>
          </p:nvSpPr>
          <p:spPr>
            <a:xfrm>
              <a:off x="3904697" y="-131989"/>
              <a:ext cx="49740" cy="107486"/>
            </a:xfrm>
            <a:custGeom>
              <a:avLst/>
              <a:gdLst>
                <a:gd name="connsiteX0" fmla="*/ 49741 w 49740"/>
                <a:gd name="connsiteY0" fmla="*/ 88619 h 107486"/>
                <a:gd name="connsiteX1" fmla="*/ 49741 w 49740"/>
                <a:gd name="connsiteY1" fmla="*/ 104628 h 107486"/>
                <a:gd name="connsiteX2" fmla="*/ 34018 w 49740"/>
                <a:gd name="connsiteY2" fmla="*/ 107486 h 107486"/>
                <a:gd name="connsiteX3" fmla="*/ 12292 w 49740"/>
                <a:gd name="connsiteY3" fmla="*/ 84903 h 107486"/>
                <a:gd name="connsiteX4" fmla="*/ 12292 w 49740"/>
                <a:gd name="connsiteY4" fmla="*/ 41165 h 107486"/>
                <a:gd name="connsiteX5" fmla="*/ 0 w 49740"/>
                <a:gd name="connsiteY5" fmla="*/ 41165 h 107486"/>
                <a:gd name="connsiteX6" fmla="*/ 0 w 49740"/>
                <a:gd name="connsiteY6" fmla="*/ 25728 h 107486"/>
                <a:gd name="connsiteX7" fmla="*/ 12006 w 49740"/>
                <a:gd name="connsiteY7" fmla="*/ 25728 h 107486"/>
                <a:gd name="connsiteX8" fmla="*/ 12006 w 49740"/>
                <a:gd name="connsiteY8" fmla="*/ 4002 h 107486"/>
                <a:gd name="connsiteX9" fmla="*/ 30588 w 49740"/>
                <a:gd name="connsiteY9" fmla="*/ 0 h 107486"/>
                <a:gd name="connsiteX10" fmla="*/ 30588 w 49740"/>
                <a:gd name="connsiteY10" fmla="*/ 26014 h 107486"/>
                <a:gd name="connsiteX11" fmla="*/ 49741 w 49740"/>
                <a:gd name="connsiteY11" fmla="*/ 26014 h 107486"/>
                <a:gd name="connsiteX12" fmla="*/ 49741 w 49740"/>
                <a:gd name="connsiteY12" fmla="*/ 41451 h 107486"/>
                <a:gd name="connsiteX13" fmla="*/ 30588 w 49740"/>
                <a:gd name="connsiteY13" fmla="*/ 41451 h 107486"/>
                <a:gd name="connsiteX14" fmla="*/ 30588 w 49740"/>
                <a:gd name="connsiteY14" fmla="*/ 80901 h 107486"/>
                <a:gd name="connsiteX15" fmla="*/ 39164 w 49740"/>
                <a:gd name="connsiteY15" fmla="*/ 91478 h 107486"/>
                <a:gd name="connsiteX16" fmla="*/ 49741 w 49740"/>
                <a:gd name="connsiteY16" fmla="*/ 88619 h 107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9740" h="107486">
                  <a:moveTo>
                    <a:pt x="49741" y="88619"/>
                  </a:moveTo>
                  <a:lnTo>
                    <a:pt x="49741" y="104628"/>
                  </a:lnTo>
                  <a:cubicBezTo>
                    <a:pt x="45739" y="106629"/>
                    <a:pt x="39450" y="107486"/>
                    <a:pt x="34018" y="107486"/>
                  </a:cubicBezTo>
                  <a:cubicBezTo>
                    <a:pt x="20011" y="107486"/>
                    <a:pt x="12292" y="99482"/>
                    <a:pt x="12292" y="84903"/>
                  </a:cubicBezTo>
                  <a:lnTo>
                    <a:pt x="12292" y="41165"/>
                  </a:lnTo>
                  <a:lnTo>
                    <a:pt x="0" y="41165"/>
                  </a:lnTo>
                  <a:lnTo>
                    <a:pt x="0" y="25728"/>
                  </a:lnTo>
                  <a:lnTo>
                    <a:pt x="12006" y="25728"/>
                  </a:lnTo>
                  <a:lnTo>
                    <a:pt x="12006" y="4002"/>
                  </a:lnTo>
                  <a:lnTo>
                    <a:pt x="30588" y="0"/>
                  </a:lnTo>
                  <a:lnTo>
                    <a:pt x="30588" y="26014"/>
                  </a:lnTo>
                  <a:lnTo>
                    <a:pt x="49741" y="26014"/>
                  </a:lnTo>
                  <a:lnTo>
                    <a:pt x="49741" y="41451"/>
                  </a:lnTo>
                  <a:lnTo>
                    <a:pt x="30588" y="41451"/>
                  </a:lnTo>
                  <a:lnTo>
                    <a:pt x="30588" y="80901"/>
                  </a:lnTo>
                  <a:cubicBezTo>
                    <a:pt x="30588" y="88333"/>
                    <a:pt x="33161" y="91478"/>
                    <a:pt x="39164" y="91478"/>
                  </a:cubicBezTo>
                  <a:cubicBezTo>
                    <a:pt x="42880" y="91192"/>
                    <a:pt x="46596" y="90048"/>
                    <a:pt x="49741" y="88619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2" name="Freihandform: Form 171">
              <a:extLst>
                <a:ext uri="{FF2B5EF4-FFF2-40B4-BE49-F238E27FC236}">
                  <a16:creationId xmlns:a16="http://schemas.microsoft.com/office/drawing/2014/main" id="{C3ABA628-7B39-4E18-9E0D-FCE9FB16AB23}"/>
                </a:ext>
              </a:extLst>
            </p:cNvPr>
            <p:cNvSpPr/>
            <p:nvPr/>
          </p:nvSpPr>
          <p:spPr>
            <a:xfrm>
              <a:off x="1649198" y="35815"/>
              <a:ext cx="77756" cy="110630"/>
            </a:xfrm>
            <a:custGeom>
              <a:avLst/>
              <a:gdLst>
                <a:gd name="connsiteX0" fmla="*/ 77756 w 77756"/>
                <a:gd name="connsiteY0" fmla="*/ 33447 h 110630"/>
                <a:gd name="connsiteX1" fmla="*/ 38020 w 77756"/>
                <a:gd name="connsiteY1" fmla="*/ 68323 h 110630"/>
                <a:gd name="connsiteX2" fmla="*/ 19725 w 77756"/>
                <a:gd name="connsiteY2" fmla="*/ 68323 h 110630"/>
                <a:gd name="connsiteX3" fmla="*/ 19725 w 77756"/>
                <a:gd name="connsiteY3" fmla="*/ 110631 h 110630"/>
                <a:gd name="connsiteX4" fmla="*/ 0 w 77756"/>
                <a:gd name="connsiteY4" fmla="*/ 110631 h 110630"/>
                <a:gd name="connsiteX5" fmla="*/ 0 w 77756"/>
                <a:gd name="connsiteY5" fmla="*/ 0 h 110630"/>
                <a:gd name="connsiteX6" fmla="*/ 39164 w 77756"/>
                <a:gd name="connsiteY6" fmla="*/ 0 h 110630"/>
                <a:gd name="connsiteX7" fmla="*/ 77756 w 77756"/>
                <a:gd name="connsiteY7" fmla="*/ 33447 h 110630"/>
                <a:gd name="connsiteX8" fmla="*/ 58031 w 77756"/>
                <a:gd name="connsiteY8" fmla="*/ 34304 h 110630"/>
                <a:gd name="connsiteX9" fmla="*/ 38306 w 77756"/>
                <a:gd name="connsiteY9" fmla="*/ 17438 h 110630"/>
                <a:gd name="connsiteX10" fmla="*/ 19725 w 77756"/>
                <a:gd name="connsiteY10" fmla="*/ 17438 h 110630"/>
                <a:gd name="connsiteX11" fmla="*/ 19725 w 77756"/>
                <a:gd name="connsiteY11" fmla="*/ 51170 h 110630"/>
                <a:gd name="connsiteX12" fmla="*/ 37735 w 77756"/>
                <a:gd name="connsiteY12" fmla="*/ 51170 h 110630"/>
                <a:gd name="connsiteX13" fmla="*/ 58031 w 77756"/>
                <a:gd name="connsiteY13" fmla="*/ 34304 h 110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7756" h="110630">
                  <a:moveTo>
                    <a:pt x="77756" y="33447"/>
                  </a:moveTo>
                  <a:cubicBezTo>
                    <a:pt x="77756" y="57460"/>
                    <a:pt x="61176" y="68323"/>
                    <a:pt x="38020" y="68323"/>
                  </a:cubicBezTo>
                  <a:lnTo>
                    <a:pt x="19725" y="68323"/>
                  </a:lnTo>
                  <a:lnTo>
                    <a:pt x="19725" y="110631"/>
                  </a:lnTo>
                  <a:lnTo>
                    <a:pt x="0" y="110631"/>
                  </a:lnTo>
                  <a:lnTo>
                    <a:pt x="0" y="0"/>
                  </a:lnTo>
                  <a:lnTo>
                    <a:pt x="39164" y="0"/>
                  </a:lnTo>
                  <a:cubicBezTo>
                    <a:pt x="61462" y="0"/>
                    <a:pt x="77756" y="9720"/>
                    <a:pt x="77756" y="33447"/>
                  </a:cubicBezTo>
                  <a:close/>
                  <a:moveTo>
                    <a:pt x="58031" y="34304"/>
                  </a:moveTo>
                  <a:cubicBezTo>
                    <a:pt x="58031" y="22869"/>
                    <a:pt x="50884" y="17438"/>
                    <a:pt x="38306" y="17438"/>
                  </a:cubicBezTo>
                  <a:lnTo>
                    <a:pt x="19725" y="17438"/>
                  </a:lnTo>
                  <a:lnTo>
                    <a:pt x="19725" y="51170"/>
                  </a:lnTo>
                  <a:lnTo>
                    <a:pt x="37735" y="51170"/>
                  </a:lnTo>
                  <a:cubicBezTo>
                    <a:pt x="50884" y="51170"/>
                    <a:pt x="58031" y="45453"/>
                    <a:pt x="58031" y="34304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3" name="Freihandform: Form 172">
              <a:extLst>
                <a:ext uri="{FF2B5EF4-FFF2-40B4-BE49-F238E27FC236}">
                  <a16:creationId xmlns:a16="http://schemas.microsoft.com/office/drawing/2014/main" id="{47D35B9D-1EE2-47E0-8D0C-6B33FCB9C822}"/>
                </a:ext>
              </a:extLst>
            </p:cNvPr>
            <p:cNvSpPr/>
            <p:nvPr/>
          </p:nvSpPr>
          <p:spPr>
            <a:xfrm>
              <a:off x="1744678" y="29811"/>
              <a:ext cx="68608" cy="116920"/>
            </a:xfrm>
            <a:custGeom>
              <a:avLst/>
              <a:gdLst>
                <a:gd name="connsiteX0" fmla="*/ 68608 w 68608"/>
                <a:gd name="connsiteY0" fmla="*/ 116634 h 116920"/>
                <a:gd name="connsiteX1" fmla="*/ 50027 w 68608"/>
                <a:gd name="connsiteY1" fmla="*/ 116634 h 116920"/>
                <a:gd name="connsiteX2" fmla="*/ 50027 w 68608"/>
                <a:gd name="connsiteY2" fmla="*/ 70895 h 116920"/>
                <a:gd name="connsiteX3" fmla="*/ 35162 w 68608"/>
                <a:gd name="connsiteY3" fmla="*/ 51456 h 116920"/>
                <a:gd name="connsiteX4" fmla="*/ 18581 w 68608"/>
                <a:gd name="connsiteY4" fmla="*/ 70895 h 116920"/>
                <a:gd name="connsiteX5" fmla="*/ 18581 w 68608"/>
                <a:gd name="connsiteY5" fmla="*/ 116920 h 116920"/>
                <a:gd name="connsiteX6" fmla="*/ 0 w 68608"/>
                <a:gd name="connsiteY6" fmla="*/ 116920 h 116920"/>
                <a:gd name="connsiteX7" fmla="*/ 0 w 68608"/>
                <a:gd name="connsiteY7" fmla="*/ 4574 h 116920"/>
                <a:gd name="connsiteX8" fmla="*/ 18581 w 68608"/>
                <a:gd name="connsiteY8" fmla="*/ 0 h 116920"/>
                <a:gd name="connsiteX9" fmla="*/ 18581 w 68608"/>
                <a:gd name="connsiteY9" fmla="*/ 46597 h 116920"/>
                <a:gd name="connsiteX10" fmla="*/ 18867 w 68608"/>
                <a:gd name="connsiteY10" fmla="*/ 46597 h 116920"/>
                <a:gd name="connsiteX11" fmla="*/ 42308 w 68608"/>
                <a:gd name="connsiteY11" fmla="*/ 34876 h 116920"/>
                <a:gd name="connsiteX12" fmla="*/ 68608 w 68608"/>
                <a:gd name="connsiteY12" fmla="*/ 67179 h 116920"/>
                <a:gd name="connsiteX13" fmla="*/ 68608 w 68608"/>
                <a:gd name="connsiteY13" fmla="*/ 116634 h 116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8608" h="116920">
                  <a:moveTo>
                    <a:pt x="68608" y="116634"/>
                  </a:moveTo>
                  <a:lnTo>
                    <a:pt x="50027" y="116634"/>
                  </a:lnTo>
                  <a:lnTo>
                    <a:pt x="50027" y="70895"/>
                  </a:lnTo>
                  <a:cubicBezTo>
                    <a:pt x="50027" y="59175"/>
                    <a:pt x="46311" y="51456"/>
                    <a:pt x="35162" y="51456"/>
                  </a:cubicBezTo>
                  <a:cubicBezTo>
                    <a:pt x="22298" y="51456"/>
                    <a:pt x="18581" y="61748"/>
                    <a:pt x="18581" y="70895"/>
                  </a:cubicBezTo>
                  <a:lnTo>
                    <a:pt x="18581" y="116920"/>
                  </a:lnTo>
                  <a:lnTo>
                    <a:pt x="0" y="116920"/>
                  </a:lnTo>
                  <a:lnTo>
                    <a:pt x="0" y="4574"/>
                  </a:lnTo>
                  <a:lnTo>
                    <a:pt x="18581" y="0"/>
                  </a:lnTo>
                  <a:lnTo>
                    <a:pt x="18581" y="46597"/>
                  </a:lnTo>
                  <a:lnTo>
                    <a:pt x="18867" y="46597"/>
                  </a:lnTo>
                  <a:cubicBezTo>
                    <a:pt x="23441" y="39450"/>
                    <a:pt x="31731" y="34876"/>
                    <a:pt x="42308" y="34876"/>
                  </a:cubicBezTo>
                  <a:cubicBezTo>
                    <a:pt x="60890" y="34876"/>
                    <a:pt x="68608" y="48598"/>
                    <a:pt x="68608" y="67179"/>
                  </a:cubicBezTo>
                  <a:lnTo>
                    <a:pt x="68608" y="116634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4" name="Freihandform: Form 173">
              <a:extLst>
                <a:ext uri="{FF2B5EF4-FFF2-40B4-BE49-F238E27FC236}">
                  <a16:creationId xmlns:a16="http://schemas.microsoft.com/office/drawing/2014/main" id="{73DFF885-8B16-4D11-994D-EFE7E661D63E}"/>
                </a:ext>
              </a:extLst>
            </p:cNvPr>
            <p:cNvSpPr/>
            <p:nvPr/>
          </p:nvSpPr>
          <p:spPr>
            <a:xfrm>
              <a:off x="1834440" y="30955"/>
              <a:ext cx="23727" cy="115490"/>
            </a:xfrm>
            <a:custGeom>
              <a:avLst/>
              <a:gdLst>
                <a:gd name="connsiteX0" fmla="*/ 23727 w 23727"/>
                <a:gd name="connsiteY0" fmla="*/ 11435 h 115490"/>
                <a:gd name="connsiteX1" fmla="*/ 11721 w 23727"/>
                <a:gd name="connsiteY1" fmla="*/ 22869 h 115490"/>
                <a:gd name="connsiteX2" fmla="*/ 0 w 23727"/>
                <a:gd name="connsiteY2" fmla="*/ 11435 h 115490"/>
                <a:gd name="connsiteX3" fmla="*/ 11721 w 23727"/>
                <a:gd name="connsiteY3" fmla="*/ 0 h 115490"/>
                <a:gd name="connsiteX4" fmla="*/ 23727 w 23727"/>
                <a:gd name="connsiteY4" fmla="*/ 11435 h 115490"/>
                <a:gd name="connsiteX5" fmla="*/ 21154 w 23727"/>
                <a:gd name="connsiteY5" fmla="*/ 115491 h 115490"/>
                <a:gd name="connsiteX6" fmla="*/ 2573 w 23727"/>
                <a:gd name="connsiteY6" fmla="*/ 115491 h 115490"/>
                <a:gd name="connsiteX7" fmla="*/ 2573 w 23727"/>
                <a:gd name="connsiteY7" fmla="*/ 35448 h 115490"/>
                <a:gd name="connsiteX8" fmla="*/ 21154 w 23727"/>
                <a:gd name="connsiteY8" fmla="*/ 35448 h 115490"/>
                <a:gd name="connsiteX9" fmla="*/ 21154 w 23727"/>
                <a:gd name="connsiteY9" fmla="*/ 115491 h 115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727" h="115490">
                  <a:moveTo>
                    <a:pt x="23727" y="11435"/>
                  </a:moveTo>
                  <a:cubicBezTo>
                    <a:pt x="23727" y="18010"/>
                    <a:pt x="18296" y="22869"/>
                    <a:pt x="11721" y="22869"/>
                  </a:cubicBezTo>
                  <a:cubicBezTo>
                    <a:pt x="5146" y="22869"/>
                    <a:pt x="0" y="18010"/>
                    <a:pt x="0" y="11435"/>
                  </a:cubicBezTo>
                  <a:cubicBezTo>
                    <a:pt x="0" y="4860"/>
                    <a:pt x="5431" y="0"/>
                    <a:pt x="11721" y="0"/>
                  </a:cubicBezTo>
                  <a:cubicBezTo>
                    <a:pt x="18296" y="0"/>
                    <a:pt x="23727" y="4860"/>
                    <a:pt x="23727" y="11435"/>
                  </a:cubicBezTo>
                  <a:close/>
                  <a:moveTo>
                    <a:pt x="21154" y="115491"/>
                  </a:moveTo>
                  <a:lnTo>
                    <a:pt x="2573" y="115491"/>
                  </a:lnTo>
                  <a:lnTo>
                    <a:pt x="2573" y="35448"/>
                  </a:lnTo>
                  <a:lnTo>
                    <a:pt x="21154" y="35448"/>
                  </a:lnTo>
                  <a:lnTo>
                    <a:pt x="21154" y="11549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5" name="Freihandform: Form 174">
              <a:extLst>
                <a:ext uri="{FF2B5EF4-FFF2-40B4-BE49-F238E27FC236}">
                  <a16:creationId xmlns:a16="http://schemas.microsoft.com/office/drawing/2014/main" id="{6CA0BD27-0877-48A9-9A32-3B8E26397C50}"/>
                </a:ext>
              </a:extLst>
            </p:cNvPr>
            <p:cNvSpPr/>
            <p:nvPr/>
          </p:nvSpPr>
          <p:spPr>
            <a:xfrm>
              <a:off x="1880465" y="29525"/>
              <a:ext cx="18581" cy="116920"/>
            </a:xfrm>
            <a:custGeom>
              <a:avLst/>
              <a:gdLst>
                <a:gd name="connsiteX0" fmla="*/ 18581 w 18581"/>
                <a:gd name="connsiteY0" fmla="*/ 116920 h 116920"/>
                <a:gd name="connsiteX1" fmla="*/ 0 w 18581"/>
                <a:gd name="connsiteY1" fmla="*/ 116920 h 116920"/>
                <a:gd name="connsiteX2" fmla="*/ 0 w 18581"/>
                <a:gd name="connsiteY2" fmla="*/ 4288 h 116920"/>
                <a:gd name="connsiteX3" fmla="*/ 18581 w 18581"/>
                <a:gd name="connsiteY3" fmla="*/ 0 h 116920"/>
                <a:gd name="connsiteX4" fmla="*/ 18581 w 18581"/>
                <a:gd name="connsiteY4" fmla="*/ 116920 h 116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581" h="116920">
                  <a:moveTo>
                    <a:pt x="18581" y="116920"/>
                  </a:moveTo>
                  <a:lnTo>
                    <a:pt x="0" y="116920"/>
                  </a:lnTo>
                  <a:lnTo>
                    <a:pt x="0" y="4288"/>
                  </a:lnTo>
                  <a:lnTo>
                    <a:pt x="18581" y="0"/>
                  </a:lnTo>
                  <a:lnTo>
                    <a:pt x="18581" y="116920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6" name="Freihandform: Form 175">
              <a:extLst>
                <a:ext uri="{FF2B5EF4-FFF2-40B4-BE49-F238E27FC236}">
                  <a16:creationId xmlns:a16="http://schemas.microsoft.com/office/drawing/2014/main" id="{FF707C74-32A0-425B-972F-31E8D762A89D}"/>
                </a:ext>
              </a:extLst>
            </p:cNvPr>
            <p:cNvSpPr/>
            <p:nvPr/>
          </p:nvSpPr>
          <p:spPr>
            <a:xfrm>
              <a:off x="1919343" y="64401"/>
              <a:ext cx="77184" cy="84045"/>
            </a:xfrm>
            <a:custGeom>
              <a:avLst/>
              <a:gdLst>
                <a:gd name="connsiteX0" fmla="*/ 0 w 77184"/>
                <a:gd name="connsiteY0" fmla="*/ 42023 h 84045"/>
                <a:gd name="connsiteX1" fmla="*/ 38878 w 77184"/>
                <a:gd name="connsiteY1" fmla="*/ 0 h 84045"/>
                <a:gd name="connsiteX2" fmla="*/ 77184 w 77184"/>
                <a:gd name="connsiteY2" fmla="*/ 42023 h 84045"/>
                <a:gd name="connsiteX3" fmla="*/ 38878 w 77184"/>
                <a:gd name="connsiteY3" fmla="*/ 84045 h 84045"/>
                <a:gd name="connsiteX4" fmla="*/ 0 w 77184"/>
                <a:gd name="connsiteY4" fmla="*/ 42023 h 84045"/>
                <a:gd name="connsiteX5" fmla="*/ 58317 w 77184"/>
                <a:gd name="connsiteY5" fmla="*/ 42309 h 84045"/>
                <a:gd name="connsiteX6" fmla="*/ 38306 w 77184"/>
                <a:gd name="connsiteY6" fmla="*/ 17152 h 84045"/>
                <a:gd name="connsiteX7" fmla="*/ 18296 w 77184"/>
                <a:gd name="connsiteY7" fmla="*/ 42023 h 84045"/>
                <a:gd name="connsiteX8" fmla="*/ 38306 w 77184"/>
                <a:gd name="connsiteY8" fmla="*/ 67465 h 84045"/>
                <a:gd name="connsiteX9" fmla="*/ 58317 w 77184"/>
                <a:gd name="connsiteY9" fmla="*/ 42309 h 84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7184" h="84045">
                  <a:moveTo>
                    <a:pt x="0" y="42023"/>
                  </a:moveTo>
                  <a:cubicBezTo>
                    <a:pt x="0" y="16866"/>
                    <a:pt x="15437" y="0"/>
                    <a:pt x="38878" y="0"/>
                  </a:cubicBezTo>
                  <a:cubicBezTo>
                    <a:pt x="62033" y="0"/>
                    <a:pt x="77184" y="16580"/>
                    <a:pt x="77184" y="42023"/>
                  </a:cubicBezTo>
                  <a:cubicBezTo>
                    <a:pt x="77184" y="67179"/>
                    <a:pt x="62319" y="84045"/>
                    <a:pt x="38878" y="84045"/>
                  </a:cubicBezTo>
                  <a:cubicBezTo>
                    <a:pt x="15723" y="84045"/>
                    <a:pt x="0" y="67465"/>
                    <a:pt x="0" y="42023"/>
                  </a:cubicBezTo>
                  <a:close/>
                  <a:moveTo>
                    <a:pt x="58317" y="42309"/>
                  </a:moveTo>
                  <a:cubicBezTo>
                    <a:pt x="58317" y="26872"/>
                    <a:pt x="50599" y="17152"/>
                    <a:pt x="38306" y="17152"/>
                  </a:cubicBezTo>
                  <a:cubicBezTo>
                    <a:pt x="26014" y="17152"/>
                    <a:pt x="18296" y="26872"/>
                    <a:pt x="18296" y="42023"/>
                  </a:cubicBezTo>
                  <a:cubicBezTo>
                    <a:pt x="18296" y="57460"/>
                    <a:pt x="26014" y="67465"/>
                    <a:pt x="38306" y="67465"/>
                  </a:cubicBezTo>
                  <a:cubicBezTo>
                    <a:pt x="50885" y="67179"/>
                    <a:pt x="58317" y="57745"/>
                    <a:pt x="58317" y="42309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7" name="Freihandform: Form 176">
              <a:extLst>
                <a:ext uri="{FF2B5EF4-FFF2-40B4-BE49-F238E27FC236}">
                  <a16:creationId xmlns:a16="http://schemas.microsoft.com/office/drawing/2014/main" id="{0CAA95E8-1F27-4E6A-A72A-5D659080D482}"/>
                </a:ext>
              </a:extLst>
            </p:cNvPr>
            <p:cNvSpPr/>
            <p:nvPr/>
          </p:nvSpPr>
          <p:spPr>
            <a:xfrm>
              <a:off x="2008534" y="64401"/>
              <a:ext cx="61747" cy="84045"/>
            </a:xfrm>
            <a:custGeom>
              <a:avLst/>
              <a:gdLst>
                <a:gd name="connsiteX0" fmla="*/ 8862 w 61747"/>
                <a:gd name="connsiteY0" fmla="*/ 59461 h 84045"/>
                <a:gd name="connsiteX1" fmla="*/ 31445 w 61747"/>
                <a:gd name="connsiteY1" fmla="*/ 68323 h 84045"/>
                <a:gd name="connsiteX2" fmla="*/ 43166 w 61747"/>
                <a:gd name="connsiteY2" fmla="*/ 60318 h 84045"/>
                <a:gd name="connsiteX3" fmla="*/ 3145 w 61747"/>
                <a:gd name="connsiteY3" fmla="*/ 24871 h 84045"/>
                <a:gd name="connsiteX4" fmla="*/ 33447 w 61747"/>
                <a:gd name="connsiteY4" fmla="*/ 0 h 84045"/>
                <a:gd name="connsiteX5" fmla="*/ 61176 w 61747"/>
                <a:gd name="connsiteY5" fmla="*/ 8290 h 84045"/>
                <a:gd name="connsiteX6" fmla="*/ 52314 w 61747"/>
                <a:gd name="connsiteY6" fmla="*/ 22869 h 84045"/>
                <a:gd name="connsiteX7" fmla="*/ 33161 w 61747"/>
                <a:gd name="connsiteY7" fmla="*/ 15723 h 84045"/>
                <a:gd name="connsiteX8" fmla="*/ 21726 w 61747"/>
                <a:gd name="connsiteY8" fmla="*/ 23155 h 84045"/>
                <a:gd name="connsiteX9" fmla="*/ 61747 w 61747"/>
                <a:gd name="connsiteY9" fmla="*/ 58603 h 84045"/>
                <a:gd name="connsiteX10" fmla="*/ 30874 w 61747"/>
                <a:gd name="connsiteY10" fmla="*/ 84045 h 84045"/>
                <a:gd name="connsiteX11" fmla="*/ 0 w 61747"/>
                <a:gd name="connsiteY11" fmla="*/ 74326 h 84045"/>
                <a:gd name="connsiteX12" fmla="*/ 8862 w 61747"/>
                <a:gd name="connsiteY12" fmla="*/ 59461 h 84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1747" h="84045">
                  <a:moveTo>
                    <a:pt x="8862" y="59461"/>
                  </a:moveTo>
                  <a:cubicBezTo>
                    <a:pt x="16580" y="65464"/>
                    <a:pt x="24299" y="68323"/>
                    <a:pt x="31445" y="68323"/>
                  </a:cubicBezTo>
                  <a:cubicBezTo>
                    <a:pt x="38306" y="68323"/>
                    <a:pt x="43166" y="65178"/>
                    <a:pt x="43166" y="60318"/>
                  </a:cubicBezTo>
                  <a:cubicBezTo>
                    <a:pt x="43166" y="46597"/>
                    <a:pt x="3145" y="51456"/>
                    <a:pt x="3145" y="24871"/>
                  </a:cubicBezTo>
                  <a:cubicBezTo>
                    <a:pt x="3145" y="10005"/>
                    <a:pt x="15437" y="0"/>
                    <a:pt x="33447" y="0"/>
                  </a:cubicBezTo>
                  <a:cubicBezTo>
                    <a:pt x="43166" y="0"/>
                    <a:pt x="52600" y="2859"/>
                    <a:pt x="61176" y="8290"/>
                  </a:cubicBezTo>
                  <a:lnTo>
                    <a:pt x="52314" y="22869"/>
                  </a:lnTo>
                  <a:cubicBezTo>
                    <a:pt x="45453" y="18296"/>
                    <a:pt x="39164" y="15723"/>
                    <a:pt x="33161" y="15723"/>
                  </a:cubicBezTo>
                  <a:cubicBezTo>
                    <a:pt x="26300" y="15723"/>
                    <a:pt x="21726" y="18581"/>
                    <a:pt x="21726" y="23155"/>
                  </a:cubicBezTo>
                  <a:cubicBezTo>
                    <a:pt x="21726" y="36305"/>
                    <a:pt x="61747" y="31731"/>
                    <a:pt x="61747" y="58603"/>
                  </a:cubicBezTo>
                  <a:cubicBezTo>
                    <a:pt x="61747" y="73754"/>
                    <a:pt x="49455" y="84045"/>
                    <a:pt x="30874" y="84045"/>
                  </a:cubicBezTo>
                  <a:cubicBezTo>
                    <a:pt x="20297" y="84045"/>
                    <a:pt x="9434" y="80615"/>
                    <a:pt x="0" y="74326"/>
                  </a:cubicBezTo>
                  <a:lnTo>
                    <a:pt x="8862" y="5946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8" name="Freihandform: Form 177">
              <a:extLst>
                <a:ext uri="{FF2B5EF4-FFF2-40B4-BE49-F238E27FC236}">
                  <a16:creationId xmlns:a16="http://schemas.microsoft.com/office/drawing/2014/main" id="{ECD4BF4A-3567-4DD0-BD4C-56FC4EFFF3D9}"/>
                </a:ext>
              </a:extLst>
            </p:cNvPr>
            <p:cNvSpPr/>
            <p:nvPr/>
          </p:nvSpPr>
          <p:spPr>
            <a:xfrm>
              <a:off x="2085433" y="64401"/>
              <a:ext cx="77184" cy="84045"/>
            </a:xfrm>
            <a:custGeom>
              <a:avLst/>
              <a:gdLst>
                <a:gd name="connsiteX0" fmla="*/ 0 w 77184"/>
                <a:gd name="connsiteY0" fmla="*/ 42023 h 84045"/>
                <a:gd name="connsiteX1" fmla="*/ 38878 w 77184"/>
                <a:gd name="connsiteY1" fmla="*/ 0 h 84045"/>
                <a:gd name="connsiteX2" fmla="*/ 77184 w 77184"/>
                <a:gd name="connsiteY2" fmla="*/ 42023 h 84045"/>
                <a:gd name="connsiteX3" fmla="*/ 38878 w 77184"/>
                <a:gd name="connsiteY3" fmla="*/ 84045 h 84045"/>
                <a:gd name="connsiteX4" fmla="*/ 0 w 77184"/>
                <a:gd name="connsiteY4" fmla="*/ 42023 h 84045"/>
                <a:gd name="connsiteX5" fmla="*/ 58317 w 77184"/>
                <a:gd name="connsiteY5" fmla="*/ 42309 h 84045"/>
                <a:gd name="connsiteX6" fmla="*/ 38306 w 77184"/>
                <a:gd name="connsiteY6" fmla="*/ 17152 h 84045"/>
                <a:gd name="connsiteX7" fmla="*/ 18296 w 77184"/>
                <a:gd name="connsiteY7" fmla="*/ 42023 h 84045"/>
                <a:gd name="connsiteX8" fmla="*/ 38306 w 77184"/>
                <a:gd name="connsiteY8" fmla="*/ 67465 h 84045"/>
                <a:gd name="connsiteX9" fmla="*/ 58317 w 77184"/>
                <a:gd name="connsiteY9" fmla="*/ 42309 h 84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7184" h="84045">
                  <a:moveTo>
                    <a:pt x="0" y="42023"/>
                  </a:moveTo>
                  <a:cubicBezTo>
                    <a:pt x="0" y="16866"/>
                    <a:pt x="15437" y="0"/>
                    <a:pt x="38878" y="0"/>
                  </a:cubicBezTo>
                  <a:cubicBezTo>
                    <a:pt x="62033" y="0"/>
                    <a:pt x="77184" y="16580"/>
                    <a:pt x="77184" y="42023"/>
                  </a:cubicBezTo>
                  <a:cubicBezTo>
                    <a:pt x="77184" y="67179"/>
                    <a:pt x="62319" y="84045"/>
                    <a:pt x="38878" y="84045"/>
                  </a:cubicBezTo>
                  <a:cubicBezTo>
                    <a:pt x="15723" y="84045"/>
                    <a:pt x="0" y="67465"/>
                    <a:pt x="0" y="42023"/>
                  </a:cubicBezTo>
                  <a:close/>
                  <a:moveTo>
                    <a:pt x="58317" y="42309"/>
                  </a:moveTo>
                  <a:cubicBezTo>
                    <a:pt x="58317" y="26872"/>
                    <a:pt x="50599" y="17152"/>
                    <a:pt x="38306" y="17152"/>
                  </a:cubicBezTo>
                  <a:cubicBezTo>
                    <a:pt x="26014" y="17152"/>
                    <a:pt x="18296" y="26872"/>
                    <a:pt x="18296" y="42023"/>
                  </a:cubicBezTo>
                  <a:cubicBezTo>
                    <a:pt x="18296" y="57460"/>
                    <a:pt x="26014" y="67465"/>
                    <a:pt x="38306" y="67465"/>
                  </a:cubicBezTo>
                  <a:cubicBezTo>
                    <a:pt x="50885" y="67179"/>
                    <a:pt x="58317" y="57745"/>
                    <a:pt x="58317" y="42309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9" name="Freihandform: Form 178">
              <a:extLst>
                <a:ext uri="{FF2B5EF4-FFF2-40B4-BE49-F238E27FC236}">
                  <a16:creationId xmlns:a16="http://schemas.microsoft.com/office/drawing/2014/main" id="{470B0303-9530-4B43-9D60-0EF90F6D1383}"/>
                </a:ext>
              </a:extLst>
            </p:cNvPr>
            <p:cNvSpPr/>
            <p:nvPr/>
          </p:nvSpPr>
          <p:spPr>
            <a:xfrm>
              <a:off x="2182914" y="64683"/>
              <a:ext cx="74611" cy="114065"/>
            </a:xfrm>
            <a:custGeom>
              <a:avLst/>
              <a:gdLst>
                <a:gd name="connsiteX0" fmla="*/ 74612 w 74611"/>
                <a:gd name="connsiteY0" fmla="*/ 41455 h 114065"/>
                <a:gd name="connsiteX1" fmla="*/ 42023 w 74611"/>
                <a:gd name="connsiteY1" fmla="*/ 83763 h 114065"/>
                <a:gd name="connsiteX2" fmla="*/ 18867 w 74611"/>
                <a:gd name="connsiteY2" fmla="*/ 73186 h 114065"/>
                <a:gd name="connsiteX3" fmla="*/ 18581 w 74611"/>
                <a:gd name="connsiteY3" fmla="*/ 73186 h 114065"/>
                <a:gd name="connsiteX4" fmla="*/ 18581 w 74611"/>
                <a:gd name="connsiteY4" fmla="*/ 109491 h 114065"/>
                <a:gd name="connsiteX5" fmla="*/ 0 w 74611"/>
                <a:gd name="connsiteY5" fmla="*/ 114065 h 114065"/>
                <a:gd name="connsiteX6" fmla="*/ 0 w 74611"/>
                <a:gd name="connsiteY6" fmla="*/ 2005 h 114065"/>
                <a:gd name="connsiteX7" fmla="*/ 18296 w 74611"/>
                <a:gd name="connsiteY7" fmla="*/ 2005 h 114065"/>
                <a:gd name="connsiteX8" fmla="*/ 18296 w 74611"/>
                <a:gd name="connsiteY8" fmla="*/ 11724 h 114065"/>
                <a:gd name="connsiteX9" fmla="*/ 18581 w 74611"/>
                <a:gd name="connsiteY9" fmla="*/ 11724 h 114065"/>
                <a:gd name="connsiteX10" fmla="*/ 42880 w 74611"/>
                <a:gd name="connsiteY10" fmla="*/ 4 h 114065"/>
                <a:gd name="connsiteX11" fmla="*/ 74612 w 74611"/>
                <a:gd name="connsiteY11" fmla="*/ 41455 h 114065"/>
                <a:gd name="connsiteX12" fmla="*/ 56030 w 74611"/>
                <a:gd name="connsiteY12" fmla="*/ 42026 h 114065"/>
                <a:gd name="connsiteX13" fmla="*/ 37449 w 74611"/>
                <a:gd name="connsiteY13" fmla="*/ 16584 h 114065"/>
                <a:gd name="connsiteX14" fmla="*/ 18581 w 74611"/>
                <a:gd name="connsiteY14" fmla="*/ 26875 h 114065"/>
                <a:gd name="connsiteX15" fmla="*/ 18581 w 74611"/>
                <a:gd name="connsiteY15" fmla="*/ 56320 h 114065"/>
                <a:gd name="connsiteX16" fmla="*/ 37735 w 74611"/>
                <a:gd name="connsiteY16" fmla="*/ 67183 h 114065"/>
                <a:gd name="connsiteX17" fmla="*/ 56030 w 74611"/>
                <a:gd name="connsiteY17" fmla="*/ 42026 h 114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4611" h="114065">
                  <a:moveTo>
                    <a:pt x="74612" y="41455"/>
                  </a:moveTo>
                  <a:cubicBezTo>
                    <a:pt x="74612" y="67469"/>
                    <a:pt x="61462" y="83763"/>
                    <a:pt x="42023" y="83763"/>
                  </a:cubicBezTo>
                  <a:cubicBezTo>
                    <a:pt x="32303" y="83763"/>
                    <a:pt x="24013" y="79475"/>
                    <a:pt x="18867" y="73186"/>
                  </a:cubicBezTo>
                  <a:lnTo>
                    <a:pt x="18581" y="73186"/>
                  </a:lnTo>
                  <a:lnTo>
                    <a:pt x="18581" y="109491"/>
                  </a:lnTo>
                  <a:lnTo>
                    <a:pt x="0" y="114065"/>
                  </a:lnTo>
                  <a:lnTo>
                    <a:pt x="0" y="2005"/>
                  </a:lnTo>
                  <a:lnTo>
                    <a:pt x="18296" y="2005"/>
                  </a:lnTo>
                  <a:lnTo>
                    <a:pt x="18296" y="11724"/>
                  </a:lnTo>
                  <a:lnTo>
                    <a:pt x="18581" y="11724"/>
                  </a:lnTo>
                  <a:cubicBezTo>
                    <a:pt x="24299" y="4578"/>
                    <a:pt x="32875" y="4"/>
                    <a:pt x="42880" y="4"/>
                  </a:cubicBezTo>
                  <a:cubicBezTo>
                    <a:pt x="61462" y="-282"/>
                    <a:pt x="74612" y="15441"/>
                    <a:pt x="74612" y="41455"/>
                  </a:cubicBezTo>
                  <a:close/>
                  <a:moveTo>
                    <a:pt x="56030" y="42026"/>
                  </a:moveTo>
                  <a:cubicBezTo>
                    <a:pt x="56030" y="25446"/>
                    <a:pt x="49455" y="16584"/>
                    <a:pt x="37449" y="16584"/>
                  </a:cubicBezTo>
                  <a:cubicBezTo>
                    <a:pt x="30302" y="16584"/>
                    <a:pt x="24585" y="19729"/>
                    <a:pt x="18581" y="26875"/>
                  </a:cubicBezTo>
                  <a:lnTo>
                    <a:pt x="18581" y="56320"/>
                  </a:lnTo>
                  <a:cubicBezTo>
                    <a:pt x="24013" y="63467"/>
                    <a:pt x="30016" y="67183"/>
                    <a:pt x="37735" y="67183"/>
                  </a:cubicBezTo>
                  <a:cubicBezTo>
                    <a:pt x="49741" y="67183"/>
                    <a:pt x="56030" y="57749"/>
                    <a:pt x="56030" y="42026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0" name="Freihandform: Form 179">
              <a:extLst>
                <a:ext uri="{FF2B5EF4-FFF2-40B4-BE49-F238E27FC236}">
                  <a16:creationId xmlns:a16="http://schemas.microsoft.com/office/drawing/2014/main" id="{CD12F459-0E98-45F5-A42F-897D8B222960}"/>
                </a:ext>
              </a:extLst>
            </p:cNvPr>
            <p:cNvSpPr/>
            <p:nvPr/>
          </p:nvSpPr>
          <p:spPr>
            <a:xfrm>
              <a:off x="2278394" y="29811"/>
              <a:ext cx="68608" cy="116920"/>
            </a:xfrm>
            <a:custGeom>
              <a:avLst/>
              <a:gdLst>
                <a:gd name="connsiteX0" fmla="*/ 68608 w 68608"/>
                <a:gd name="connsiteY0" fmla="*/ 116634 h 116920"/>
                <a:gd name="connsiteX1" fmla="*/ 50027 w 68608"/>
                <a:gd name="connsiteY1" fmla="*/ 116634 h 116920"/>
                <a:gd name="connsiteX2" fmla="*/ 50027 w 68608"/>
                <a:gd name="connsiteY2" fmla="*/ 70895 h 116920"/>
                <a:gd name="connsiteX3" fmla="*/ 35162 w 68608"/>
                <a:gd name="connsiteY3" fmla="*/ 51456 h 116920"/>
                <a:gd name="connsiteX4" fmla="*/ 18581 w 68608"/>
                <a:gd name="connsiteY4" fmla="*/ 70895 h 116920"/>
                <a:gd name="connsiteX5" fmla="*/ 18581 w 68608"/>
                <a:gd name="connsiteY5" fmla="*/ 116920 h 116920"/>
                <a:gd name="connsiteX6" fmla="*/ 0 w 68608"/>
                <a:gd name="connsiteY6" fmla="*/ 116920 h 116920"/>
                <a:gd name="connsiteX7" fmla="*/ 0 w 68608"/>
                <a:gd name="connsiteY7" fmla="*/ 4574 h 116920"/>
                <a:gd name="connsiteX8" fmla="*/ 18581 w 68608"/>
                <a:gd name="connsiteY8" fmla="*/ 0 h 116920"/>
                <a:gd name="connsiteX9" fmla="*/ 18581 w 68608"/>
                <a:gd name="connsiteY9" fmla="*/ 46597 h 116920"/>
                <a:gd name="connsiteX10" fmla="*/ 18867 w 68608"/>
                <a:gd name="connsiteY10" fmla="*/ 46597 h 116920"/>
                <a:gd name="connsiteX11" fmla="*/ 42308 w 68608"/>
                <a:gd name="connsiteY11" fmla="*/ 34876 h 116920"/>
                <a:gd name="connsiteX12" fmla="*/ 68608 w 68608"/>
                <a:gd name="connsiteY12" fmla="*/ 67179 h 116920"/>
                <a:gd name="connsiteX13" fmla="*/ 68608 w 68608"/>
                <a:gd name="connsiteY13" fmla="*/ 116634 h 116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8608" h="116920">
                  <a:moveTo>
                    <a:pt x="68608" y="116634"/>
                  </a:moveTo>
                  <a:lnTo>
                    <a:pt x="50027" y="116634"/>
                  </a:lnTo>
                  <a:lnTo>
                    <a:pt x="50027" y="70895"/>
                  </a:lnTo>
                  <a:cubicBezTo>
                    <a:pt x="50027" y="59175"/>
                    <a:pt x="46311" y="51456"/>
                    <a:pt x="35162" y="51456"/>
                  </a:cubicBezTo>
                  <a:cubicBezTo>
                    <a:pt x="22298" y="51456"/>
                    <a:pt x="18581" y="61748"/>
                    <a:pt x="18581" y="70895"/>
                  </a:cubicBezTo>
                  <a:lnTo>
                    <a:pt x="18581" y="116920"/>
                  </a:lnTo>
                  <a:lnTo>
                    <a:pt x="0" y="116920"/>
                  </a:lnTo>
                  <a:lnTo>
                    <a:pt x="0" y="4574"/>
                  </a:lnTo>
                  <a:lnTo>
                    <a:pt x="18581" y="0"/>
                  </a:lnTo>
                  <a:lnTo>
                    <a:pt x="18581" y="46597"/>
                  </a:lnTo>
                  <a:lnTo>
                    <a:pt x="18867" y="46597"/>
                  </a:lnTo>
                  <a:cubicBezTo>
                    <a:pt x="23441" y="39450"/>
                    <a:pt x="31731" y="34876"/>
                    <a:pt x="42308" y="34876"/>
                  </a:cubicBezTo>
                  <a:cubicBezTo>
                    <a:pt x="60890" y="34876"/>
                    <a:pt x="68608" y="48598"/>
                    <a:pt x="68608" y="67179"/>
                  </a:cubicBezTo>
                  <a:lnTo>
                    <a:pt x="68608" y="116634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1" name="Freihandform: Form 180">
              <a:extLst>
                <a:ext uri="{FF2B5EF4-FFF2-40B4-BE49-F238E27FC236}">
                  <a16:creationId xmlns:a16="http://schemas.microsoft.com/office/drawing/2014/main" id="{742BE939-E3FE-4550-B97E-4391BA90C491}"/>
                </a:ext>
              </a:extLst>
            </p:cNvPr>
            <p:cNvSpPr/>
            <p:nvPr/>
          </p:nvSpPr>
          <p:spPr>
            <a:xfrm>
              <a:off x="2368156" y="30955"/>
              <a:ext cx="23727" cy="115490"/>
            </a:xfrm>
            <a:custGeom>
              <a:avLst/>
              <a:gdLst>
                <a:gd name="connsiteX0" fmla="*/ 23727 w 23727"/>
                <a:gd name="connsiteY0" fmla="*/ 11435 h 115490"/>
                <a:gd name="connsiteX1" fmla="*/ 11721 w 23727"/>
                <a:gd name="connsiteY1" fmla="*/ 22869 h 115490"/>
                <a:gd name="connsiteX2" fmla="*/ 0 w 23727"/>
                <a:gd name="connsiteY2" fmla="*/ 11435 h 115490"/>
                <a:gd name="connsiteX3" fmla="*/ 11721 w 23727"/>
                <a:gd name="connsiteY3" fmla="*/ 0 h 115490"/>
                <a:gd name="connsiteX4" fmla="*/ 23727 w 23727"/>
                <a:gd name="connsiteY4" fmla="*/ 11435 h 115490"/>
                <a:gd name="connsiteX5" fmla="*/ 21154 w 23727"/>
                <a:gd name="connsiteY5" fmla="*/ 115491 h 115490"/>
                <a:gd name="connsiteX6" fmla="*/ 2573 w 23727"/>
                <a:gd name="connsiteY6" fmla="*/ 115491 h 115490"/>
                <a:gd name="connsiteX7" fmla="*/ 2573 w 23727"/>
                <a:gd name="connsiteY7" fmla="*/ 35448 h 115490"/>
                <a:gd name="connsiteX8" fmla="*/ 21154 w 23727"/>
                <a:gd name="connsiteY8" fmla="*/ 35448 h 115490"/>
                <a:gd name="connsiteX9" fmla="*/ 21154 w 23727"/>
                <a:gd name="connsiteY9" fmla="*/ 115491 h 115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727" h="115490">
                  <a:moveTo>
                    <a:pt x="23727" y="11435"/>
                  </a:moveTo>
                  <a:cubicBezTo>
                    <a:pt x="23727" y="18010"/>
                    <a:pt x="18296" y="22869"/>
                    <a:pt x="11721" y="22869"/>
                  </a:cubicBezTo>
                  <a:cubicBezTo>
                    <a:pt x="5146" y="22869"/>
                    <a:pt x="0" y="18010"/>
                    <a:pt x="0" y="11435"/>
                  </a:cubicBezTo>
                  <a:cubicBezTo>
                    <a:pt x="0" y="4860"/>
                    <a:pt x="5431" y="0"/>
                    <a:pt x="11721" y="0"/>
                  </a:cubicBezTo>
                  <a:cubicBezTo>
                    <a:pt x="18296" y="0"/>
                    <a:pt x="23727" y="4860"/>
                    <a:pt x="23727" y="11435"/>
                  </a:cubicBezTo>
                  <a:close/>
                  <a:moveTo>
                    <a:pt x="21154" y="115491"/>
                  </a:moveTo>
                  <a:lnTo>
                    <a:pt x="2573" y="115491"/>
                  </a:lnTo>
                  <a:lnTo>
                    <a:pt x="2573" y="35448"/>
                  </a:lnTo>
                  <a:lnTo>
                    <a:pt x="21154" y="35448"/>
                  </a:lnTo>
                  <a:lnTo>
                    <a:pt x="21154" y="11549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2" name="Freihandform: Form 181">
              <a:extLst>
                <a:ext uri="{FF2B5EF4-FFF2-40B4-BE49-F238E27FC236}">
                  <a16:creationId xmlns:a16="http://schemas.microsoft.com/office/drawing/2014/main" id="{EAE39D06-E89C-4DDF-BAAC-FCAA79E85C80}"/>
                </a:ext>
              </a:extLst>
            </p:cNvPr>
            <p:cNvSpPr/>
            <p:nvPr/>
          </p:nvSpPr>
          <p:spPr>
            <a:xfrm>
              <a:off x="2406748" y="64401"/>
              <a:ext cx="61747" cy="84045"/>
            </a:xfrm>
            <a:custGeom>
              <a:avLst/>
              <a:gdLst>
                <a:gd name="connsiteX0" fmla="*/ 8862 w 61747"/>
                <a:gd name="connsiteY0" fmla="*/ 59461 h 84045"/>
                <a:gd name="connsiteX1" fmla="*/ 31445 w 61747"/>
                <a:gd name="connsiteY1" fmla="*/ 68323 h 84045"/>
                <a:gd name="connsiteX2" fmla="*/ 43166 w 61747"/>
                <a:gd name="connsiteY2" fmla="*/ 60318 h 84045"/>
                <a:gd name="connsiteX3" fmla="*/ 3145 w 61747"/>
                <a:gd name="connsiteY3" fmla="*/ 24871 h 84045"/>
                <a:gd name="connsiteX4" fmla="*/ 33447 w 61747"/>
                <a:gd name="connsiteY4" fmla="*/ 0 h 84045"/>
                <a:gd name="connsiteX5" fmla="*/ 61176 w 61747"/>
                <a:gd name="connsiteY5" fmla="*/ 8290 h 84045"/>
                <a:gd name="connsiteX6" fmla="*/ 52314 w 61747"/>
                <a:gd name="connsiteY6" fmla="*/ 22869 h 84045"/>
                <a:gd name="connsiteX7" fmla="*/ 33161 w 61747"/>
                <a:gd name="connsiteY7" fmla="*/ 15723 h 84045"/>
                <a:gd name="connsiteX8" fmla="*/ 21726 w 61747"/>
                <a:gd name="connsiteY8" fmla="*/ 23155 h 84045"/>
                <a:gd name="connsiteX9" fmla="*/ 61748 w 61747"/>
                <a:gd name="connsiteY9" fmla="*/ 58603 h 84045"/>
                <a:gd name="connsiteX10" fmla="*/ 30874 w 61747"/>
                <a:gd name="connsiteY10" fmla="*/ 84045 h 84045"/>
                <a:gd name="connsiteX11" fmla="*/ 0 w 61747"/>
                <a:gd name="connsiteY11" fmla="*/ 74326 h 84045"/>
                <a:gd name="connsiteX12" fmla="*/ 8862 w 61747"/>
                <a:gd name="connsiteY12" fmla="*/ 59461 h 84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1747" h="84045">
                  <a:moveTo>
                    <a:pt x="8862" y="59461"/>
                  </a:moveTo>
                  <a:cubicBezTo>
                    <a:pt x="16866" y="65464"/>
                    <a:pt x="24299" y="68323"/>
                    <a:pt x="31445" y="68323"/>
                  </a:cubicBezTo>
                  <a:cubicBezTo>
                    <a:pt x="38306" y="68323"/>
                    <a:pt x="43166" y="65178"/>
                    <a:pt x="43166" y="60318"/>
                  </a:cubicBezTo>
                  <a:cubicBezTo>
                    <a:pt x="43166" y="46597"/>
                    <a:pt x="3145" y="51456"/>
                    <a:pt x="3145" y="24871"/>
                  </a:cubicBezTo>
                  <a:cubicBezTo>
                    <a:pt x="3145" y="10005"/>
                    <a:pt x="15437" y="0"/>
                    <a:pt x="33447" y="0"/>
                  </a:cubicBezTo>
                  <a:cubicBezTo>
                    <a:pt x="43166" y="0"/>
                    <a:pt x="52600" y="2859"/>
                    <a:pt x="61176" y="8290"/>
                  </a:cubicBezTo>
                  <a:lnTo>
                    <a:pt x="52314" y="22869"/>
                  </a:lnTo>
                  <a:cubicBezTo>
                    <a:pt x="45453" y="18296"/>
                    <a:pt x="39164" y="15723"/>
                    <a:pt x="33161" y="15723"/>
                  </a:cubicBezTo>
                  <a:cubicBezTo>
                    <a:pt x="26300" y="15723"/>
                    <a:pt x="21726" y="18581"/>
                    <a:pt x="21726" y="23155"/>
                  </a:cubicBezTo>
                  <a:cubicBezTo>
                    <a:pt x="21726" y="36305"/>
                    <a:pt x="61748" y="31731"/>
                    <a:pt x="61748" y="58603"/>
                  </a:cubicBezTo>
                  <a:cubicBezTo>
                    <a:pt x="61748" y="73754"/>
                    <a:pt x="49455" y="84045"/>
                    <a:pt x="30874" y="84045"/>
                  </a:cubicBezTo>
                  <a:cubicBezTo>
                    <a:pt x="20297" y="84045"/>
                    <a:pt x="9434" y="80615"/>
                    <a:pt x="0" y="74326"/>
                  </a:cubicBezTo>
                  <a:lnTo>
                    <a:pt x="8862" y="5946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3" name="Freihandform: Form 182">
              <a:extLst>
                <a:ext uri="{FF2B5EF4-FFF2-40B4-BE49-F238E27FC236}">
                  <a16:creationId xmlns:a16="http://schemas.microsoft.com/office/drawing/2014/main" id="{2AB8E3EA-2F9D-4D73-A643-5B2B5754ACA1}"/>
                </a:ext>
              </a:extLst>
            </p:cNvPr>
            <p:cNvSpPr/>
            <p:nvPr/>
          </p:nvSpPr>
          <p:spPr>
            <a:xfrm>
              <a:off x="2483647" y="64401"/>
              <a:ext cx="67464" cy="84045"/>
            </a:xfrm>
            <a:custGeom>
              <a:avLst/>
              <a:gdLst>
                <a:gd name="connsiteX0" fmla="*/ 66893 w 67464"/>
                <a:gd name="connsiteY0" fmla="*/ 71181 h 84045"/>
                <a:gd name="connsiteX1" fmla="*/ 38306 w 67464"/>
                <a:gd name="connsiteY1" fmla="*/ 84045 h 84045"/>
                <a:gd name="connsiteX2" fmla="*/ 0 w 67464"/>
                <a:gd name="connsiteY2" fmla="*/ 42309 h 84045"/>
                <a:gd name="connsiteX3" fmla="*/ 38592 w 67464"/>
                <a:gd name="connsiteY3" fmla="*/ 0 h 84045"/>
                <a:gd name="connsiteX4" fmla="*/ 67465 w 67464"/>
                <a:gd name="connsiteY4" fmla="*/ 13722 h 84045"/>
                <a:gd name="connsiteX5" fmla="*/ 54601 w 67464"/>
                <a:gd name="connsiteY5" fmla="*/ 26014 h 84045"/>
                <a:gd name="connsiteX6" fmla="*/ 38592 w 67464"/>
                <a:gd name="connsiteY6" fmla="*/ 17152 h 84045"/>
                <a:gd name="connsiteX7" fmla="*/ 18867 w 67464"/>
                <a:gd name="connsiteY7" fmla="*/ 42023 h 84045"/>
                <a:gd name="connsiteX8" fmla="*/ 38592 w 67464"/>
                <a:gd name="connsiteY8" fmla="*/ 66893 h 84045"/>
                <a:gd name="connsiteX9" fmla="*/ 55173 w 67464"/>
                <a:gd name="connsiteY9" fmla="*/ 58031 h 84045"/>
                <a:gd name="connsiteX10" fmla="*/ 66893 w 67464"/>
                <a:gd name="connsiteY10" fmla="*/ 71181 h 84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7464" h="84045">
                  <a:moveTo>
                    <a:pt x="66893" y="71181"/>
                  </a:moveTo>
                  <a:cubicBezTo>
                    <a:pt x="58889" y="80043"/>
                    <a:pt x="49741" y="84045"/>
                    <a:pt x="38306" y="84045"/>
                  </a:cubicBezTo>
                  <a:cubicBezTo>
                    <a:pt x="15437" y="84045"/>
                    <a:pt x="0" y="67465"/>
                    <a:pt x="0" y="42309"/>
                  </a:cubicBezTo>
                  <a:cubicBezTo>
                    <a:pt x="0" y="17152"/>
                    <a:pt x="15437" y="0"/>
                    <a:pt x="38592" y="0"/>
                  </a:cubicBezTo>
                  <a:cubicBezTo>
                    <a:pt x="50599" y="0"/>
                    <a:pt x="60318" y="4574"/>
                    <a:pt x="67465" y="13722"/>
                  </a:cubicBezTo>
                  <a:lnTo>
                    <a:pt x="54601" y="26014"/>
                  </a:lnTo>
                  <a:cubicBezTo>
                    <a:pt x="50027" y="20011"/>
                    <a:pt x="44881" y="17152"/>
                    <a:pt x="38592" y="17152"/>
                  </a:cubicBezTo>
                  <a:cubicBezTo>
                    <a:pt x="26872" y="17152"/>
                    <a:pt x="18867" y="26872"/>
                    <a:pt x="18867" y="42023"/>
                  </a:cubicBezTo>
                  <a:cubicBezTo>
                    <a:pt x="18867" y="56888"/>
                    <a:pt x="26872" y="66893"/>
                    <a:pt x="38592" y="66893"/>
                  </a:cubicBezTo>
                  <a:cubicBezTo>
                    <a:pt x="44881" y="66893"/>
                    <a:pt x="50027" y="64035"/>
                    <a:pt x="55173" y="58031"/>
                  </a:cubicBezTo>
                  <a:lnTo>
                    <a:pt x="66893" y="7118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4" name="Freihandform: Form 183">
              <a:extLst>
                <a:ext uri="{FF2B5EF4-FFF2-40B4-BE49-F238E27FC236}">
                  <a16:creationId xmlns:a16="http://schemas.microsoft.com/office/drawing/2014/main" id="{C9A4592F-1C49-4F5E-9BE5-E4E48029AC30}"/>
                </a:ext>
              </a:extLst>
            </p:cNvPr>
            <p:cNvSpPr/>
            <p:nvPr/>
          </p:nvSpPr>
          <p:spPr>
            <a:xfrm>
              <a:off x="2567120" y="29811"/>
              <a:ext cx="68608" cy="116920"/>
            </a:xfrm>
            <a:custGeom>
              <a:avLst/>
              <a:gdLst>
                <a:gd name="connsiteX0" fmla="*/ 68608 w 68608"/>
                <a:gd name="connsiteY0" fmla="*/ 116634 h 116920"/>
                <a:gd name="connsiteX1" fmla="*/ 50027 w 68608"/>
                <a:gd name="connsiteY1" fmla="*/ 116634 h 116920"/>
                <a:gd name="connsiteX2" fmla="*/ 50027 w 68608"/>
                <a:gd name="connsiteY2" fmla="*/ 70895 h 116920"/>
                <a:gd name="connsiteX3" fmla="*/ 35162 w 68608"/>
                <a:gd name="connsiteY3" fmla="*/ 51456 h 116920"/>
                <a:gd name="connsiteX4" fmla="*/ 18581 w 68608"/>
                <a:gd name="connsiteY4" fmla="*/ 70895 h 116920"/>
                <a:gd name="connsiteX5" fmla="*/ 18581 w 68608"/>
                <a:gd name="connsiteY5" fmla="*/ 116920 h 116920"/>
                <a:gd name="connsiteX6" fmla="*/ 0 w 68608"/>
                <a:gd name="connsiteY6" fmla="*/ 116920 h 116920"/>
                <a:gd name="connsiteX7" fmla="*/ 0 w 68608"/>
                <a:gd name="connsiteY7" fmla="*/ 4574 h 116920"/>
                <a:gd name="connsiteX8" fmla="*/ 18581 w 68608"/>
                <a:gd name="connsiteY8" fmla="*/ 0 h 116920"/>
                <a:gd name="connsiteX9" fmla="*/ 18581 w 68608"/>
                <a:gd name="connsiteY9" fmla="*/ 46597 h 116920"/>
                <a:gd name="connsiteX10" fmla="*/ 18867 w 68608"/>
                <a:gd name="connsiteY10" fmla="*/ 46597 h 116920"/>
                <a:gd name="connsiteX11" fmla="*/ 42308 w 68608"/>
                <a:gd name="connsiteY11" fmla="*/ 34876 h 116920"/>
                <a:gd name="connsiteX12" fmla="*/ 68608 w 68608"/>
                <a:gd name="connsiteY12" fmla="*/ 67179 h 116920"/>
                <a:gd name="connsiteX13" fmla="*/ 68608 w 68608"/>
                <a:gd name="connsiteY13" fmla="*/ 116634 h 116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8608" h="116920">
                  <a:moveTo>
                    <a:pt x="68608" y="116634"/>
                  </a:moveTo>
                  <a:lnTo>
                    <a:pt x="50027" y="116634"/>
                  </a:lnTo>
                  <a:lnTo>
                    <a:pt x="50027" y="70895"/>
                  </a:lnTo>
                  <a:cubicBezTo>
                    <a:pt x="50027" y="59175"/>
                    <a:pt x="46311" y="51456"/>
                    <a:pt x="35162" y="51456"/>
                  </a:cubicBezTo>
                  <a:cubicBezTo>
                    <a:pt x="22298" y="51456"/>
                    <a:pt x="18581" y="61748"/>
                    <a:pt x="18581" y="70895"/>
                  </a:cubicBezTo>
                  <a:lnTo>
                    <a:pt x="18581" y="116920"/>
                  </a:lnTo>
                  <a:lnTo>
                    <a:pt x="0" y="116920"/>
                  </a:lnTo>
                  <a:lnTo>
                    <a:pt x="0" y="4574"/>
                  </a:lnTo>
                  <a:lnTo>
                    <a:pt x="18581" y="0"/>
                  </a:lnTo>
                  <a:lnTo>
                    <a:pt x="18581" y="46597"/>
                  </a:lnTo>
                  <a:lnTo>
                    <a:pt x="18867" y="46597"/>
                  </a:lnTo>
                  <a:cubicBezTo>
                    <a:pt x="23441" y="39450"/>
                    <a:pt x="31731" y="34876"/>
                    <a:pt x="42308" y="34876"/>
                  </a:cubicBezTo>
                  <a:cubicBezTo>
                    <a:pt x="60890" y="34876"/>
                    <a:pt x="68608" y="48598"/>
                    <a:pt x="68608" y="67179"/>
                  </a:cubicBezTo>
                  <a:lnTo>
                    <a:pt x="68608" y="116634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5" name="Freihandform: Form 184">
              <a:extLst>
                <a:ext uri="{FF2B5EF4-FFF2-40B4-BE49-F238E27FC236}">
                  <a16:creationId xmlns:a16="http://schemas.microsoft.com/office/drawing/2014/main" id="{4D40DDBB-9A0A-4705-BF97-2DF2D76488D6}"/>
                </a:ext>
              </a:extLst>
            </p:cNvPr>
            <p:cNvSpPr/>
            <p:nvPr/>
          </p:nvSpPr>
          <p:spPr>
            <a:xfrm>
              <a:off x="2655168" y="64687"/>
              <a:ext cx="72896" cy="83759"/>
            </a:xfrm>
            <a:custGeom>
              <a:avLst/>
              <a:gdLst>
                <a:gd name="connsiteX0" fmla="*/ 39736 w 72896"/>
                <a:gd name="connsiteY0" fmla="*/ 83759 h 83759"/>
                <a:gd name="connsiteX1" fmla="*/ 0 w 72896"/>
                <a:gd name="connsiteY1" fmla="*/ 41737 h 83759"/>
                <a:gd name="connsiteX2" fmla="*/ 37449 w 72896"/>
                <a:gd name="connsiteY2" fmla="*/ 0 h 83759"/>
                <a:gd name="connsiteX3" fmla="*/ 72896 w 72896"/>
                <a:gd name="connsiteY3" fmla="*/ 40593 h 83759"/>
                <a:gd name="connsiteX4" fmla="*/ 72611 w 72896"/>
                <a:gd name="connsiteY4" fmla="*/ 48312 h 83759"/>
                <a:gd name="connsiteX5" fmla="*/ 18867 w 72896"/>
                <a:gd name="connsiteY5" fmla="*/ 48312 h 83759"/>
                <a:gd name="connsiteX6" fmla="*/ 39736 w 72896"/>
                <a:gd name="connsiteY6" fmla="*/ 67751 h 83759"/>
                <a:gd name="connsiteX7" fmla="*/ 59461 w 72896"/>
                <a:gd name="connsiteY7" fmla="*/ 58317 h 83759"/>
                <a:gd name="connsiteX8" fmla="*/ 71181 w 72896"/>
                <a:gd name="connsiteY8" fmla="*/ 70609 h 83759"/>
                <a:gd name="connsiteX9" fmla="*/ 39736 w 72896"/>
                <a:gd name="connsiteY9" fmla="*/ 83759 h 83759"/>
                <a:gd name="connsiteX10" fmla="*/ 18867 w 72896"/>
                <a:gd name="connsiteY10" fmla="*/ 34590 h 83759"/>
                <a:gd name="connsiteX11" fmla="*/ 55173 w 72896"/>
                <a:gd name="connsiteY11" fmla="*/ 34590 h 83759"/>
                <a:gd name="connsiteX12" fmla="*/ 37449 w 72896"/>
                <a:gd name="connsiteY12" fmla="*/ 15151 h 83759"/>
                <a:gd name="connsiteX13" fmla="*/ 18867 w 72896"/>
                <a:gd name="connsiteY13" fmla="*/ 34590 h 8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2896" h="83759">
                  <a:moveTo>
                    <a:pt x="39736" y="83759"/>
                  </a:moveTo>
                  <a:cubicBezTo>
                    <a:pt x="16009" y="83759"/>
                    <a:pt x="0" y="66893"/>
                    <a:pt x="0" y="41737"/>
                  </a:cubicBezTo>
                  <a:cubicBezTo>
                    <a:pt x="0" y="16866"/>
                    <a:pt x="15151" y="0"/>
                    <a:pt x="37449" y="0"/>
                  </a:cubicBezTo>
                  <a:cubicBezTo>
                    <a:pt x="58889" y="0"/>
                    <a:pt x="72896" y="16009"/>
                    <a:pt x="72896" y="40593"/>
                  </a:cubicBezTo>
                  <a:cubicBezTo>
                    <a:pt x="72896" y="43166"/>
                    <a:pt x="72611" y="46025"/>
                    <a:pt x="72611" y="48312"/>
                  </a:cubicBezTo>
                  <a:lnTo>
                    <a:pt x="18867" y="48312"/>
                  </a:lnTo>
                  <a:cubicBezTo>
                    <a:pt x="20868" y="60604"/>
                    <a:pt x="28301" y="67751"/>
                    <a:pt x="39736" y="67751"/>
                  </a:cubicBezTo>
                  <a:cubicBezTo>
                    <a:pt x="47168" y="67751"/>
                    <a:pt x="53171" y="64892"/>
                    <a:pt x="59461" y="58317"/>
                  </a:cubicBezTo>
                  <a:lnTo>
                    <a:pt x="71181" y="70609"/>
                  </a:lnTo>
                  <a:cubicBezTo>
                    <a:pt x="62033" y="79471"/>
                    <a:pt x="52028" y="83759"/>
                    <a:pt x="39736" y="83759"/>
                  </a:cubicBezTo>
                  <a:close/>
                  <a:moveTo>
                    <a:pt x="18867" y="34590"/>
                  </a:moveTo>
                  <a:lnTo>
                    <a:pt x="55173" y="34590"/>
                  </a:lnTo>
                  <a:cubicBezTo>
                    <a:pt x="54315" y="22298"/>
                    <a:pt x="48026" y="15151"/>
                    <a:pt x="37449" y="15151"/>
                  </a:cubicBezTo>
                  <a:cubicBezTo>
                    <a:pt x="27157" y="15151"/>
                    <a:pt x="20583" y="22298"/>
                    <a:pt x="18867" y="34590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6" name="Freihandform: Form 185">
              <a:extLst>
                <a:ext uri="{FF2B5EF4-FFF2-40B4-BE49-F238E27FC236}">
                  <a16:creationId xmlns:a16="http://schemas.microsoft.com/office/drawing/2014/main" id="{046803DD-55F3-4F83-BB7E-A27B2972BE41}"/>
                </a:ext>
              </a:extLst>
            </p:cNvPr>
            <p:cNvSpPr/>
            <p:nvPr/>
          </p:nvSpPr>
          <p:spPr>
            <a:xfrm>
              <a:off x="2796386" y="36100"/>
              <a:ext cx="69465" cy="110630"/>
            </a:xfrm>
            <a:custGeom>
              <a:avLst/>
              <a:gdLst>
                <a:gd name="connsiteX0" fmla="*/ 69466 w 69465"/>
                <a:gd name="connsiteY0" fmla="*/ 18010 h 110630"/>
                <a:gd name="connsiteX1" fmla="*/ 19725 w 69465"/>
                <a:gd name="connsiteY1" fmla="*/ 18010 h 110630"/>
                <a:gd name="connsiteX2" fmla="*/ 19725 w 69465"/>
                <a:gd name="connsiteY2" fmla="*/ 45453 h 110630"/>
                <a:gd name="connsiteX3" fmla="*/ 56888 w 69465"/>
                <a:gd name="connsiteY3" fmla="*/ 45453 h 110630"/>
                <a:gd name="connsiteX4" fmla="*/ 56888 w 69465"/>
                <a:gd name="connsiteY4" fmla="*/ 63463 h 110630"/>
                <a:gd name="connsiteX5" fmla="*/ 19725 w 69465"/>
                <a:gd name="connsiteY5" fmla="*/ 63463 h 110630"/>
                <a:gd name="connsiteX6" fmla="*/ 19725 w 69465"/>
                <a:gd name="connsiteY6" fmla="*/ 110631 h 110630"/>
                <a:gd name="connsiteX7" fmla="*/ 0 w 69465"/>
                <a:gd name="connsiteY7" fmla="*/ 110631 h 110630"/>
                <a:gd name="connsiteX8" fmla="*/ 0 w 69465"/>
                <a:gd name="connsiteY8" fmla="*/ 0 h 110630"/>
                <a:gd name="connsiteX9" fmla="*/ 69466 w 69465"/>
                <a:gd name="connsiteY9" fmla="*/ 0 h 110630"/>
                <a:gd name="connsiteX10" fmla="*/ 69466 w 69465"/>
                <a:gd name="connsiteY10" fmla="*/ 18010 h 110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465" h="110630">
                  <a:moveTo>
                    <a:pt x="69466" y="18010"/>
                  </a:moveTo>
                  <a:lnTo>
                    <a:pt x="19725" y="18010"/>
                  </a:lnTo>
                  <a:lnTo>
                    <a:pt x="19725" y="45453"/>
                  </a:lnTo>
                  <a:lnTo>
                    <a:pt x="56888" y="45453"/>
                  </a:lnTo>
                  <a:lnTo>
                    <a:pt x="56888" y="63463"/>
                  </a:lnTo>
                  <a:lnTo>
                    <a:pt x="19725" y="63463"/>
                  </a:lnTo>
                  <a:lnTo>
                    <a:pt x="19725" y="110631"/>
                  </a:lnTo>
                  <a:lnTo>
                    <a:pt x="0" y="110631"/>
                  </a:lnTo>
                  <a:lnTo>
                    <a:pt x="0" y="0"/>
                  </a:lnTo>
                  <a:lnTo>
                    <a:pt x="69466" y="0"/>
                  </a:lnTo>
                  <a:lnTo>
                    <a:pt x="69466" y="18010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7" name="Freihandform: Form 186">
              <a:extLst>
                <a:ext uri="{FF2B5EF4-FFF2-40B4-BE49-F238E27FC236}">
                  <a16:creationId xmlns:a16="http://schemas.microsoft.com/office/drawing/2014/main" id="{AC0AA9F0-7CDF-4903-936C-F843B3754074}"/>
                </a:ext>
              </a:extLst>
            </p:cNvPr>
            <p:cNvSpPr/>
            <p:nvPr/>
          </p:nvSpPr>
          <p:spPr>
            <a:xfrm>
              <a:off x="2869569" y="64687"/>
              <a:ext cx="67750" cy="83759"/>
            </a:xfrm>
            <a:custGeom>
              <a:avLst/>
              <a:gdLst>
                <a:gd name="connsiteX0" fmla="*/ 34304 w 67750"/>
                <a:gd name="connsiteY0" fmla="*/ 32303 h 83759"/>
                <a:gd name="connsiteX1" fmla="*/ 49455 w 67750"/>
                <a:gd name="connsiteY1" fmla="*/ 34018 h 83759"/>
                <a:gd name="connsiteX2" fmla="*/ 49455 w 67750"/>
                <a:gd name="connsiteY2" fmla="*/ 31160 h 83759"/>
                <a:gd name="connsiteX3" fmla="*/ 31731 w 67750"/>
                <a:gd name="connsiteY3" fmla="*/ 15723 h 83759"/>
                <a:gd name="connsiteX4" fmla="*/ 11435 w 67750"/>
                <a:gd name="connsiteY4" fmla="*/ 20297 h 83759"/>
                <a:gd name="connsiteX5" fmla="*/ 7433 w 67750"/>
                <a:gd name="connsiteY5" fmla="*/ 4574 h 83759"/>
                <a:gd name="connsiteX6" fmla="*/ 33732 w 67750"/>
                <a:gd name="connsiteY6" fmla="*/ 0 h 83759"/>
                <a:gd name="connsiteX7" fmla="*/ 67751 w 67750"/>
                <a:gd name="connsiteY7" fmla="*/ 30874 h 83759"/>
                <a:gd name="connsiteX8" fmla="*/ 67751 w 67750"/>
                <a:gd name="connsiteY8" fmla="*/ 82044 h 83759"/>
                <a:gd name="connsiteX9" fmla="*/ 50027 w 67750"/>
                <a:gd name="connsiteY9" fmla="*/ 82044 h 83759"/>
                <a:gd name="connsiteX10" fmla="*/ 50027 w 67750"/>
                <a:gd name="connsiteY10" fmla="*/ 73468 h 83759"/>
                <a:gd name="connsiteX11" fmla="*/ 49741 w 67750"/>
                <a:gd name="connsiteY11" fmla="*/ 73468 h 83759"/>
                <a:gd name="connsiteX12" fmla="*/ 26300 w 67750"/>
                <a:gd name="connsiteY12" fmla="*/ 83759 h 83759"/>
                <a:gd name="connsiteX13" fmla="*/ 0 w 67750"/>
                <a:gd name="connsiteY13" fmla="*/ 58317 h 83759"/>
                <a:gd name="connsiteX14" fmla="*/ 34304 w 67750"/>
                <a:gd name="connsiteY14" fmla="*/ 32303 h 83759"/>
                <a:gd name="connsiteX15" fmla="*/ 31160 w 67750"/>
                <a:gd name="connsiteY15" fmla="*/ 69752 h 83759"/>
                <a:gd name="connsiteX16" fmla="*/ 49455 w 67750"/>
                <a:gd name="connsiteY16" fmla="*/ 60032 h 83759"/>
                <a:gd name="connsiteX17" fmla="*/ 49455 w 67750"/>
                <a:gd name="connsiteY17" fmla="*/ 46025 h 83759"/>
                <a:gd name="connsiteX18" fmla="*/ 36305 w 67750"/>
                <a:gd name="connsiteY18" fmla="*/ 44595 h 83759"/>
                <a:gd name="connsiteX19" fmla="*/ 17724 w 67750"/>
                <a:gd name="connsiteY19" fmla="*/ 57745 h 83759"/>
                <a:gd name="connsiteX20" fmla="*/ 31160 w 67750"/>
                <a:gd name="connsiteY20" fmla="*/ 69752 h 8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7750" h="83759">
                  <a:moveTo>
                    <a:pt x="34304" y="32303"/>
                  </a:moveTo>
                  <a:cubicBezTo>
                    <a:pt x="39450" y="32303"/>
                    <a:pt x="44310" y="32589"/>
                    <a:pt x="49455" y="34018"/>
                  </a:cubicBezTo>
                  <a:lnTo>
                    <a:pt x="49455" y="31160"/>
                  </a:lnTo>
                  <a:cubicBezTo>
                    <a:pt x="49455" y="20868"/>
                    <a:pt x="43452" y="15723"/>
                    <a:pt x="31731" y="15723"/>
                  </a:cubicBezTo>
                  <a:cubicBezTo>
                    <a:pt x="25156" y="15723"/>
                    <a:pt x="18010" y="17152"/>
                    <a:pt x="11435" y="20297"/>
                  </a:cubicBezTo>
                  <a:lnTo>
                    <a:pt x="7433" y="4574"/>
                  </a:lnTo>
                  <a:cubicBezTo>
                    <a:pt x="14865" y="1715"/>
                    <a:pt x="24585" y="0"/>
                    <a:pt x="33732" y="0"/>
                  </a:cubicBezTo>
                  <a:cubicBezTo>
                    <a:pt x="56316" y="0"/>
                    <a:pt x="67751" y="10577"/>
                    <a:pt x="67751" y="30874"/>
                  </a:cubicBezTo>
                  <a:lnTo>
                    <a:pt x="67751" y="82044"/>
                  </a:lnTo>
                  <a:lnTo>
                    <a:pt x="50027" y="82044"/>
                  </a:lnTo>
                  <a:lnTo>
                    <a:pt x="50027" y="73468"/>
                  </a:lnTo>
                  <a:lnTo>
                    <a:pt x="49741" y="73468"/>
                  </a:lnTo>
                  <a:cubicBezTo>
                    <a:pt x="42880" y="80615"/>
                    <a:pt x="35734" y="83759"/>
                    <a:pt x="26300" y="83759"/>
                  </a:cubicBezTo>
                  <a:cubicBezTo>
                    <a:pt x="10291" y="83759"/>
                    <a:pt x="0" y="73754"/>
                    <a:pt x="0" y="58317"/>
                  </a:cubicBezTo>
                  <a:cubicBezTo>
                    <a:pt x="0" y="41451"/>
                    <a:pt x="12006" y="32303"/>
                    <a:pt x="34304" y="32303"/>
                  </a:cubicBezTo>
                  <a:close/>
                  <a:moveTo>
                    <a:pt x="31160" y="69752"/>
                  </a:moveTo>
                  <a:cubicBezTo>
                    <a:pt x="38021" y="69752"/>
                    <a:pt x="44310" y="66321"/>
                    <a:pt x="49455" y="60032"/>
                  </a:cubicBezTo>
                  <a:lnTo>
                    <a:pt x="49455" y="46025"/>
                  </a:lnTo>
                  <a:cubicBezTo>
                    <a:pt x="45167" y="44881"/>
                    <a:pt x="40593" y="44595"/>
                    <a:pt x="36305" y="44595"/>
                  </a:cubicBezTo>
                  <a:cubicBezTo>
                    <a:pt x="24585" y="44595"/>
                    <a:pt x="17724" y="49169"/>
                    <a:pt x="17724" y="57745"/>
                  </a:cubicBezTo>
                  <a:cubicBezTo>
                    <a:pt x="17724" y="65178"/>
                    <a:pt x="22869" y="69752"/>
                    <a:pt x="31160" y="69752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8" name="Freihandform: Form 187">
              <a:extLst>
                <a:ext uri="{FF2B5EF4-FFF2-40B4-BE49-F238E27FC236}">
                  <a16:creationId xmlns:a16="http://schemas.microsoft.com/office/drawing/2014/main" id="{054B4287-F015-4E37-9C35-21E17E5EA517}"/>
                </a:ext>
              </a:extLst>
            </p:cNvPr>
            <p:cNvSpPr/>
            <p:nvPr/>
          </p:nvSpPr>
          <p:spPr>
            <a:xfrm>
              <a:off x="2961046" y="29811"/>
              <a:ext cx="70323" cy="116920"/>
            </a:xfrm>
            <a:custGeom>
              <a:avLst/>
              <a:gdLst>
                <a:gd name="connsiteX0" fmla="*/ 0 w 70323"/>
                <a:gd name="connsiteY0" fmla="*/ 4574 h 116920"/>
                <a:gd name="connsiteX1" fmla="*/ 18581 w 70323"/>
                <a:gd name="connsiteY1" fmla="*/ 0 h 116920"/>
                <a:gd name="connsiteX2" fmla="*/ 18581 w 70323"/>
                <a:gd name="connsiteY2" fmla="*/ 70324 h 116920"/>
                <a:gd name="connsiteX3" fmla="*/ 18867 w 70323"/>
                <a:gd name="connsiteY3" fmla="*/ 70324 h 116920"/>
                <a:gd name="connsiteX4" fmla="*/ 45167 w 70323"/>
                <a:gd name="connsiteY4" fmla="*/ 36877 h 116920"/>
                <a:gd name="connsiteX5" fmla="*/ 67465 w 70323"/>
                <a:gd name="connsiteY5" fmla="*/ 36877 h 116920"/>
                <a:gd name="connsiteX6" fmla="*/ 41165 w 70323"/>
                <a:gd name="connsiteY6" fmla="*/ 68323 h 116920"/>
                <a:gd name="connsiteX7" fmla="*/ 70324 w 70323"/>
                <a:gd name="connsiteY7" fmla="*/ 116920 h 116920"/>
                <a:gd name="connsiteX8" fmla="*/ 48026 w 70323"/>
                <a:gd name="connsiteY8" fmla="*/ 116920 h 116920"/>
                <a:gd name="connsiteX9" fmla="*/ 28015 w 70323"/>
                <a:gd name="connsiteY9" fmla="*/ 82330 h 116920"/>
                <a:gd name="connsiteX10" fmla="*/ 18867 w 70323"/>
                <a:gd name="connsiteY10" fmla="*/ 92621 h 116920"/>
                <a:gd name="connsiteX11" fmla="*/ 18867 w 70323"/>
                <a:gd name="connsiteY11" fmla="*/ 116920 h 116920"/>
                <a:gd name="connsiteX12" fmla="*/ 286 w 70323"/>
                <a:gd name="connsiteY12" fmla="*/ 116920 h 116920"/>
                <a:gd name="connsiteX13" fmla="*/ 286 w 70323"/>
                <a:gd name="connsiteY13" fmla="*/ 4574 h 116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0323" h="116920">
                  <a:moveTo>
                    <a:pt x="0" y="4574"/>
                  </a:moveTo>
                  <a:lnTo>
                    <a:pt x="18581" y="0"/>
                  </a:lnTo>
                  <a:lnTo>
                    <a:pt x="18581" y="70324"/>
                  </a:lnTo>
                  <a:lnTo>
                    <a:pt x="18867" y="70324"/>
                  </a:lnTo>
                  <a:lnTo>
                    <a:pt x="45167" y="36877"/>
                  </a:lnTo>
                  <a:lnTo>
                    <a:pt x="67465" y="36877"/>
                  </a:lnTo>
                  <a:lnTo>
                    <a:pt x="41165" y="68323"/>
                  </a:lnTo>
                  <a:lnTo>
                    <a:pt x="70324" y="116920"/>
                  </a:lnTo>
                  <a:lnTo>
                    <a:pt x="48026" y="116920"/>
                  </a:lnTo>
                  <a:lnTo>
                    <a:pt x="28015" y="82330"/>
                  </a:lnTo>
                  <a:lnTo>
                    <a:pt x="18867" y="92621"/>
                  </a:lnTo>
                  <a:lnTo>
                    <a:pt x="18867" y="116920"/>
                  </a:lnTo>
                  <a:lnTo>
                    <a:pt x="286" y="116920"/>
                  </a:lnTo>
                  <a:lnTo>
                    <a:pt x="286" y="4574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9" name="Freihandform: Form 188">
              <a:extLst>
                <a:ext uri="{FF2B5EF4-FFF2-40B4-BE49-F238E27FC236}">
                  <a16:creationId xmlns:a16="http://schemas.microsoft.com/office/drawing/2014/main" id="{C7577CF9-2429-4044-8620-CAF831058252}"/>
                </a:ext>
              </a:extLst>
            </p:cNvPr>
            <p:cNvSpPr/>
            <p:nvPr/>
          </p:nvSpPr>
          <p:spPr>
            <a:xfrm>
              <a:off x="3045092" y="66688"/>
              <a:ext cx="68894" cy="82044"/>
            </a:xfrm>
            <a:custGeom>
              <a:avLst/>
              <a:gdLst>
                <a:gd name="connsiteX0" fmla="*/ 18867 w 68894"/>
                <a:gd name="connsiteY0" fmla="*/ 48026 h 82044"/>
                <a:gd name="connsiteX1" fmla="*/ 34876 w 68894"/>
                <a:gd name="connsiteY1" fmla="*/ 64892 h 82044"/>
                <a:gd name="connsiteX2" fmla="*/ 50313 w 68894"/>
                <a:gd name="connsiteY2" fmla="*/ 48026 h 82044"/>
                <a:gd name="connsiteX3" fmla="*/ 50313 w 68894"/>
                <a:gd name="connsiteY3" fmla="*/ 0 h 82044"/>
                <a:gd name="connsiteX4" fmla="*/ 68894 w 68894"/>
                <a:gd name="connsiteY4" fmla="*/ 0 h 82044"/>
                <a:gd name="connsiteX5" fmla="*/ 68894 w 68894"/>
                <a:gd name="connsiteY5" fmla="*/ 48598 h 82044"/>
                <a:gd name="connsiteX6" fmla="*/ 35162 w 68894"/>
                <a:gd name="connsiteY6" fmla="*/ 82044 h 82044"/>
                <a:gd name="connsiteX7" fmla="*/ 0 w 68894"/>
                <a:gd name="connsiteY7" fmla="*/ 48883 h 82044"/>
                <a:gd name="connsiteX8" fmla="*/ 0 w 68894"/>
                <a:gd name="connsiteY8" fmla="*/ 286 h 82044"/>
                <a:gd name="connsiteX9" fmla="*/ 18581 w 68894"/>
                <a:gd name="connsiteY9" fmla="*/ 286 h 82044"/>
                <a:gd name="connsiteX10" fmla="*/ 18581 w 68894"/>
                <a:gd name="connsiteY10" fmla="*/ 48026 h 82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8894" h="82044">
                  <a:moveTo>
                    <a:pt x="18867" y="48026"/>
                  </a:moveTo>
                  <a:cubicBezTo>
                    <a:pt x="18867" y="58889"/>
                    <a:pt x="24299" y="64892"/>
                    <a:pt x="34876" y="64892"/>
                  </a:cubicBezTo>
                  <a:cubicBezTo>
                    <a:pt x="45167" y="64892"/>
                    <a:pt x="50313" y="59175"/>
                    <a:pt x="50313" y="48026"/>
                  </a:cubicBezTo>
                  <a:lnTo>
                    <a:pt x="50313" y="0"/>
                  </a:lnTo>
                  <a:lnTo>
                    <a:pt x="68894" y="0"/>
                  </a:lnTo>
                  <a:lnTo>
                    <a:pt x="68894" y="48598"/>
                  </a:lnTo>
                  <a:cubicBezTo>
                    <a:pt x="68894" y="69752"/>
                    <a:pt x="57174" y="82044"/>
                    <a:pt x="35162" y="82044"/>
                  </a:cubicBezTo>
                  <a:cubicBezTo>
                    <a:pt x="13436" y="82044"/>
                    <a:pt x="0" y="69752"/>
                    <a:pt x="0" y="48883"/>
                  </a:cubicBezTo>
                  <a:lnTo>
                    <a:pt x="0" y="286"/>
                  </a:lnTo>
                  <a:lnTo>
                    <a:pt x="18581" y="286"/>
                  </a:lnTo>
                  <a:lnTo>
                    <a:pt x="18581" y="48026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0" name="Freihandform: Form 189">
              <a:extLst>
                <a:ext uri="{FF2B5EF4-FFF2-40B4-BE49-F238E27FC236}">
                  <a16:creationId xmlns:a16="http://schemas.microsoft.com/office/drawing/2014/main" id="{F0039E4B-FED0-47D4-9398-C45145558C27}"/>
                </a:ext>
              </a:extLst>
            </p:cNvPr>
            <p:cNvSpPr/>
            <p:nvPr/>
          </p:nvSpPr>
          <p:spPr>
            <a:xfrm>
              <a:off x="3138285" y="29525"/>
              <a:ext cx="18581" cy="116920"/>
            </a:xfrm>
            <a:custGeom>
              <a:avLst/>
              <a:gdLst>
                <a:gd name="connsiteX0" fmla="*/ 18581 w 18581"/>
                <a:gd name="connsiteY0" fmla="*/ 116920 h 116920"/>
                <a:gd name="connsiteX1" fmla="*/ 0 w 18581"/>
                <a:gd name="connsiteY1" fmla="*/ 116920 h 116920"/>
                <a:gd name="connsiteX2" fmla="*/ 0 w 18581"/>
                <a:gd name="connsiteY2" fmla="*/ 4288 h 116920"/>
                <a:gd name="connsiteX3" fmla="*/ 18581 w 18581"/>
                <a:gd name="connsiteY3" fmla="*/ 0 h 116920"/>
                <a:gd name="connsiteX4" fmla="*/ 18581 w 18581"/>
                <a:gd name="connsiteY4" fmla="*/ 116920 h 116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581" h="116920">
                  <a:moveTo>
                    <a:pt x="18581" y="116920"/>
                  </a:moveTo>
                  <a:lnTo>
                    <a:pt x="0" y="116920"/>
                  </a:lnTo>
                  <a:lnTo>
                    <a:pt x="0" y="4288"/>
                  </a:lnTo>
                  <a:lnTo>
                    <a:pt x="18581" y="0"/>
                  </a:lnTo>
                  <a:lnTo>
                    <a:pt x="18581" y="116920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1" name="Freihandform: Form 190">
              <a:extLst>
                <a:ext uri="{FF2B5EF4-FFF2-40B4-BE49-F238E27FC236}">
                  <a16:creationId xmlns:a16="http://schemas.microsoft.com/office/drawing/2014/main" id="{6A94126F-7BE5-4CA7-B313-00A72B3D434C}"/>
                </a:ext>
              </a:extLst>
            </p:cNvPr>
            <p:cNvSpPr/>
            <p:nvPr/>
          </p:nvSpPr>
          <p:spPr>
            <a:xfrm>
              <a:off x="3173160" y="40960"/>
              <a:ext cx="49741" cy="107486"/>
            </a:xfrm>
            <a:custGeom>
              <a:avLst/>
              <a:gdLst>
                <a:gd name="connsiteX0" fmla="*/ 49741 w 49741"/>
                <a:gd name="connsiteY0" fmla="*/ 88619 h 107486"/>
                <a:gd name="connsiteX1" fmla="*/ 49741 w 49741"/>
                <a:gd name="connsiteY1" fmla="*/ 104628 h 107486"/>
                <a:gd name="connsiteX2" fmla="*/ 34018 w 49741"/>
                <a:gd name="connsiteY2" fmla="*/ 107486 h 107486"/>
                <a:gd name="connsiteX3" fmla="*/ 12292 w 49741"/>
                <a:gd name="connsiteY3" fmla="*/ 84903 h 107486"/>
                <a:gd name="connsiteX4" fmla="*/ 12292 w 49741"/>
                <a:gd name="connsiteY4" fmla="*/ 41165 h 107486"/>
                <a:gd name="connsiteX5" fmla="*/ 0 w 49741"/>
                <a:gd name="connsiteY5" fmla="*/ 41165 h 107486"/>
                <a:gd name="connsiteX6" fmla="*/ 0 w 49741"/>
                <a:gd name="connsiteY6" fmla="*/ 25728 h 107486"/>
                <a:gd name="connsiteX7" fmla="*/ 12006 w 49741"/>
                <a:gd name="connsiteY7" fmla="*/ 25728 h 107486"/>
                <a:gd name="connsiteX8" fmla="*/ 12006 w 49741"/>
                <a:gd name="connsiteY8" fmla="*/ 4002 h 107486"/>
                <a:gd name="connsiteX9" fmla="*/ 30588 w 49741"/>
                <a:gd name="connsiteY9" fmla="*/ 0 h 107486"/>
                <a:gd name="connsiteX10" fmla="*/ 30588 w 49741"/>
                <a:gd name="connsiteY10" fmla="*/ 26014 h 107486"/>
                <a:gd name="connsiteX11" fmla="*/ 49741 w 49741"/>
                <a:gd name="connsiteY11" fmla="*/ 26014 h 107486"/>
                <a:gd name="connsiteX12" fmla="*/ 49741 w 49741"/>
                <a:gd name="connsiteY12" fmla="*/ 41451 h 107486"/>
                <a:gd name="connsiteX13" fmla="*/ 30588 w 49741"/>
                <a:gd name="connsiteY13" fmla="*/ 41451 h 107486"/>
                <a:gd name="connsiteX14" fmla="*/ 30588 w 49741"/>
                <a:gd name="connsiteY14" fmla="*/ 80901 h 107486"/>
                <a:gd name="connsiteX15" fmla="*/ 39164 w 49741"/>
                <a:gd name="connsiteY15" fmla="*/ 91478 h 107486"/>
                <a:gd name="connsiteX16" fmla="*/ 49741 w 49741"/>
                <a:gd name="connsiteY16" fmla="*/ 88619 h 107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9741" h="107486">
                  <a:moveTo>
                    <a:pt x="49741" y="88619"/>
                  </a:moveTo>
                  <a:lnTo>
                    <a:pt x="49741" y="104628"/>
                  </a:lnTo>
                  <a:cubicBezTo>
                    <a:pt x="45739" y="106629"/>
                    <a:pt x="39450" y="107486"/>
                    <a:pt x="34018" y="107486"/>
                  </a:cubicBezTo>
                  <a:cubicBezTo>
                    <a:pt x="20011" y="107486"/>
                    <a:pt x="12292" y="99482"/>
                    <a:pt x="12292" y="84903"/>
                  </a:cubicBezTo>
                  <a:lnTo>
                    <a:pt x="12292" y="41165"/>
                  </a:lnTo>
                  <a:lnTo>
                    <a:pt x="0" y="41165"/>
                  </a:lnTo>
                  <a:lnTo>
                    <a:pt x="0" y="25728"/>
                  </a:lnTo>
                  <a:lnTo>
                    <a:pt x="12006" y="25728"/>
                  </a:lnTo>
                  <a:lnTo>
                    <a:pt x="12006" y="4002"/>
                  </a:lnTo>
                  <a:lnTo>
                    <a:pt x="30588" y="0"/>
                  </a:lnTo>
                  <a:lnTo>
                    <a:pt x="30588" y="26014"/>
                  </a:lnTo>
                  <a:lnTo>
                    <a:pt x="49741" y="26014"/>
                  </a:lnTo>
                  <a:lnTo>
                    <a:pt x="49741" y="41451"/>
                  </a:lnTo>
                  <a:lnTo>
                    <a:pt x="30588" y="41451"/>
                  </a:lnTo>
                  <a:lnTo>
                    <a:pt x="30588" y="80901"/>
                  </a:lnTo>
                  <a:cubicBezTo>
                    <a:pt x="30588" y="88333"/>
                    <a:pt x="33161" y="91478"/>
                    <a:pt x="39164" y="91478"/>
                  </a:cubicBezTo>
                  <a:cubicBezTo>
                    <a:pt x="42880" y="91192"/>
                    <a:pt x="46596" y="90048"/>
                    <a:pt x="49741" y="88619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2" name="Freihandform: Form 191">
              <a:extLst>
                <a:ext uri="{FF2B5EF4-FFF2-40B4-BE49-F238E27FC236}">
                  <a16:creationId xmlns:a16="http://schemas.microsoft.com/office/drawing/2014/main" id="{A53325FC-AA60-40EB-9E4D-8A985A64DD5A}"/>
                </a:ext>
              </a:extLst>
            </p:cNvPr>
            <p:cNvSpPr/>
            <p:nvPr/>
          </p:nvSpPr>
          <p:spPr>
            <a:xfrm>
              <a:off x="3237481" y="32384"/>
              <a:ext cx="67750" cy="116062"/>
            </a:xfrm>
            <a:custGeom>
              <a:avLst/>
              <a:gdLst>
                <a:gd name="connsiteX0" fmla="*/ 34304 w 67750"/>
                <a:gd name="connsiteY0" fmla="*/ 64606 h 116062"/>
                <a:gd name="connsiteX1" fmla="*/ 49455 w 67750"/>
                <a:gd name="connsiteY1" fmla="*/ 66321 h 116062"/>
                <a:gd name="connsiteX2" fmla="*/ 49455 w 67750"/>
                <a:gd name="connsiteY2" fmla="*/ 63463 h 116062"/>
                <a:gd name="connsiteX3" fmla="*/ 31731 w 67750"/>
                <a:gd name="connsiteY3" fmla="*/ 48026 h 116062"/>
                <a:gd name="connsiteX4" fmla="*/ 11435 w 67750"/>
                <a:gd name="connsiteY4" fmla="*/ 52600 h 116062"/>
                <a:gd name="connsiteX5" fmla="*/ 7432 w 67750"/>
                <a:gd name="connsiteY5" fmla="*/ 36877 h 116062"/>
                <a:gd name="connsiteX6" fmla="*/ 33732 w 67750"/>
                <a:gd name="connsiteY6" fmla="*/ 32303 h 116062"/>
                <a:gd name="connsiteX7" fmla="*/ 67751 w 67750"/>
                <a:gd name="connsiteY7" fmla="*/ 63177 h 116062"/>
                <a:gd name="connsiteX8" fmla="*/ 67751 w 67750"/>
                <a:gd name="connsiteY8" fmla="*/ 114347 h 116062"/>
                <a:gd name="connsiteX9" fmla="*/ 50027 w 67750"/>
                <a:gd name="connsiteY9" fmla="*/ 114347 h 116062"/>
                <a:gd name="connsiteX10" fmla="*/ 50027 w 67750"/>
                <a:gd name="connsiteY10" fmla="*/ 105771 h 116062"/>
                <a:gd name="connsiteX11" fmla="*/ 49741 w 67750"/>
                <a:gd name="connsiteY11" fmla="*/ 105771 h 116062"/>
                <a:gd name="connsiteX12" fmla="*/ 26300 w 67750"/>
                <a:gd name="connsiteY12" fmla="*/ 116063 h 116062"/>
                <a:gd name="connsiteX13" fmla="*/ 0 w 67750"/>
                <a:gd name="connsiteY13" fmla="*/ 90620 h 116062"/>
                <a:gd name="connsiteX14" fmla="*/ 34304 w 67750"/>
                <a:gd name="connsiteY14" fmla="*/ 64606 h 116062"/>
                <a:gd name="connsiteX15" fmla="*/ 19153 w 67750"/>
                <a:gd name="connsiteY15" fmla="*/ 21726 h 116062"/>
                <a:gd name="connsiteX16" fmla="*/ 8004 w 67750"/>
                <a:gd name="connsiteY16" fmla="*/ 10863 h 116062"/>
                <a:gd name="connsiteX17" fmla="*/ 19153 w 67750"/>
                <a:gd name="connsiteY17" fmla="*/ 0 h 116062"/>
                <a:gd name="connsiteX18" fmla="*/ 30302 w 67750"/>
                <a:gd name="connsiteY18" fmla="*/ 10863 h 116062"/>
                <a:gd name="connsiteX19" fmla="*/ 19153 w 67750"/>
                <a:gd name="connsiteY19" fmla="*/ 21726 h 116062"/>
                <a:gd name="connsiteX20" fmla="*/ 31160 w 67750"/>
                <a:gd name="connsiteY20" fmla="*/ 102055 h 116062"/>
                <a:gd name="connsiteX21" fmla="*/ 49455 w 67750"/>
                <a:gd name="connsiteY21" fmla="*/ 92335 h 116062"/>
                <a:gd name="connsiteX22" fmla="*/ 49455 w 67750"/>
                <a:gd name="connsiteY22" fmla="*/ 78328 h 116062"/>
                <a:gd name="connsiteX23" fmla="*/ 36305 w 67750"/>
                <a:gd name="connsiteY23" fmla="*/ 76899 h 116062"/>
                <a:gd name="connsiteX24" fmla="*/ 17724 w 67750"/>
                <a:gd name="connsiteY24" fmla="*/ 90048 h 116062"/>
                <a:gd name="connsiteX25" fmla="*/ 31160 w 67750"/>
                <a:gd name="connsiteY25" fmla="*/ 102055 h 116062"/>
                <a:gd name="connsiteX26" fmla="*/ 52028 w 67750"/>
                <a:gd name="connsiteY26" fmla="*/ 21726 h 116062"/>
                <a:gd name="connsiteX27" fmla="*/ 40879 w 67750"/>
                <a:gd name="connsiteY27" fmla="*/ 10863 h 116062"/>
                <a:gd name="connsiteX28" fmla="*/ 52028 w 67750"/>
                <a:gd name="connsiteY28" fmla="*/ 0 h 116062"/>
                <a:gd name="connsiteX29" fmla="*/ 63177 w 67750"/>
                <a:gd name="connsiteY29" fmla="*/ 10863 h 116062"/>
                <a:gd name="connsiteX30" fmla="*/ 52028 w 67750"/>
                <a:gd name="connsiteY30" fmla="*/ 21726 h 1160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7750" h="116062">
                  <a:moveTo>
                    <a:pt x="34304" y="64606"/>
                  </a:moveTo>
                  <a:cubicBezTo>
                    <a:pt x="39450" y="64606"/>
                    <a:pt x="44310" y="64892"/>
                    <a:pt x="49455" y="66321"/>
                  </a:cubicBezTo>
                  <a:lnTo>
                    <a:pt x="49455" y="63463"/>
                  </a:lnTo>
                  <a:cubicBezTo>
                    <a:pt x="49455" y="53171"/>
                    <a:pt x="43452" y="48026"/>
                    <a:pt x="31731" y="48026"/>
                  </a:cubicBezTo>
                  <a:cubicBezTo>
                    <a:pt x="25156" y="48026"/>
                    <a:pt x="18010" y="49455"/>
                    <a:pt x="11435" y="52600"/>
                  </a:cubicBezTo>
                  <a:lnTo>
                    <a:pt x="7432" y="36877"/>
                  </a:lnTo>
                  <a:cubicBezTo>
                    <a:pt x="14865" y="34018"/>
                    <a:pt x="24585" y="32303"/>
                    <a:pt x="33732" y="32303"/>
                  </a:cubicBezTo>
                  <a:cubicBezTo>
                    <a:pt x="56316" y="32303"/>
                    <a:pt x="67751" y="42880"/>
                    <a:pt x="67751" y="63177"/>
                  </a:cubicBezTo>
                  <a:lnTo>
                    <a:pt x="67751" y="114347"/>
                  </a:lnTo>
                  <a:lnTo>
                    <a:pt x="50027" y="114347"/>
                  </a:lnTo>
                  <a:lnTo>
                    <a:pt x="50027" y="105771"/>
                  </a:lnTo>
                  <a:lnTo>
                    <a:pt x="49741" y="105771"/>
                  </a:lnTo>
                  <a:cubicBezTo>
                    <a:pt x="42880" y="112918"/>
                    <a:pt x="35734" y="116063"/>
                    <a:pt x="26300" y="116063"/>
                  </a:cubicBezTo>
                  <a:cubicBezTo>
                    <a:pt x="10291" y="116063"/>
                    <a:pt x="0" y="106057"/>
                    <a:pt x="0" y="90620"/>
                  </a:cubicBezTo>
                  <a:cubicBezTo>
                    <a:pt x="0" y="73754"/>
                    <a:pt x="12006" y="64606"/>
                    <a:pt x="34304" y="64606"/>
                  </a:cubicBezTo>
                  <a:close/>
                  <a:moveTo>
                    <a:pt x="19153" y="21726"/>
                  </a:moveTo>
                  <a:cubicBezTo>
                    <a:pt x="13150" y="21726"/>
                    <a:pt x="8004" y="16580"/>
                    <a:pt x="8004" y="10863"/>
                  </a:cubicBezTo>
                  <a:cubicBezTo>
                    <a:pt x="8004" y="5146"/>
                    <a:pt x="13150" y="0"/>
                    <a:pt x="19153" y="0"/>
                  </a:cubicBezTo>
                  <a:cubicBezTo>
                    <a:pt x="25156" y="0"/>
                    <a:pt x="30302" y="5146"/>
                    <a:pt x="30302" y="10863"/>
                  </a:cubicBezTo>
                  <a:cubicBezTo>
                    <a:pt x="30302" y="16866"/>
                    <a:pt x="25156" y="21726"/>
                    <a:pt x="19153" y="21726"/>
                  </a:cubicBezTo>
                  <a:close/>
                  <a:moveTo>
                    <a:pt x="31160" y="102055"/>
                  </a:moveTo>
                  <a:cubicBezTo>
                    <a:pt x="38020" y="102055"/>
                    <a:pt x="44310" y="98625"/>
                    <a:pt x="49455" y="92335"/>
                  </a:cubicBezTo>
                  <a:lnTo>
                    <a:pt x="49455" y="78328"/>
                  </a:lnTo>
                  <a:cubicBezTo>
                    <a:pt x="45167" y="77184"/>
                    <a:pt x="40593" y="76899"/>
                    <a:pt x="36305" y="76899"/>
                  </a:cubicBezTo>
                  <a:cubicBezTo>
                    <a:pt x="24585" y="76899"/>
                    <a:pt x="17724" y="81472"/>
                    <a:pt x="17724" y="90048"/>
                  </a:cubicBezTo>
                  <a:cubicBezTo>
                    <a:pt x="18010" y="97481"/>
                    <a:pt x="23155" y="102055"/>
                    <a:pt x="31160" y="102055"/>
                  </a:cubicBezTo>
                  <a:close/>
                  <a:moveTo>
                    <a:pt x="52028" y="21726"/>
                  </a:moveTo>
                  <a:cubicBezTo>
                    <a:pt x="46025" y="21726"/>
                    <a:pt x="40879" y="16580"/>
                    <a:pt x="40879" y="10863"/>
                  </a:cubicBezTo>
                  <a:cubicBezTo>
                    <a:pt x="40879" y="5146"/>
                    <a:pt x="46025" y="0"/>
                    <a:pt x="52028" y="0"/>
                  </a:cubicBezTo>
                  <a:cubicBezTo>
                    <a:pt x="58031" y="0"/>
                    <a:pt x="63177" y="5146"/>
                    <a:pt x="63177" y="10863"/>
                  </a:cubicBezTo>
                  <a:cubicBezTo>
                    <a:pt x="63177" y="16866"/>
                    <a:pt x="57745" y="21726"/>
                    <a:pt x="52028" y="21726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3" name="Freihandform: Form 192">
              <a:extLst>
                <a:ext uri="{FF2B5EF4-FFF2-40B4-BE49-F238E27FC236}">
                  <a16:creationId xmlns:a16="http://schemas.microsoft.com/office/drawing/2014/main" id="{06C39AEC-1240-4A5D-8FC5-377F1EDA35C8}"/>
                </a:ext>
              </a:extLst>
            </p:cNvPr>
            <p:cNvSpPr/>
            <p:nvPr/>
          </p:nvSpPr>
          <p:spPr>
            <a:xfrm>
              <a:off x="3320097" y="40960"/>
              <a:ext cx="49740" cy="107486"/>
            </a:xfrm>
            <a:custGeom>
              <a:avLst/>
              <a:gdLst>
                <a:gd name="connsiteX0" fmla="*/ 49741 w 49740"/>
                <a:gd name="connsiteY0" fmla="*/ 88619 h 107486"/>
                <a:gd name="connsiteX1" fmla="*/ 49741 w 49740"/>
                <a:gd name="connsiteY1" fmla="*/ 104628 h 107486"/>
                <a:gd name="connsiteX2" fmla="*/ 34018 w 49740"/>
                <a:gd name="connsiteY2" fmla="*/ 107486 h 107486"/>
                <a:gd name="connsiteX3" fmla="*/ 12292 w 49740"/>
                <a:gd name="connsiteY3" fmla="*/ 84903 h 107486"/>
                <a:gd name="connsiteX4" fmla="*/ 12292 w 49740"/>
                <a:gd name="connsiteY4" fmla="*/ 41165 h 107486"/>
                <a:gd name="connsiteX5" fmla="*/ 0 w 49740"/>
                <a:gd name="connsiteY5" fmla="*/ 41165 h 107486"/>
                <a:gd name="connsiteX6" fmla="*/ 0 w 49740"/>
                <a:gd name="connsiteY6" fmla="*/ 25728 h 107486"/>
                <a:gd name="connsiteX7" fmla="*/ 12006 w 49740"/>
                <a:gd name="connsiteY7" fmla="*/ 25728 h 107486"/>
                <a:gd name="connsiteX8" fmla="*/ 12006 w 49740"/>
                <a:gd name="connsiteY8" fmla="*/ 4002 h 107486"/>
                <a:gd name="connsiteX9" fmla="*/ 30588 w 49740"/>
                <a:gd name="connsiteY9" fmla="*/ 0 h 107486"/>
                <a:gd name="connsiteX10" fmla="*/ 30588 w 49740"/>
                <a:gd name="connsiteY10" fmla="*/ 26014 h 107486"/>
                <a:gd name="connsiteX11" fmla="*/ 49741 w 49740"/>
                <a:gd name="connsiteY11" fmla="*/ 26014 h 107486"/>
                <a:gd name="connsiteX12" fmla="*/ 49741 w 49740"/>
                <a:gd name="connsiteY12" fmla="*/ 41451 h 107486"/>
                <a:gd name="connsiteX13" fmla="*/ 30588 w 49740"/>
                <a:gd name="connsiteY13" fmla="*/ 41451 h 107486"/>
                <a:gd name="connsiteX14" fmla="*/ 30588 w 49740"/>
                <a:gd name="connsiteY14" fmla="*/ 80901 h 107486"/>
                <a:gd name="connsiteX15" fmla="*/ 39164 w 49740"/>
                <a:gd name="connsiteY15" fmla="*/ 91478 h 107486"/>
                <a:gd name="connsiteX16" fmla="*/ 49741 w 49740"/>
                <a:gd name="connsiteY16" fmla="*/ 88619 h 107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9740" h="107486">
                  <a:moveTo>
                    <a:pt x="49741" y="88619"/>
                  </a:moveTo>
                  <a:lnTo>
                    <a:pt x="49741" y="104628"/>
                  </a:lnTo>
                  <a:cubicBezTo>
                    <a:pt x="45739" y="106629"/>
                    <a:pt x="39450" y="107486"/>
                    <a:pt x="34018" y="107486"/>
                  </a:cubicBezTo>
                  <a:cubicBezTo>
                    <a:pt x="20011" y="107486"/>
                    <a:pt x="12292" y="99482"/>
                    <a:pt x="12292" y="84903"/>
                  </a:cubicBezTo>
                  <a:lnTo>
                    <a:pt x="12292" y="41165"/>
                  </a:lnTo>
                  <a:lnTo>
                    <a:pt x="0" y="41165"/>
                  </a:lnTo>
                  <a:lnTo>
                    <a:pt x="0" y="25728"/>
                  </a:lnTo>
                  <a:lnTo>
                    <a:pt x="12006" y="25728"/>
                  </a:lnTo>
                  <a:lnTo>
                    <a:pt x="12006" y="4002"/>
                  </a:lnTo>
                  <a:lnTo>
                    <a:pt x="30588" y="0"/>
                  </a:lnTo>
                  <a:lnTo>
                    <a:pt x="30588" y="26014"/>
                  </a:lnTo>
                  <a:lnTo>
                    <a:pt x="49741" y="26014"/>
                  </a:lnTo>
                  <a:lnTo>
                    <a:pt x="49741" y="41451"/>
                  </a:lnTo>
                  <a:lnTo>
                    <a:pt x="30588" y="41451"/>
                  </a:lnTo>
                  <a:lnTo>
                    <a:pt x="30588" y="80901"/>
                  </a:lnTo>
                  <a:cubicBezTo>
                    <a:pt x="30588" y="88333"/>
                    <a:pt x="33161" y="91478"/>
                    <a:pt x="39164" y="91478"/>
                  </a:cubicBezTo>
                  <a:cubicBezTo>
                    <a:pt x="42880" y="91192"/>
                    <a:pt x="46596" y="90048"/>
                    <a:pt x="49741" y="88619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4" name="Freihandform: Form 193">
              <a:extLst>
                <a:ext uri="{FF2B5EF4-FFF2-40B4-BE49-F238E27FC236}">
                  <a16:creationId xmlns:a16="http://schemas.microsoft.com/office/drawing/2014/main" id="{CBF3490B-3419-4249-8C80-D238BE44A872}"/>
                </a:ext>
              </a:extLst>
            </p:cNvPr>
            <p:cNvSpPr/>
            <p:nvPr/>
          </p:nvSpPr>
          <p:spPr>
            <a:xfrm>
              <a:off x="3433872" y="66688"/>
              <a:ext cx="68894" cy="82044"/>
            </a:xfrm>
            <a:custGeom>
              <a:avLst/>
              <a:gdLst>
                <a:gd name="connsiteX0" fmla="*/ 18867 w 68894"/>
                <a:gd name="connsiteY0" fmla="*/ 48026 h 82044"/>
                <a:gd name="connsiteX1" fmla="*/ 34876 w 68894"/>
                <a:gd name="connsiteY1" fmla="*/ 64892 h 82044"/>
                <a:gd name="connsiteX2" fmla="*/ 50313 w 68894"/>
                <a:gd name="connsiteY2" fmla="*/ 48026 h 82044"/>
                <a:gd name="connsiteX3" fmla="*/ 50313 w 68894"/>
                <a:gd name="connsiteY3" fmla="*/ 0 h 82044"/>
                <a:gd name="connsiteX4" fmla="*/ 68894 w 68894"/>
                <a:gd name="connsiteY4" fmla="*/ 0 h 82044"/>
                <a:gd name="connsiteX5" fmla="*/ 68894 w 68894"/>
                <a:gd name="connsiteY5" fmla="*/ 48598 h 82044"/>
                <a:gd name="connsiteX6" fmla="*/ 35162 w 68894"/>
                <a:gd name="connsiteY6" fmla="*/ 82044 h 82044"/>
                <a:gd name="connsiteX7" fmla="*/ 0 w 68894"/>
                <a:gd name="connsiteY7" fmla="*/ 48883 h 82044"/>
                <a:gd name="connsiteX8" fmla="*/ 0 w 68894"/>
                <a:gd name="connsiteY8" fmla="*/ 286 h 82044"/>
                <a:gd name="connsiteX9" fmla="*/ 18581 w 68894"/>
                <a:gd name="connsiteY9" fmla="*/ 286 h 82044"/>
                <a:gd name="connsiteX10" fmla="*/ 18581 w 68894"/>
                <a:gd name="connsiteY10" fmla="*/ 48026 h 82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8894" h="82044">
                  <a:moveTo>
                    <a:pt x="18867" y="48026"/>
                  </a:moveTo>
                  <a:cubicBezTo>
                    <a:pt x="18867" y="58889"/>
                    <a:pt x="24299" y="64892"/>
                    <a:pt x="34876" y="64892"/>
                  </a:cubicBezTo>
                  <a:cubicBezTo>
                    <a:pt x="45167" y="64892"/>
                    <a:pt x="50313" y="59175"/>
                    <a:pt x="50313" y="48026"/>
                  </a:cubicBezTo>
                  <a:lnTo>
                    <a:pt x="50313" y="0"/>
                  </a:lnTo>
                  <a:lnTo>
                    <a:pt x="68894" y="0"/>
                  </a:lnTo>
                  <a:lnTo>
                    <a:pt x="68894" y="48598"/>
                  </a:lnTo>
                  <a:cubicBezTo>
                    <a:pt x="68894" y="69752"/>
                    <a:pt x="57174" y="82044"/>
                    <a:pt x="35162" y="82044"/>
                  </a:cubicBezTo>
                  <a:cubicBezTo>
                    <a:pt x="13436" y="82044"/>
                    <a:pt x="0" y="69752"/>
                    <a:pt x="0" y="48883"/>
                  </a:cubicBezTo>
                  <a:lnTo>
                    <a:pt x="0" y="286"/>
                  </a:lnTo>
                  <a:lnTo>
                    <a:pt x="18581" y="286"/>
                  </a:lnTo>
                  <a:lnTo>
                    <a:pt x="18581" y="48026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5" name="Freihandform: Form 194">
              <a:extLst>
                <a:ext uri="{FF2B5EF4-FFF2-40B4-BE49-F238E27FC236}">
                  <a16:creationId xmlns:a16="http://schemas.microsoft.com/office/drawing/2014/main" id="{BA54C1D5-DCF8-4E29-9FF5-5F0F9153EF41}"/>
                </a:ext>
              </a:extLst>
            </p:cNvPr>
            <p:cNvSpPr/>
            <p:nvPr/>
          </p:nvSpPr>
          <p:spPr>
            <a:xfrm>
              <a:off x="3526779" y="64687"/>
              <a:ext cx="68608" cy="82044"/>
            </a:xfrm>
            <a:custGeom>
              <a:avLst/>
              <a:gdLst>
                <a:gd name="connsiteX0" fmla="*/ 68608 w 68608"/>
                <a:gd name="connsiteY0" fmla="*/ 81758 h 82044"/>
                <a:gd name="connsiteX1" fmla="*/ 50027 w 68608"/>
                <a:gd name="connsiteY1" fmla="*/ 81758 h 82044"/>
                <a:gd name="connsiteX2" fmla="*/ 50027 w 68608"/>
                <a:gd name="connsiteY2" fmla="*/ 36019 h 82044"/>
                <a:gd name="connsiteX3" fmla="*/ 35162 w 68608"/>
                <a:gd name="connsiteY3" fmla="*/ 16580 h 82044"/>
                <a:gd name="connsiteX4" fmla="*/ 18581 w 68608"/>
                <a:gd name="connsiteY4" fmla="*/ 36019 h 82044"/>
                <a:gd name="connsiteX5" fmla="*/ 18581 w 68608"/>
                <a:gd name="connsiteY5" fmla="*/ 82044 h 82044"/>
                <a:gd name="connsiteX6" fmla="*/ 0 w 68608"/>
                <a:gd name="connsiteY6" fmla="*/ 82044 h 82044"/>
                <a:gd name="connsiteX7" fmla="*/ 0 w 68608"/>
                <a:gd name="connsiteY7" fmla="*/ 2001 h 82044"/>
                <a:gd name="connsiteX8" fmla="*/ 18581 w 68608"/>
                <a:gd name="connsiteY8" fmla="*/ 2001 h 82044"/>
                <a:gd name="connsiteX9" fmla="*/ 18581 w 68608"/>
                <a:gd name="connsiteY9" fmla="*/ 11721 h 82044"/>
                <a:gd name="connsiteX10" fmla="*/ 18867 w 68608"/>
                <a:gd name="connsiteY10" fmla="*/ 11721 h 82044"/>
                <a:gd name="connsiteX11" fmla="*/ 42308 w 68608"/>
                <a:gd name="connsiteY11" fmla="*/ 0 h 82044"/>
                <a:gd name="connsiteX12" fmla="*/ 68608 w 68608"/>
                <a:gd name="connsiteY12" fmla="*/ 32303 h 82044"/>
                <a:gd name="connsiteX13" fmla="*/ 68608 w 68608"/>
                <a:gd name="connsiteY13" fmla="*/ 81758 h 82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8608" h="82044">
                  <a:moveTo>
                    <a:pt x="68608" y="81758"/>
                  </a:moveTo>
                  <a:lnTo>
                    <a:pt x="50027" y="81758"/>
                  </a:lnTo>
                  <a:lnTo>
                    <a:pt x="50027" y="36019"/>
                  </a:lnTo>
                  <a:cubicBezTo>
                    <a:pt x="50027" y="24299"/>
                    <a:pt x="46596" y="16580"/>
                    <a:pt x="35162" y="16580"/>
                  </a:cubicBezTo>
                  <a:cubicBezTo>
                    <a:pt x="22012" y="16580"/>
                    <a:pt x="18581" y="27157"/>
                    <a:pt x="18581" y="36019"/>
                  </a:cubicBezTo>
                  <a:lnTo>
                    <a:pt x="18581" y="82044"/>
                  </a:lnTo>
                  <a:lnTo>
                    <a:pt x="0" y="82044"/>
                  </a:lnTo>
                  <a:lnTo>
                    <a:pt x="0" y="2001"/>
                  </a:lnTo>
                  <a:lnTo>
                    <a:pt x="18581" y="2001"/>
                  </a:lnTo>
                  <a:lnTo>
                    <a:pt x="18581" y="11721"/>
                  </a:lnTo>
                  <a:lnTo>
                    <a:pt x="18867" y="11721"/>
                  </a:lnTo>
                  <a:cubicBezTo>
                    <a:pt x="23727" y="4574"/>
                    <a:pt x="32017" y="0"/>
                    <a:pt x="42308" y="0"/>
                  </a:cubicBezTo>
                  <a:cubicBezTo>
                    <a:pt x="60604" y="0"/>
                    <a:pt x="68608" y="13436"/>
                    <a:pt x="68608" y="32303"/>
                  </a:cubicBezTo>
                  <a:lnTo>
                    <a:pt x="68608" y="81758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6" name="Freihandform: Form 195">
              <a:extLst>
                <a:ext uri="{FF2B5EF4-FFF2-40B4-BE49-F238E27FC236}">
                  <a16:creationId xmlns:a16="http://schemas.microsoft.com/office/drawing/2014/main" id="{C2A47EC5-7C10-461C-B589-1856F68503CE}"/>
                </a:ext>
              </a:extLst>
            </p:cNvPr>
            <p:cNvSpPr/>
            <p:nvPr/>
          </p:nvSpPr>
          <p:spPr>
            <a:xfrm>
              <a:off x="3615112" y="29811"/>
              <a:ext cx="74611" cy="118921"/>
            </a:xfrm>
            <a:custGeom>
              <a:avLst/>
              <a:gdLst>
                <a:gd name="connsiteX0" fmla="*/ 0 w 74611"/>
                <a:gd name="connsiteY0" fmla="*/ 76613 h 118921"/>
                <a:gd name="connsiteX1" fmla="*/ 32589 w 74611"/>
                <a:gd name="connsiteY1" fmla="*/ 34876 h 118921"/>
                <a:gd name="connsiteX2" fmla="*/ 55744 w 74611"/>
                <a:gd name="connsiteY2" fmla="*/ 45739 h 118921"/>
                <a:gd name="connsiteX3" fmla="*/ 56030 w 74611"/>
                <a:gd name="connsiteY3" fmla="*/ 45739 h 118921"/>
                <a:gd name="connsiteX4" fmla="*/ 56030 w 74611"/>
                <a:gd name="connsiteY4" fmla="*/ 4574 h 118921"/>
                <a:gd name="connsiteX5" fmla="*/ 74612 w 74611"/>
                <a:gd name="connsiteY5" fmla="*/ 0 h 118921"/>
                <a:gd name="connsiteX6" fmla="*/ 74612 w 74611"/>
                <a:gd name="connsiteY6" fmla="*/ 116920 h 118921"/>
                <a:gd name="connsiteX7" fmla="*/ 56316 w 74611"/>
                <a:gd name="connsiteY7" fmla="*/ 116920 h 118921"/>
                <a:gd name="connsiteX8" fmla="*/ 56316 w 74611"/>
                <a:gd name="connsiteY8" fmla="*/ 107486 h 118921"/>
                <a:gd name="connsiteX9" fmla="*/ 56030 w 74611"/>
                <a:gd name="connsiteY9" fmla="*/ 107486 h 118921"/>
                <a:gd name="connsiteX10" fmla="*/ 32017 w 74611"/>
                <a:gd name="connsiteY10" fmla="*/ 118921 h 118921"/>
                <a:gd name="connsiteX11" fmla="*/ 0 w 74611"/>
                <a:gd name="connsiteY11" fmla="*/ 76613 h 118921"/>
                <a:gd name="connsiteX12" fmla="*/ 18581 w 74611"/>
                <a:gd name="connsiteY12" fmla="*/ 76613 h 118921"/>
                <a:gd name="connsiteX13" fmla="*/ 37163 w 74611"/>
                <a:gd name="connsiteY13" fmla="*/ 102341 h 118921"/>
                <a:gd name="connsiteX14" fmla="*/ 56316 w 74611"/>
                <a:gd name="connsiteY14" fmla="*/ 91764 h 118921"/>
                <a:gd name="connsiteX15" fmla="*/ 56316 w 74611"/>
                <a:gd name="connsiteY15" fmla="*/ 62605 h 118921"/>
                <a:gd name="connsiteX16" fmla="*/ 37163 w 74611"/>
                <a:gd name="connsiteY16" fmla="*/ 52028 h 118921"/>
                <a:gd name="connsiteX17" fmla="*/ 18581 w 74611"/>
                <a:gd name="connsiteY17" fmla="*/ 76613 h 118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4611" h="118921">
                  <a:moveTo>
                    <a:pt x="0" y="76613"/>
                  </a:moveTo>
                  <a:cubicBezTo>
                    <a:pt x="0" y="50885"/>
                    <a:pt x="13150" y="34876"/>
                    <a:pt x="32589" y="34876"/>
                  </a:cubicBezTo>
                  <a:cubicBezTo>
                    <a:pt x="42594" y="34876"/>
                    <a:pt x="50599" y="39164"/>
                    <a:pt x="55744" y="45739"/>
                  </a:cubicBezTo>
                  <a:lnTo>
                    <a:pt x="56030" y="45739"/>
                  </a:lnTo>
                  <a:lnTo>
                    <a:pt x="56030" y="4574"/>
                  </a:lnTo>
                  <a:lnTo>
                    <a:pt x="74612" y="0"/>
                  </a:lnTo>
                  <a:lnTo>
                    <a:pt x="74612" y="116920"/>
                  </a:lnTo>
                  <a:lnTo>
                    <a:pt x="56316" y="116920"/>
                  </a:lnTo>
                  <a:lnTo>
                    <a:pt x="56316" y="107486"/>
                  </a:lnTo>
                  <a:lnTo>
                    <a:pt x="56030" y="107486"/>
                  </a:lnTo>
                  <a:cubicBezTo>
                    <a:pt x="50313" y="114633"/>
                    <a:pt x="42023" y="118921"/>
                    <a:pt x="32017" y="118921"/>
                  </a:cubicBezTo>
                  <a:cubicBezTo>
                    <a:pt x="13150" y="118635"/>
                    <a:pt x="0" y="102341"/>
                    <a:pt x="0" y="76613"/>
                  </a:cubicBezTo>
                  <a:close/>
                  <a:moveTo>
                    <a:pt x="18581" y="76613"/>
                  </a:moveTo>
                  <a:cubicBezTo>
                    <a:pt x="18581" y="92907"/>
                    <a:pt x="25442" y="102341"/>
                    <a:pt x="37163" y="102341"/>
                  </a:cubicBezTo>
                  <a:cubicBezTo>
                    <a:pt x="44310" y="102341"/>
                    <a:pt x="50313" y="98910"/>
                    <a:pt x="56316" y="91764"/>
                  </a:cubicBezTo>
                  <a:lnTo>
                    <a:pt x="56316" y="62605"/>
                  </a:lnTo>
                  <a:cubicBezTo>
                    <a:pt x="50885" y="55458"/>
                    <a:pt x="44881" y="52028"/>
                    <a:pt x="37163" y="52028"/>
                  </a:cubicBezTo>
                  <a:cubicBezTo>
                    <a:pt x="25157" y="51742"/>
                    <a:pt x="18581" y="60604"/>
                    <a:pt x="18581" y="76613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7" name="Freihandform: Form 196">
              <a:extLst>
                <a:ext uri="{FF2B5EF4-FFF2-40B4-BE49-F238E27FC236}">
                  <a16:creationId xmlns:a16="http://schemas.microsoft.com/office/drawing/2014/main" id="{5092D137-F396-46E0-B98A-74930DF55C69}"/>
                </a:ext>
              </a:extLst>
            </p:cNvPr>
            <p:cNvSpPr/>
            <p:nvPr/>
          </p:nvSpPr>
          <p:spPr>
            <a:xfrm>
              <a:off x="1648912" y="209051"/>
              <a:ext cx="69751" cy="110630"/>
            </a:xfrm>
            <a:custGeom>
              <a:avLst/>
              <a:gdLst>
                <a:gd name="connsiteX0" fmla="*/ 69752 w 69751"/>
                <a:gd name="connsiteY0" fmla="*/ 18010 h 110630"/>
                <a:gd name="connsiteX1" fmla="*/ 19725 w 69751"/>
                <a:gd name="connsiteY1" fmla="*/ 18010 h 110630"/>
                <a:gd name="connsiteX2" fmla="*/ 19725 w 69751"/>
                <a:gd name="connsiteY2" fmla="*/ 45453 h 110630"/>
                <a:gd name="connsiteX3" fmla="*/ 56888 w 69751"/>
                <a:gd name="connsiteY3" fmla="*/ 45453 h 110630"/>
                <a:gd name="connsiteX4" fmla="*/ 56888 w 69751"/>
                <a:gd name="connsiteY4" fmla="*/ 63463 h 110630"/>
                <a:gd name="connsiteX5" fmla="*/ 19725 w 69751"/>
                <a:gd name="connsiteY5" fmla="*/ 63463 h 110630"/>
                <a:gd name="connsiteX6" fmla="*/ 19725 w 69751"/>
                <a:gd name="connsiteY6" fmla="*/ 110631 h 110630"/>
                <a:gd name="connsiteX7" fmla="*/ 0 w 69751"/>
                <a:gd name="connsiteY7" fmla="*/ 110631 h 110630"/>
                <a:gd name="connsiteX8" fmla="*/ 0 w 69751"/>
                <a:gd name="connsiteY8" fmla="*/ 0 h 110630"/>
                <a:gd name="connsiteX9" fmla="*/ 69466 w 69751"/>
                <a:gd name="connsiteY9" fmla="*/ 0 h 110630"/>
                <a:gd name="connsiteX10" fmla="*/ 69466 w 69751"/>
                <a:gd name="connsiteY10" fmla="*/ 18010 h 110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751" h="110630">
                  <a:moveTo>
                    <a:pt x="69752" y="18010"/>
                  </a:moveTo>
                  <a:lnTo>
                    <a:pt x="19725" y="18010"/>
                  </a:lnTo>
                  <a:lnTo>
                    <a:pt x="19725" y="45453"/>
                  </a:lnTo>
                  <a:lnTo>
                    <a:pt x="56888" y="45453"/>
                  </a:lnTo>
                  <a:lnTo>
                    <a:pt x="56888" y="63463"/>
                  </a:lnTo>
                  <a:lnTo>
                    <a:pt x="19725" y="63463"/>
                  </a:lnTo>
                  <a:lnTo>
                    <a:pt x="19725" y="110631"/>
                  </a:lnTo>
                  <a:lnTo>
                    <a:pt x="0" y="110631"/>
                  </a:lnTo>
                  <a:lnTo>
                    <a:pt x="0" y="0"/>
                  </a:lnTo>
                  <a:lnTo>
                    <a:pt x="69466" y="0"/>
                  </a:lnTo>
                  <a:lnTo>
                    <a:pt x="69466" y="18010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8" name="Freihandform: Form 197">
              <a:extLst>
                <a:ext uri="{FF2B5EF4-FFF2-40B4-BE49-F238E27FC236}">
                  <a16:creationId xmlns:a16="http://schemas.microsoft.com/office/drawing/2014/main" id="{98939C7C-34FE-4634-BDE5-099BBD8DF521}"/>
                </a:ext>
              </a:extLst>
            </p:cNvPr>
            <p:cNvSpPr/>
            <p:nvPr/>
          </p:nvSpPr>
          <p:spPr>
            <a:xfrm>
              <a:off x="1722094" y="237638"/>
              <a:ext cx="67750" cy="83759"/>
            </a:xfrm>
            <a:custGeom>
              <a:avLst/>
              <a:gdLst>
                <a:gd name="connsiteX0" fmla="*/ 34304 w 67750"/>
                <a:gd name="connsiteY0" fmla="*/ 32303 h 83759"/>
                <a:gd name="connsiteX1" fmla="*/ 49455 w 67750"/>
                <a:gd name="connsiteY1" fmla="*/ 34018 h 83759"/>
                <a:gd name="connsiteX2" fmla="*/ 49455 w 67750"/>
                <a:gd name="connsiteY2" fmla="*/ 31160 h 83759"/>
                <a:gd name="connsiteX3" fmla="*/ 31731 w 67750"/>
                <a:gd name="connsiteY3" fmla="*/ 15723 h 83759"/>
                <a:gd name="connsiteX4" fmla="*/ 11435 w 67750"/>
                <a:gd name="connsiteY4" fmla="*/ 20297 h 83759"/>
                <a:gd name="connsiteX5" fmla="*/ 7433 w 67750"/>
                <a:gd name="connsiteY5" fmla="*/ 4574 h 83759"/>
                <a:gd name="connsiteX6" fmla="*/ 33732 w 67750"/>
                <a:gd name="connsiteY6" fmla="*/ 0 h 83759"/>
                <a:gd name="connsiteX7" fmla="*/ 67751 w 67750"/>
                <a:gd name="connsiteY7" fmla="*/ 30874 h 83759"/>
                <a:gd name="connsiteX8" fmla="*/ 67751 w 67750"/>
                <a:gd name="connsiteY8" fmla="*/ 82044 h 83759"/>
                <a:gd name="connsiteX9" fmla="*/ 50027 w 67750"/>
                <a:gd name="connsiteY9" fmla="*/ 82044 h 83759"/>
                <a:gd name="connsiteX10" fmla="*/ 50027 w 67750"/>
                <a:gd name="connsiteY10" fmla="*/ 73468 h 83759"/>
                <a:gd name="connsiteX11" fmla="*/ 49741 w 67750"/>
                <a:gd name="connsiteY11" fmla="*/ 73468 h 83759"/>
                <a:gd name="connsiteX12" fmla="*/ 26300 w 67750"/>
                <a:gd name="connsiteY12" fmla="*/ 83759 h 83759"/>
                <a:gd name="connsiteX13" fmla="*/ 0 w 67750"/>
                <a:gd name="connsiteY13" fmla="*/ 58317 h 83759"/>
                <a:gd name="connsiteX14" fmla="*/ 34304 w 67750"/>
                <a:gd name="connsiteY14" fmla="*/ 32303 h 83759"/>
                <a:gd name="connsiteX15" fmla="*/ 31160 w 67750"/>
                <a:gd name="connsiteY15" fmla="*/ 69752 h 83759"/>
                <a:gd name="connsiteX16" fmla="*/ 49455 w 67750"/>
                <a:gd name="connsiteY16" fmla="*/ 60032 h 83759"/>
                <a:gd name="connsiteX17" fmla="*/ 49455 w 67750"/>
                <a:gd name="connsiteY17" fmla="*/ 46311 h 83759"/>
                <a:gd name="connsiteX18" fmla="*/ 36305 w 67750"/>
                <a:gd name="connsiteY18" fmla="*/ 44881 h 83759"/>
                <a:gd name="connsiteX19" fmla="*/ 17724 w 67750"/>
                <a:gd name="connsiteY19" fmla="*/ 58031 h 83759"/>
                <a:gd name="connsiteX20" fmla="*/ 31160 w 67750"/>
                <a:gd name="connsiteY20" fmla="*/ 69752 h 8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7750" h="83759">
                  <a:moveTo>
                    <a:pt x="34304" y="32303"/>
                  </a:moveTo>
                  <a:cubicBezTo>
                    <a:pt x="39450" y="32303"/>
                    <a:pt x="44310" y="32589"/>
                    <a:pt x="49455" y="34018"/>
                  </a:cubicBezTo>
                  <a:lnTo>
                    <a:pt x="49455" y="31160"/>
                  </a:lnTo>
                  <a:cubicBezTo>
                    <a:pt x="49455" y="20868"/>
                    <a:pt x="43452" y="15723"/>
                    <a:pt x="31731" y="15723"/>
                  </a:cubicBezTo>
                  <a:cubicBezTo>
                    <a:pt x="25156" y="15723"/>
                    <a:pt x="18010" y="17152"/>
                    <a:pt x="11435" y="20297"/>
                  </a:cubicBezTo>
                  <a:lnTo>
                    <a:pt x="7433" y="4574"/>
                  </a:lnTo>
                  <a:cubicBezTo>
                    <a:pt x="14865" y="1715"/>
                    <a:pt x="24585" y="0"/>
                    <a:pt x="33732" y="0"/>
                  </a:cubicBezTo>
                  <a:cubicBezTo>
                    <a:pt x="56316" y="0"/>
                    <a:pt x="67751" y="10577"/>
                    <a:pt x="67751" y="30874"/>
                  </a:cubicBezTo>
                  <a:lnTo>
                    <a:pt x="67751" y="82044"/>
                  </a:lnTo>
                  <a:lnTo>
                    <a:pt x="50027" y="82044"/>
                  </a:lnTo>
                  <a:lnTo>
                    <a:pt x="50027" y="73468"/>
                  </a:lnTo>
                  <a:lnTo>
                    <a:pt x="49741" y="73468"/>
                  </a:lnTo>
                  <a:cubicBezTo>
                    <a:pt x="42880" y="80615"/>
                    <a:pt x="35734" y="83759"/>
                    <a:pt x="26300" y="83759"/>
                  </a:cubicBezTo>
                  <a:cubicBezTo>
                    <a:pt x="10291" y="83759"/>
                    <a:pt x="0" y="73754"/>
                    <a:pt x="0" y="58317"/>
                  </a:cubicBezTo>
                  <a:cubicBezTo>
                    <a:pt x="0" y="41451"/>
                    <a:pt x="12006" y="32303"/>
                    <a:pt x="34304" y="32303"/>
                  </a:cubicBezTo>
                  <a:close/>
                  <a:moveTo>
                    <a:pt x="31160" y="69752"/>
                  </a:moveTo>
                  <a:cubicBezTo>
                    <a:pt x="38020" y="69752"/>
                    <a:pt x="44310" y="66321"/>
                    <a:pt x="49455" y="60032"/>
                  </a:cubicBezTo>
                  <a:lnTo>
                    <a:pt x="49455" y="46311"/>
                  </a:lnTo>
                  <a:cubicBezTo>
                    <a:pt x="45167" y="45167"/>
                    <a:pt x="40593" y="44881"/>
                    <a:pt x="36305" y="44881"/>
                  </a:cubicBezTo>
                  <a:cubicBezTo>
                    <a:pt x="24585" y="44881"/>
                    <a:pt x="17724" y="49455"/>
                    <a:pt x="17724" y="58031"/>
                  </a:cubicBezTo>
                  <a:cubicBezTo>
                    <a:pt x="18010" y="65178"/>
                    <a:pt x="23155" y="69752"/>
                    <a:pt x="31160" y="69752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9" name="Freihandform: Form 198">
              <a:extLst>
                <a:ext uri="{FF2B5EF4-FFF2-40B4-BE49-F238E27FC236}">
                  <a16:creationId xmlns:a16="http://schemas.microsoft.com/office/drawing/2014/main" id="{4BD1DC82-0D9F-40BC-80A2-BD8196D3B1E1}"/>
                </a:ext>
              </a:extLst>
            </p:cNvPr>
            <p:cNvSpPr/>
            <p:nvPr/>
          </p:nvSpPr>
          <p:spPr>
            <a:xfrm>
              <a:off x="1809570" y="237352"/>
              <a:ext cx="67464" cy="84045"/>
            </a:xfrm>
            <a:custGeom>
              <a:avLst/>
              <a:gdLst>
                <a:gd name="connsiteX0" fmla="*/ 66893 w 67464"/>
                <a:gd name="connsiteY0" fmla="*/ 71181 h 84045"/>
                <a:gd name="connsiteX1" fmla="*/ 38306 w 67464"/>
                <a:gd name="connsiteY1" fmla="*/ 84045 h 84045"/>
                <a:gd name="connsiteX2" fmla="*/ 0 w 67464"/>
                <a:gd name="connsiteY2" fmla="*/ 42309 h 84045"/>
                <a:gd name="connsiteX3" fmla="*/ 38592 w 67464"/>
                <a:gd name="connsiteY3" fmla="*/ 0 h 84045"/>
                <a:gd name="connsiteX4" fmla="*/ 67465 w 67464"/>
                <a:gd name="connsiteY4" fmla="*/ 13722 h 84045"/>
                <a:gd name="connsiteX5" fmla="*/ 54601 w 67464"/>
                <a:gd name="connsiteY5" fmla="*/ 26014 h 84045"/>
                <a:gd name="connsiteX6" fmla="*/ 38592 w 67464"/>
                <a:gd name="connsiteY6" fmla="*/ 17152 h 84045"/>
                <a:gd name="connsiteX7" fmla="*/ 18867 w 67464"/>
                <a:gd name="connsiteY7" fmla="*/ 42023 h 84045"/>
                <a:gd name="connsiteX8" fmla="*/ 38592 w 67464"/>
                <a:gd name="connsiteY8" fmla="*/ 66893 h 84045"/>
                <a:gd name="connsiteX9" fmla="*/ 55173 w 67464"/>
                <a:gd name="connsiteY9" fmla="*/ 58031 h 84045"/>
                <a:gd name="connsiteX10" fmla="*/ 66893 w 67464"/>
                <a:gd name="connsiteY10" fmla="*/ 71181 h 84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7464" h="84045">
                  <a:moveTo>
                    <a:pt x="66893" y="71181"/>
                  </a:moveTo>
                  <a:cubicBezTo>
                    <a:pt x="58889" y="80043"/>
                    <a:pt x="49741" y="84045"/>
                    <a:pt x="38306" y="84045"/>
                  </a:cubicBezTo>
                  <a:cubicBezTo>
                    <a:pt x="15437" y="84045"/>
                    <a:pt x="0" y="67465"/>
                    <a:pt x="0" y="42309"/>
                  </a:cubicBezTo>
                  <a:cubicBezTo>
                    <a:pt x="0" y="17152"/>
                    <a:pt x="15437" y="0"/>
                    <a:pt x="38592" y="0"/>
                  </a:cubicBezTo>
                  <a:cubicBezTo>
                    <a:pt x="50599" y="0"/>
                    <a:pt x="60318" y="4574"/>
                    <a:pt x="67465" y="13722"/>
                  </a:cubicBezTo>
                  <a:lnTo>
                    <a:pt x="54601" y="26014"/>
                  </a:lnTo>
                  <a:cubicBezTo>
                    <a:pt x="50027" y="20011"/>
                    <a:pt x="44881" y="17152"/>
                    <a:pt x="38592" y="17152"/>
                  </a:cubicBezTo>
                  <a:cubicBezTo>
                    <a:pt x="26872" y="17152"/>
                    <a:pt x="18867" y="26872"/>
                    <a:pt x="18867" y="42023"/>
                  </a:cubicBezTo>
                  <a:cubicBezTo>
                    <a:pt x="18867" y="56888"/>
                    <a:pt x="26872" y="66893"/>
                    <a:pt x="38592" y="66893"/>
                  </a:cubicBezTo>
                  <a:cubicBezTo>
                    <a:pt x="44881" y="66893"/>
                    <a:pt x="50027" y="64035"/>
                    <a:pt x="55173" y="58031"/>
                  </a:cubicBezTo>
                  <a:lnTo>
                    <a:pt x="66893" y="7118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0" name="Freihandform: Form 199">
              <a:extLst>
                <a:ext uri="{FF2B5EF4-FFF2-40B4-BE49-F238E27FC236}">
                  <a16:creationId xmlns:a16="http://schemas.microsoft.com/office/drawing/2014/main" id="{CA64A677-C930-4874-BF48-CA832CE306EF}"/>
                </a:ext>
              </a:extLst>
            </p:cNvPr>
            <p:cNvSpPr/>
            <p:nvPr/>
          </p:nvSpPr>
          <p:spPr>
            <a:xfrm>
              <a:off x="1893329" y="202762"/>
              <a:ext cx="68608" cy="116920"/>
            </a:xfrm>
            <a:custGeom>
              <a:avLst/>
              <a:gdLst>
                <a:gd name="connsiteX0" fmla="*/ 68608 w 68608"/>
                <a:gd name="connsiteY0" fmla="*/ 116634 h 116920"/>
                <a:gd name="connsiteX1" fmla="*/ 50027 w 68608"/>
                <a:gd name="connsiteY1" fmla="*/ 116634 h 116920"/>
                <a:gd name="connsiteX2" fmla="*/ 50027 w 68608"/>
                <a:gd name="connsiteY2" fmla="*/ 70895 h 116920"/>
                <a:gd name="connsiteX3" fmla="*/ 35162 w 68608"/>
                <a:gd name="connsiteY3" fmla="*/ 51456 h 116920"/>
                <a:gd name="connsiteX4" fmla="*/ 18581 w 68608"/>
                <a:gd name="connsiteY4" fmla="*/ 70895 h 116920"/>
                <a:gd name="connsiteX5" fmla="*/ 18581 w 68608"/>
                <a:gd name="connsiteY5" fmla="*/ 116920 h 116920"/>
                <a:gd name="connsiteX6" fmla="*/ 0 w 68608"/>
                <a:gd name="connsiteY6" fmla="*/ 116920 h 116920"/>
                <a:gd name="connsiteX7" fmla="*/ 0 w 68608"/>
                <a:gd name="connsiteY7" fmla="*/ 4574 h 116920"/>
                <a:gd name="connsiteX8" fmla="*/ 18581 w 68608"/>
                <a:gd name="connsiteY8" fmla="*/ 0 h 116920"/>
                <a:gd name="connsiteX9" fmla="*/ 18581 w 68608"/>
                <a:gd name="connsiteY9" fmla="*/ 46596 h 116920"/>
                <a:gd name="connsiteX10" fmla="*/ 18867 w 68608"/>
                <a:gd name="connsiteY10" fmla="*/ 46596 h 116920"/>
                <a:gd name="connsiteX11" fmla="*/ 42308 w 68608"/>
                <a:gd name="connsiteY11" fmla="*/ 34876 h 116920"/>
                <a:gd name="connsiteX12" fmla="*/ 68608 w 68608"/>
                <a:gd name="connsiteY12" fmla="*/ 67179 h 116920"/>
                <a:gd name="connsiteX13" fmla="*/ 68608 w 68608"/>
                <a:gd name="connsiteY13" fmla="*/ 116634 h 116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8608" h="116920">
                  <a:moveTo>
                    <a:pt x="68608" y="116634"/>
                  </a:moveTo>
                  <a:lnTo>
                    <a:pt x="50027" y="116634"/>
                  </a:lnTo>
                  <a:lnTo>
                    <a:pt x="50027" y="70895"/>
                  </a:lnTo>
                  <a:cubicBezTo>
                    <a:pt x="50027" y="59175"/>
                    <a:pt x="46311" y="51456"/>
                    <a:pt x="35162" y="51456"/>
                  </a:cubicBezTo>
                  <a:cubicBezTo>
                    <a:pt x="22298" y="51456"/>
                    <a:pt x="18581" y="61748"/>
                    <a:pt x="18581" y="70895"/>
                  </a:cubicBezTo>
                  <a:lnTo>
                    <a:pt x="18581" y="116920"/>
                  </a:lnTo>
                  <a:lnTo>
                    <a:pt x="0" y="116920"/>
                  </a:lnTo>
                  <a:lnTo>
                    <a:pt x="0" y="4574"/>
                  </a:lnTo>
                  <a:lnTo>
                    <a:pt x="18581" y="0"/>
                  </a:lnTo>
                  <a:lnTo>
                    <a:pt x="18581" y="46596"/>
                  </a:lnTo>
                  <a:lnTo>
                    <a:pt x="18867" y="46596"/>
                  </a:lnTo>
                  <a:cubicBezTo>
                    <a:pt x="23441" y="39450"/>
                    <a:pt x="31731" y="34876"/>
                    <a:pt x="42308" y="34876"/>
                  </a:cubicBezTo>
                  <a:cubicBezTo>
                    <a:pt x="60890" y="34876"/>
                    <a:pt x="68608" y="48598"/>
                    <a:pt x="68608" y="67179"/>
                  </a:cubicBezTo>
                  <a:lnTo>
                    <a:pt x="68608" y="116634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1" name="Freihandform: Form 200">
              <a:extLst>
                <a:ext uri="{FF2B5EF4-FFF2-40B4-BE49-F238E27FC236}">
                  <a16:creationId xmlns:a16="http://schemas.microsoft.com/office/drawing/2014/main" id="{8D1E66C4-75AC-4F53-A427-7415CFA3FDA8}"/>
                </a:ext>
              </a:extLst>
            </p:cNvPr>
            <p:cNvSpPr/>
            <p:nvPr/>
          </p:nvSpPr>
          <p:spPr>
            <a:xfrm>
              <a:off x="1985665" y="202476"/>
              <a:ext cx="74611" cy="118921"/>
            </a:xfrm>
            <a:custGeom>
              <a:avLst/>
              <a:gdLst>
                <a:gd name="connsiteX0" fmla="*/ 74612 w 74611"/>
                <a:gd name="connsiteY0" fmla="*/ 76613 h 118921"/>
                <a:gd name="connsiteX1" fmla="*/ 42023 w 74611"/>
                <a:gd name="connsiteY1" fmla="*/ 118921 h 118921"/>
                <a:gd name="connsiteX2" fmla="*/ 18296 w 74611"/>
                <a:gd name="connsiteY2" fmla="*/ 107772 h 118921"/>
                <a:gd name="connsiteX3" fmla="*/ 18010 w 74611"/>
                <a:gd name="connsiteY3" fmla="*/ 107772 h 118921"/>
                <a:gd name="connsiteX4" fmla="*/ 18010 w 74611"/>
                <a:gd name="connsiteY4" fmla="*/ 116920 h 118921"/>
                <a:gd name="connsiteX5" fmla="*/ 0 w 74611"/>
                <a:gd name="connsiteY5" fmla="*/ 116920 h 118921"/>
                <a:gd name="connsiteX6" fmla="*/ 0 w 74611"/>
                <a:gd name="connsiteY6" fmla="*/ 4574 h 118921"/>
                <a:gd name="connsiteX7" fmla="*/ 18581 w 74611"/>
                <a:gd name="connsiteY7" fmla="*/ 0 h 118921"/>
                <a:gd name="connsiteX8" fmla="*/ 18581 w 74611"/>
                <a:gd name="connsiteY8" fmla="*/ 46311 h 118921"/>
                <a:gd name="connsiteX9" fmla="*/ 18867 w 74611"/>
                <a:gd name="connsiteY9" fmla="*/ 46311 h 118921"/>
                <a:gd name="connsiteX10" fmla="*/ 42308 w 74611"/>
                <a:gd name="connsiteY10" fmla="*/ 34876 h 118921"/>
                <a:gd name="connsiteX11" fmla="*/ 74612 w 74611"/>
                <a:gd name="connsiteY11" fmla="*/ 76613 h 118921"/>
                <a:gd name="connsiteX12" fmla="*/ 56316 w 74611"/>
                <a:gd name="connsiteY12" fmla="*/ 76899 h 118921"/>
                <a:gd name="connsiteX13" fmla="*/ 37735 w 74611"/>
                <a:gd name="connsiteY13" fmla="*/ 51742 h 118921"/>
                <a:gd name="connsiteX14" fmla="*/ 18867 w 74611"/>
                <a:gd name="connsiteY14" fmla="*/ 62033 h 118921"/>
                <a:gd name="connsiteX15" fmla="*/ 18867 w 74611"/>
                <a:gd name="connsiteY15" fmla="*/ 91192 h 118921"/>
                <a:gd name="connsiteX16" fmla="*/ 38020 w 74611"/>
                <a:gd name="connsiteY16" fmla="*/ 102055 h 118921"/>
                <a:gd name="connsiteX17" fmla="*/ 56316 w 74611"/>
                <a:gd name="connsiteY17" fmla="*/ 76899 h 118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4611" h="118921">
                  <a:moveTo>
                    <a:pt x="74612" y="76613"/>
                  </a:moveTo>
                  <a:cubicBezTo>
                    <a:pt x="74612" y="102341"/>
                    <a:pt x="61462" y="118921"/>
                    <a:pt x="42023" y="118921"/>
                  </a:cubicBezTo>
                  <a:cubicBezTo>
                    <a:pt x="32017" y="118921"/>
                    <a:pt x="23727" y="114633"/>
                    <a:pt x="18296" y="107772"/>
                  </a:cubicBezTo>
                  <a:lnTo>
                    <a:pt x="18010" y="107772"/>
                  </a:lnTo>
                  <a:lnTo>
                    <a:pt x="18010" y="116920"/>
                  </a:lnTo>
                  <a:lnTo>
                    <a:pt x="0" y="116920"/>
                  </a:lnTo>
                  <a:lnTo>
                    <a:pt x="0" y="4574"/>
                  </a:lnTo>
                  <a:lnTo>
                    <a:pt x="18581" y="0"/>
                  </a:lnTo>
                  <a:lnTo>
                    <a:pt x="18581" y="46311"/>
                  </a:lnTo>
                  <a:lnTo>
                    <a:pt x="18867" y="46311"/>
                  </a:lnTo>
                  <a:cubicBezTo>
                    <a:pt x="24299" y="39164"/>
                    <a:pt x="32303" y="34876"/>
                    <a:pt x="42308" y="34876"/>
                  </a:cubicBezTo>
                  <a:cubicBezTo>
                    <a:pt x="61747" y="34876"/>
                    <a:pt x="74612" y="50599"/>
                    <a:pt x="74612" y="76613"/>
                  </a:cubicBezTo>
                  <a:close/>
                  <a:moveTo>
                    <a:pt x="56316" y="76899"/>
                  </a:moveTo>
                  <a:cubicBezTo>
                    <a:pt x="56316" y="60318"/>
                    <a:pt x="49455" y="51742"/>
                    <a:pt x="37735" y="51742"/>
                  </a:cubicBezTo>
                  <a:cubicBezTo>
                    <a:pt x="30588" y="51742"/>
                    <a:pt x="24585" y="54887"/>
                    <a:pt x="18867" y="62033"/>
                  </a:cubicBezTo>
                  <a:lnTo>
                    <a:pt x="18867" y="91192"/>
                  </a:lnTo>
                  <a:cubicBezTo>
                    <a:pt x="24299" y="98339"/>
                    <a:pt x="30302" y="102055"/>
                    <a:pt x="38020" y="102055"/>
                  </a:cubicBezTo>
                  <a:cubicBezTo>
                    <a:pt x="49741" y="102341"/>
                    <a:pt x="56316" y="92907"/>
                    <a:pt x="56316" y="76899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2" name="Freihandform: Form 201">
              <a:extLst>
                <a:ext uri="{FF2B5EF4-FFF2-40B4-BE49-F238E27FC236}">
                  <a16:creationId xmlns:a16="http://schemas.microsoft.com/office/drawing/2014/main" id="{76323735-A19E-4130-A43B-9182218AFAD9}"/>
                </a:ext>
              </a:extLst>
            </p:cNvPr>
            <p:cNvSpPr/>
            <p:nvPr/>
          </p:nvSpPr>
          <p:spPr>
            <a:xfrm>
              <a:off x="2076571" y="237638"/>
              <a:ext cx="72896" cy="83759"/>
            </a:xfrm>
            <a:custGeom>
              <a:avLst/>
              <a:gdLst>
                <a:gd name="connsiteX0" fmla="*/ 39736 w 72896"/>
                <a:gd name="connsiteY0" fmla="*/ 83759 h 83759"/>
                <a:gd name="connsiteX1" fmla="*/ 0 w 72896"/>
                <a:gd name="connsiteY1" fmla="*/ 41737 h 83759"/>
                <a:gd name="connsiteX2" fmla="*/ 37449 w 72896"/>
                <a:gd name="connsiteY2" fmla="*/ 0 h 83759"/>
                <a:gd name="connsiteX3" fmla="*/ 72896 w 72896"/>
                <a:gd name="connsiteY3" fmla="*/ 40593 h 83759"/>
                <a:gd name="connsiteX4" fmla="*/ 72611 w 72896"/>
                <a:gd name="connsiteY4" fmla="*/ 48312 h 83759"/>
                <a:gd name="connsiteX5" fmla="*/ 18867 w 72896"/>
                <a:gd name="connsiteY5" fmla="*/ 48312 h 83759"/>
                <a:gd name="connsiteX6" fmla="*/ 39736 w 72896"/>
                <a:gd name="connsiteY6" fmla="*/ 67751 h 83759"/>
                <a:gd name="connsiteX7" fmla="*/ 59461 w 72896"/>
                <a:gd name="connsiteY7" fmla="*/ 58317 h 83759"/>
                <a:gd name="connsiteX8" fmla="*/ 71181 w 72896"/>
                <a:gd name="connsiteY8" fmla="*/ 70609 h 83759"/>
                <a:gd name="connsiteX9" fmla="*/ 39736 w 72896"/>
                <a:gd name="connsiteY9" fmla="*/ 83759 h 83759"/>
                <a:gd name="connsiteX10" fmla="*/ 18867 w 72896"/>
                <a:gd name="connsiteY10" fmla="*/ 34590 h 83759"/>
                <a:gd name="connsiteX11" fmla="*/ 55173 w 72896"/>
                <a:gd name="connsiteY11" fmla="*/ 34590 h 83759"/>
                <a:gd name="connsiteX12" fmla="*/ 37449 w 72896"/>
                <a:gd name="connsiteY12" fmla="*/ 15151 h 83759"/>
                <a:gd name="connsiteX13" fmla="*/ 18867 w 72896"/>
                <a:gd name="connsiteY13" fmla="*/ 34590 h 8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2896" h="83759">
                  <a:moveTo>
                    <a:pt x="39736" y="83759"/>
                  </a:moveTo>
                  <a:cubicBezTo>
                    <a:pt x="16009" y="83759"/>
                    <a:pt x="0" y="66893"/>
                    <a:pt x="0" y="41737"/>
                  </a:cubicBezTo>
                  <a:cubicBezTo>
                    <a:pt x="0" y="16866"/>
                    <a:pt x="15151" y="0"/>
                    <a:pt x="37449" y="0"/>
                  </a:cubicBezTo>
                  <a:cubicBezTo>
                    <a:pt x="58889" y="0"/>
                    <a:pt x="72896" y="16009"/>
                    <a:pt x="72896" y="40593"/>
                  </a:cubicBezTo>
                  <a:cubicBezTo>
                    <a:pt x="72896" y="43166"/>
                    <a:pt x="72611" y="46025"/>
                    <a:pt x="72611" y="48312"/>
                  </a:cubicBezTo>
                  <a:lnTo>
                    <a:pt x="18867" y="48312"/>
                  </a:lnTo>
                  <a:cubicBezTo>
                    <a:pt x="20868" y="60604"/>
                    <a:pt x="28301" y="67751"/>
                    <a:pt x="39736" y="67751"/>
                  </a:cubicBezTo>
                  <a:cubicBezTo>
                    <a:pt x="47168" y="67751"/>
                    <a:pt x="53171" y="64892"/>
                    <a:pt x="59461" y="58317"/>
                  </a:cubicBezTo>
                  <a:lnTo>
                    <a:pt x="71181" y="70609"/>
                  </a:lnTo>
                  <a:cubicBezTo>
                    <a:pt x="62033" y="79471"/>
                    <a:pt x="52028" y="83759"/>
                    <a:pt x="39736" y="83759"/>
                  </a:cubicBezTo>
                  <a:close/>
                  <a:moveTo>
                    <a:pt x="18867" y="34590"/>
                  </a:moveTo>
                  <a:lnTo>
                    <a:pt x="55173" y="34590"/>
                  </a:lnTo>
                  <a:cubicBezTo>
                    <a:pt x="54315" y="22298"/>
                    <a:pt x="48026" y="15151"/>
                    <a:pt x="37449" y="15151"/>
                  </a:cubicBezTo>
                  <a:cubicBezTo>
                    <a:pt x="27157" y="15151"/>
                    <a:pt x="20583" y="22298"/>
                    <a:pt x="18867" y="34590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3" name="Freihandform: Form 202">
              <a:extLst>
                <a:ext uri="{FF2B5EF4-FFF2-40B4-BE49-F238E27FC236}">
                  <a16:creationId xmlns:a16="http://schemas.microsoft.com/office/drawing/2014/main" id="{61A54191-9FE7-4E1E-A013-D1830EFB040E}"/>
                </a:ext>
              </a:extLst>
            </p:cNvPr>
            <p:cNvSpPr/>
            <p:nvPr/>
          </p:nvSpPr>
          <p:spPr>
            <a:xfrm>
              <a:off x="2170621" y="237352"/>
              <a:ext cx="48025" cy="82044"/>
            </a:xfrm>
            <a:custGeom>
              <a:avLst/>
              <a:gdLst>
                <a:gd name="connsiteX0" fmla="*/ 48026 w 48025"/>
                <a:gd name="connsiteY0" fmla="*/ 1715 h 82044"/>
                <a:gd name="connsiteX1" fmla="*/ 45167 w 48025"/>
                <a:gd name="connsiteY1" fmla="*/ 20868 h 82044"/>
                <a:gd name="connsiteX2" fmla="*/ 34876 w 48025"/>
                <a:gd name="connsiteY2" fmla="*/ 18296 h 82044"/>
                <a:gd name="connsiteX3" fmla="*/ 18581 w 48025"/>
                <a:gd name="connsiteY3" fmla="*/ 40879 h 82044"/>
                <a:gd name="connsiteX4" fmla="*/ 18581 w 48025"/>
                <a:gd name="connsiteY4" fmla="*/ 82044 h 82044"/>
                <a:gd name="connsiteX5" fmla="*/ 0 w 48025"/>
                <a:gd name="connsiteY5" fmla="*/ 82044 h 82044"/>
                <a:gd name="connsiteX6" fmla="*/ 0 w 48025"/>
                <a:gd name="connsiteY6" fmla="*/ 2001 h 82044"/>
                <a:gd name="connsiteX7" fmla="*/ 18296 w 48025"/>
                <a:gd name="connsiteY7" fmla="*/ 2001 h 82044"/>
                <a:gd name="connsiteX8" fmla="*/ 18296 w 48025"/>
                <a:gd name="connsiteY8" fmla="*/ 12006 h 82044"/>
                <a:gd name="connsiteX9" fmla="*/ 18581 w 48025"/>
                <a:gd name="connsiteY9" fmla="*/ 12006 h 82044"/>
                <a:gd name="connsiteX10" fmla="*/ 39450 w 48025"/>
                <a:gd name="connsiteY10" fmla="*/ 0 h 82044"/>
                <a:gd name="connsiteX11" fmla="*/ 48026 w 48025"/>
                <a:gd name="connsiteY11" fmla="*/ 1715 h 82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8025" h="82044">
                  <a:moveTo>
                    <a:pt x="48026" y="1715"/>
                  </a:moveTo>
                  <a:lnTo>
                    <a:pt x="45167" y="20868"/>
                  </a:lnTo>
                  <a:cubicBezTo>
                    <a:pt x="42308" y="19439"/>
                    <a:pt x="38878" y="18296"/>
                    <a:pt x="34876" y="18296"/>
                  </a:cubicBezTo>
                  <a:cubicBezTo>
                    <a:pt x="22012" y="18296"/>
                    <a:pt x="18581" y="28587"/>
                    <a:pt x="18581" y="40879"/>
                  </a:cubicBezTo>
                  <a:lnTo>
                    <a:pt x="18581" y="82044"/>
                  </a:lnTo>
                  <a:lnTo>
                    <a:pt x="0" y="82044"/>
                  </a:lnTo>
                  <a:lnTo>
                    <a:pt x="0" y="2001"/>
                  </a:lnTo>
                  <a:lnTo>
                    <a:pt x="18296" y="2001"/>
                  </a:lnTo>
                  <a:lnTo>
                    <a:pt x="18296" y="12006"/>
                  </a:lnTo>
                  <a:lnTo>
                    <a:pt x="18581" y="12006"/>
                  </a:lnTo>
                  <a:cubicBezTo>
                    <a:pt x="22869" y="4574"/>
                    <a:pt x="30302" y="0"/>
                    <a:pt x="39450" y="0"/>
                  </a:cubicBezTo>
                  <a:cubicBezTo>
                    <a:pt x="42023" y="0"/>
                    <a:pt x="45167" y="572"/>
                    <a:pt x="48026" y="1715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4" name="Freihandform: Form 203">
              <a:extLst>
                <a:ext uri="{FF2B5EF4-FFF2-40B4-BE49-F238E27FC236}">
                  <a16:creationId xmlns:a16="http://schemas.microsoft.com/office/drawing/2014/main" id="{D2C968BA-238F-4DB8-8B76-C4B6289C932B}"/>
                </a:ext>
              </a:extLst>
            </p:cNvPr>
            <p:cNvSpPr/>
            <p:nvPr/>
          </p:nvSpPr>
          <p:spPr>
            <a:xfrm>
              <a:off x="2228938" y="237638"/>
              <a:ext cx="72896" cy="83759"/>
            </a:xfrm>
            <a:custGeom>
              <a:avLst/>
              <a:gdLst>
                <a:gd name="connsiteX0" fmla="*/ 39736 w 72896"/>
                <a:gd name="connsiteY0" fmla="*/ 83759 h 83759"/>
                <a:gd name="connsiteX1" fmla="*/ 0 w 72896"/>
                <a:gd name="connsiteY1" fmla="*/ 41737 h 83759"/>
                <a:gd name="connsiteX2" fmla="*/ 37449 w 72896"/>
                <a:gd name="connsiteY2" fmla="*/ 0 h 83759"/>
                <a:gd name="connsiteX3" fmla="*/ 72896 w 72896"/>
                <a:gd name="connsiteY3" fmla="*/ 40593 h 83759"/>
                <a:gd name="connsiteX4" fmla="*/ 72611 w 72896"/>
                <a:gd name="connsiteY4" fmla="*/ 48312 h 83759"/>
                <a:gd name="connsiteX5" fmla="*/ 18867 w 72896"/>
                <a:gd name="connsiteY5" fmla="*/ 48312 h 83759"/>
                <a:gd name="connsiteX6" fmla="*/ 39736 w 72896"/>
                <a:gd name="connsiteY6" fmla="*/ 67751 h 83759"/>
                <a:gd name="connsiteX7" fmla="*/ 59461 w 72896"/>
                <a:gd name="connsiteY7" fmla="*/ 58317 h 83759"/>
                <a:gd name="connsiteX8" fmla="*/ 71181 w 72896"/>
                <a:gd name="connsiteY8" fmla="*/ 70609 h 83759"/>
                <a:gd name="connsiteX9" fmla="*/ 39736 w 72896"/>
                <a:gd name="connsiteY9" fmla="*/ 83759 h 83759"/>
                <a:gd name="connsiteX10" fmla="*/ 18867 w 72896"/>
                <a:gd name="connsiteY10" fmla="*/ 34590 h 83759"/>
                <a:gd name="connsiteX11" fmla="*/ 55173 w 72896"/>
                <a:gd name="connsiteY11" fmla="*/ 34590 h 83759"/>
                <a:gd name="connsiteX12" fmla="*/ 37449 w 72896"/>
                <a:gd name="connsiteY12" fmla="*/ 15151 h 83759"/>
                <a:gd name="connsiteX13" fmla="*/ 18867 w 72896"/>
                <a:gd name="connsiteY13" fmla="*/ 34590 h 8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2896" h="83759">
                  <a:moveTo>
                    <a:pt x="39736" y="83759"/>
                  </a:moveTo>
                  <a:cubicBezTo>
                    <a:pt x="16009" y="83759"/>
                    <a:pt x="0" y="66893"/>
                    <a:pt x="0" y="41737"/>
                  </a:cubicBezTo>
                  <a:cubicBezTo>
                    <a:pt x="0" y="16866"/>
                    <a:pt x="15151" y="0"/>
                    <a:pt x="37449" y="0"/>
                  </a:cubicBezTo>
                  <a:cubicBezTo>
                    <a:pt x="58889" y="0"/>
                    <a:pt x="72896" y="16009"/>
                    <a:pt x="72896" y="40593"/>
                  </a:cubicBezTo>
                  <a:cubicBezTo>
                    <a:pt x="72896" y="43166"/>
                    <a:pt x="72611" y="46025"/>
                    <a:pt x="72611" y="48312"/>
                  </a:cubicBezTo>
                  <a:lnTo>
                    <a:pt x="18867" y="48312"/>
                  </a:lnTo>
                  <a:cubicBezTo>
                    <a:pt x="20868" y="60604"/>
                    <a:pt x="28301" y="67751"/>
                    <a:pt x="39736" y="67751"/>
                  </a:cubicBezTo>
                  <a:cubicBezTo>
                    <a:pt x="47168" y="67751"/>
                    <a:pt x="53171" y="64892"/>
                    <a:pt x="59461" y="58317"/>
                  </a:cubicBezTo>
                  <a:lnTo>
                    <a:pt x="71181" y="70609"/>
                  </a:lnTo>
                  <a:cubicBezTo>
                    <a:pt x="62033" y="79471"/>
                    <a:pt x="51742" y="83759"/>
                    <a:pt x="39736" y="83759"/>
                  </a:cubicBezTo>
                  <a:close/>
                  <a:moveTo>
                    <a:pt x="18867" y="34590"/>
                  </a:moveTo>
                  <a:lnTo>
                    <a:pt x="55173" y="34590"/>
                  </a:lnTo>
                  <a:cubicBezTo>
                    <a:pt x="54315" y="22298"/>
                    <a:pt x="48026" y="15151"/>
                    <a:pt x="37449" y="15151"/>
                  </a:cubicBezTo>
                  <a:cubicBezTo>
                    <a:pt x="27158" y="15151"/>
                    <a:pt x="20297" y="22298"/>
                    <a:pt x="18867" y="34590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5" name="Freihandform: Form 204">
              <a:extLst>
                <a:ext uri="{FF2B5EF4-FFF2-40B4-BE49-F238E27FC236}">
                  <a16:creationId xmlns:a16="http://schemas.microsoft.com/office/drawing/2014/main" id="{3121E138-1FDF-4147-B757-233FA9BD5699}"/>
                </a:ext>
              </a:extLst>
            </p:cNvPr>
            <p:cNvSpPr/>
            <p:nvPr/>
          </p:nvSpPr>
          <p:spPr>
            <a:xfrm>
              <a:off x="2319844" y="203905"/>
              <a:ext cx="23727" cy="115490"/>
            </a:xfrm>
            <a:custGeom>
              <a:avLst/>
              <a:gdLst>
                <a:gd name="connsiteX0" fmla="*/ 23727 w 23727"/>
                <a:gd name="connsiteY0" fmla="*/ 11435 h 115490"/>
                <a:gd name="connsiteX1" fmla="*/ 11721 w 23727"/>
                <a:gd name="connsiteY1" fmla="*/ 22869 h 115490"/>
                <a:gd name="connsiteX2" fmla="*/ 0 w 23727"/>
                <a:gd name="connsiteY2" fmla="*/ 11435 h 115490"/>
                <a:gd name="connsiteX3" fmla="*/ 11721 w 23727"/>
                <a:gd name="connsiteY3" fmla="*/ 0 h 115490"/>
                <a:gd name="connsiteX4" fmla="*/ 23727 w 23727"/>
                <a:gd name="connsiteY4" fmla="*/ 11435 h 115490"/>
                <a:gd name="connsiteX5" fmla="*/ 21154 w 23727"/>
                <a:gd name="connsiteY5" fmla="*/ 115491 h 115490"/>
                <a:gd name="connsiteX6" fmla="*/ 2573 w 23727"/>
                <a:gd name="connsiteY6" fmla="*/ 115491 h 115490"/>
                <a:gd name="connsiteX7" fmla="*/ 2573 w 23727"/>
                <a:gd name="connsiteY7" fmla="*/ 35448 h 115490"/>
                <a:gd name="connsiteX8" fmla="*/ 21154 w 23727"/>
                <a:gd name="connsiteY8" fmla="*/ 35448 h 115490"/>
                <a:gd name="connsiteX9" fmla="*/ 21154 w 23727"/>
                <a:gd name="connsiteY9" fmla="*/ 115491 h 115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727" h="115490">
                  <a:moveTo>
                    <a:pt x="23727" y="11435"/>
                  </a:moveTo>
                  <a:cubicBezTo>
                    <a:pt x="23727" y="18010"/>
                    <a:pt x="18296" y="22869"/>
                    <a:pt x="11721" y="22869"/>
                  </a:cubicBezTo>
                  <a:cubicBezTo>
                    <a:pt x="5146" y="22869"/>
                    <a:pt x="0" y="18010"/>
                    <a:pt x="0" y="11435"/>
                  </a:cubicBezTo>
                  <a:cubicBezTo>
                    <a:pt x="0" y="4860"/>
                    <a:pt x="5431" y="0"/>
                    <a:pt x="11721" y="0"/>
                  </a:cubicBezTo>
                  <a:cubicBezTo>
                    <a:pt x="18296" y="0"/>
                    <a:pt x="23727" y="4860"/>
                    <a:pt x="23727" y="11435"/>
                  </a:cubicBezTo>
                  <a:close/>
                  <a:moveTo>
                    <a:pt x="21154" y="115491"/>
                  </a:moveTo>
                  <a:lnTo>
                    <a:pt x="2573" y="115491"/>
                  </a:lnTo>
                  <a:lnTo>
                    <a:pt x="2573" y="35448"/>
                  </a:lnTo>
                  <a:lnTo>
                    <a:pt x="21154" y="35448"/>
                  </a:lnTo>
                  <a:lnTo>
                    <a:pt x="21154" y="11549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6" name="Freihandform: Form 205">
              <a:extLst>
                <a:ext uri="{FF2B5EF4-FFF2-40B4-BE49-F238E27FC236}">
                  <a16:creationId xmlns:a16="http://schemas.microsoft.com/office/drawing/2014/main" id="{531863FD-2855-47A9-9854-D37A4517EC92}"/>
                </a:ext>
              </a:extLst>
            </p:cNvPr>
            <p:cNvSpPr/>
            <p:nvPr/>
          </p:nvSpPr>
          <p:spPr>
            <a:xfrm>
              <a:off x="2361295" y="237352"/>
              <a:ext cx="67464" cy="84045"/>
            </a:xfrm>
            <a:custGeom>
              <a:avLst/>
              <a:gdLst>
                <a:gd name="connsiteX0" fmla="*/ 66893 w 67464"/>
                <a:gd name="connsiteY0" fmla="*/ 71181 h 84045"/>
                <a:gd name="connsiteX1" fmla="*/ 38306 w 67464"/>
                <a:gd name="connsiteY1" fmla="*/ 84045 h 84045"/>
                <a:gd name="connsiteX2" fmla="*/ 0 w 67464"/>
                <a:gd name="connsiteY2" fmla="*/ 42309 h 84045"/>
                <a:gd name="connsiteX3" fmla="*/ 38592 w 67464"/>
                <a:gd name="connsiteY3" fmla="*/ 0 h 84045"/>
                <a:gd name="connsiteX4" fmla="*/ 67465 w 67464"/>
                <a:gd name="connsiteY4" fmla="*/ 13722 h 84045"/>
                <a:gd name="connsiteX5" fmla="*/ 54601 w 67464"/>
                <a:gd name="connsiteY5" fmla="*/ 26014 h 84045"/>
                <a:gd name="connsiteX6" fmla="*/ 38592 w 67464"/>
                <a:gd name="connsiteY6" fmla="*/ 17152 h 84045"/>
                <a:gd name="connsiteX7" fmla="*/ 18867 w 67464"/>
                <a:gd name="connsiteY7" fmla="*/ 42023 h 84045"/>
                <a:gd name="connsiteX8" fmla="*/ 38592 w 67464"/>
                <a:gd name="connsiteY8" fmla="*/ 66893 h 84045"/>
                <a:gd name="connsiteX9" fmla="*/ 55172 w 67464"/>
                <a:gd name="connsiteY9" fmla="*/ 58031 h 84045"/>
                <a:gd name="connsiteX10" fmla="*/ 66893 w 67464"/>
                <a:gd name="connsiteY10" fmla="*/ 71181 h 84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7464" h="84045">
                  <a:moveTo>
                    <a:pt x="66893" y="71181"/>
                  </a:moveTo>
                  <a:cubicBezTo>
                    <a:pt x="58889" y="80043"/>
                    <a:pt x="49741" y="84045"/>
                    <a:pt x="38306" y="84045"/>
                  </a:cubicBezTo>
                  <a:cubicBezTo>
                    <a:pt x="15437" y="84045"/>
                    <a:pt x="0" y="67465"/>
                    <a:pt x="0" y="42309"/>
                  </a:cubicBezTo>
                  <a:cubicBezTo>
                    <a:pt x="0" y="17152"/>
                    <a:pt x="15437" y="0"/>
                    <a:pt x="38592" y="0"/>
                  </a:cubicBezTo>
                  <a:cubicBezTo>
                    <a:pt x="50599" y="0"/>
                    <a:pt x="60318" y="4574"/>
                    <a:pt x="67465" y="13722"/>
                  </a:cubicBezTo>
                  <a:lnTo>
                    <a:pt x="54601" y="26014"/>
                  </a:lnTo>
                  <a:cubicBezTo>
                    <a:pt x="50027" y="20011"/>
                    <a:pt x="44881" y="17152"/>
                    <a:pt x="38592" y="17152"/>
                  </a:cubicBezTo>
                  <a:cubicBezTo>
                    <a:pt x="26872" y="17152"/>
                    <a:pt x="18867" y="26872"/>
                    <a:pt x="18867" y="42023"/>
                  </a:cubicBezTo>
                  <a:cubicBezTo>
                    <a:pt x="18867" y="56888"/>
                    <a:pt x="26872" y="66893"/>
                    <a:pt x="38592" y="66893"/>
                  </a:cubicBezTo>
                  <a:cubicBezTo>
                    <a:pt x="44881" y="66893"/>
                    <a:pt x="50027" y="64035"/>
                    <a:pt x="55172" y="58031"/>
                  </a:cubicBezTo>
                  <a:lnTo>
                    <a:pt x="66893" y="7118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7" name="Freihandform: Form 206">
              <a:extLst>
                <a:ext uri="{FF2B5EF4-FFF2-40B4-BE49-F238E27FC236}">
                  <a16:creationId xmlns:a16="http://schemas.microsoft.com/office/drawing/2014/main" id="{085ED5C0-779B-4E63-AE72-A89A39FDFFB2}"/>
                </a:ext>
              </a:extLst>
            </p:cNvPr>
            <p:cNvSpPr/>
            <p:nvPr/>
          </p:nvSpPr>
          <p:spPr>
            <a:xfrm>
              <a:off x="2444769" y="202762"/>
              <a:ext cx="68608" cy="116920"/>
            </a:xfrm>
            <a:custGeom>
              <a:avLst/>
              <a:gdLst>
                <a:gd name="connsiteX0" fmla="*/ 68608 w 68608"/>
                <a:gd name="connsiteY0" fmla="*/ 116634 h 116920"/>
                <a:gd name="connsiteX1" fmla="*/ 50027 w 68608"/>
                <a:gd name="connsiteY1" fmla="*/ 116634 h 116920"/>
                <a:gd name="connsiteX2" fmla="*/ 50027 w 68608"/>
                <a:gd name="connsiteY2" fmla="*/ 70895 h 116920"/>
                <a:gd name="connsiteX3" fmla="*/ 35162 w 68608"/>
                <a:gd name="connsiteY3" fmla="*/ 51456 h 116920"/>
                <a:gd name="connsiteX4" fmla="*/ 18581 w 68608"/>
                <a:gd name="connsiteY4" fmla="*/ 70895 h 116920"/>
                <a:gd name="connsiteX5" fmla="*/ 18581 w 68608"/>
                <a:gd name="connsiteY5" fmla="*/ 116920 h 116920"/>
                <a:gd name="connsiteX6" fmla="*/ 0 w 68608"/>
                <a:gd name="connsiteY6" fmla="*/ 116920 h 116920"/>
                <a:gd name="connsiteX7" fmla="*/ 0 w 68608"/>
                <a:gd name="connsiteY7" fmla="*/ 4574 h 116920"/>
                <a:gd name="connsiteX8" fmla="*/ 18581 w 68608"/>
                <a:gd name="connsiteY8" fmla="*/ 0 h 116920"/>
                <a:gd name="connsiteX9" fmla="*/ 18581 w 68608"/>
                <a:gd name="connsiteY9" fmla="*/ 46596 h 116920"/>
                <a:gd name="connsiteX10" fmla="*/ 18867 w 68608"/>
                <a:gd name="connsiteY10" fmla="*/ 46596 h 116920"/>
                <a:gd name="connsiteX11" fmla="*/ 42308 w 68608"/>
                <a:gd name="connsiteY11" fmla="*/ 34876 h 116920"/>
                <a:gd name="connsiteX12" fmla="*/ 68608 w 68608"/>
                <a:gd name="connsiteY12" fmla="*/ 67179 h 116920"/>
                <a:gd name="connsiteX13" fmla="*/ 68608 w 68608"/>
                <a:gd name="connsiteY13" fmla="*/ 116634 h 116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8608" h="116920">
                  <a:moveTo>
                    <a:pt x="68608" y="116634"/>
                  </a:moveTo>
                  <a:lnTo>
                    <a:pt x="50027" y="116634"/>
                  </a:lnTo>
                  <a:lnTo>
                    <a:pt x="50027" y="70895"/>
                  </a:lnTo>
                  <a:cubicBezTo>
                    <a:pt x="50027" y="59175"/>
                    <a:pt x="46311" y="51456"/>
                    <a:pt x="35162" y="51456"/>
                  </a:cubicBezTo>
                  <a:cubicBezTo>
                    <a:pt x="22298" y="51456"/>
                    <a:pt x="18581" y="61748"/>
                    <a:pt x="18581" y="70895"/>
                  </a:cubicBezTo>
                  <a:lnTo>
                    <a:pt x="18581" y="116920"/>
                  </a:lnTo>
                  <a:lnTo>
                    <a:pt x="0" y="116920"/>
                  </a:lnTo>
                  <a:lnTo>
                    <a:pt x="0" y="4574"/>
                  </a:lnTo>
                  <a:lnTo>
                    <a:pt x="18581" y="0"/>
                  </a:lnTo>
                  <a:lnTo>
                    <a:pt x="18581" y="46596"/>
                  </a:lnTo>
                  <a:lnTo>
                    <a:pt x="18867" y="46596"/>
                  </a:lnTo>
                  <a:cubicBezTo>
                    <a:pt x="23441" y="39450"/>
                    <a:pt x="31731" y="34876"/>
                    <a:pt x="42308" y="34876"/>
                  </a:cubicBezTo>
                  <a:cubicBezTo>
                    <a:pt x="60890" y="34876"/>
                    <a:pt x="68608" y="48598"/>
                    <a:pt x="68608" y="67179"/>
                  </a:cubicBezTo>
                  <a:lnTo>
                    <a:pt x="68608" y="116634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8" name="Freihandform: Form 207">
              <a:extLst>
                <a:ext uri="{FF2B5EF4-FFF2-40B4-BE49-F238E27FC236}">
                  <a16:creationId xmlns:a16="http://schemas.microsoft.com/office/drawing/2014/main" id="{916A1A36-E87D-44A2-A5CD-4A33747E2E24}"/>
                </a:ext>
              </a:extLst>
            </p:cNvPr>
            <p:cNvSpPr/>
            <p:nvPr/>
          </p:nvSpPr>
          <p:spPr>
            <a:xfrm>
              <a:off x="2576268" y="209051"/>
              <a:ext cx="82901" cy="110630"/>
            </a:xfrm>
            <a:custGeom>
              <a:avLst/>
              <a:gdLst>
                <a:gd name="connsiteX0" fmla="*/ 82902 w 82901"/>
                <a:gd name="connsiteY0" fmla="*/ 18296 h 110630"/>
                <a:gd name="connsiteX1" fmla="*/ 51456 w 82901"/>
                <a:gd name="connsiteY1" fmla="*/ 18296 h 110630"/>
                <a:gd name="connsiteX2" fmla="*/ 51456 w 82901"/>
                <a:gd name="connsiteY2" fmla="*/ 110631 h 110630"/>
                <a:gd name="connsiteX3" fmla="*/ 31731 w 82901"/>
                <a:gd name="connsiteY3" fmla="*/ 110631 h 110630"/>
                <a:gd name="connsiteX4" fmla="*/ 31731 w 82901"/>
                <a:gd name="connsiteY4" fmla="*/ 18296 h 110630"/>
                <a:gd name="connsiteX5" fmla="*/ 0 w 82901"/>
                <a:gd name="connsiteY5" fmla="*/ 18296 h 110630"/>
                <a:gd name="connsiteX6" fmla="*/ 0 w 82901"/>
                <a:gd name="connsiteY6" fmla="*/ 0 h 110630"/>
                <a:gd name="connsiteX7" fmla="*/ 82616 w 82901"/>
                <a:gd name="connsiteY7" fmla="*/ 0 h 110630"/>
                <a:gd name="connsiteX8" fmla="*/ 82616 w 82901"/>
                <a:gd name="connsiteY8" fmla="*/ 18296 h 110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901" h="110630">
                  <a:moveTo>
                    <a:pt x="82902" y="18296"/>
                  </a:moveTo>
                  <a:lnTo>
                    <a:pt x="51456" y="18296"/>
                  </a:lnTo>
                  <a:lnTo>
                    <a:pt x="51456" y="110631"/>
                  </a:lnTo>
                  <a:lnTo>
                    <a:pt x="31731" y="110631"/>
                  </a:lnTo>
                  <a:lnTo>
                    <a:pt x="31731" y="18296"/>
                  </a:lnTo>
                  <a:lnTo>
                    <a:pt x="0" y="18296"/>
                  </a:lnTo>
                  <a:lnTo>
                    <a:pt x="0" y="0"/>
                  </a:lnTo>
                  <a:lnTo>
                    <a:pt x="82616" y="0"/>
                  </a:lnTo>
                  <a:lnTo>
                    <a:pt x="82616" y="18296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9" name="Freihandform: Form 208">
              <a:extLst>
                <a:ext uri="{FF2B5EF4-FFF2-40B4-BE49-F238E27FC236}">
                  <a16:creationId xmlns:a16="http://schemas.microsoft.com/office/drawing/2014/main" id="{80E03ED7-DC2A-4555-BEB9-7CF8005506B3}"/>
                </a:ext>
              </a:extLst>
            </p:cNvPr>
            <p:cNvSpPr/>
            <p:nvPr/>
          </p:nvSpPr>
          <p:spPr>
            <a:xfrm>
              <a:off x="2675750" y="202762"/>
              <a:ext cx="68894" cy="116920"/>
            </a:xfrm>
            <a:custGeom>
              <a:avLst/>
              <a:gdLst>
                <a:gd name="connsiteX0" fmla="*/ 68894 w 68894"/>
                <a:gd name="connsiteY0" fmla="*/ 116634 h 116920"/>
                <a:gd name="connsiteX1" fmla="*/ 50313 w 68894"/>
                <a:gd name="connsiteY1" fmla="*/ 116634 h 116920"/>
                <a:gd name="connsiteX2" fmla="*/ 50313 w 68894"/>
                <a:gd name="connsiteY2" fmla="*/ 70895 h 116920"/>
                <a:gd name="connsiteX3" fmla="*/ 35448 w 68894"/>
                <a:gd name="connsiteY3" fmla="*/ 51456 h 116920"/>
                <a:gd name="connsiteX4" fmla="*/ 18867 w 68894"/>
                <a:gd name="connsiteY4" fmla="*/ 70895 h 116920"/>
                <a:gd name="connsiteX5" fmla="*/ 18867 w 68894"/>
                <a:gd name="connsiteY5" fmla="*/ 116920 h 116920"/>
                <a:gd name="connsiteX6" fmla="*/ 0 w 68894"/>
                <a:gd name="connsiteY6" fmla="*/ 116920 h 116920"/>
                <a:gd name="connsiteX7" fmla="*/ 0 w 68894"/>
                <a:gd name="connsiteY7" fmla="*/ 4574 h 116920"/>
                <a:gd name="connsiteX8" fmla="*/ 18581 w 68894"/>
                <a:gd name="connsiteY8" fmla="*/ 0 h 116920"/>
                <a:gd name="connsiteX9" fmla="*/ 18581 w 68894"/>
                <a:gd name="connsiteY9" fmla="*/ 46596 h 116920"/>
                <a:gd name="connsiteX10" fmla="*/ 18867 w 68894"/>
                <a:gd name="connsiteY10" fmla="*/ 46596 h 116920"/>
                <a:gd name="connsiteX11" fmla="*/ 42308 w 68894"/>
                <a:gd name="connsiteY11" fmla="*/ 34876 h 116920"/>
                <a:gd name="connsiteX12" fmla="*/ 68608 w 68894"/>
                <a:gd name="connsiteY12" fmla="*/ 67179 h 116920"/>
                <a:gd name="connsiteX13" fmla="*/ 68608 w 68894"/>
                <a:gd name="connsiteY13" fmla="*/ 116634 h 116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8894" h="116920">
                  <a:moveTo>
                    <a:pt x="68894" y="116634"/>
                  </a:moveTo>
                  <a:lnTo>
                    <a:pt x="50313" y="116634"/>
                  </a:lnTo>
                  <a:lnTo>
                    <a:pt x="50313" y="70895"/>
                  </a:lnTo>
                  <a:cubicBezTo>
                    <a:pt x="50313" y="59175"/>
                    <a:pt x="46596" y="51456"/>
                    <a:pt x="35448" y="51456"/>
                  </a:cubicBezTo>
                  <a:cubicBezTo>
                    <a:pt x="22584" y="51456"/>
                    <a:pt x="18867" y="61748"/>
                    <a:pt x="18867" y="70895"/>
                  </a:cubicBezTo>
                  <a:lnTo>
                    <a:pt x="18867" y="116920"/>
                  </a:lnTo>
                  <a:lnTo>
                    <a:pt x="0" y="116920"/>
                  </a:lnTo>
                  <a:lnTo>
                    <a:pt x="0" y="4574"/>
                  </a:lnTo>
                  <a:lnTo>
                    <a:pt x="18581" y="0"/>
                  </a:lnTo>
                  <a:lnTo>
                    <a:pt x="18581" y="46596"/>
                  </a:lnTo>
                  <a:lnTo>
                    <a:pt x="18867" y="46596"/>
                  </a:lnTo>
                  <a:cubicBezTo>
                    <a:pt x="23441" y="39450"/>
                    <a:pt x="31731" y="34876"/>
                    <a:pt x="42308" y="34876"/>
                  </a:cubicBezTo>
                  <a:cubicBezTo>
                    <a:pt x="60890" y="34876"/>
                    <a:pt x="68608" y="48598"/>
                    <a:pt x="68608" y="67179"/>
                  </a:cubicBezTo>
                  <a:lnTo>
                    <a:pt x="68608" y="116634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0" name="Freihandform: Form 209">
              <a:extLst>
                <a:ext uri="{FF2B5EF4-FFF2-40B4-BE49-F238E27FC236}">
                  <a16:creationId xmlns:a16="http://schemas.microsoft.com/office/drawing/2014/main" id="{63170764-934B-416D-B1CA-25406C862DD1}"/>
                </a:ext>
              </a:extLst>
            </p:cNvPr>
            <p:cNvSpPr/>
            <p:nvPr/>
          </p:nvSpPr>
          <p:spPr>
            <a:xfrm>
              <a:off x="2764083" y="237638"/>
              <a:ext cx="72896" cy="83759"/>
            </a:xfrm>
            <a:custGeom>
              <a:avLst/>
              <a:gdLst>
                <a:gd name="connsiteX0" fmla="*/ 39736 w 72896"/>
                <a:gd name="connsiteY0" fmla="*/ 83759 h 83759"/>
                <a:gd name="connsiteX1" fmla="*/ 0 w 72896"/>
                <a:gd name="connsiteY1" fmla="*/ 41737 h 83759"/>
                <a:gd name="connsiteX2" fmla="*/ 37449 w 72896"/>
                <a:gd name="connsiteY2" fmla="*/ 0 h 83759"/>
                <a:gd name="connsiteX3" fmla="*/ 72896 w 72896"/>
                <a:gd name="connsiteY3" fmla="*/ 40593 h 83759"/>
                <a:gd name="connsiteX4" fmla="*/ 72610 w 72896"/>
                <a:gd name="connsiteY4" fmla="*/ 48312 h 83759"/>
                <a:gd name="connsiteX5" fmla="*/ 18867 w 72896"/>
                <a:gd name="connsiteY5" fmla="*/ 48312 h 83759"/>
                <a:gd name="connsiteX6" fmla="*/ 39736 w 72896"/>
                <a:gd name="connsiteY6" fmla="*/ 67751 h 83759"/>
                <a:gd name="connsiteX7" fmla="*/ 59461 w 72896"/>
                <a:gd name="connsiteY7" fmla="*/ 58317 h 83759"/>
                <a:gd name="connsiteX8" fmla="*/ 71181 w 72896"/>
                <a:gd name="connsiteY8" fmla="*/ 70609 h 83759"/>
                <a:gd name="connsiteX9" fmla="*/ 39736 w 72896"/>
                <a:gd name="connsiteY9" fmla="*/ 83759 h 83759"/>
                <a:gd name="connsiteX10" fmla="*/ 18867 w 72896"/>
                <a:gd name="connsiteY10" fmla="*/ 34590 h 83759"/>
                <a:gd name="connsiteX11" fmla="*/ 55173 w 72896"/>
                <a:gd name="connsiteY11" fmla="*/ 34590 h 83759"/>
                <a:gd name="connsiteX12" fmla="*/ 37449 w 72896"/>
                <a:gd name="connsiteY12" fmla="*/ 15151 h 83759"/>
                <a:gd name="connsiteX13" fmla="*/ 18867 w 72896"/>
                <a:gd name="connsiteY13" fmla="*/ 34590 h 8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2896" h="83759">
                  <a:moveTo>
                    <a:pt x="39736" y="83759"/>
                  </a:moveTo>
                  <a:cubicBezTo>
                    <a:pt x="16009" y="83759"/>
                    <a:pt x="0" y="66893"/>
                    <a:pt x="0" y="41737"/>
                  </a:cubicBezTo>
                  <a:cubicBezTo>
                    <a:pt x="0" y="16866"/>
                    <a:pt x="15151" y="0"/>
                    <a:pt x="37449" y="0"/>
                  </a:cubicBezTo>
                  <a:cubicBezTo>
                    <a:pt x="58889" y="0"/>
                    <a:pt x="72896" y="16009"/>
                    <a:pt x="72896" y="40593"/>
                  </a:cubicBezTo>
                  <a:cubicBezTo>
                    <a:pt x="72896" y="43166"/>
                    <a:pt x="72610" y="46025"/>
                    <a:pt x="72610" y="48312"/>
                  </a:cubicBezTo>
                  <a:lnTo>
                    <a:pt x="18867" y="48312"/>
                  </a:lnTo>
                  <a:cubicBezTo>
                    <a:pt x="20868" y="60604"/>
                    <a:pt x="28301" y="67751"/>
                    <a:pt x="39736" y="67751"/>
                  </a:cubicBezTo>
                  <a:cubicBezTo>
                    <a:pt x="47168" y="67751"/>
                    <a:pt x="53171" y="64892"/>
                    <a:pt x="59461" y="58317"/>
                  </a:cubicBezTo>
                  <a:lnTo>
                    <a:pt x="71181" y="70609"/>
                  </a:lnTo>
                  <a:cubicBezTo>
                    <a:pt x="62033" y="79471"/>
                    <a:pt x="51742" y="83759"/>
                    <a:pt x="39736" y="83759"/>
                  </a:cubicBezTo>
                  <a:close/>
                  <a:moveTo>
                    <a:pt x="18867" y="34590"/>
                  </a:moveTo>
                  <a:lnTo>
                    <a:pt x="55173" y="34590"/>
                  </a:lnTo>
                  <a:cubicBezTo>
                    <a:pt x="54315" y="22298"/>
                    <a:pt x="48026" y="15151"/>
                    <a:pt x="37449" y="15151"/>
                  </a:cubicBezTo>
                  <a:cubicBezTo>
                    <a:pt x="26872" y="15151"/>
                    <a:pt x="20297" y="22298"/>
                    <a:pt x="18867" y="34590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1" name="Freihandform: Form 210">
              <a:extLst>
                <a:ext uri="{FF2B5EF4-FFF2-40B4-BE49-F238E27FC236}">
                  <a16:creationId xmlns:a16="http://schemas.microsoft.com/office/drawing/2014/main" id="{D3B62540-1579-45C1-B051-365C90BEF8DD}"/>
                </a:ext>
              </a:extLst>
            </p:cNvPr>
            <p:cNvSpPr/>
            <p:nvPr/>
          </p:nvSpPr>
          <p:spPr>
            <a:xfrm>
              <a:off x="2853274" y="237352"/>
              <a:ext cx="77184" cy="84045"/>
            </a:xfrm>
            <a:custGeom>
              <a:avLst/>
              <a:gdLst>
                <a:gd name="connsiteX0" fmla="*/ 0 w 77184"/>
                <a:gd name="connsiteY0" fmla="*/ 42023 h 84045"/>
                <a:gd name="connsiteX1" fmla="*/ 38878 w 77184"/>
                <a:gd name="connsiteY1" fmla="*/ 0 h 84045"/>
                <a:gd name="connsiteX2" fmla="*/ 77184 w 77184"/>
                <a:gd name="connsiteY2" fmla="*/ 42023 h 84045"/>
                <a:gd name="connsiteX3" fmla="*/ 38878 w 77184"/>
                <a:gd name="connsiteY3" fmla="*/ 84045 h 84045"/>
                <a:gd name="connsiteX4" fmla="*/ 0 w 77184"/>
                <a:gd name="connsiteY4" fmla="*/ 42023 h 84045"/>
                <a:gd name="connsiteX5" fmla="*/ 58603 w 77184"/>
                <a:gd name="connsiteY5" fmla="*/ 42309 h 84045"/>
                <a:gd name="connsiteX6" fmla="*/ 38592 w 77184"/>
                <a:gd name="connsiteY6" fmla="*/ 17152 h 84045"/>
                <a:gd name="connsiteX7" fmla="*/ 18581 w 77184"/>
                <a:gd name="connsiteY7" fmla="*/ 42023 h 84045"/>
                <a:gd name="connsiteX8" fmla="*/ 38592 w 77184"/>
                <a:gd name="connsiteY8" fmla="*/ 67465 h 84045"/>
                <a:gd name="connsiteX9" fmla="*/ 58603 w 77184"/>
                <a:gd name="connsiteY9" fmla="*/ 42309 h 84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7184" h="84045">
                  <a:moveTo>
                    <a:pt x="0" y="42023"/>
                  </a:moveTo>
                  <a:cubicBezTo>
                    <a:pt x="0" y="16866"/>
                    <a:pt x="15437" y="0"/>
                    <a:pt x="38878" y="0"/>
                  </a:cubicBezTo>
                  <a:cubicBezTo>
                    <a:pt x="62033" y="0"/>
                    <a:pt x="77184" y="16580"/>
                    <a:pt x="77184" y="42023"/>
                  </a:cubicBezTo>
                  <a:cubicBezTo>
                    <a:pt x="77184" y="67179"/>
                    <a:pt x="62319" y="84045"/>
                    <a:pt x="38878" y="84045"/>
                  </a:cubicBezTo>
                  <a:cubicBezTo>
                    <a:pt x="15723" y="84045"/>
                    <a:pt x="0" y="67465"/>
                    <a:pt x="0" y="42023"/>
                  </a:cubicBezTo>
                  <a:close/>
                  <a:moveTo>
                    <a:pt x="58603" y="42309"/>
                  </a:moveTo>
                  <a:cubicBezTo>
                    <a:pt x="58603" y="26872"/>
                    <a:pt x="50884" y="17152"/>
                    <a:pt x="38592" y="17152"/>
                  </a:cubicBezTo>
                  <a:cubicBezTo>
                    <a:pt x="26300" y="17152"/>
                    <a:pt x="18581" y="26872"/>
                    <a:pt x="18581" y="42023"/>
                  </a:cubicBezTo>
                  <a:cubicBezTo>
                    <a:pt x="18581" y="57460"/>
                    <a:pt x="26300" y="67465"/>
                    <a:pt x="38592" y="67465"/>
                  </a:cubicBezTo>
                  <a:cubicBezTo>
                    <a:pt x="50884" y="67179"/>
                    <a:pt x="58603" y="57745"/>
                    <a:pt x="58603" y="42309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2" name="Freihandform: Form 211">
              <a:extLst>
                <a:ext uri="{FF2B5EF4-FFF2-40B4-BE49-F238E27FC236}">
                  <a16:creationId xmlns:a16="http://schemas.microsoft.com/office/drawing/2014/main" id="{50F532CF-5209-47B6-9476-F6C1639CC2EA}"/>
                </a:ext>
              </a:extLst>
            </p:cNvPr>
            <p:cNvSpPr/>
            <p:nvPr/>
          </p:nvSpPr>
          <p:spPr>
            <a:xfrm>
              <a:off x="2950755" y="202476"/>
              <a:ext cx="18581" cy="116920"/>
            </a:xfrm>
            <a:custGeom>
              <a:avLst/>
              <a:gdLst>
                <a:gd name="connsiteX0" fmla="*/ 18581 w 18581"/>
                <a:gd name="connsiteY0" fmla="*/ 116920 h 116920"/>
                <a:gd name="connsiteX1" fmla="*/ 0 w 18581"/>
                <a:gd name="connsiteY1" fmla="*/ 116920 h 116920"/>
                <a:gd name="connsiteX2" fmla="*/ 0 w 18581"/>
                <a:gd name="connsiteY2" fmla="*/ 4288 h 116920"/>
                <a:gd name="connsiteX3" fmla="*/ 18581 w 18581"/>
                <a:gd name="connsiteY3" fmla="*/ 0 h 116920"/>
                <a:gd name="connsiteX4" fmla="*/ 18581 w 18581"/>
                <a:gd name="connsiteY4" fmla="*/ 116920 h 116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581" h="116920">
                  <a:moveTo>
                    <a:pt x="18581" y="116920"/>
                  </a:moveTo>
                  <a:lnTo>
                    <a:pt x="0" y="116920"/>
                  </a:lnTo>
                  <a:lnTo>
                    <a:pt x="0" y="4288"/>
                  </a:lnTo>
                  <a:lnTo>
                    <a:pt x="18581" y="0"/>
                  </a:lnTo>
                  <a:lnTo>
                    <a:pt x="18581" y="116920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3" name="Freihandform: Form 212">
              <a:extLst>
                <a:ext uri="{FF2B5EF4-FFF2-40B4-BE49-F238E27FC236}">
                  <a16:creationId xmlns:a16="http://schemas.microsoft.com/office/drawing/2014/main" id="{A86BBC8C-B975-4C3A-A6C3-939E38040DAD}"/>
                </a:ext>
              </a:extLst>
            </p:cNvPr>
            <p:cNvSpPr/>
            <p:nvPr/>
          </p:nvSpPr>
          <p:spPr>
            <a:xfrm>
              <a:off x="2989633" y="237352"/>
              <a:ext cx="77184" cy="84045"/>
            </a:xfrm>
            <a:custGeom>
              <a:avLst/>
              <a:gdLst>
                <a:gd name="connsiteX0" fmla="*/ 0 w 77184"/>
                <a:gd name="connsiteY0" fmla="*/ 42023 h 84045"/>
                <a:gd name="connsiteX1" fmla="*/ 38878 w 77184"/>
                <a:gd name="connsiteY1" fmla="*/ 0 h 84045"/>
                <a:gd name="connsiteX2" fmla="*/ 77184 w 77184"/>
                <a:gd name="connsiteY2" fmla="*/ 42023 h 84045"/>
                <a:gd name="connsiteX3" fmla="*/ 38878 w 77184"/>
                <a:gd name="connsiteY3" fmla="*/ 84045 h 84045"/>
                <a:gd name="connsiteX4" fmla="*/ 0 w 77184"/>
                <a:gd name="connsiteY4" fmla="*/ 42023 h 84045"/>
                <a:gd name="connsiteX5" fmla="*/ 58603 w 77184"/>
                <a:gd name="connsiteY5" fmla="*/ 42309 h 84045"/>
                <a:gd name="connsiteX6" fmla="*/ 38592 w 77184"/>
                <a:gd name="connsiteY6" fmla="*/ 17152 h 84045"/>
                <a:gd name="connsiteX7" fmla="*/ 18581 w 77184"/>
                <a:gd name="connsiteY7" fmla="*/ 42023 h 84045"/>
                <a:gd name="connsiteX8" fmla="*/ 38592 w 77184"/>
                <a:gd name="connsiteY8" fmla="*/ 67465 h 84045"/>
                <a:gd name="connsiteX9" fmla="*/ 58603 w 77184"/>
                <a:gd name="connsiteY9" fmla="*/ 42309 h 84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7184" h="84045">
                  <a:moveTo>
                    <a:pt x="0" y="42023"/>
                  </a:moveTo>
                  <a:cubicBezTo>
                    <a:pt x="0" y="16866"/>
                    <a:pt x="15437" y="0"/>
                    <a:pt x="38878" y="0"/>
                  </a:cubicBezTo>
                  <a:cubicBezTo>
                    <a:pt x="62033" y="0"/>
                    <a:pt x="77184" y="16580"/>
                    <a:pt x="77184" y="42023"/>
                  </a:cubicBezTo>
                  <a:cubicBezTo>
                    <a:pt x="77184" y="67179"/>
                    <a:pt x="62319" y="84045"/>
                    <a:pt x="38878" y="84045"/>
                  </a:cubicBezTo>
                  <a:cubicBezTo>
                    <a:pt x="15723" y="84045"/>
                    <a:pt x="0" y="67465"/>
                    <a:pt x="0" y="42023"/>
                  </a:cubicBezTo>
                  <a:close/>
                  <a:moveTo>
                    <a:pt x="58603" y="42309"/>
                  </a:moveTo>
                  <a:cubicBezTo>
                    <a:pt x="58603" y="26872"/>
                    <a:pt x="50884" y="17152"/>
                    <a:pt x="38592" y="17152"/>
                  </a:cubicBezTo>
                  <a:cubicBezTo>
                    <a:pt x="26300" y="17152"/>
                    <a:pt x="18581" y="26872"/>
                    <a:pt x="18581" y="42023"/>
                  </a:cubicBezTo>
                  <a:cubicBezTo>
                    <a:pt x="18581" y="57460"/>
                    <a:pt x="26300" y="67465"/>
                    <a:pt x="38592" y="67465"/>
                  </a:cubicBezTo>
                  <a:cubicBezTo>
                    <a:pt x="51170" y="67179"/>
                    <a:pt x="58603" y="57745"/>
                    <a:pt x="58603" y="42309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4" name="Freihandform: Form 213">
              <a:extLst>
                <a:ext uri="{FF2B5EF4-FFF2-40B4-BE49-F238E27FC236}">
                  <a16:creationId xmlns:a16="http://schemas.microsoft.com/office/drawing/2014/main" id="{23784A70-4AB8-4801-9088-0E386F52911E}"/>
                </a:ext>
              </a:extLst>
            </p:cNvPr>
            <p:cNvSpPr/>
            <p:nvPr/>
          </p:nvSpPr>
          <p:spPr>
            <a:xfrm>
              <a:off x="3082826" y="237352"/>
              <a:ext cx="74611" cy="114347"/>
            </a:xfrm>
            <a:custGeom>
              <a:avLst/>
              <a:gdLst>
                <a:gd name="connsiteX0" fmla="*/ 21440 w 74611"/>
                <a:gd name="connsiteY0" fmla="*/ 99768 h 114347"/>
                <a:gd name="connsiteX1" fmla="*/ 25442 w 74611"/>
                <a:gd name="connsiteY1" fmla="*/ 99482 h 114347"/>
                <a:gd name="connsiteX2" fmla="*/ 56316 w 74611"/>
                <a:gd name="connsiteY2" fmla="*/ 76613 h 114347"/>
                <a:gd name="connsiteX3" fmla="*/ 56316 w 74611"/>
                <a:gd name="connsiteY3" fmla="*/ 71467 h 114347"/>
                <a:gd name="connsiteX4" fmla="*/ 56030 w 74611"/>
                <a:gd name="connsiteY4" fmla="*/ 71467 h 114347"/>
                <a:gd name="connsiteX5" fmla="*/ 31731 w 74611"/>
                <a:gd name="connsiteY5" fmla="*/ 82616 h 114347"/>
                <a:gd name="connsiteX6" fmla="*/ 0 w 74611"/>
                <a:gd name="connsiteY6" fmla="*/ 42023 h 114347"/>
                <a:gd name="connsiteX7" fmla="*/ 32589 w 74611"/>
                <a:gd name="connsiteY7" fmla="*/ 0 h 114347"/>
                <a:gd name="connsiteX8" fmla="*/ 56030 w 74611"/>
                <a:gd name="connsiteY8" fmla="*/ 11149 h 114347"/>
                <a:gd name="connsiteX9" fmla="*/ 56316 w 74611"/>
                <a:gd name="connsiteY9" fmla="*/ 11149 h 114347"/>
                <a:gd name="connsiteX10" fmla="*/ 56316 w 74611"/>
                <a:gd name="connsiteY10" fmla="*/ 2001 h 114347"/>
                <a:gd name="connsiteX11" fmla="*/ 74611 w 74611"/>
                <a:gd name="connsiteY11" fmla="*/ 2001 h 114347"/>
                <a:gd name="connsiteX12" fmla="*/ 74611 w 74611"/>
                <a:gd name="connsiteY12" fmla="*/ 73754 h 114347"/>
                <a:gd name="connsiteX13" fmla="*/ 26586 w 74611"/>
                <a:gd name="connsiteY13" fmla="*/ 114061 h 114347"/>
                <a:gd name="connsiteX14" fmla="*/ 22583 w 74611"/>
                <a:gd name="connsiteY14" fmla="*/ 114347 h 114347"/>
                <a:gd name="connsiteX15" fmla="*/ 21440 w 74611"/>
                <a:gd name="connsiteY15" fmla="*/ 99768 h 114347"/>
                <a:gd name="connsiteX16" fmla="*/ 18867 w 74611"/>
                <a:gd name="connsiteY16" fmla="*/ 41737 h 114347"/>
                <a:gd name="connsiteX17" fmla="*/ 37449 w 74611"/>
                <a:gd name="connsiteY17" fmla="*/ 66607 h 114347"/>
                <a:gd name="connsiteX18" fmla="*/ 56316 w 74611"/>
                <a:gd name="connsiteY18" fmla="*/ 56030 h 114347"/>
                <a:gd name="connsiteX19" fmla="*/ 56316 w 74611"/>
                <a:gd name="connsiteY19" fmla="*/ 27443 h 114347"/>
                <a:gd name="connsiteX20" fmla="*/ 37163 w 74611"/>
                <a:gd name="connsiteY20" fmla="*/ 16866 h 114347"/>
                <a:gd name="connsiteX21" fmla="*/ 18867 w 74611"/>
                <a:gd name="connsiteY21" fmla="*/ 41737 h 114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74611" h="114347">
                  <a:moveTo>
                    <a:pt x="21440" y="99768"/>
                  </a:moveTo>
                  <a:lnTo>
                    <a:pt x="25442" y="99482"/>
                  </a:lnTo>
                  <a:cubicBezTo>
                    <a:pt x="49455" y="98625"/>
                    <a:pt x="56316" y="91764"/>
                    <a:pt x="56316" y="76613"/>
                  </a:cubicBezTo>
                  <a:lnTo>
                    <a:pt x="56316" y="71467"/>
                  </a:lnTo>
                  <a:lnTo>
                    <a:pt x="56030" y="71467"/>
                  </a:lnTo>
                  <a:cubicBezTo>
                    <a:pt x="50313" y="78614"/>
                    <a:pt x="41451" y="82616"/>
                    <a:pt x="31731" y="82616"/>
                  </a:cubicBezTo>
                  <a:cubicBezTo>
                    <a:pt x="12292" y="82616"/>
                    <a:pt x="0" y="66607"/>
                    <a:pt x="0" y="42023"/>
                  </a:cubicBezTo>
                  <a:cubicBezTo>
                    <a:pt x="0" y="16580"/>
                    <a:pt x="13150" y="0"/>
                    <a:pt x="32589" y="0"/>
                  </a:cubicBezTo>
                  <a:cubicBezTo>
                    <a:pt x="42308" y="0"/>
                    <a:pt x="50884" y="4002"/>
                    <a:pt x="56030" y="11149"/>
                  </a:cubicBezTo>
                  <a:lnTo>
                    <a:pt x="56316" y="11149"/>
                  </a:lnTo>
                  <a:lnTo>
                    <a:pt x="56316" y="2001"/>
                  </a:lnTo>
                  <a:lnTo>
                    <a:pt x="74611" y="2001"/>
                  </a:lnTo>
                  <a:lnTo>
                    <a:pt x="74611" y="73754"/>
                  </a:lnTo>
                  <a:cubicBezTo>
                    <a:pt x="74611" y="99768"/>
                    <a:pt x="61462" y="112632"/>
                    <a:pt x="26586" y="114061"/>
                  </a:cubicBezTo>
                  <a:lnTo>
                    <a:pt x="22583" y="114347"/>
                  </a:lnTo>
                  <a:lnTo>
                    <a:pt x="21440" y="99768"/>
                  </a:lnTo>
                  <a:close/>
                  <a:moveTo>
                    <a:pt x="18867" y="41737"/>
                  </a:moveTo>
                  <a:cubicBezTo>
                    <a:pt x="18867" y="57460"/>
                    <a:pt x="25728" y="66607"/>
                    <a:pt x="37449" y="66607"/>
                  </a:cubicBezTo>
                  <a:cubicBezTo>
                    <a:pt x="44595" y="66607"/>
                    <a:pt x="50599" y="63177"/>
                    <a:pt x="56316" y="56030"/>
                  </a:cubicBezTo>
                  <a:lnTo>
                    <a:pt x="56316" y="27443"/>
                  </a:lnTo>
                  <a:cubicBezTo>
                    <a:pt x="50884" y="20583"/>
                    <a:pt x="44595" y="16866"/>
                    <a:pt x="37163" y="16866"/>
                  </a:cubicBezTo>
                  <a:cubicBezTo>
                    <a:pt x="25728" y="16866"/>
                    <a:pt x="18867" y="26014"/>
                    <a:pt x="18867" y="41737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5" name="Freihandform: Form 214">
              <a:extLst>
                <a:ext uri="{FF2B5EF4-FFF2-40B4-BE49-F238E27FC236}">
                  <a16:creationId xmlns:a16="http://schemas.microsoft.com/office/drawing/2014/main" id="{044FDE6E-6E3F-492C-B773-6783BA96880D}"/>
                </a:ext>
              </a:extLst>
            </p:cNvPr>
            <p:cNvSpPr/>
            <p:nvPr/>
          </p:nvSpPr>
          <p:spPr>
            <a:xfrm>
              <a:off x="3180021" y="203905"/>
              <a:ext cx="23727" cy="115490"/>
            </a:xfrm>
            <a:custGeom>
              <a:avLst/>
              <a:gdLst>
                <a:gd name="connsiteX0" fmla="*/ 23727 w 23727"/>
                <a:gd name="connsiteY0" fmla="*/ 11435 h 115490"/>
                <a:gd name="connsiteX1" fmla="*/ 11721 w 23727"/>
                <a:gd name="connsiteY1" fmla="*/ 22869 h 115490"/>
                <a:gd name="connsiteX2" fmla="*/ 0 w 23727"/>
                <a:gd name="connsiteY2" fmla="*/ 11435 h 115490"/>
                <a:gd name="connsiteX3" fmla="*/ 11721 w 23727"/>
                <a:gd name="connsiteY3" fmla="*/ 0 h 115490"/>
                <a:gd name="connsiteX4" fmla="*/ 23727 w 23727"/>
                <a:gd name="connsiteY4" fmla="*/ 11435 h 115490"/>
                <a:gd name="connsiteX5" fmla="*/ 21154 w 23727"/>
                <a:gd name="connsiteY5" fmla="*/ 115491 h 115490"/>
                <a:gd name="connsiteX6" fmla="*/ 2573 w 23727"/>
                <a:gd name="connsiteY6" fmla="*/ 115491 h 115490"/>
                <a:gd name="connsiteX7" fmla="*/ 2573 w 23727"/>
                <a:gd name="connsiteY7" fmla="*/ 35448 h 115490"/>
                <a:gd name="connsiteX8" fmla="*/ 21154 w 23727"/>
                <a:gd name="connsiteY8" fmla="*/ 35448 h 115490"/>
                <a:gd name="connsiteX9" fmla="*/ 21154 w 23727"/>
                <a:gd name="connsiteY9" fmla="*/ 115491 h 115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727" h="115490">
                  <a:moveTo>
                    <a:pt x="23727" y="11435"/>
                  </a:moveTo>
                  <a:cubicBezTo>
                    <a:pt x="23727" y="18010"/>
                    <a:pt x="18295" y="22869"/>
                    <a:pt x="11721" y="22869"/>
                  </a:cubicBezTo>
                  <a:cubicBezTo>
                    <a:pt x="5146" y="22869"/>
                    <a:pt x="0" y="18010"/>
                    <a:pt x="0" y="11435"/>
                  </a:cubicBezTo>
                  <a:cubicBezTo>
                    <a:pt x="0" y="4860"/>
                    <a:pt x="5431" y="0"/>
                    <a:pt x="11721" y="0"/>
                  </a:cubicBezTo>
                  <a:cubicBezTo>
                    <a:pt x="18295" y="0"/>
                    <a:pt x="23727" y="4860"/>
                    <a:pt x="23727" y="11435"/>
                  </a:cubicBezTo>
                  <a:close/>
                  <a:moveTo>
                    <a:pt x="21154" y="115491"/>
                  </a:moveTo>
                  <a:lnTo>
                    <a:pt x="2573" y="115491"/>
                  </a:lnTo>
                  <a:lnTo>
                    <a:pt x="2573" y="35448"/>
                  </a:lnTo>
                  <a:lnTo>
                    <a:pt x="21154" y="35448"/>
                  </a:lnTo>
                  <a:lnTo>
                    <a:pt x="21154" y="11549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6" name="Freihandform: Form 215">
              <a:extLst>
                <a:ext uri="{FF2B5EF4-FFF2-40B4-BE49-F238E27FC236}">
                  <a16:creationId xmlns:a16="http://schemas.microsoft.com/office/drawing/2014/main" id="{0B728CC6-C9F6-45BF-BD25-24F47F2EEDA6}"/>
                </a:ext>
              </a:extLst>
            </p:cNvPr>
            <p:cNvSpPr/>
            <p:nvPr/>
          </p:nvSpPr>
          <p:spPr>
            <a:xfrm>
              <a:off x="3220900" y="237638"/>
              <a:ext cx="72896" cy="83759"/>
            </a:xfrm>
            <a:custGeom>
              <a:avLst/>
              <a:gdLst>
                <a:gd name="connsiteX0" fmla="*/ 39736 w 72896"/>
                <a:gd name="connsiteY0" fmla="*/ 83759 h 83759"/>
                <a:gd name="connsiteX1" fmla="*/ 0 w 72896"/>
                <a:gd name="connsiteY1" fmla="*/ 41737 h 83759"/>
                <a:gd name="connsiteX2" fmla="*/ 37449 w 72896"/>
                <a:gd name="connsiteY2" fmla="*/ 0 h 83759"/>
                <a:gd name="connsiteX3" fmla="*/ 72896 w 72896"/>
                <a:gd name="connsiteY3" fmla="*/ 40593 h 83759"/>
                <a:gd name="connsiteX4" fmla="*/ 72610 w 72896"/>
                <a:gd name="connsiteY4" fmla="*/ 48312 h 83759"/>
                <a:gd name="connsiteX5" fmla="*/ 18867 w 72896"/>
                <a:gd name="connsiteY5" fmla="*/ 48312 h 83759"/>
                <a:gd name="connsiteX6" fmla="*/ 39736 w 72896"/>
                <a:gd name="connsiteY6" fmla="*/ 67751 h 83759"/>
                <a:gd name="connsiteX7" fmla="*/ 59461 w 72896"/>
                <a:gd name="connsiteY7" fmla="*/ 58317 h 83759"/>
                <a:gd name="connsiteX8" fmla="*/ 71181 w 72896"/>
                <a:gd name="connsiteY8" fmla="*/ 70609 h 83759"/>
                <a:gd name="connsiteX9" fmla="*/ 39736 w 72896"/>
                <a:gd name="connsiteY9" fmla="*/ 83759 h 83759"/>
                <a:gd name="connsiteX10" fmla="*/ 18867 w 72896"/>
                <a:gd name="connsiteY10" fmla="*/ 34590 h 83759"/>
                <a:gd name="connsiteX11" fmla="*/ 55172 w 72896"/>
                <a:gd name="connsiteY11" fmla="*/ 34590 h 83759"/>
                <a:gd name="connsiteX12" fmla="*/ 37449 w 72896"/>
                <a:gd name="connsiteY12" fmla="*/ 15151 h 83759"/>
                <a:gd name="connsiteX13" fmla="*/ 18867 w 72896"/>
                <a:gd name="connsiteY13" fmla="*/ 34590 h 8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2896" h="83759">
                  <a:moveTo>
                    <a:pt x="39736" y="83759"/>
                  </a:moveTo>
                  <a:cubicBezTo>
                    <a:pt x="16009" y="83759"/>
                    <a:pt x="0" y="66893"/>
                    <a:pt x="0" y="41737"/>
                  </a:cubicBezTo>
                  <a:cubicBezTo>
                    <a:pt x="0" y="16866"/>
                    <a:pt x="15151" y="0"/>
                    <a:pt x="37449" y="0"/>
                  </a:cubicBezTo>
                  <a:cubicBezTo>
                    <a:pt x="58889" y="0"/>
                    <a:pt x="72896" y="16009"/>
                    <a:pt x="72896" y="40593"/>
                  </a:cubicBezTo>
                  <a:cubicBezTo>
                    <a:pt x="72896" y="43166"/>
                    <a:pt x="72610" y="46025"/>
                    <a:pt x="72610" y="48312"/>
                  </a:cubicBezTo>
                  <a:lnTo>
                    <a:pt x="18867" y="48312"/>
                  </a:lnTo>
                  <a:cubicBezTo>
                    <a:pt x="20868" y="60604"/>
                    <a:pt x="28301" y="67751"/>
                    <a:pt x="39736" y="67751"/>
                  </a:cubicBezTo>
                  <a:cubicBezTo>
                    <a:pt x="47168" y="67751"/>
                    <a:pt x="53171" y="64892"/>
                    <a:pt x="59461" y="58317"/>
                  </a:cubicBezTo>
                  <a:lnTo>
                    <a:pt x="71181" y="70609"/>
                  </a:lnTo>
                  <a:cubicBezTo>
                    <a:pt x="62033" y="79471"/>
                    <a:pt x="51742" y="83759"/>
                    <a:pt x="39736" y="83759"/>
                  </a:cubicBezTo>
                  <a:close/>
                  <a:moveTo>
                    <a:pt x="18867" y="34590"/>
                  </a:moveTo>
                  <a:lnTo>
                    <a:pt x="55172" y="34590"/>
                  </a:lnTo>
                  <a:cubicBezTo>
                    <a:pt x="54315" y="22298"/>
                    <a:pt x="48026" y="15151"/>
                    <a:pt x="37449" y="15151"/>
                  </a:cubicBezTo>
                  <a:cubicBezTo>
                    <a:pt x="26871" y="15151"/>
                    <a:pt x="20297" y="22298"/>
                    <a:pt x="18867" y="34590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10155482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99A39F-B4A4-284E-B51D-B0785F950EB0}" type="datetime4">
              <a:rPr lang="de-DE" smtClean="0"/>
              <a:t>8.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C50F1EF-7CD3-4F38-8BE6-ED3FCE2DB3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8317" y="1631156"/>
            <a:ext cx="11157745" cy="4569619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A8EC489F-F71C-4659-9116-2F6E62F5F9C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8318" y="687598"/>
            <a:ext cx="6844386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F5C59997-58CB-4A34-A7D6-744D4117F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9" name="Bildplatzhalter 6">
            <a:extLst>
              <a:ext uri="{FF2B5EF4-FFF2-40B4-BE49-F238E27FC236}">
                <a16:creationId xmlns:a16="http://schemas.microsoft.com/office/drawing/2014/main" id="{25613776-0F22-42BA-AE5A-1B73727AAD1E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</p:spTree>
    <p:extLst>
      <p:ext uri="{BB962C8B-B14F-4D97-AF65-F5344CB8AC3E}">
        <p14:creationId xmlns:p14="http://schemas.microsoft.com/office/powerpoint/2010/main" val="9966592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 | zw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5BBF1-942E-2D40-8C3E-3BA97E9C7D46}" type="datetime4">
              <a:rPr lang="de-DE" smtClean="0"/>
              <a:t>8.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C50F1EF-7CD3-4F38-8BE6-ED3FCE2DB3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8318" y="1631156"/>
            <a:ext cx="5469732" cy="4569619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8" name="Textplatzhalter 6">
            <a:extLst>
              <a:ext uri="{FF2B5EF4-FFF2-40B4-BE49-F238E27FC236}">
                <a16:creationId xmlns:a16="http://schemas.microsoft.com/office/drawing/2014/main" id="{024A1079-17C2-45DE-A16B-14C152A08F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06329" y="1631156"/>
            <a:ext cx="5469732" cy="456961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5E5E3F57-04C9-40C7-B10F-E51808253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9" name="Textplatzhalter 9">
            <a:extLst>
              <a:ext uri="{FF2B5EF4-FFF2-40B4-BE49-F238E27FC236}">
                <a16:creationId xmlns:a16="http://schemas.microsoft.com/office/drawing/2014/main" id="{59628F4C-9498-4F7E-80AA-A9A50B3818E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18318" y="687598"/>
            <a:ext cx="6844386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0" name="Bildplatzhalter 6">
            <a:extLst>
              <a:ext uri="{FF2B5EF4-FFF2-40B4-BE49-F238E27FC236}">
                <a16:creationId xmlns:a16="http://schemas.microsoft.com/office/drawing/2014/main" id="{6791738E-1095-45F8-98E2-D057FFD19CAA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</p:spTree>
    <p:extLst>
      <p:ext uri="{BB962C8B-B14F-4D97-AF65-F5344CB8AC3E}">
        <p14:creationId xmlns:p14="http://schemas.microsoft.com/office/powerpoint/2010/main" val="29526026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 | dr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B0AA0-11D0-A54A-8075-50969963DBA4}" type="datetime4">
              <a:rPr lang="de-DE" smtClean="0"/>
              <a:t>8.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2099" y="6634666"/>
            <a:ext cx="193964" cy="123111"/>
          </a:xfrm>
        </p:spPr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636A777D-D5C6-4E84-A9C9-D0F4836A4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D304591F-2FC9-4C29-9FE5-537955E3B92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18318" y="1631157"/>
            <a:ext cx="3568821" cy="4569618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2" name="Textplatzhalter 6">
            <a:extLst>
              <a:ext uri="{FF2B5EF4-FFF2-40B4-BE49-F238E27FC236}">
                <a16:creationId xmlns:a16="http://schemas.microsoft.com/office/drawing/2014/main" id="{D0C47385-EF97-44EE-867E-E9365B44CAA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07242" y="1631157"/>
            <a:ext cx="3568821" cy="4569618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3" name="Textplatzhalter 6">
            <a:extLst>
              <a:ext uri="{FF2B5EF4-FFF2-40B4-BE49-F238E27FC236}">
                <a16:creationId xmlns:a16="http://schemas.microsoft.com/office/drawing/2014/main" id="{E3F53468-6A74-4DFC-93FD-A760B961965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312780" y="1631157"/>
            <a:ext cx="3568821" cy="4569618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5" name="Textplatzhalter 9">
            <a:extLst>
              <a:ext uri="{FF2B5EF4-FFF2-40B4-BE49-F238E27FC236}">
                <a16:creationId xmlns:a16="http://schemas.microsoft.com/office/drawing/2014/main" id="{E888C2E5-BE70-41A9-A2DE-FD8C4043AF9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18318" y="687598"/>
            <a:ext cx="6844386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0" name="Bildplatzhalter 6">
            <a:extLst>
              <a:ext uri="{FF2B5EF4-FFF2-40B4-BE49-F238E27FC236}">
                <a16:creationId xmlns:a16="http://schemas.microsoft.com/office/drawing/2014/main" id="{86333803-0B38-4F61-95AE-49DCFFD7FB88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</p:spTree>
    <p:extLst>
      <p:ext uri="{BB962C8B-B14F-4D97-AF65-F5344CB8AC3E}">
        <p14:creationId xmlns:p14="http://schemas.microsoft.com/office/powerpoint/2010/main" val="37863050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- Bild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278D0-5F64-FC4F-A774-005D7117587F}" type="datetime4">
              <a:rPr lang="de-DE" smtClean="0"/>
              <a:t>8.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C50F1EF-7CD3-4F38-8BE6-ED3FCE2DB3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8318" y="1631156"/>
            <a:ext cx="5469732" cy="4569619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5E5E3F57-04C9-40C7-B10F-E51808253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9" name="Textplatzhalter 9">
            <a:extLst>
              <a:ext uri="{FF2B5EF4-FFF2-40B4-BE49-F238E27FC236}">
                <a16:creationId xmlns:a16="http://schemas.microsoft.com/office/drawing/2014/main" id="{59628F4C-9498-4F7E-80AA-A9A50B3818E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18318" y="687598"/>
            <a:ext cx="6844386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0" name="Bildplatzhalter 8">
            <a:extLst>
              <a:ext uri="{FF2B5EF4-FFF2-40B4-BE49-F238E27FC236}">
                <a16:creationId xmlns:a16="http://schemas.microsoft.com/office/drawing/2014/main" id="{3A0E3338-4E71-4920-9A06-A4D408E5A297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6206329" y="1631155"/>
            <a:ext cx="5469732" cy="4569619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11" name="Bildplatzhalter 6">
            <a:extLst>
              <a:ext uri="{FF2B5EF4-FFF2-40B4-BE49-F238E27FC236}">
                <a16:creationId xmlns:a16="http://schemas.microsoft.com/office/drawing/2014/main" id="{8D50DB04-91D7-4C23-96CE-09E0502D14CD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</p:spTree>
    <p:extLst>
      <p:ext uri="{BB962C8B-B14F-4D97-AF65-F5344CB8AC3E}">
        <p14:creationId xmlns:p14="http://schemas.microsoft.com/office/powerpoint/2010/main" val="26750124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- Tex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ildplatzhalter 8">
            <a:extLst>
              <a:ext uri="{FF2B5EF4-FFF2-40B4-BE49-F238E27FC236}">
                <a16:creationId xmlns:a16="http://schemas.microsoft.com/office/drawing/2014/main" id="{3A0E3338-4E71-4920-9A06-A4D408E5A297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18318" y="1631155"/>
            <a:ext cx="5469732" cy="4569619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766AF-C7CB-A042-9928-76042656BFA4}" type="datetime4">
              <a:rPr lang="de-DE" smtClean="0"/>
              <a:t>8.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2099" y="6634666"/>
            <a:ext cx="193964" cy="123111"/>
          </a:xfrm>
        </p:spPr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C50F1EF-7CD3-4F38-8BE6-ED3FCE2DB3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06331" y="1631156"/>
            <a:ext cx="5469732" cy="4569619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5E5E3F57-04C9-40C7-B10F-E51808253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9" name="Textplatzhalter 9">
            <a:extLst>
              <a:ext uri="{FF2B5EF4-FFF2-40B4-BE49-F238E27FC236}">
                <a16:creationId xmlns:a16="http://schemas.microsoft.com/office/drawing/2014/main" id="{59628F4C-9498-4F7E-80AA-A9A50B3818E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18318" y="687598"/>
            <a:ext cx="6844386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1" name="Bildplatzhalter 6">
            <a:extLst>
              <a:ext uri="{FF2B5EF4-FFF2-40B4-BE49-F238E27FC236}">
                <a16:creationId xmlns:a16="http://schemas.microsoft.com/office/drawing/2014/main" id="{1C6D487A-3469-4A14-880C-0C0352BFC29A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</p:spTree>
    <p:extLst>
      <p:ext uri="{BB962C8B-B14F-4D97-AF65-F5344CB8AC3E}">
        <p14:creationId xmlns:p14="http://schemas.microsoft.com/office/powerpoint/2010/main" val="10275399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ldfolie | mit Stör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ildplatzhalter 8">
            <a:extLst>
              <a:ext uri="{FF2B5EF4-FFF2-40B4-BE49-F238E27FC236}">
                <a16:creationId xmlns:a16="http://schemas.microsoft.com/office/drawing/2014/main" id="{C430C106-4EB7-47B9-8F1D-0BFCFBEAECE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D1CD45B2-C7E2-4C43-84ED-BFB6DC4E84E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8319" y="3431381"/>
            <a:ext cx="3571200" cy="2769394"/>
          </a:xfrm>
          <a:solidFill>
            <a:schemeClr val="bg1"/>
          </a:solidFill>
        </p:spPr>
        <p:txBody>
          <a:bodyPr wrap="square" lIns="180000" tIns="180000" rIns="360000" bIns="18000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DFE029E8-09EC-45DC-B2BB-25B2B1C145AC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5" name="Gerader Verbinder 4">
              <a:extLst>
                <a:ext uri="{FF2B5EF4-FFF2-40B4-BE49-F238E27FC236}">
                  <a16:creationId xmlns:a16="http://schemas.microsoft.com/office/drawing/2014/main" id="{D3613C15-D9EF-4DBF-8B74-3D509941276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feld 5">
              <a:extLst>
                <a:ext uri="{FF2B5EF4-FFF2-40B4-BE49-F238E27FC236}">
                  <a16:creationId xmlns:a16="http://schemas.microsoft.com/office/drawing/2014/main" id="{8E0568E8-B36B-404B-9E38-F367F7DFCF81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54EB1BCB-8EFE-43BA-AE53-9984B9F11B54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10" name="Gerader Verbinder 9">
              <a:extLst>
                <a:ext uri="{FF2B5EF4-FFF2-40B4-BE49-F238E27FC236}">
                  <a16:creationId xmlns:a16="http://schemas.microsoft.com/office/drawing/2014/main" id="{B189016C-ED2A-474D-A417-5E0F497B514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feld 10">
              <a:extLst>
                <a:ext uri="{FF2B5EF4-FFF2-40B4-BE49-F238E27FC236}">
                  <a16:creationId xmlns:a16="http://schemas.microsoft.com/office/drawing/2014/main" id="{9856DE16-FDEC-4063-8C73-CBF95C803B59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E3759D02-378A-4C73-8CA4-E4FB217B94E6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13" name="Gerader Verbinder 12">
              <a:extLst>
                <a:ext uri="{FF2B5EF4-FFF2-40B4-BE49-F238E27FC236}">
                  <a16:creationId xmlns:a16="http://schemas.microsoft.com/office/drawing/2014/main" id="{612F9041-226E-4E23-B398-1F7D9044B54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feld 13">
              <a:extLst>
                <a:ext uri="{FF2B5EF4-FFF2-40B4-BE49-F238E27FC236}">
                  <a16:creationId xmlns:a16="http://schemas.microsoft.com/office/drawing/2014/main" id="{618D5641-3E9B-4072-8388-BB46336975A8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870072D5-E220-4946-9EE1-80DFB58C3A38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16" name="Gerader Verbinder 15">
              <a:extLst>
                <a:ext uri="{FF2B5EF4-FFF2-40B4-BE49-F238E27FC236}">
                  <a16:creationId xmlns:a16="http://schemas.microsoft.com/office/drawing/2014/main" id="{0A43D9D6-7790-4E94-8493-67757E33734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feld 16">
              <a:extLst>
                <a:ext uri="{FF2B5EF4-FFF2-40B4-BE49-F238E27FC236}">
                  <a16:creationId xmlns:a16="http://schemas.microsoft.com/office/drawing/2014/main" id="{8E7E0758-62D1-453D-B55E-FDC4CCE3C6E4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84310EC5-28E5-4146-A748-79C1FCA769F0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19" name="Gerader Verbinder 18">
              <a:extLst>
                <a:ext uri="{FF2B5EF4-FFF2-40B4-BE49-F238E27FC236}">
                  <a16:creationId xmlns:a16="http://schemas.microsoft.com/office/drawing/2014/main" id="{2D5BC590-E7B8-48F8-AAC5-6799BCBDEB4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feld 19">
              <a:extLst>
                <a:ext uri="{FF2B5EF4-FFF2-40B4-BE49-F238E27FC236}">
                  <a16:creationId xmlns:a16="http://schemas.microsoft.com/office/drawing/2014/main" id="{DF5B0BA6-3F36-41A3-8125-15AA496849C8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07018BC3-E9D3-4DC9-9093-D415FD96426D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22" name="Gerader Verbinder 21">
              <a:extLst>
                <a:ext uri="{FF2B5EF4-FFF2-40B4-BE49-F238E27FC236}">
                  <a16:creationId xmlns:a16="http://schemas.microsoft.com/office/drawing/2014/main" id="{38F1A063-9C9E-48DF-9813-A4EA4497C2D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feld 22">
              <a:extLst>
                <a:ext uri="{FF2B5EF4-FFF2-40B4-BE49-F238E27FC236}">
                  <a16:creationId xmlns:a16="http://schemas.microsoft.com/office/drawing/2014/main" id="{F79F31FE-DC89-4DED-A231-3D8DCBF48D98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F7DF8EA8-3E45-431B-90A0-140583E1D079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25" name="Gerader Verbinder 24">
              <a:extLst>
                <a:ext uri="{FF2B5EF4-FFF2-40B4-BE49-F238E27FC236}">
                  <a16:creationId xmlns:a16="http://schemas.microsoft.com/office/drawing/2014/main" id="{B300055A-A6D6-4CE1-986A-0930765E029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feld 25">
              <a:extLst>
                <a:ext uri="{FF2B5EF4-FFF2-40B4-BE49-F238E27FC236}">
                  <a16:creationId xmlns:a16="http://schemas.microsoft.com/office/drawing/2014/main" id="{0B2C23E7-0482-498A-B984-44C6CF40F3B6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AC7A65B2-F352-4DA5-9A36-9105D478D2C2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28" name="Gerader Verbinder 27">
              <a:extLst>
                <a:ext uri="{FF2B5EF4-FFF2-40B4-BE49-F238E27FC236}">
                  <a16:creationId xmlns:a16="http://schemas.microsoft.com/office/drawing/2014/main" id="{4D9AE9BE-891D-491B-98F9-78F552DDC82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feld 28">
              <a:extLst>
                <a:ext uri="{FF2B5EF4-FFF2-40B4-BE49-F238E27FC236}">
                  <a16:creationId xmlns:a16="http://schemas.microsoft.com/office/drawing/2014/main" id="{E259A48F-52D3-481E-86F8-360FED16B872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30" name="Gruppieren 29">
            <a:extLst>
              <a:ext uri="{FF2B5EF4-FFF2-40B4-BE49-F238E27FC236}">
                <a16:creationId xmlns:a16="http://schemas.microsoft.com/office/drawing/2014/main" id="{7ADB04CE-94F5-430A-9FF1-01DE211731F2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31" name="Gerader Verbinder 30">
              <a:extLst>
                <a:ext uri="{FF2B5EF4-FFF2-40B4-BE49-F238E27FC236}">
                  <a16:creationId xmlns:a16="http://schemas.microsoft.com/office/drawing/2014/main" id="{50411913-7BEC-4F33-BDE8-154F93D079C8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feld 31">
              <a:extLst>
                <a:ext uri="{FF2B5EF4-FFF2-40B4-BE49-F238E27FC236}">
                  <a16:creationId xmlns:a16="http://schemas.microsoft.com/office/drawing/2014/main" id="{A40BADBF-D4AC-4B48-AE66-D79BD3055404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CB5DA2A5-4F29-4DF6-A342-0A7B4878AAB5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Gruppieren 33">
            <a:extLst>
              <a:ext uri="{FF2B5EF4-FFF2-40B4-BE49-F238E27FC236}">
                <a16:creationId xmlns:a16="http://schemas.microsoft.com/office/drawing/2014/main" id="{E820BD84-9211-4C19-A40B-4121AD892514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35" name="Gerader Verbinder 34">
              <a:extLst>
                <a:ext uri="{FF2B5EF4-FFF2-40B4-BE49-F238E27FC236}">
                  <a16:creationId xmlns:a16="http://schemas.microsoft.com/office/drawing/2014/main" id="{21C7D9CA-751B-4809-9338-47DDC5D1A72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feld 35">
              <a:extLst>
                <a:ext uri="{FF2B5EF4-FFF2-40B4-BE49-F238E27FC236}">
                  <a16:creationId xmlns:a16="http://schemas.microsoft.com/office/drawing/2014/main" id="{D1C22B97-CFD8-4E78-BF7E-02A71F190F83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96071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folie | 1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08595-1F23-BC44-8C70-69A25A661ECA}" type="datetime4">
              <a:rPr lang="de-DE" smtClean="0"/>
              <a:t>8.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3" name="Titel 12">
            <a:extLst>
              <a:ext uri="{FF2B5EF4-FFF2-40B4-BE49-F238E27FC236}">
                <a16:creationId xmlns:a16="http://schemas.microsoft.com/office/drawing/2014/main" id="{6A4CB3A7-ACED-41D0-8E35-318CD3693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8" name="Textplatzhalter 9">
            <a:extLst>
              <a:ext uri="{FF2B5EF4-FFF2-40B4-BE49-F238E27FC236}">
                <a16:creationId xmlns:a16="http://schemas.microsoft.com/office/drawing/2014/main" id="{1FE3678F-E977-4C19-90B6-B0E629A1CC2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0" name="Bildplatzhalter 8">
            <a:extLst>
              <a:ext uri="{FF2B5EF4-FFF2-40B4-BE49-F238E27FC236}">
                <a16:creationId xmlns:a16="http://schemas.microsoft.com/office/drawing/2014/main" id="{EBFE18BD-74E5-4328-B98A-9C6FC4FCA59F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18317" y="1631156"/>
            <a:ext cx="11157746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12" name="Textplatzhalter 10">
            <a:extLst>
              <a:ext uri="{FF2B5EF4-FFF2-40B4-BE49-F238E27FC236}">
                <a16:creationId xmlns:a16="http://schemas.microsoft.com/office/drawing/2014/main" id="{A51E223D-AC82-4D54-A383-0E2DF84E2EF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18317" y="5690271"/>
            <a:ext cx="11157746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9" name="Bildplatzhalter 6">
            <a:extLst>
              <a:ext uri="{FF2B5EF4-FFF2-40B4-BE49-F238E27FC236}">
                <a16:creationId xmlns:a16="http://schemas.microsoft.com/office/drawing/2014/main" id="{05EC4CE8-43C6-428F-9E62-CB38E0CE6447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</p:spTree>
    <p:extLst>
      <p:ext uri="{BB962C8B-B14F-4D97-AF65-F5344CB8AC3E}">
        <p14:creationId xmlns:p14="http://schemas.microsoft.com/office/powerpoint/2010/main" val="41255691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folie | 2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2E1EB-EF6C-8B4B-A292-D9A2C479A275}" type="datetime4">
              <a:rPr lang="de-DE" smtClean="0"/>
              <a:t>8.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2099" y="6634666"/>
            <a:ext cx="193964" cy="123111"/>
          </a:xfrm>
        </p:spPr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C8C7F934-D7F3-42CA-88CC-3AEB50FF1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4" name="Bildplatzhalter 8">
            <a:extLst>
              <a:ext uri="{FF2B5EF4-FFF2-40B4-BE49-F238E27FC236}">
                <a16:creationId xmlns:a16="http://schemas.microsoft.com/office/drawing/2014/main" id="{B4B72DA6-61BE-42F9-8894-08B159BC7C7D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18317" y="1631156"/>
            <a:ext cx="5469732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15" name="Textplatzhalter 10">
            <a:extLst>
              <a:ext uri="{FF2B5EF4-FFF2-40B4-BE49-F238E27FC236}">
                <a16:creationId xmlns:a16="http://schemas.microsoft.com/office/drawing/2014/main" id="{0E2D86CD-8C0A-461A-82DE-DEB73A6F9AC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18317" y="5690271"/>
            <a:ext cx="5469732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6" name="Bildplatzhalter 8">
            <a:extLst>
              <a:ext uri="{FF2B5EF4-FFF2-40B4-BE49-F238E27FC236}">
                <a16:creationId xmlns:a16="http://schemas.microsoft.com/office/drawing/2014/main" id="{B4E7C39B-83E8-467B-AD57-55CA08888B5C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6206331" y="1631156"/>
            <a:ext cx="5469732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17" name="Textplatzhalter 10">
            <a:extLst>
              <a:ext uri="{FF2B5EF4-FFF2-40B4-BE49-F238E27FC236}">
                <a16:creationId xmlns:a16="http://schemas.microsoft.com/office/drawing/2014/main" id="{CE124A50-74B4-4E32-AA56-DCD775B1300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06331" y="5690271"/>
            <a:ext cx="5469732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1" name="Bildplatzhalter 6">
            <a:extLst>
              <a:ext uri="{FF2B5EF4-FFF2-40B4-BE49-F238E27FC236}">
                <a16:creationId xmlns:a16="http://schemas.microsoft.com/office/drawing/2014/main" id="{BF87D6FE-3E8F-49D4-B36A-217C95B23AF8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83A46EE5-DC32-47B3-BF0E-362CD678814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2112982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folie | 3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BBFD0-B0BB-304A-81F0-458D9EE77819}" type="datetime4">
              <a:rPr lang="de-DE" smtClean="0"/>
              <a:t>8.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2099" y="6634666"/>
            <a:ext cx="193964" cy="123111"/>
          </a:xfrm>
        </p:spPr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9995CF9C-9826-4946-A085-FF49199BE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21" name="Bildplatzhalter 8">
            <a:extLst>
              <a:ext uri="{FF2B5EF4-FFF2-40B4-BE49-F238E27FC236}">
                <a16:creationId xmlns:a16="http://schemas.microsoft.com/office/drawing/2014/main" id="{E2430412-20B6-4F53-A77B-A26A49135E49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18317" y="1631156"/>
            <a:ext cx="3569758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22" name="Textplatzhalter 10">
            <a:extLst>
              <a:ext uri="{FF2B5EF4-FFF2-40B4-BE49-F238E27FC236}">
                <a16:creationId xmlns:a16="http://schemas.microsoft.com/office/drawing/2014/main" id="{48CA2DF0-5B92-4CE6-AF1A-CC648431BB9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18317" y="5690271"/>
            <a:ext cx="3569758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3" name="Bildplatzhalter 8">
            <a:extLst>
              <a:ext uri="{FF2B5EF4-FFF2-40B4-BE49-F238E27FC236}">
                <a16:creationId xmlns:a16="http://schemas.microsoft.com/office/drawing/2014/main" id="{002E2471-F223-4896-A895-CE0AF20E11DB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8106305" y="1631156"/>
            <a:ext cx="3569758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24" name="Textplatzhalter 10">
            <a:extLst>
              <a:ext uri="{FF2B5EF4-FFF2-40B4-BE49-F238E27FC236}">
                <a16:creationId xmlns:a16="http://schemas.microsoft.com/office/drawing/2014/main" id="{470E7482-A37A-44BE-ADE5-A0B3B10E8FCA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106305" y="5690271"/>
            <a:ext cx="3569758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5" name="Bildplatzhalter 8">
            <a:extLst>
              <a:ext uri="{FF2B5EF4-FFF2-40B4-BE49-F238E27FC236}">
                <a16:creationId xmlns:a16="http://schemas.microsoft.com/office/drawing/2014/main" id="{3FD09289-F115-4464-A726-812A11720CAD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4312311" y="1631156"/>
            <a:ext cx="3569758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26" name="Textplatzhalter 10">
            <a:extLst>
              <a:ext uri="{FF2B5EF4-FFF2-40B4-BE49-F238E27FC236}">
                <a16:creationId xmlns:a16="http://schemas.microsoft.com/office/drawing/2014/main" id="{F3F11CE6-C8CF-4ABE-B3B8-C00D74678A95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312311" y="5690271"/>
            <a:ext cx="3569758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3" name="Bildplatzhalter 6">
            <a:extLst>
              <a:ext uri="{FF2B5EF4-FFF2-40B4-BE49-F238E27FC236}">
                <a16:creationId xmlns:a16="http://schemas.microsoft.com/office/drawing/2014/main" id="{A7347480-9F70-4378-B138-B8B7C593F862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4" name="Textplatzhalter 9">
            <a:extLst>
              <a:ext uri="{FF2B5EF4-FFF2-40B4-BE49-F238E27FC236}">
                <a16:creationId xmlns:a16="http://schemas.microsoft.com/office/drawing/2014/main" id="{30755EEA-F577-4453-979C-19EC4B0E99F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7672040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2F5EE-2CD8-CE48-A8F7-BFA5371916E0}" type="datetime4">
              <a:rPr lang="de-DE" smtClean="0"/>
              <a:t>8.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6A3EEDC1-9ABB-471E-855E-52CC8C208FB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18317" y="1631156"/>
            <a:ext cx="11155366" cy="4569619"/>
          </a:xfrm>
        </p:spPr>
        <p:txBody>
          <a:bodyPr/>
          <a:lstStyle/>
          <a:p>
            <a:pPr lvl="0"/>
            <a:r>
              <a:rPr lang="de-DE" dirty="0"/>
              <a:t> </a:t>
            </a:r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BBD0D2AE-225B-47F4-A359-0020AE80A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" name="Bildplatzhalter 6">
            <a:extLst>
              <a:ext uri="{FF2B5EF4-FFF2-40B4-BE49-F238E27FC236}">
                <a16:creationId xmlns:a16="http://schemas.microsoft.com/office/drawing/2014/main" id="{451A9BBC-9F96-4260-BC40-C6D3D23D6FB6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8739EF2C-11E0-4052-A222-7C9A717AF04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8871562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 | zw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82A15-4CAF-2542-B028-BDF43FFC71E8}" type="datetime4">
              <a:rPr lang="de-DE" smtClean="0"/>
              <a:t>8.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2099" y="6634666"/>
            <a:ext cx="193964" cy="123111"/>
          </a:xfrm>
        </p:spPr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6A3EEDC1-9ABB-471E-855E-52CC8C208FB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18317" y="1631156"/>
            <a:ext cx="5469733" cy="4569619"/>
          </a:xfrm>
        </p:spPr>
        <p:txBody>
          <a:bodyPr/>
          <a:lstStyle/>
          <a:p>
            <a:pPr lvl="0"/>
            <a:r>
              <a:rPr lang="de-DE" dirty="0"/>
              <a:t> </a:t>
            </a:r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BBD0D2AE-225B-47F4-A359-0020AE80A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" name="Bildplatzhalter 6">
            <a:extLst>
              <a:ext uri="{FF2B5EF4-FFF2-40B4-BE49-F238E27FC236}">
                <a16:creationId xmlns:a16="http://schemas.microsoft.com/office/drawing/2014/main" id="{451A9BBC-9F96-4260-BC40-C6D3D23D6FB6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1" name="Inhaltsplatzhalter 7">
            <a:extLst>
              <a:ext uri="{FF2B5EF4-FFF2-40B4-BE49-F238E27FC236}">
                <a16:creationId xmlns:a16="http://schemas.microsoft.com/office/drawing/2014/main" id="{33608DEB-69EC-4E8F-A567-9E3EA36C3624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6206330" y="1631156"/>
            <a:ext cx="5469733" cy="4569619"/>
          </a:xfrm>
        </p:spPr>
        <p:txBody>
          <a:bodyPr/>
          <a:lstStyle/>
          <a:p>
            <a:pPr lvl="0"/>
            <a:r>
              <a:rPr lang="de-DE" dirty="0"/>
              <a:t> </a:t>
            </a: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CD373DC4-B885-417D-8963-6BF7FDE59AA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9356965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 | mi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89484-B446-8746-B8D1-8B07CC321467}" type="datetime4">
              <a:rPr lang="de-DE" smtClean="0"/>
              <a:t>8.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5086500-15A5-49F2-8B64-748C19FDABC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04861" y="1631156"/>
            <a:ext cx="3571200" cy="4569620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384BE64F-DBB2-4BF3-ABE7-E92BB978D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9" name="Inhaltsplatzhalter 7">
            <a:extLst>
              <a:ext uri="{FF2B5EF4-FFF2-40B4-BE49-F238E27FC236}">
                <a16:creationId xmlns:a16="http://schemas.microsoft.com/office/drawing/2014/main" id="{0D6633D6-CA56-460E-AA1C-9A4D6A62324A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18317" y="1631157"/>
            <a:ext cx="7363752" cy="4569620"/>
          </a:xfrm>
        </p:spPr>
        <p:txBody>
          <a:bodyPr/>
          <a:lstStyle/>
          <a:p>
            <a:pPr lvl="0"/>
            <a:r>
              <a:rPr lang="de-DE" dirty="0"/>
              <a:t> </a:t>
            </a:r>
          </a:p>
        </p:txBody>
      </p:sp>
      <p:sp>
        <p:nvSpPr>
          <p:cNvPr id="11" name="Bildplatzhalter 6">
            <a:extLst>
              <a:ext uri="{FF2B5EF4-FFF2-40B4-BE49-F238E27FC236}">
                <a16:creationId xmlns:a16="http://schemas.microsoft.com/office/drawing/2014/main" id="{7CDDF36A-B7A5-4E95-A5D6-07C5FCED28B4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A26F7B9C-F022-4BB0-B562-B99FB018F60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4416703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ur Titel | Gelb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E4048C-0B54-437F-B99C-D17800474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518341" y="6634666"/>
            <a:ext cx="748603" cy="12311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B5B9343-9C8F-B44C-91BE-4D37C88EAD57}" type="datetime4">
              <a:rPr lang="de-DE" smtClean="0"/>
              <a:t>8.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72481" y="6634666"/>
            <a:ext cx="203582" cy="12311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57" name="Rechteck 56">
            <a:extLst>
              <a:ext uri="{FF2B5EF4-FFF2-40B4-BE49-F238E27FC236}">
                <a16:creationId xmlns:a16="http://schemas.microsoft.com/office/drawing/2014/main" id="{87F00BE4-512D-4F35-B132-4E5C5CF1413D}"/>
              </a:ext>
            </a:extLst>
          </p:cNvPr>
          <p:cNvSpPr/>
          <p:nvPr userDrawn="1"/>
        </p:nvSpPr>
        <p:spPr>
          <a:xfrm>
            <a:off x="517200" y="6538526"/>
            <a:ext cx="11674800" cy="10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9" name="Rechteck 58">
            <a:extLst>
              <a:ext uri="{FF2B5EF4-FFF2-40B4-BE49-F238E27FC236}">
                <a16:creationId xmlns:a16="http://schemas.microsoft.com/office/drawing/2014/main" id="{F1925060-7FCF-4CBC-B0DA-0731E3E98579}"/>
              </a:ext>
            </a:extLst>
          </p:cNvPr>
          <p:cNvSpPr/>
          <p:nvPr userDrawn="1"/>
        </p:nvSpPr>
        <p:spPr>
          <a:xfrm>
            <a:off x="518400" y="1196733"/>
            <a:ext cx="11676062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0" name="Textplatzhalter 9">
            <a:extLst>
              <a:ext uri="{FF2B5EF4-FFF2-40B4-BE49-F238E27FC236}">
                <a16:creationId xmlns:a16="http://schemas.microsoft.com/office/drawing/2014/main" id="{A9FF3927-CA7B-4361-998A-3A60E5D23F5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61" name="Freihandform: Form 60">
            <a:extLst>
              <a:ext uri="{FF2B5EF4-FFF2-40B4-BE49-F238E27FC236}">
                <a16:creationId xmlns:a16="http://schemas.microsoft.com/office/drawing/2014/main" id="{BC19384B-1D95-4C0D-B3F0-61407A015F56}"/>
              </a:ext>
            </a:extLst>
          </p:cNvPr>
          <p:cNvSpPr>
            <a:spLocks noChangeAspect="1"/>
          </p:cNvSpPr>
          <p:nvPr userDrawn="1"/>
        </p:nvSpPr>
        <p:spPr>
          <a:xfrm>
            <a:off x="10596063" y="299346"/>
            <a:ext cx="1080000" cy="412328"/>
          </a:xfrm>
          <a:custGeom>
            <a:avLst/>
            <a:gdLst>
              <a:gd name="connsiteX0" fmla="*/ 0 w 4797018"/>
              <a:gd name="connsiteY0" fmla="*/ 170736 h 1831428"/>
              <a:gd name="connsiteX1" fmla="*/ 92812 w 4797018"/>
              <a:gd name="connsiteY1" fmla="*/ 77924 h 1831428"/>
              <a:gd name="connsiteX2" fmla="*/ 92812 w 4797018"/>
              <a:gd name="connsiteY2" fmla="*/ 1763373 h 1831428"/>
              <a:gd name="connsiteX3" fmla="*/ 0 w 4797018"/>
              <a:gd name="connsiteY3" fmla="*/ 1763373 h 1831428"/>
              <a:gd name="connsiteX4" fmla="*/ 0 w 4797018"/>
              <a:gd name="connsiteY4" fmla="*/ 170736 h 1831428"/>
              <a:gd name="connsiteX5" fmla="*/ 278425 w 4797018"/>
              <a:gd name="connsiteY5" fmla="*/ 92812 h 1831428"/>
              <a:gd name="connsiteX6" fmla="*/ 1392136 w 4797018"/>
              <a:gd name="connsiteY6" fmla="*/ 92812 h 1831428"/>
              <a:gd name="connsiteX7" fmla="*/ 1392136 w 4797018"/>
              <a:gd name="connsiteY7" fmla="*/ 0 h 1831428"/>
              <a:gd name="connsiteX8" fmla="*/ 185614 w 4797018"/>
              <a:gd name="connsiteY8" fmla="*/ 0 h 1831428"/>
              <a:gd name="connsiteX9" fmla="*/ 185614 w 4797018"/>
              <a:gd name="connsiteY9" fmla="*/ 1113701 h 1831428"/>
              <a:gd name="connsiteX10" fmla="*/ 1210723 w 4797018"/>
              <a:gd name="connsiteY10" fmla="*/ 1113701 h 1831428"/>
              <a:gd name="connsiteX11" fmla="*/ 1210723 w 4797018"/>
              <a:gd name="connsiteY11" fmla="*/ 1020899 h 1831428"/>
              <a:gd name="connsiteX12" fmla="*/ 278425 w 4797018"/>
              <a:gd name="connsiteY12" fmla="*/ 1020899 h 1831428"/>
              <a:gd name="connsiteX13" fmla="*/ 278425 w 4797018"/>
              <a:gd name="connsiteY13" fmla="*/ 92812 h 1831428"/>
              <a:gd name="connsiteX14" fmla="*/ 1350464 w 4797018"/>
              <a:gd name="connsiteY14" fmla="*/ 835285 h 1831428"/>
              <a:gd name="connsiteX15" fmla="*/ 464048 w 4797018"/>
              <a:gd name="connsiteY15" fmla="*/ 835285 h 1831428"/>
              <a:gd name="connsiteX16" fmla="*/ 464048 w 4797018"/>
              <a:gd name="connsiteY16" fmla="*/ 464048 h 1831428"/>
              <a:gd name="connsiteX17" fmla="*/ 1222124 w 4797018"/>
              <a:gd name="connsiteY17" fmla="*/ 464048 h 1831428"/>
              <a:gd name="connsiteX18" fmla="*/ 1314926 w 4797018"/>
              <a:gd name="connsiteY18" fmla="*/ 371237 h 1831428"/>
              <a:gd name="connsiteX19" fmla="*/ 464048 w 4797018"/>
              <a:gd name="connsiteY19" fmla="*/ 371237 h 1831428"/>
              <a:gd name="connsiteX20" fmla="*/ 464048 w 4797018"/>
              <a:gd name="connsiteY20" fmla="*/ 278425 h 1831428"/>
              <a:gd name="connsiteX21" fmla="*/ 1392146 w 4797018"/>
              <a:gd name="connsiteY21" fmla="*/ 278425 h 1831428"/>
              <a:gd name="connsiteX22" fmla="*/ 1392146 w 4797018"/>
              <a:gd name="connsiteY22" fmla="*/ 185614 h 1831428"/>
              <a:gd name="connsiteX23" fmla="*/ 371237 w 4797018"/>
              <a:gd name="connsiteY23" fmla="*/ 185614 h 1831428"/>
              <a:gd name="connsiteX24" fmla="*/ 371237 w 4797018"/>
              <a:gd name="connsiteY24" fmla="*/ 928087 h 1831428"/>
              <a:gd name="connsiteX25" fmla="*/ 1258872 w 4797018"/>
              <a:gd name="connsiteY25" fmla="*/ 928087 h 1831428"/>
              <a:gd name="connsiteX26" fmla="*/ 1350464 w 4797018"/>
              <a:gd name="connsiteY26" fmla="*/ 835285 h 1831428"/>
              <a:gd name="connsiteX27" fmla="*/ 185614 w 4797018"/>
              <a:gd name="connsiteY27" fmla="*/ 1763373 h 1831428"/>
              <a:gd name="connsiteX28" fmla="*/ 278425 w 4797018"/>
              <a:gd name="connsiteY28" fmla="*/ 1763373 h 1831428"/>
              <a:gd name="connsiteX29" fmla="*/ 278425 w 4797018"/>
              <a:gd name="connsiteY29" fmla="*/ 1299324 h 1831428"/>
              <a:gd name="connsiteX30" fmla="*/ 371237 w 4797018"/>
              <a:gd name="connsiteY30" fmla="*/ 1299324 h 1831428"/>
              <a:gd name="connsiteX31" fmla="*/ 371237 w 4797018"/>
              <a:gd name="connsiteY31" fmla="*/ 1685449 h 1831428"/>
              <a:gd name="connsiteX32" fmla="*/ 464039 w 4797018"/>
              <a:gd name="connsiteY32" fmla="*/ 1592647 h 1831428"/>
              <a:gd name="connsiteX33" fmla="*/ 464039 w 4797018"/>
              <a:gd name="connsiteY33" fmla="*/ 1299324 h 1831428"/>
              <a:gd name="connsiteX34" fmla="*/ 1210723 w 4797018"/>
              <a:gd name="connsiteY34" fmla="*/ 1299324 h 1831428"/>
              <a:gd name="connsiteX35" fmla="*/ 1210723 w 4797018"/>
              <a:gd name="connsiteY35" fmla="*/ 1206522 h 1831428"/>
              <a:gd name="connsiteX36" fmla="*/ 185614 w 4797018"/>
              <a:gd name="connsiteY36" fmla="*/ 1206522 h 1831428"/>
              <a:gd name="connsiteX37" fmla="*/ 185614 w 4797018"/>
              <a:gd name="connsiteY37" fmla="*/ 1763373 h 1831428"/>
              <a:gd name="connsiteX38" fmla="*/ 4704207 w 4797018"/>
              <a:gd name="connsiteY38" fmla="*/ 0 h 1831428"/>
              <a:gd name="connsiteX39" fmla="*/ 4704207 w 4797018"/>
              <a:gd name="connsiteY39" fmla="*/ 1067314 h 1831428"/>
              <a:gd name="connsiteX40" fmla="*/ 4334837 w 4797018"/>
              <a:gd name="connsiteY40" fmla="*/ 1692688 h 1831428"/>
              <a:gd name="connsiteX41" fmla="*/ 4332742 w 4797018"/>
              <a:gd name="connsiteY41" fmla="*/ 1689954 h 1831428"/>
              <a:gd name="connsiteX42" fmla="*/ 4611405 w 4797018"/>
              <a:gd name="connsiteY42" fmla="*/ 1158564 h 1831428"/>
              <a:gd name="connsiteX43" fmla="*/ 4611405 w 4797018"/>
              <a:gd name="connsiteY43" fmla="*/ 0 h 1831428"/>
              <a:gd name="connsiteX44" fmla="*/ 4518594 w 4797018"/>
              <a:gd name="connsiteY44" fmla="*/ 0 h 1831428"/>
              <a:gd name="connsiteX45" fmla="*/ 4518594 w 4797018"/>
              <a:gd name="connsiteY45" fmla="*/ 1157021 h 1831428"/>
              <a:gd name="connsiteX46" fmla="*/ 3915337 w 4797018"/>
              <a:gd name="connsiteY46" fmla="*/ 1740170 h 1831428"/>
              <a:gd name="connsiteX47" fmla="*/ 3312081 w 4797018"/>
              <a:gd name="connsiteY47" fmla="*/ 1157021 h 1831428"/>
              <a:gd name="connsiteX48" fmla="*/ 3312081 w 4797018"/>
              <a:gd name="connsiteY48" fmla="*/ 77924 h 1831428"/>
              <a:gd name="connsiteX49" fmla="*/ 3219269 w 4797018"/>
              <a:gd name="connsiteY49" fmla="*/ 170736 h 1831428"/>
              <a:gd name="connsiteX50" fmla="*/ 3219269 w 4797018"/>
              <a:gd name="connsiteY50" fmla="*/ 1158564 h 1831428"/>
              <a:gd name="connsiteX51" fmla="*/ 3915337 w 4797018"/>
              <a:gd name="connsiteY51" fmla="*/ 1831429 h 1831428"/>
              <a:gd name="connsiteX52" fmla="*/ 4008139 w 4797018"/>
              <a:gd name="connsiteY52" fmla="*/ 1831429 h 1831428"/>
              <a:gd name="connsiteX53" fmla="*/ 4797019 w 4797018"/>
              <a:gd name="connsiteY53" fmla="*/ 1068667 h 1831428"/>
              <a:gd name="connsiteX54" fmla="*/ 4797019 w 4797018"/>
              <a:gd name="connsiteY54" fmla="*/ 0 h 1831428"/>
              <a:gd name="connsiteX55" fmla="*/ 4704207 w 4797018"/>
              <a:gd name="connsiteY55" fmla="*/ 0 h 1831428"/>
              <a:gd name="connsiteX56" fmla="*/ 3915328 w 4797018"/>
              <a:gd name="connsiteY56" fmla="*/ 1647358 h 1831428"/>
              <a:gd name="connsiteX57" fmla="*/ 4425773 w 4797018"/>
              <a:gd name="connsiteY57" fmla="*/ 1157021 h 1831428"/>
              <a:gd name="connsiteX58" fmla="*/ 4425782 w 4797018"/>
              <a:gd name="connsiteY58" fmla="*/ 1157021 h 1831428"/>
              <a:gd name="connsiteX59" fmla="*/ 4425782 w 4797018"/>
              <a:gd name="connsiteY59" fmla="*/ 77924 h 1831428"/>
              <a:gd name="connsiteX60" fmla="*/ 4332970 w 4797018"/>
              <a:gd name="connsiteY60" fmla="*/ 170736 h 1831428"/>
              <a:gd name="connsiteX61" fmla="*/ 4332970 w 4797018"/>
              <a:gd name="connsiteY61" fmla="*/ 1067305 h 1831428"/>
              <a:gd name="connsiteX62" fmla="*/ 4008130 w 4797018"/>
              <a:gd name="connsiteY62" fmla="*/ 1368933 h 1831428"/>
              <a:gd name="connsiteX63" fmla="*/ 3683298 w 4797018"/>
              <a:gd name="connsiteY63" fmla="*/ 1067305 h 1831428"/>
              <a:gd name="connsiteX64" fmla="*/ 3683289 w 4797018"/>
              <a:gd name="connsiteY64" fmla="*/ 0 h 1831428"/>
              <a:gd name="connsiteX65" fmla="*/ 3590487 w 4797018"/>
              <a:gd name="connsiteY65" fmla="*/ 0 h 1831428"/>
              <a:gd name="connsiteX66" fmla="*/ 3590487 w 4797018"/>
              <a:gd name="connsiteY66" fmla="*/ 1067305 h 1831428"/>
              <a:gd name="connsiteX67" fmla="*/ 4008130 w 4797018"/>
              <a:gd name="connsiteY67" fmla="*/ 1461745 h 1831428"/>
              <a:gd name="connsiteX68" fmla="*/ 4294699 w 4797018"/>
              <a:gd name="connsiteY68" fmla="*/ 1333129 h 1831428"/>
              <a:gd name="connsiteX69" fmla="*/ 4296785 w 4797018"/>
              <a:gd name="connsiteY69" fmla="*/ 1335862 h 1831428"/>
              <a:gd name="connsiteX70" fmla="*/ 3915328 w 4797018"/>
              <a:gd name="connsiteY70" fmla="*/ 1554556 h 1831428"/>
              <a:gd name="connsiteX71" fmla="*/ 3497742 w 4797018"/>
              <a:gd name="connsiteY71" fmla="*/ 1160116 h 1831428"/>
              <a:gd name="connsiteX72" fmla="*/ 3497685 w 4797018"/>
              <a:gd name="connsiteY72" fmla="*/ 1160116 h 1831428"/>
              <a:gd name="connsiteX73" fmla="*/ 3497685 w 4797018"/>
              <a:gd name="connsiteY73" fmla="*/ 0 h 1831428"/>
              <a:gd name="connsiteX74" fmla="*/ 3404873 w 4797018"/>
              <a:gd name="connsiteY74" fmla="*/ 0 h 1831428"/>
              <a:gd name="connsiteX75" fmla="*/ 3404873 w 4797018"/>
              <a:gd name="connsiteY75" fmla="*/ 1160107 h 1831428"/>
              <a:gd name="connsiteX76" fmla="*/ 3404921 w 4797018"/>
              <a:gd name="connsiteY76" fmla="*/ 1160107 h 1831428"/>
              <a:gd name="connsiteX77" fmla="*/ 3915328 w 4797018"/>
              <a:gd name="connsiteY77" fmla="*/ 1647358 h 1831428"/>
              <a:gd name="connsiteX78" fmla="*/ 1852984 w 4797018"/>
              <a:gd name="connsiteY78" fmla="*/ 1206522 h 1831428"/>
              <a:gd name="connsiteX79" fmla="*/ 1618288 w 4797018"/>
              <a:gd name="connsiteY79" fmla="*/ 1763373 h 1831428"/>
              <a:gd name="connsiteX80" fmla="*/ 1711119 w 4797018"/>
              <a:gd name="connsiteY80" fmla="*/ 1763363 h 1831428"/>
              <a:gd name="connsiteX81" fmla="*/ 1711100 w 4797018"/>
              <a:gd name="connsiteY81" fmla="*/ 1763373 h 1831428"/>
              <a:gd name="connsiteX82" fmla="*/ 1711119 w 4797018"/>
              <a:gd name="connsiteY82" fmla="*/ 1763373 h 1831428"/>
              <a:gd name="connsiteX83" fmla="*/ 1828448 w 4797018"/>
              <a:gd name="connsiteY83" fmla="*/ 1484948 h 1831428"/>
              <a:gd name="connsiteX84" fmla="*/ 2614774 w 4797018"/>
              <a:gd name="connsiteY84" fmla="*/ 1484948 h 1831428"/>
              <a:gd name="connsiteX85" fmla="*/ 2732018 w 4797018"/>
              <a:gd name="connsiteY85" fmla="*/ 1763373 h 1831428"/>
              <a:gd name="connsiteX86" fmla="*/ 2824820 w 4797018"/>
              <a:gd name="connsiteY86" fmla="*/ 1763373 h 1831428"/>
              <a:gd name="connsiteX87" fmla="*/ 2668515 w 4797018"/>
              <a:gd name="connsiteY87" fmla="*/ 1392136 h 1831428"/>
              <a:gd name="connsiteX88" fmla="*/ 1867567 w 4797018"/>
              <a:gd name="connsiteY88" fmla="*/ 1392136 h 1831428"/>
              <a:gd name="connsiteX89" fmla="*/ 1906676 w 4797018"/>
              <a:gd name="connsiteY89" fmla="*/ 1299324 h 1831428"/>
              <a:gd name="connsiteX90" fmla="*/ 2722236 w 4797018"/>
              <a:gd name="connsiteY90" fmla="*/ 1299324 h 1831428"/>
              <a:gd name="connsiteX91" fmla="*/ 2917632 w 4797018"/>
              <a:gd name="connsiteY91" fmla="*/ 1763373 h 1831428"/>
              <a:gd name="connsiteX92" fmla="*/ 3010443 w 4797018"/>
              <a:gd name="connsiteY92" fmla="*/ 1763373 h 1831428"/>
              <a:gd name="connsiteX93" fmla="*/ 2775976 w 4797018"/>
              <a:gd name="connsiteY93" fmla="*/ 1206522 h 1831428"/>
              <a:gd name="connsiteX94" fmla="*/ 1852984 w 4797018"/>
              <a:gd name="connsiteY94" fmla="*/ 1206522 h 1831428"/>
              <a:gd name="connsiteX95" fmla="*/ 1989544 w 4797018"/>
              <a:gd name="connsiteY95" fmla="*/ 0 h 1831428"/>
              <a:gd name="connsiteX96" fmla="*/ 1307459 w 4797018"/>
              <a:gd name="connsiteY96" fmla="*/ 1617898 h 1831428"/>
              <a:gd name="connsiteX97" fmla="*/ 1366533 w 4797018"/>
              <a:gd name="connsiteY97" fmla="*/ 1698098 h 1831428"/>
              <a:gd name="connsiteX98" fmla="*/ 2082356 w 4797018"/>
              <a:gd name="connsiteY98" fmla="*/ 0 h 1831428"/>
              <a:gd name="connsiteX99" fmla="*/ 1989544 w 4797018"/>
              <a:gd name="connsiteY99" fmla="*/ 0 h 1831428"/>
              <a:gd name="connsiteX100" fmla="*/ 2360771 w 4797018"/>
              <a:gd name="connsiteY100" fmla="*/ 0 h 1831428"/>
              <a:gd name="connsiteX101" fmla="*/ 3075708 w 4797018"/>
              <a:gd name="connsiteY101" fmla="*/ 1698098 h 1831428"/>
              <a:gd name="connsiteX102" fmla="*/ 3134639 w 4797018"/>
              <a:gd name="connsiteY102" fmla="*/ 1617898 h 1831428"/>
              <a:gd name="connsiteX103" fmla="*/ 2453592 w 4797018"/>
              <a:gd name="connsiteY103" fmla="*/ 0 h 1831428"/>
              <a:gd name="connsiteX104" fmla="*/ 2360771 w 4797018"/>
              <a:gd name="connsiteY104" fmla="*/ 0 h 1831428"/>
              <a:gd name="connsiteX105" fmla="*/ 1799101 w 4797018"/>
              <a:gd name="connsiteY105" fmla="*/ 1113711 h 1831428"/>
              <a:gd name="connsiteX106" fmla="*/ 1524610 w 4797018"/>
              <a:gd name="connsiteY106" fmla="*/ 1763373 h 1831428"/>
              <a:gd name="connsiteX107" fmla="*/ 1431798 w 4797018"/>
              <a:gd name="connsiteY107" fmla="*/ 1763373 h 1831428"/>
              <a:gd name="connsiteX108" fmla="*/ 2128761 w 4797018"/>
              <a:gd name="connsiteY108" fmla="*/ 110195 h 1831428"/>
              <a:gd name="connsiteX109" fmla="*/ 2512219 w 4797018"/>
              <a:gd name="connsiteY109" fmla="*/ 1020899 h 1831428"/>
              <a:gd name="connsiteX110" fmla="*/ 2605021 w 4797018"/>
              <a:gd name="connsiteY110" fmla="*/ 1020899 h 1831428"/>
              <a:gd name="connsiteX111" fmla="*/ 2175158 w 4797018"/>
              <a:gd name="connsiteY111" fmla="*/ 0 h 1831428"/>
              <a:gd name="connsiteX112" fmla="*/ 2267969 w 4797018"/>
              <a:gd name="connsiteY112" fmla="*/ 0 h 1831428"/>
              <a:gd name="connsiteX113" fmla="*/ 2736895 w 4797018"/>
              <a:gd name="connsiteY113" fmla="*/ 1113701 h 1831428"/>
              <a:gd name="connsiteX114" fmla="*/ 1799101 w 4797018"/>
              <a:gd name="connsiteY114" fmla="*/ 1113701 h 1831428"/>
              <a:gd name="connsiteX115" fmla="*/ 2221802 w 4797018"/>
              <a:gd name="connsiteY115" fmla="*/ 551602 h 1831428"/>
              <a:gd name="connsiteX116" fmla="*/ 2024015 w 4797018"/>
              <a:gd name="connsiteY116" fmla="*/ 1020899 h 1831428"/>
              <a:gd name="connsiteX117" fmla="*/ 2419398 w 4797018"/>
              <a:gd name="connsiteY117" fmla="*/ 1020899 h 1831428"/>
              <a:gd name="connsiteX118" fmla="*/ 2221802 w 4797018"/>
              <a:gd name="connsiteY118" fmla="*/ 551602 h 1831428"/>
              <a:gd name="connsiteX119" fmla="*/ 1838163 w 4797018"/>
              <a:gd name="connsiteY119" fmla="*/ 1020899 h 1831428"/>
              <a:gd name="connsiteX120" fmla="*/ 1931213 w 4797018"/>
              <a:gd name="connsiteY120" fmla="*/ 1020899 h 1831428"/>
              <a:gd name="connsiteX121" fmla="*/ 2175415 w 4797018"/>
              <a:gd name="connsiteY121" fmla="*/ 441436 h 1831428"/>
              <a:gd name="connsiteX122" fmla="*/ 2128942 w 4797018"/>
              <a:gd name="connsiteY122" fmla="*/ 331070 h 1831428"/>
              <a:gd name="connsiteX123" fmla="*/ 1838163 w 4797018"/>
              <a:gd name="connsiteY123" fmla="*/ 1020899 h 1831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4797018" h="1831428">
                <a:moveTo>
                  <a:pt x="0" y="170736"/>
                </a:moveTo>
                <a:lnTo>
                  <a:pt x="92812" y="77924"/>
                </a:lnTo>
                <a:lnTo>
                  <a:pt x="92812" y="1763373"/>
                </a:lnTo>
                <a:lnTo>
                  <a:pt x="0" y="1763373"/>
                </a:lnTo>
                <a:lnTo>
                  <a:pt x="0" y="170736"/>
                </a:lnTo>
                <a:close/>
                <a:moveTo>
                  <a:pt x="278425" y="92812"/>
                </a:moveTo>
                <a:lnTo>
                  <a:pt x="1392136" y="92812"/>
                </a:lnTo>
                <a:lnTo>
                  <a:pt x="1392136" y="0"/>
                </a:lnTo>
                <a:lnTo>
                  <a:pt x="185614" y="0"/>
                </a:lnTo>
                <a:lnTo>
                  <a:pt x="185614" y="1113701"/>
                </a:lnTo>
                <a:lnTo>
                  <a:pt x="1210723" y="1113701"/>
                </a:lnTo>
                <a:lnTo>
                  <a:pt x="1210723" y="1020899"/>
                </a:lnTo>
                <a:lnTo>
                  <a:pt x="278425" y="1020899"/>
                </a:lnTo>
                <a:lnTo>
                  <a:pt x="278425" y="92812"/>
                </a:lnTo>
                <a:close/>
                <a:moveTo>
                  <a:pt x="1350464" y="835285"/>
                </a:moveTo>
                <a:lnTo>
                  <a:pt x="464048" y="835285"/>
                </a:lnTo>
                <a:lnTo>
                  <a:pt x="464048" y="464048"/>
                </a:lnTo>
                <a:lnTo>
                  <a:pt x="1222124" y="464048"/>
                </a:lnTo>
                <a:lnTo>
                  <a:pt x="1314926" y="371237"/>
                </a:lnTo>
                <a:lnTo>
                  <a:pt x="464048" y="371237"/>
                </a:lnTo>
                <a:lnTo>
                  <a:pt x="464048" y="278425"/>
                </a:lnTo>
                <a:lnTo>
                  <a:pt x="1392146" y="278425"/>
                </a:lnTo>
                <a:lnTo>
                  <a:pt x="1392146" y="185614"/>
                </a:lnTo>
                <a:lnTo>
                  <a:pt x="371237" y="185614"/>
                </a:lnTo>
                <a:lnTo>
                  <a:pt x="371237" y="928087"/>
                </a:lnTo>
                <a:lnTo>
                  <a:pt x="1258872" y="928087"/>
                </a:lnTo>
                <a:lnTo>
                  <a:pt x="1350464" y="835285"/>
                </a:lnTo>
                <a:close/>
                <a:moveTo>
                  <a:pt x="185614" y="1763373"/>
                </a:moveTo>
                <a:lnTo>
                  <a:pt x="278425" y="1763373"/>
                </a:lnTo>
                <a:lnTo>
                  <a:pt x="278425" y="1299324"/>
                </a:lnTo>
                <a:lnTo>
                  <a:pt x="371237" y="1299324"/>
                </a:lnTo>
                <a:lnTo>
                  <a:pt x="371237" y="1685449"/>
                </a:lnTo>
                <a:lnTo>
                  <a:pt x="464039" y="1592647"/>
                </a:lnTo>
                <a:lnTo>
                  <a:pt x="464039" y="1299324"/>
                </a:lnTo>
                <a:lnTo>
                  <a:pt x="1210723" y="1299324"/>
                </a:lnTo>
                <a:lnTo>
                  <a:pt x="1210723" y="1206522"/>
                </a:lnTo>
                <a:lnTo>
                  <a:pt x="185614" y="1206522"/>
                </a:lnTo>
                <a:lnTo>
                  <a:pt x="185614" y="1763373"/>
                </a:lnTo>
                <a:close/>
                <a:moveTo>
                  <a:pt x="4704207" y="0"/>
                </a:moveTo>
                <a:lnTo>
                  <a:pt x="4704207" y="1067314"/>
                </a:lnTo>
                <a:cubicBezTo>
                  <a:pt x="4704207" y="1315669"/>
                  <a:pt x="4593393" y="1529039"/>
                  <a:pt x="4334837" y="1692688"/>
                </a:cubicBezTo>
                <a:lnTo>
                  <a:pt x="4332742" y="1689954"/>
                </a:lnTo>
                <a:cubicBezTo>
                  <a:pt x="4502639" y="1555213"/>
                  <a:pt x="4611405" y="1382144"/>
                  <a:pt x="4611405" y="1158564"/>
                </a:cubicBezTo>
                <a:lnTo>
                  <a:pt x="4611405" y="0"/>
                </a:lnTo>
                <a:lnTo>
                  <a:pt x="4518594" y="0"/>
                </a:lnTo>
                <a:lnTo>
                  <a:pt x="4518594" y="1157021"/>
                </a:lnTo>
                <a:cubicBezTo>
                  <a:pt x="4518594" y="1490196"/>
                  <a:pt x="4248512" y="1740170"/>
                  <a:pt x="3915337" y="1740170"/>
                </a:cubicBezTo>
                <a:cubicBezTo>
                  <a:pt x="3582162" y="1740170"/>
                  <a:pt x="3312081" y="1490186"/>
                  <a:pt x="3312081" y="1157021"/>
                </a:cubicBezTo>
                <a:lnTo>
                  <a:pt x="3312081" y="77924"/>
                </a:lnTo>
                <a:lnTo>
                  <a:pt x="3219269" y="170736"/>
                </a:lnTo>
                <a:lnTo>
                  <a:pt x="3219269" y="1158564"/>
                </a:lnTo>
                <a:cubicBezTo>
                  <a:pt x="3219269" y="1542993"/>
                  <a:pt x="3530908" y="1831429"/>
                  <a:pt x="3915337" y="1831429"/>
                </a:cubicBezTo>
                <a:cubicBezTo>
                  <a:pt x="3924233" y="1831429"/>
                  <a:pt x="4008139" y="1831429"/>
                  <a:pt x="4008139" y="1831429"/>
                </a:cubicBezTo>
                <a:cubicBezTo>
                  <a:pt x="4386691" y="1831429"/>
                  <a:pt x="4797019" y="1551870"/>
                  <a:pt x="4797019" y="1068667"/>
                </a:cubicBezTo>
                <a:cubicBezTo>
                  <a:pt x="4797019" y="1068210"/>
                  <a:pt x="4797019" y="0"/>
                  <a:pt x="4797019" y="0"/>
                </a:cubicBezTo>
                <a:lnTo>
                  <a:pt x="4704207" y="0"/>
                </a:lnTo>
                <a:close/>
                <a:moveTo>
                  <a:pt x="3915328" y="1647358"/>
                </a:moveTo>
                <a:cubicBezTo>
                  <a:pt x="4197077" y="1647358"/>
                  <a:pt x="4425515" y="1438694"/>
                  <a:pt x="4425773" y="1157021"/>
                </a:cubicBezTo>
                <a:lnTo>
                  <a:pt x="4425782" y="1157021"/>
                </a:lnTo>
                <a:lnTo>
                  <a:pt x="4425782" y="77924"/>
                </a:lnTo>
                <a:lnTo>
                  <a:pt x="4332970" y="170736"/>
                </a:lnTo>
                <a:lnTo>
                  <a:pt x="4332970" y="1067305"/>
                </a:lnTo>
                <a:cubicBezTo>
                  <a:pt x="4332970" y="1246699"/>
                  <a:pt x="4187533" y="1368933"/>
                  <a:pt x="4008130" y="1368933"/>
                </a:cubicBezTo>
                <a:cubicBezTo>
                  <a:pt x="3828736" y="1368933"/>
                  <a:pt x="3683298" y="1246699"/>
                  <a:pt x="3683298" y="1067305"/>
                </a:cubicBezTo>
                <a:lnTo>
                  <a:pt x="3683289" y="0"/>
                </a:lnTo>
                <a:lnTo>
                  <a:pt x="3590487" y="0"/>
                </a:lnTo>
                <a:lnTo>
                  <a:pt x="3590487" y="1067305"/>
                </a:lnTo>
                <a:cubicBezTo>
                  <a:pt x="3590487" y="1297962"/>
                  <a:pt x="3777472" y="1461745"/>
                  <a:pt x="4008130" y="1461745"/>
                </a:cubicBezTo>
                <a:cubicBezTo>
                  <a:pt x="4102446" y="1461745"/>
                  <a:pt x="4216937" y="1415148"/>
                  <a:pt x="4294699" y="1333129"/>
                </a:cubicBezTo>
                <a:lnTo>
                  <a:pt x="4296785" y="1335862"/>
                </a:lnTo>
                <a:cubicBezTo>
                  <a:pt x="4223881" y="1471070"/>
                  <a:pt x="4089102" y="1554556"/>
                  <a:pt x="3915328" y="1554556"/>
                </a:cubicBezTo>
                <a:cubicBezTo>
                  <a:pt x="3686090" y="1554556"/>
                  <a:pt x="3500009" y="1388593"/>
                  <a:pt x="3497742" y="1160116"/>
                </a:cubicBezTo>
                <a:lnTo>
                  <a:pt x="3497685" y="1160116"/>
                </a:lnTo>
                <a:lnTo>
                  <a:pt x="3497685" y="0"/>
                </a:lnTo>
                <a:lnTo>
                  <a:pt x="3404873" y="0"/>
                </a:lnTo>
                <a:lnTo>
                  <a:pt x="3404873" y="1160107"/>
                </a:lnTo>
                <a:lnTo>
                  <a:pt x="3404921" y="1160107"/>
                </a:lnTo>
                <a:cubicBezTo>
                  <a:pt x="3406855" y="1440218"/>
                  <a:pt x="3634616" y="1647358"/>
                  <a:pt x="3915328" y="1647358"/>
                </a:cubicBezTo>
                <a:close/>
                <a:moveTo>
                  <a:pt x="1852984" y="1206522"/>
                </a:moveTo>
                <a:lnTo>
                  <a:pt x="1618288" y="1763373"/>
                </a:lnTo>
                <a:lnTo>
                  <a:pt x="1711119" y="1763363"/>
                </a:lnTo>
                <a:lnTo>
                  <a:pt x="1711100" y="1763373"/>
                </a:lnTo>
                <a:lnTo>
                  <a:pt x="1711119" y="1763373"/>
                </a:lnTo>
                <a:lnTo>
                  <a:pt x="1828448" y="1484948"/>
                </a:lnTo>
                <a:lnTo>
                  <a:pt x="2614774" y="1484948"/>
                </a:lnTo>
                <a:lnTo>
                  <a:pt x="2732018" y="1763373"/>
                </a:lnTo>
                <a:lnTo>
                  <a:pt x="2824820" y="1763373"/>
                </a:lnTo>
                <a:lnTo>
                  <a:pt x="2668515" y="1392136"/>
                </a:lnTo>
                <a:lnTo>
                  <a:pt x="1867567" y="1392136"/>
                </a:lnTo>
                <a:lnTo>
                  <a:pt x="1906676" y="1299324"/>
                </a:lnTo>
                <a:lnTo>
                  <a:pt x="2722236" y="1299324"/>
                </a:lnTo>
                <a:lnTo>
                  <a:pt x="2917632" y="1763373"/>
                </a:lnTo>
                <a:lnTo>
                  <a:pt x="3010443" y="1763373"/>
                </a:lnTo>
                <a:lnTo>
                  <a:pt x="2775976" y="1206522"/>
                </a:lnTo>
                <a:lnTo>
                  <a:pt x="1852984" y="1206522"/>
                </a:lnTo>
                <a:close/>
                <a:moveTo>
                  <a:pt x="1989544" y="0"/>
                </a:moveTo>
                <a:lnTo>
                  <a:pt x="1307459" y="1617898"/>
                </a:lnTo>
                <a:lnTo>
                  <a:pt x="1366533" y="1698098"/>
                </a:lnTo>
                <a:lnTo>
                  <a:pt x="2082356" y="0"/>
                </a:lnTo>
                <a:lnTo>
                  <a:pt x="1989544" y="0"/>
                </a:lnTo>
                <a:close/>
                <a:moveTo>
                  <a:pt x="2360771" y="0"/>
                </a:moveTo>
                <a:lnTo>
                  <a:pt x="3075708" y="1698098"/>
                </a:lnTo>
                <a:lnTo>
                  <a:pt x="3134639" y="1617898"/>
                </a:lnTo>
                <a:lnTo>
                  <a:pt x="2453592" y="0"/>
                </a:lnTo>
                <a:lnTo>
                  <a:pt x="2360771" y="0"/>
                </a:lnTo>
                <a:close/>
                <a:moveTo>
                  <a:pt x="1799101" y="1113711"/>
                </a:moveTo>
                <a:lnTo>
                  <a:pt x="1524610" y="1763373"/>
                </a:lnTo>
                <a:lnTo>
                  <a:pt x="1431798" y="1763373"/>
                </a:lnTo>
                <a:lnTo>
                  <a:pt x="2128761" y="110195"/>
                </a:lnTo>
                <a:lnTo>
                  <a:pt x="2512219" y="1020899"/>
                </a:lnTo>
                <a:lnTo>
                  <a:pt x="2605021" y="1020899"/>
                </a:lnTo>
                <a:lnTo>
                  <a:pt x="2175158" y="0"/>
                </a:lnTo>
                <a:lnTo>
                  <a:pt x="2267969" y="0"/>
                </a:lnTo>
                <a:lnTo>
                  <a:pt x="2736895" y="1113701"/>
                </a:lnTo>
                <a:lnTo>
                  <a:pt x="1799101" y="1113701"/>
                </a:lnTo>
                <a:close/>
                <a:moveTo>
                  <a:pt x="2221802" y="551602"/>
                </a:moveTo>
                <a:lnTo>
                  <a:pt x="2024015" y="1020899"/>
                </a:lnTo>
                <a:lnTo>
                  <a:pt x="2419398" y="1020899"/>
                </a:lnTo>
                <a:lnTo>
                  <a:pt x="2221802" y="551602"/>
                </a:lnTo>
                <a:close/>
                <a:moveTo>
                  <a:pt x="1838163" y="1020899"/>
                </a:moveTo>
                <a:lnTo>
                  <a:pt x="1931213" y="1020899"/>
                </a:lnTo>
                <a:lnTo>
                  <a:pt x="2175415" y="441436"/>
                </a:lnTo>
                <a:lnTo>
                  <a:pt x="2128942" y="331070"/>
                </a:lnTo>
                <a:lnTo>
                  <a:pt x="1838163" y="1020899"/>
                </a:lnTo>
                <a:close/>
              </a:path>
            </a:pathLst>
          </a:custGeom>
          <a:solidFill>
            <a:srgbClr val="04316A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10" name="Bildplatzhalter 6">
            <a:extLst>
              <a:ext uri="{FF2B5EF4-FFF2-40B4-BE49-F238E27FC236}">
                <a16:creationId xmlns:a16="http://schemas.microsoft.com/office/drawing/2014/main" id="{93DCB95B-459E-4AC2-8E4B-6C459242A953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3ECEE8D8-DF92-4CFD-A29A-DD98DFA7EC69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12" name="Gerader Verbinder 11">
              <a:extLst>
                <a:ext uri="{FF2B5EF4-FFF2-40B4-BE49-F238E27FC236}">
                  <a16:creationId xmlns:a16="http://schemas.microsoft.com/office/drawing/2014/main" id="{E89218EB-083A-44EC-89C4-86451CE1FC7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feld 12">
              <a:extLst>
                <a:ext uri="{FF2B5EF4-FFF2-40B4-BE49-F238E27FC236}">
                  <a16:creationId xmlns:a16="http://schemas.microsoft.com/office/drawing/2014/main" id="{399474D3-E53E-4ABA-9B61-C9BB08A3276B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57879191-3BE6-4B4E-A6B9-7EE964614B47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15" name="Gerader Verbinder 14">
              <a:extLst>
                <a:ext uri="{FF2B5EF4-FFF2-40B4-BE49-F238E27FC236}">
                  <a16:creationId xmlns:a16="http://schemas.microsoft.com/office/drawing/2014/main" id="{94484379-E642-433C-B53A-1DEE6A9DD4E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feld 15">
              <a:extLst>
                <a:ext uri="{FF2B5EF4-FFF2-40B4-BE49-F238E27FC236}">
                  <a16:creationId xmlns:a16="http://schemas.microsoft.com/office/drawing/2014/main" id="{7C54D7A6-C6ED-4572-B49C-338FB11A042A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382F9D16-DA93-44FA-B850-67D0B6AD397D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18" name="Gerader Verbinder 17">
              <a:extLst>
                <a:ext uri="{FF2B5EF4-FFF2-40B4-BE49-F238E27FC236}">
                  <a16:creationId xmlns:a16="http://schemas.microsoft.com/office/drawing/2014/main" id="{7201A13C-71DC-4465-B39F-F196A503534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feld 18">
              <a:extLst>
                <a:ext uri="{FF2B5EF4-FFF2-40B4-BE49-F238E27FC236}">
                  <a16:creationId xmlns:a16="http://schemas.microsoft.com/office/drawing/2014/main" id="{D957CB6E-B09B-4A22-86F0-6C38F81B2E90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38DB7D0C-ACAA-4A6B-8088-624B0BC24502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21" name="Gerader Verbinder 20">
              <a:extLst>
                <a:ext uri="{FF2B5EF4-FFF2-40B4-BE49-F238E27FC236}">
                  <a16:creationId xmlns:a16="http://schemas.microsoft.com/office/drawing/2014/main" id="{E8B86ED7-0F29-451E-8C7D-9B396D5E209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feld 21">
              <a:extLst>
                <a:ext uri="{FF2B5EF4-FFF2-40B4-BE49-F238E27FC236}">
                  <a16:creationId xmlns:a16="http://schemas.microsoft.com/office/drawing/2014/main" id="{ED76FB85-7BBB-4E8D-A853-5FCC744835E1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23" name="Gruppieren 22">
            <a:extLst>
              <a:ext uri="{FF2B5EF4-FFF2-40B4-BE49-F238E27FC236}">
                <a16:creationId xmlns:a16="http://schemas.microsoft.com/office/drawing/2014/main" id="{E1524020-40DB-450A-AEE5-3E1B459B16B5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24" name="Gerader Verbinder 23">
              <a:extLst>
                <a:ext uri="{FF2B5EF4-FFF2-40B4-BE49-F238E27FC236}">
                  <a16:creationId xmlns:a16="http://schemas.microsoft.com/office/drawing/2014/main" id="{539CBAAA-C79F-4BC9-9AF3-18ED0AF9EE7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feld 24">
              <a:extLst>
                <a:ext uri="{FF2B5EF4-FFF2-40B4-BE49-F238E27FC236}">
                  <a16:creationId xmlns:a16="http://schemas.microsoft.com/office/drawing/2014/main" id="{65F01F83-E434-491F-8893-1CE5848F9B6D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26" name="Gruppieren 25">
            <a:extLst>
              <a:ext uri="{FF2B5EF4-FFF2-40B4-BE49-F238E27FC236}">
                <a16:creationId xmlns:a16="http://schemas.microsoft.com/office/drawing/2014/main" id="{99ECB07F-83AC-4A69-A930-C51459FBE5BA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27" name="Gerader Verbinder 26">
              <a:extLst>
                <a:ext uri="{FF2B5EF4-FFF2-40B4-BE49-F238E27FC236}">
                  <a16:creationId xmlns:a16="http://schemas.microsoft.com/office/drawing/2014/main" id="{EB6DF347-64CA-4BE1-8952-3E80EBD0082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feld 27">
              <a:extLst>
                <a:ext uri="{FF2B5EF4-FFF2-40B4-BE49-F238E27FC236}">
                  <a16:creationId xmlns:a16="http://schemas.microsoft.com/office/drawing/2014/main" id="{F82628F6-8442-4626-962B-E947FDA8C0C0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29" name="Gruppieren 28">
            <a:extLst>
              <a:ext uri="{FF2B5EF4-FFF2-40B4-BE49-F238E27FC236}">
                <a16:creationId xmlns:a16="http://schemas.microsoft.com/office/drawing/2014/main" id="{C9B4EC5D-DF7B-4D80-86D6-C95B0B60B325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30" name="Gerader Verbinder 29">
              <a:extLst>
                <a:ext uri="{FF2B5EF4-FFF2-40B4-BE49-F238E27FC236}">
                  <a16:creationId xmlns:a16="http://schemas.microsoft.com/office/drawing/2014/main" id="{7A230F03-8AA4-4AAE-999A-6E872C727A8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feld 30">
              <a:extLst>
                <a:ext uri="{FF2B5EF4-FFF2-40B4-BE49-F238E27FC236}">
                  <a16:creationId xmlns:a16="http://schemas.microsoft.com/office/drawing/2014/main" id="{1C36145D-6FFB-4D3A-85D6-2ACFDAE5F5D2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32" name="Gruppieren 31">
            <a:extLst>
              <a:ext uri="{FF2B5EF4-FFF2-40B4-BE49-F238E27FC236}">
                <a16:creationId xmlns:a16="http://schemas.microsoft.com/office/drawing/2014/main" id="{0D1EC147-B041-40BC-BA8D-878A722616DE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33" name="Gerader Verbinder 32">
              <a:extLst>
                <a:ext uri="{FF2B5EF4-FFF2-40B4-BE49-F238E27FC236}">
                  <a16:creationId xmlns:a16="http://schemas.microsoft.com/office/drawing/2014/main" id="{4A4E226E-C413-42F0-AA69-108B05313D4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feld 33">
              <a:extLst>
                <a:ext uri="{FF2B5EF4-FFF2-40B4-BE49-F238E27FC236}">
                  <a16:creationId xmlns:a16="http://schemas.microsoft.com/office/drawing/2014/main" id="{4A93327E-EEC7-45A4-9C35-410D17ECB865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35" name="Gruppieren 34">
            <a:extLst>
              <a:ext uri="{FF2B5EF4-FFF2-40B4-BE49-F238E27FC236}">
                <a16:creationId xmlns:a16="http://schemas.microsoft.com/office/drawing/2014/main" id="{0EC1AF1A-26A7-479B-A176-8997B58ED4D1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36" name="Gerader Verbinder 35">
              <a:extLst>
                <a:ext uri="{FF2B5EF4-FFF2-40B4-BE49-F238E27FC236}">
                  <a16:creationId xmlns:a16="http://schemas.microsoft.com/office/drawing/2014/main" id="{80D76042-D322-4CD0-B41A-CE295CEC6835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feld 36">
              <a:extLst>
                <a:ext uri="{FF2B5EF4-FFF2-40B4-BE49-F238E27FC236}">
                  <a16:creationId xmlns:a16="http://schemas.microsoft.com/office/drawing/2014/main" id="{397EC952-23B6-4728-82B6-3D733107C66E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38" name="Gerader Verbinder 37">
            <a:extLst>
              <a:ext uri="{FF2B5EF4-FFF2-40B4-BE49-F238E27FC236}">
                <a16:creationId xmlns:a16="http://schemas.microsoft.com/office/drawing/2014/main" id="{D8CEDBB7-9662-435E-8F5A-F3EE555D9908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Gruppieren 38">
            <a:extLst>
              <a:ext uri="{FF2B5EF4-FFF2-40B4-BE49-F238E27FC236}">
                <a16:creationId xmlns:a16="http://schemas.microsoft.com/office/drawing/2014/main" id="{24365663-FE3F-47D4-A8D7-729A38C4987D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40" name="Gerader Verbinder 39">
              <a:extLst>
                <a:ext uri="{FF2B5EF4-FFF2-40B4-BE49-F238E27FC236}">
                  <a16:creationId xmlns:a16="http://schemas.microsoft.com/office/drawing/2014/main" id="{92EE37E1-8647-4AEB-9AEE-FF0711435F3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feld 40">
              <a:extLst>
                <a:ext uri="{FF2B5EF4-FFF2-40B4-BE49-F238E27FC236}">
                  <a16:creationId xmlns:a16="http://schemas.microsoft.com/office/drawing/2014/main" id="{C2B4E3D7-0BC3-4BC1-B86B-DD51E9785755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8074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 | 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E4048C-0B54-437F-B99C-D17800474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D37BB-F615-A44C-8299-104D9EE56197}" type="datetime4">
              <a:rPr lang="de-DE" smtClean="0"/>
              <a:t>8.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18B908A7-A1D8-4FB7-9CB4-BDC3E20D2B62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8" name="Textplatzhalter 9">
            <a:extLst>
              <a:ext uri="{FF2B5EF4-FFF2-40B4-BE49-F238E27FC236}">
                <a16:creationId xmlns:a16="http://schemas.microsoft.com/office/drawing/2014/main" id="{6D6A9334-FF1A-48E7-8B74-42F4FC8658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13870599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E4048C-0B54-437F-B99C-D17800474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08A00-04DA-0846-9882-8159F71B4E12}" type="datetime4">
              <a:rPr lang="de-DE" smtClean="0"/>
              <a:t>8.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EB25E710-D493-4189-8EF7-00ABE0AB56E5}"/>
              </a:ext>
            </a:extLst>
          </p:cNvPr>
          <p:cNvSpPr/>
          <p:nvPr userDrawn="1"/>
        </p:nvSpPr>
        <p:spPr>
          <a:xfrm>
            <a:off x="518317" y="1631155"/>
            <a:ext cx="11157746" cy="456961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de-DE" sz="1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F2F509DB-422D-41FB-A02B-822A0A204E4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497190" y="2835964"/>
            <a:ext cx="7200000" cy="2160000"/>
          </a:xfrm>
        </p:spPr>
        <p:txBody>
          <a:bodyPr rIns="0" anchor="ctr" anchorCtr="0">
            <a:normAutofit/>
          </a:bodyPr>
          <a:lstStyle>
            <a:lvl1pPr algn="ctr">
              <a:defRPr sz="2000" i="1"/>
            </a:lvl1pPr>
            <a:lvl2pPr marL="0" indent="0">
              <a:buNone/>
              <a:defRPr/>
            </a:lvl2pPr>
          </a:lstStyle>
          <a:p>
            <a:pPr lvl="0"/>
            <a:r>
              <a:rPr lang="de-DE" dirty="0"/>
              <a:t>„Mastertextformat bearbeiten“</a:t>
            </a:r>
          </a:p>
        </p:txBody>
      </p:sp>
      <p:sp>
        <p:nvSpPr>
          <p:cNvPr id="10" name="Bildplatzhalter 6">
            <a:extLst>
              <a:ext uri="{FF2B5EF4-FFF2-40B4-BE49-F238E27FC236}">
                <a16:creationId xmlns:a16="http://schemas.microsoft.com/office/drawing/2014/main" id="{F862885B-685B-4384-B9F0-6266AD0BDA76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84876CF4-2372-4CC0-99FA-483AD639C01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27375001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chlussfoli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platzhalter 167">
            <a:extLst>
              <a:ext uri="{FF2B5EF4-FFF2-40B4-BE49-F238E27FC236}">
                <a16:creationId xmlns:a16="http://schemas.microsoft.com/office/drawing/2014/main" id="{68AB2348-B91F-4E68-BDE1-60ECCE02B49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1628775"/>
            <a:ext cx="12192000" cy="5229225"/>
          </a:xfrm>
          <a:gradFill>
            <a:gsLst>
              <a:gs pos="50000">
                <a:schemeClr val="accent4">
                  <a:alpha val="50000"/>
                </a:schemeClr>
              </a:gs>
              <a:gs pos="5000">
                <a:schemeClr val="accent4"/>
              </a:gs>
              <a:gs pos="100000">
                <a:schemeClr val="accent4">
                  <a:alpha val="20000"/>
                </a:schemeClr>
              </a:gs>
            </a:gsLst>
            <a:lin ang="5400000" scaled="1"/>
          </a:gradFill>
        </p:spPr>
        <p:txBody>
          <a:bodyPr vert="horz" wrap="square" lIns="540000" tIns="1188000" rIns="0" bIns="0" rtlCol="0" anchor="t" anchorCtr="0">
            <a:noAutofit/>
          </a:bodyPr>
          <a:lstStyle>
            <a:lvl1pPr>
              <a:defRPr lang="de-DE" sz="4000" b="1" dirty="0"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de-DE" dirty="0"/>
              <a:t> </a:t>
            </a:r>
          </a:p>
        </p:txBody>
      </p:sp>
      <p:sp>
        <p:nvSpPr>
          <p:cNvPr id="59" name="Bildplatzhalter 60">
            <a:extLst>
              <a:ext uri="{FF2B5EF4-FFF2-40B4-BE49-F238E27FC236}">
                <a16:creationId xmlns:a16="http://schemas.microsoft.com/office/drawing/2014/main" id="{92CE05A2-27DE-4191-8A63-5C7C7ACA37C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628775"/>
            <a:ext cx="12192000" cy="5229226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60" name="Rechteck 59">
            <a:extLst>
              <a:ext uri="{FF2B5EF4-FFF2-40B4-BE49-F238E27FC236}">
                <a16:creationId xmlns:a16="http://schemas.microsoft.com/office/drawing/2014/main" id="{CBD8B083-79E8-44E1-BA43-E993160F02E1}"/>
              </a:ext>
            </a:extLst>
          </p:cNvPr>
          <p:cNvSpPr/>
          <p:nvPr userDrawn="1"/>
        </p:nvSpPr>
        <p:spPr>
          <a:xfrm>
            <a:off x="518400" y="1196733"/>
            <a:ext cx="11676062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4" name="Textplatzhalter 64">
            <a:extLst>
              <a:ext uri="{FF2B5EF4-FFF2-40B4-BE49-F238E27FC236}">
                <a16:creationId xmlns:a16="http://schemas.microsoft.com/office/drawing/2014/main" id="{94E4DAD8-28C4-496D-803F-AF50BFF89A8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8317" y="2647985"/>
            <a:ext cx="11157745" cy="1562031"/>
          </a:xfrm>
        </p:spPr>
        <p:txBody>
          <a:bodyPr vert="horz" wrap="square" lIns="0" tIns="0" rIns="360000" bIns="0" rtlCol="0" anchor="ctr" anchorCtr="0">
            <a:spAutoFit/>
          </a:bodyPr>
          <a:lstStyle>
            <a:lvl1pPr>
              <a:spcAft>
                <a:spcPts val="0"/>
              </a:spcAft>
              <a:defRPr lang="de-DE" sz="4800" b="1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de-DE" dirty="0"/>
              <a:t>Vielen Dank</a:t>
            </a:r>
            <a:br>
              <a:rPr lang="de-DE" dirty="0"/>
            </a:br>
            <a:r>
              <a:rPr lang="de-DE" dirty="0"/>
              <a:t>für Ihre Aufmerksamkeit!</a:t>
            </a:r>
          </a:p>
        </p:txBody>
      </p:sp>
      <p:sp>
        <p:nvSpPr>
          <p:cNvPr id="58" name="Freihandform: Form 57">
            <a:extLst>
              <a:ext uri="{FF2B5EF4-FFF2-40B4-BE49-F238E27FC236}">
                <a16:creationId xmlns:a16="http://schemas.microsoft.com/office/drawing/2014/main" id="{1A7F7BEE-9A4B-44B2-960F-97720F4BC3DA}"/>
              </a:ext>
            </a:extLst>
          </p:cNvPr>
          <p:cNvSpPr/>
          <p:nvPr userDrawn="1"/>
        </p:nvSpPr>
        <p:spPr>
          <a:xfrm>
            <a:off x="10056938" y="300703"/>
            <a:ext cx="1619125" cy="618155"/>
          </a:xfrm>
          <a:custGeom>
            <a:avLst/>
            <a:gdLst>
              <a:gd name="connsiteX0" fmla="*/ 0 w 1456912"/>
              <a:gd name="connsiteY0" fmla="*/ 51854 h 556225"/>
              <a:gd name="connsiteX1" fmla="*/ 28188 w 1456912"/>
              <a:gd name="connsiteY1" fmla="*/ 23666 h 556225"/>
              <a:gd name="connsiteX2" fmla="*/ 28188 w 1456912"/>
              <a:gd name="connsiteY2" fmla="*/ 535557 h 556225"/>
              <a:gd name="connsiteX3" fmla="*/ 0 w 1456912"/>
              <a:gd name="connsiteY3" fmla="*/ 535557 h 556225"/>
              <a:gd name="connsiteX4" fmla="*/ 0 w 1456912"/>
              <a:gd name="connsiteY4" fmla="*/ 51854 h 556225"/>
              <a:gd name="connsiteX5" fmla="*/ 84564 w 1456912"/>
              <a:gd name="connsiteY5" fmla="*/ 28188 h 556225"/>
              <a:gd name="connsiteX6" fmla="*/ 422811 w 1456912"/>
              <a:gd name="connsiteY6" fmla="*/ 28188 h 556225"/>
              <a:gd name="connsiteX7" fmla="*/ 422811 w 1456912"/>
              <a:gd name="connsiteY7" fmla="*/ 0 h 556225"/>
              <a:gd name="connsiteX8" fmla="*/ 56376 w 1456912"/>
              <a:gd name="connsiteY8" fmla="*/ 0 h 556225"/>
              <a:gd name="connsiteX9" fmla="*/ 56376 w 1456912"/>
              <a:gd name="connsiteY9" fmla="*/ 338244 h 556225"/>
              <a:gd name="connsiteX10" fmla="*/ 367711 w 1456912"/>
              <a:gd name="connsiteY10" fmla="*/ 338244 h 556225"/>
              <a:gd name="connsiteX11" fmla="*/ 367711 w 1456912"/>
              <a:gd name="connsiteY11" fmla="*/ 310062 h 556225"/>
              <a:gd name="connsiteX12" fmla="*/ 84564 w 1456912"/>
              <a:gd name="connsiteY12" fmla="*/ 310062 h 556225"/>
              <a:gd name="connsiteX13" fmla="*/ 84564 w 1456912"/>
              <a:gd name="connsiteY13" fmla="*/ 28188 h 556225"/>
              <a:gd name="connsiteX14" fmla="*/ 410152 w 1456912"/>
              <a:gd name="connsiteY14" fmla="*/ 253686 h 556225"/>
              <a:gd name="connsiteX15" fmla="*/ 140937 w 1456912"/>
              <a:gd name="connsiteY15" fmla="*/ 253686 h 556225"/>
              <a:gd name="connsiteX16" fmla="*/ 140937 w 1456912"/>
              <a:gd name="connsiteY16" fmla="*/ 140940 h 556225"/>
              <a:gd name="connsiteX17" fmla="*/ 371171 w 1456912"/>
              <a:gd name="connsiteY17" fmla="*/ 140940 h 556225"/>
              <a:gd name="connsiteX18" fmla="*/ 399359 w 1456912"/>
              <a:gd name="connsiteY18" fmla="*/ 112752 h 556225"/>
              <a:gd name="connsiteX19" fmla="*/ 140937 w 1456912"/>
              <a:gd name="connsiteY19" fmla="*/ 112752 h 556225"/>
              <a:gd name="connsiteX20" fmla="*/ 140937 w 1456912"/>
              <a:gd name="connsiteY20" fmla="*/ 84564 h 556225"/>
              <a:gd name="connsiteX21" fmla="*/ 422811 w 1456912"/>
              <a:gd name="connsiteY21" fmla="*/ 84564 h 556225"/>
              <a:gd name="connsiteX22" fmla="*/ 422811 w 1456912"/>
              <a:gd name="connsiteY22" fmla="*/ 56376 h 556225"/>
              <a:gd name="connsiteX23" fmla="*/ 112749 w 1456912"/>
              <a:gd name="connsiteY23" fmla="*/ 56376 h 556225"/>
              <a:gd name="connsiteX24" fmla="*/ 112749 w 1456912"/>
              <a:gd name="connsiteY24" fmla="*/ 281874 h 556225"/>
              <a:gd name="connsiteX25" fmla="*/ 382334 w 1456912"/>
              <a:gd name="connsiteY25" fmla="*/ 281874 h 556225"/>
              <a:gd name="connsiteX26" fmla="*/ 410152 w 1456912"/>
              <a:gd name="connsiteY26" fmla="*/ 253686 h 556225"/>
              <a:gd name="connsiteX27" fmla="*/ 56376 w 1456912"/>
              <a:gd name="connsiteY27" fmla="*/ 535557 h 556225"/>
              <a:gd name="connsiteX28" fmla="*/ 84564 w 1456912"/>
              <a:gd name="connsiteY28" fmla="*/ 535557 h 556225"/>
              <a:gd name="connsiteX29" fmla="*/ 84564 w 1456912"/>
              <a:gd name="connsiteY29" fmla="*/ 394620 h 556225"/>
              <a:gd name="connsiteX30" fmla="*/ 112752 w 1456912"/>
              <a:gd name="connsiteY30" fmla="*/ 394620 h 556225"/>
              <a:gd name="connsiteX31" fmla="*/ 112752 w 1456912"/>
              <a:gd name="connsiteY31" fmla="*/ 511890 h 556225"/>
              <a:gd name="connsiteX32" fmla="*/ 140940 w 1456912"/>
              <a:gd name="connsiteY32" fmla="*/ 483705 h 556225"/>
              <a:gd name="connsiteX33" fmla="*/ 140940 w 1456912"/>
              <a:gd name="connsiteY33" fmla="*/ 394620 h 556225"/>
              <a:gd name="connsiteX34" fmla="*/ 367714 w 1456912"/>
              <a:gd name="connsiteY34" fmla="*/ 394620 h 556225"/>
              <a:gd name="connsiteX35" fmla="*/ 367714 w 1456912"/>
              <a:gd name="connsiteY35" fmla="*/ 366435 h 556225"/>
              <a:gd name="connsiteX36" fmla="*/ 56376 w 1456912"/>
              <a:gd name="connsiteY36" fmla="*/ 366435 h 556225"/>
              <a:gd name="connsiteX37" fmla="*/ 56376 w 1456912"/>
              <a:gd name="connsiteY37" fmla="*/ 535557 h 556225"/>
              <a:gd name="connsiteX38" fmla="*/ 1428724 w 1456912"/>
              <a:gd name="connsiteY38" fmla="*/ 0 h 556225"/>
              <a:gd name="connsiteX39" fmla="*/ 1428724 w 1456912"/>
              <a:gd name="connsiteY39" fmla="*/ 324156 h 556225"/>
              <a:gd name="connsiteX40" fmla="*/ 1316539 w 1456912"/>
              <a:gd name="connsiteY40" fmla="*/ 514089 h 556225"/>
              <a:gd name="connsiteX41" fmla="*/ 1315903 w 1456912"/>
              <a:gd name="connsiteY41" fmla="*/ 513258 h 556225"/>
              <a:gd name="connsiteX42" fmla="*/ 1400536 w 1456912"/>
              <a:gd name="connsiteY42" fmla="*/ 351869 h 556225"/>
              <a:gd name="connsiteX43" fmla="*/ 1400536 w 1456912"/>
              <a:gd name="connsiteY43" fmla="*/ 3 h 556225"/>
              <a:gd name="connsiteX44" fmla="*/ 1372348 w 1456912"/>
              <a:gd name="connsiteY44" fmla="*/ 3 h 556225"/>
              <a:gd name="connsiteX45" fmla="*/ 1372348 w 1456912"/>
              <a:gd name="connsiteY45" fmla="*/ 351400 h 556225"/>
              <a:gd name="connsiteX46" fmla="*/ 1189132 w 1456912"/>
              <a:gd name="connsiteY46" fmla="*/ 528510 h 556225"/>
              <a:gd name="connsiteX47" fmla="*/ 1005916 w 1456912"/>
              <a:gd name="connsiteY47" fmla="*/ 351400 h 556225"/>
              <a:gd name="connsiteX48" fmla="*/ 1005916 w 1456912"/>
              <a:gd name="connsiteY48" fmla="*/ 23666 h 556225"/>
              <a:gd name="connsiteX49" fmla="*/ 977728 w 1456912"/>
              <a:gd name="connsiteY49" fmla="*/ 51854 h 556225"/>
              <a:gd name="connsiteX50" fmla="*/ 977728 w 1456912"/>
              <a:gd name="connsiteY50" fmla="*/ 351869 h 556225"/>
              <a:gd name="connsiteX51" fmla="*/ 1189132 w 1456912"/>
              <a:gd name="connsiteY51" fmla="*/ 556226 h 556225"/>
              <a:gd name="connsiteX52" fmla="*/ 1217320 w 1456912"/>
              <a:gd name="connsiteY52" fmla="*/ 556226 h 556225"/>
              <a:gd name="connsiteX53" fmla="*/ 1456912 w 1456912"/>
              <a:gd name="connsiteY53" fmla="*/ 324566 h 556225"/>
              <a:gd name="connsiteX54" fmla="*/ 1456912 w 1456912"/>
              <a:gd name="connsiteY54" fmla="*/ 0 h 556225"/>
              <a:gd name="connsiteX55" fmla="*/ 1428724 w 1456912"/>
              <a:gd name="connsiteY55" fmla="*/ 0 h 556225"/>
              <a:gd name="connsiteX56" fmla="*/ 1189132 w 1456912"/>
              <a:gd name="connsiteY56" fmla="*/ 500322 h 556225"/>
              <a:gd name="connsiteX57" fmla="*/ 1344160 w 1456912"/>
              <a:gd name="connsiteY57" fmla="*/ 351400 h 556225"/>
              <a:gd name="connsiteX58" fmla="*/ 1344160 w 1456912"/>
              <a:gd name="connsiteY58" fmla="*/ 351400 h 556225"/>
              <a:gd name="connsiteX59" fmla="*/ 1344160 w 1456912"/>
              <a:gd name="connsiteY59" fmla="*/ 23666 h 556225"/>
              <a:gd name="connsiteX60" fmla="*/ 1315972 w 1456912"/>
              <a:gd name="connsiteY60" fmla="*/ 51854 h 556225"/>
              <a:gd name="connsiteX61" fmla="*/ 1315972 w 1456912"/>
              <a:gd name="connsiteY61" fmla="*/ 324153 h 556225"/>
              <a:gd name="connsiteX62" fmla="*/ 1217317 w 1456912"/>
              <a:gd name="connsiteY62" fmla="*/ 415761 h 556225"/>
              <a:gd name="connsiteX63" fmla="*/ 1118662 w 1456912"/>
              <a:gd name="connsiteY63" fmla="*/ 324153 h 556225"/>
              <a:gd name="connsiteX64" fmla="*/ 1118662 w 1456912"/>
              <a:gd name="connsiteY64" fmla="*/ 3 h 556225"/>
              <a:gd name="connsiteX65" fmla="*/ 1090474 w 1456912"/>
              <a:gd name="connsiteY65" fmla="*/ 3 h 556225"/>
              <a:gd name="connsiteX66" fmla="*/ 1090474 w 1456912"/>
              <a:gd name="connsiteY66" fmla="*/ 324156 h 556225"/>
              <a:gd name="connsiteX67" fmla="*/ 1217317 w 1456912"/>
              <a:gd name="connsiteY67" fmla="*/ 443951 h 556225"/>
              <a:gd name="connsiteX68" fmla="*/ 1304349 w 1456912"/>
              <a:gd name="connsiteY68" fmla="*/ 404889 h 556225"/>
              <a:gd name="connsiteX69" fmla="*/ 1304982 w 1456912"/>
              <a:gd name="connsiteY69" fmla="*/ 405720 h 556225"/>
              <a:gd name="connsiteX70" fmla="*/ 1189129 w 1456912"/>
              <a:gd name="connsiteY70" fmla="*/ 472139 h 556225"/>
              <a:gd name="connsiteX71" fmla="*/ 1062303 w 1456912"/>
              <a:gd name="connsiteY71" fmla="*/ 352344 h 556225"/>
              <a:gd name="connsiteX72" fmla="*/ 1062286 w 1456912"/>
              <a:gd name="connsiteY72" fmla="*/ 352344 h 556225"/>
              <a:gd name="connsiteX73" fmla="*/ 1062286 w 1456912"/>
              <a:gd name="connsiteY73" fmla="*/ 3 h 556225"/>
              <a:gd name="connsiteX74" fmla="*/ 1034098 w 1456912"/>
              <a:gd name="connsiteY74" fmla="*/ 3 h 556225"/>
              <a:gd name="connsiteX75" fmla="*/ 1034098 w 1456912"/>
              <a:gd name="connsiteY75" fmla="*/ 352341 h 556225"/>
              <a:gd name="connsiteX76" fmla="*/ 1034113 w 1456912"/>
              <a:gd name="connsiteY76" fmla="*/ 352341 h 556225"/>
              <a:gd name="connsiteX77" fmla="*/ 1189132 w 1456912"/>
              <a:gd name="connsiteY77" fmla="*/ 500322 h 556225"/>
              <a:gd name="connsiteX78" fmla="*/ 562774 w 1456912"/>
              <a:gd name="connsiteY78" fmla="*/ 366435 h 556225"/>
              <a:gd name="connsiteX79" fmla="*/ 491494 w 1456912"/>
              <a:gd name="connsiteY79" fmla="*/ 535557 h 556225"/>
              <a:gd name="connsiteX80" fmla="*/ 519684 w 1456912"/>
              <a:gd name="connsiteY80" fmla="*/ 535554 h 556225"/>
              <a:gd name="connsiteX81" fmla="*/ 519682 w 1456912"/>
              <a:gd name="connsiteY81" fmla="*/ 535557 h 556225"/>
              <a:gd name="connsiteX82" fmla="*/ 519684 w 1456912"/>
              <a:gd name="connsiteY82" fmla="*/ 535557 h 556225"/>
              <a:gd name="connsiteX83" fmla="*/ 555322 w 1456912"/>
              <a:gd name="connsiteY83" fmla="*/ 450996 h 556225"/>
              <a:gd name="connsiteX84" fmla="*/ 794138 w 1456912"/>
              <a:gd name="connsiteY84" fmla="*/ 450996 h 556225"/>
              <a:gd name="connsiteX85" fmla="*/ 829744 w 1456912"/>
              <a:gd name="connsiteY85" fmla="*/ 535557 h 556225"/>
              <a:gd name="connsiteX86" fmla="*/ 857932 w 1456912"/>
              <a:gd name="connsiteY86" fmla="*/ 535557 h 556225"/>
              <a:gd name="connsiteX87" fmla="*/ 810457 w 1456912"/>
              <a:gd name="connsiteY87" fmla="*/ 422808 h 556225"/>
              <a:gd name="connsiteX88" fmla="*/ 567200 w 1456912"/>
              <a:gd name="connsiteY88" fmla="*/ 422808 h 556225"/>
              <a:gd name="connsiteX89" fmla="*/ 579078 w 1456912"/>
              <a:gd name="connsiteY89" fmla="*/ 394620 h 556225"/>
              <a:gd name="connsiteX90" fmla="*/ 826776 w 1456912"/>
              <a:gd name="connsiteY90" fmla="*/ 394620 h 556225"/>
              <a:gd name="connsiteX91" fmla="*/ 886120 w 1456912"/>
              <a:gd name="connsiteY91" fmla="*/ 535557 h 556225"/>
              <a:gd name="connsiteX92" fmla="*/ 914308 w 1456912"/>
              <a:gd name="connsiteY92" fmla="*/ 535557 h 556225"/>
              <a:gd name="connsiteX93" fmla="*/ 843097 w 1456912"/>
              <a:gd name="connsiteY93" fmla="*/ 366435 h 556225"/>
              <a:gd name="connsiteX94" fmla="*/ 562774 w 1456912"/>
              <a:gd name="connsiteY94" fmla="*/ 366435 h 556225"/>
              <a:gd name="connsiteX95" fmla="*/ 604248 w 1456912"/>
              <a:gd name="connsiteY95" fmla="*/ 0 h 556225"/>
              <a:gd name="connsiteX96" fmla="*/ 397091 w 1456912"/>
              <a:gd name="connsiteY96" fmla="*/ 491374 h 556225"/>
              <a:gd name="connsiteX97" fmla="*/ 415032 w 1456912"/>
              <a:gd name="connsiteY97" fmla="*/ 515732 h 556225"/>
              <a:gd name="connsiteX98" fmla="*/ 632437 w 1456912"/>
              <a:gd name="connsiteY98" fmla="*/ 0 h 556225"/>
              <a:gd name="connsiteX99" fmla="*/ 604248 w 1456912"/>
              <a:gd name="connsiteY99" fmla="*/ 0 h 556225"/>
              <a:gd name="connsiteX100" fmla="*/ 716998 w 1456912"/>
              <a:gd name="connsiteY100" fmla="*/ 3 h 556225"/>
              <a:gd name="connsiteX101" fmla="*/ 934130 w 1456912"/>
              <a:gd name="connsiteY101" fmla="*/ 515735 h 556225"/>
              <a:gd name="connsiteX102" fmla="*/ 952028 w 1456912"/>
              <a:gd name="connsiteY102" fmla="*/ 491377 h 556225"/>
              <a:gd name="connsiteX103" fmla="*/ 745186 w 1456912"/>
              <a:gd name="connsiteY103" fmla="*/ 3 h 556225"/>
              <a:gd name="connsiteX104" fmla="*/ 716998 w 1456912"/>
              <a:gd name="connsiteY104" fmla="*/ 3 h 556225"/>
              <a:gd name="connsiteX105" fmla="*/ 546409 w 1456912"/>
              <a:gd name="connsiteY105" fmla="*/ 338247 h 556225"/>
              <a:gd name="connsiteX106" fmla="*/ 463042 w 1456912"/>
              <a:gd name="connsiteY106" fmla="*/ 535557 h 556225"/>
              <a:gd name="connsiteX107" fmla="*/ 434854 w 1456912"/>
              <a:gd name="connsiteY107" fmla="*/ 535557 h 556225"/>
              <a:gd name="connsiteX108" fmla="*/ 646528 w 1456912"/>
              <a:gd name="connsiteY108" fmla="*/ 33467 h 556225"/>
              <a:gd name="connsiteX109" fmla="*/ 762988 w 1456912"/>
              <a:gd name="connsiteY109" fmla="*/ 310059 h 556225"/>
              <a:gd name="connsiteX110" fmla="*/ 791176 w 1456912"/>
              <a:gd name="connsiteY110" fmla="*/ 310059 h 556225"/>
              <a:gd name="connsiteX111" fmla="*/ 660624 w 1456912"/>
              <a:gd name="connsiteY111" fmla="*/ 3 h 556225"/>
              <a:gd name="connsiteX112" fmla="*/ 688812 w 1456912"/>
              <a:gd name="connsiteY112" fmla="*/ 3 h 556225"/>
              <a:gd name="connsiteX113" fmla="*/ 831231 w 1456912"/>
              <a:gd name="connsiteY113" fmla="*/ 338247 h 556225"/>
              <a:gd name="connsiteX114" fmla="*/ 546409 w 1456912"/>
              <a:gd name="connsiteY114" fmla="*/ 338247 h 556225"/>
              <a:gd name="connsiteX115" fmla="*/ 674788 w 1456912"/>
              <a:gd name="connsiteY115" fmla="*/ 167531 h 556225"/>
              <a:gd name="connsiteX116" fmla="*/ 614721 w 1456912"/>
              <a:gd name="connsiteY116" fmla="*/ 310062 h 556225"/>
              <a:gd name="connsiteX117" fmla="*/ 734800 w 1456912"/>
              <a:gd name="connsiteY117" fmla="*/ 310062 h 556225"/>
              <a:gd name="connsiteX118" fmla="*/ 674788 w 1456912"/>
              <a:gd name="connsiteY118" fmla="*/ 167531 h 556225"/>
              <a:gd name="connsiteX119" fmla="*/ 558275 w 1456912"/>
              <a:gd name="connsiteY119" fmla="*/ 310062 h 556225"/>
              <a:gd name="connsiteX120" fmla="*/ 586535 w 1456912"/>
              <a:gd name="connsiteY120" fmla="*/ 310062 h 556225"/>
              <a:gd name="connsiteX121" fmla="*/ 660703 w 1456912"/>
              <a:gd name="connsiteY121" fmla="*/ 134072 h 556225"/>
              <a:gd name="connsiteX122" fmla="*/ 646588 w 1456912"/>
              <a:gd name="connsiteY122" fmla="*/ 100553 h 556225"/>
              <a:gd name="connsiteX123" fmla="*/ 558275 w 1456912"/>
              <a:gd name="connsiteY123" fmla="*/ 310062 h 556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1456912" h="556225">
                <a:moveTo>
                  <a:pt x="0" y="51854"/>
                </a:moveTo>
                <a:lnTo>
                  <a:pt x="28188" y="23666"/>
                </a:lnTo>
                <a:lnTo>
                  <a:pt x="28188" y="535557"/>
                </a:lnTo>
                <a:lnTo>
                  <a:pt x="0" y="535557"/>
                </a:lnTo>
                <a:lnTo>
                  <a:pt x="0" y="51854"/>
                </a:lnTo>
                <a:close/>
                <a:moveTo>
                  <a:pt x="84564" y="28188"/>
                </a:moveTo>
                <a:lnTo>
                  <a:pt x="422811" y="28188"/>
                </a:lnTo>
                <a:lnTo>
                  <a:pt x="422811" y="0"/>
                </a:lnTo>
                <a:lnTo>
                  <a:pt x="56376" y="0"/>
                </a:lnTo>
                <a:lnTo>
                  <a:pt x="56376" y="338244"/>
                </a:lnTo>
                <a:lnTo>
                  <a:pt x="367711" y="338244"/>
                </a:lnTo>
                <a:lnTo>
                  <a:pt x="367711" y="310062"/>
                </a:lnTo>
                <a:lnTo>
                  <a:pt x="84564" y="310062"/>
                </a:lnTo>
                <a:lnTo>
                  <a:pt x="84564" y="28188"/>
                </a:lnTo>
                <a:close/>
                <a:moveTo>
                  <a:pt x="410152" y="253686"/>
                </a:moveTo>
                <a:lnTo>
                  <a:pt x="140937" y="253686"/>
                </a:lnTo>
                <a:lnTo>
                  <a:pt x="140937" y="140940"/>
                </a:lnTo>
                <a:lnTo>
                  <a:pt x="371171" y="140940"/>
                </a:lnTo>
                <a:lnTo>
                  <a:pt x="399359" y="112752"/>
                </a:lnTo>
                <a:lnTo>
                  <a:pt x="140937" y="112752"/>
                </a:lnTo>
                <a:lnTo>
                  <a:pt x="140937" y="84564"/>
                </a:lnTo>
                <a:lnTo>
                  <a:pt x="422811" y="84564"/>
                </a:lnTo>
                <a:lnTo>
                  <a:pt x="422811" y="56376"/>
                </a:lnTo>
                <a:lnTo>
                  <a:pt x="112749" y="56376"/>
                </a:lnTo>
                <a:lnTo>
                  <a:pt x="112749" y="281874"/>
                </a:lnTo>
                <a:lnTo>
                  <a:pt x="382334" y="281874"/>
                </a:lnTo>
                <a:lnTo>
                  <a:pt x="410152" y="253686"/>
                </a:lnTo>
                <a:close/>
                <a:moveTo>
                  <a:pt x="56376" y="535557"/>
                </a:moveTo>
                <a:lnTo>
                  <a:pt x="84564" y="535557"/>
                </a:lnTo>
                <a:lnTo>
                  <a:pt x="84564" y="394620"/>
                </a:lnTo>
                <a:lnTo>
                  <a:pt x="112752" y="394620"/>
                </a:lnTo>
                <a:lnTo>
                  <a:pt x="112752" y="511890"/>
                </a:lnTo>
                <a:lnTo>
                  <a:pt x="140940" y="483705"/>
                </a:lnTo>
                <a:lnTo>
                  <a:pt x="140940" y="394620"/>
                </a:lnTo>
                <a:lnTo>
                  <a:pt x="367714" y="394620"/>
                </a:lnTo>
                <a:lnTo>
                  <a:pt x="367714" y="366435"/>
                </a:lnTo>
                <a:lnTo>
                  <a:pt x="56376" y="366435"/>
                </a:lnTo>
                <a:lnTo>
                  <a:pt x="56376" y="535557"/>
                </a:lnTo>
                <a:close/>
                <a:moveTo>
                  <a:pt x="1428724" y="0"/>
                </a:moveTo>
                <a:lnTo>
                  <a:pt x="1428724" y="324156"/>
                </a:lnTo>
                <a:cubicBezTo>
                  <a:pt x="1428724" y="399584"/>
                  <a:pt x="1395069" y="464387"/>
                  <a:pt x="1316539" y="514089"/>
                </a:cubicBezTo>
                <a:lnTo>
                  <a:pt x="1315903" y="513258"/>
                </a:lnTo>
                <a:cubicBezTo>
                  <a:pt x="1367503" y="472336"/>
                  <a:pt x="1400536" y="419773"/>
                  <a:pt x="1400536" y="351869"/>
                </a:cubicBezTo>
                <a:lnTo>
                  <a:pt x="1400536" y="3"/>
                </a:lnTo>
                <a:lnTo>
                  <a:pt x="1372348" y="3"/>
                </a:lnTo>
                <a:lnTo>
                  <a:pt x="1372348" y="351400"/>
                </a:lnTo>
                <a:cubicBezTo>
                  <a:pt x="1372348" y="452590"/>
                  <a:pt x="1290318" y="528510"/>
                  <a:pt x="1189132" y="528510"/>
                </a:cubicBezTo>
                <a:cubicBezTo>
                  <a:pt x="1087946" y="528510"/>
                  <a:pt x="1005916" y="452587"/>
                  <a:pt x="1005916" y="351400"/>
                </a:cubicBezTo>
                <a:lnTo>
                  <a:pt x="1005916" y="23666"/>
                </a:lnTo>
                <a:lnTo>
                  <a:pt x="977728" y="51854"/>
                </a:lnTo>
                <a:lnTo>
                  <a:pt x="977728" y="351869"/>
                </a:lnTo>
                <a:cubicBezTo>
                  <a:pt x="977728" y="468625"/>
                  <a:pt x="1072376" y="556226"/>
                  <a:pt x="1189132" y="556226"/>
                </a:cubicBezTo>
                <a:cubicBezTo>
                  <a:pt x="1191834" y="556226"/>
                  <a:pt x="1217320" y="556226"/>
                  <a:pt x="1217320" y="556226"/>
                </a:cubicBezTo>
                <a:cubicBezTo>
                  <a:pt x="1332291" y="556226"/>
                  <a:pt x="1456912" y="471321"/>
                  <a:pt x="1456912" y="324566"/>
                </a:cubicBezTo>
                <a:cubicBezTo>
                  <a:pt x="1456912" y="324428"/>
                  <a:pt x="1456912" y="0"/>
                  <a:pt x="1456912" y="0"/>
                </a:cubicBezTo>
                <a:lnTo>
                  <a:pt x="1428724" y="0"/>
                </a:lnTo>
                <a:close/>
                <a:moveTo>
                  <a:pt x="1189132" y="500322"/>
                </a:moveTo>
                <a:cubicBezTo>
                  <a:pt x="1274706" y="500322"/>
                  <a:pt x="1344082" y="436948"/>
                  <a:pt x="1344160" y="351400"/>
                </a:cubicBezTo>
                <a:lnTo>
                  <a:pt x="1344160" y="351400"/>
                </a:lnTo>
                <a:lnTo>
                  <a:pt x="1344160" y="23666"/>
                </a:lnTo>
                <a:lnTo>
                  <a:pt x="1315972" y="51854"/>
                </a:lnTo>
                <a:lnTo>
                  <a:pt x="1315972" y="324153"/>
                </a:lnTo>
                <a:cubicBezTo>
                  <a:pt x="1315972" y="378637"/>
                  <a:pt x="1271801" y="415761"/>
                  <a:pt x="1217317" y="415761"/>
                </a:cubicBezTo>
                <a:cubicBezTo>
                  <a:pt x="1162833" y="415761"/>
                  <a:pt x="1118662" y="378637"/>
                  <a:pt x="1118662" y="324153"/>
                </a:cubicBezTo>
                <a:lnTo>
                  <a:pt x="1118662" y="3"/>
                </a:lnTo>
                <a:lnTo>
                  <a:pt x="1090474" y="3"/>
                </a:lnTo>
                <a:lnTo>
                  <a:pt x="1090474" y="324156"/>
                </a:lnTo>
                <a:cubicBezTo>
                  <a:pt x="1090474" y="394209"/>
                  <a:pt x="1147264" y="443951"/>
                  <a:pt x="1217317" y="443951"/>
                </a:cubicBezTo>
                <a:cubicBezTo>
                  <a:pt x="1245962" y="443951"/>
                  <a:pt x="1280732" y="429800"/>
                  <a:pt x="1304349" y="404889"/>
                </a:cubicBezTo>
                <a:lnTo>
                  <a:pt x="1304982" y="405720"/>
                </a:lnTo>
                <a:cubicBezTo>
                  <a:pt x="1282838" y="446784"/>
                  <a:pt x="1241907" y="472139"/>
                  <a:pt x="1189129" y="472139"/>
                </a:cubicBezTo>
                <a:cubicBezTo>
                  <a:pt x="1119507" y="472139"/>
                  <a:pt x="1062992" y="421734"/>
                  <a:pt x="1062303" y="352344"/>
                </a:cubicBezTo>
                <a:lnTo>
                  <a:pt x="1062286" y="352344"/>
                </a:lnTo>
                <a:lnTo>
                  <a:pt x="1062286" y="3"/>
                </a:lnTo>
                <a:lnTo>
                  <a:pt x="1034098" y="3"/>
                </a:lnTo>
                <a:lnTo>
                  <a:pt x="1034098" y="352341"/>
                </a:lnTo>
                <a:lnTo>
                  <a:pt x="1034113" y="352341"/>
                </a:lnTo>
                <a:cubicBezTo>
                  <a:pt x="1034703" y="437411"/>
                  <a:pt x="1103877" y="500322"/>
                  <a:pt x="1189132" y="500322"/>
                </a:cubicBezTo>
                <a:close/>
                <a:moveTo>
                  <a:pt x="562774" y="366435"/>
                </a:moveTo>
                <a:lnTo>
                  <a:pt x="491494" y="535557"/>
                </a:lnTo>
                <a:lnTo>
                  <a:pt x="519684" y="535554"/>
                </a:lnTo>
                <a:lnTo>
                  <a:pt x="519682" y="535557"/>
                </a:lnTo>
                <a:lnTo>
                  <a:pt x="519684" y="535557"/>
                </a:lnTo>
                <a:lnTo>
                  <a:pt x="555322" y="450996"/>
                </a:lnTo>
                <a:lnTo>
                  <a:pt x="794138" y="450996"/>
                </a:lnTo>
                <a:lnTo>
                  <a:pt x="829744" y="535557"/>
                </a:lnTo>
                <a:lnTo>
                  <a:pt x="857932" y="535557"/>
                </a:lnTo>
                <a:lnTo>
                  <a:pt x="810457" y="422808"/>
                </a:lnTo>
                <a:lnTo>
                  <a:pt x="567200" y="422808"/>
                </a:lnTo>
                <a:lnTo>
                  <a:pt x="579078" y="394620"/>
                </a:lnTo>
                <a:lnTo>
                  <a:pt x="826776" y="394620"/>
                </a:lnTo>
                <a:lnTo>
                  <a:pt x="886120" y="535557"/>
                </a:lnTo>
                <a:lnTo>
                  <a:pt x="914308" y="535557"/>
                </a:lnTo>
                <a:lnTo>
                  <a:pt x="843097" y="366435"/>
                </a:lnTo>
                <a:lnTo>
                  <a:pt x="562774" y="366435"/>
                </a:lnTo>
                <a:close/>
                <a:moveTo>
                  <a:pt x="604248" y="0"/>
                </a:moveTo>
                <a:lnTo>
                  <a:pt x="397091" y="491374"/>
                </a:lnTo>
                <a:lnTo>
                  <a:pt x="415032" y="515732"/>
                </a:lnTo>
                <a:lnTo>
                  <a:pt x="632437" y="0"/>
                </a:lnTo>
                <a:lnTo>
                  <a:pt x="604248" y="0"/>
                </a:lnTo>
                <a:close/>
                <a:moveTo>
                  <a:pt x="716998" y="3"/>
                </a:moveTo>
                <a:lnTo>
                  <a:pt x="934130" y="515735"/>
                </a:lnTo>
                <a:lnTo>
                  <a:pt x="952028" y="491377"/>
                </a:lnTo>
                <a:lnTo>
                  <a:pt x="745186" y="3"/>
                </a:lnTo>
                <a:lnTo>
                  <a:pt x="716998" y="3"/>
                </a:lnTo>
                <a:close/>
                <a:moveTo>
                  <a:pt x="546409" y="338247"/>
                </a:moveTo>
                <a:lnTo>
                  <a:pt x="463042" y="535557"/>
                </a:lnTo>
                <a:lnTo>
                  <a:pt x="434854" y="535557"/>
                </a:lnTo>
                <a:lnTo>
                  <a:pt x="646528" y="33467"/>
                </a:lnTo>
                <a:lnTo>
                  <a:pt x="762988" y="310059"/>
                </a:lnTo>
                <a:lnTo>
                  <a:pt x="791176" y="310059"/>
                </a:lnTo>
                <a:lnTo>
                  <a:pt x="660624" y="3"/>
                </a:lnTo>
                <a:lnTo>
                  <a:pt x="688812" y="3"/>
                </a:lnTo>
                <a:lnTo>
                  <a:pt x="831231" y="338247"/>
                </a:lnTo>
                <a:lnTo>
                  <a:pt x="546409" y="338247"/>
                </a:lnTo>
                <a:close/>
                <a:moveTo>
                  <a:pt x="674788" y="167531"/>
                </a:moveTo>
                <a:lnTo>
                  <a:pt x="614721" y="310062"/>
                </a:lnTo>
                <a:lnTo>
                  <a:pt x="734800" y="310062"/>
                </a:lnTo>
                <a:lnTo>
                  <a:pt x="674788" y="167531"/>
                </a:lnTo>
                <a:close/>
                <a:moveTo>
                  <a:pt x="558275" y="310062"/>
                </a:moveTo>
                <a:lnTo>
                  <a:pt x="586535" y="310062"/>
                </a:lnTo>
                <a:lnTo>
                  <a:pt x="660703" y="134072"/>
                </a:lnTo>
                <a:lnTo>
                  <a:pt x="646588" y="100553"/>
                </a:lnTo>
                <a:lnTo>
                  <a:pt x="558275" y="310062"/>
                </a:lnTo>
                <a:close/>
              </a:path>
            </a:pathLst>
          </a:custGeom>
          <a:solidFill>
            <a:srgbClr val="04316A"/>
          </a:solidFill>
          <a:ln w="2892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grpSp>
        <p:nvGrpSpPr>
          <p:cNvPr id="56" name="Gruppieren 55">
            <a:extLst>
              <a:ext uri="{FF2B5EF4-FFF2-40B4-BE49-F238E27FC236}">
                <a16:creationId xmlns:a16="http://schemas.microsoft.com/office/drawing/2014/main" id="{0C3B9D07-F821-46AB-95B1-D19222D00FD7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62" name="Gerader Verbinder 61">
              <a:extLst>
                <a:ext uri="{FF2B5EF4-FFF2-40B4-BE49-F238E27FC236}">
                  <a16:creationId xmlns:a16="http://schemas.microsoft.com/office/drawing/2014/main" id="{22380010-0050-441D-BA9C-97B58351587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Textfeld 62">
              <a:extLst>
                <a:ext uri="{FF2B5EF4-FFF2-40B4-BE49-F238E27FC236}">
                  <a16:creationId xmlns:a16="http://schemas.microsoft.com/office/drawing/2014/main" id="{C13F555F-C26E-4B21-A77C-6CA7380155F8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64" name="Gruppieren 63">
            <a:extLst>
              <a:ext uri="{FF2B5EF4-FFF2-40B4-BE49-F238E27FC236}">
                <a16:creationId xmlns:a16="http://schemas.microsoft.com/office/drawing/2014/main" id="{705760C0-8935-4141-9AEE-BB96816B3799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66" name="Gerader Verbinder 65">
              <a:extLst>
                <a:ext uri="{FF2B5EF4-FFF2-40B4-BE49-F238E27FC236}">
                  <a16:creationId xmlns:a16="http://schemas.microsoft.com/office/drawing/2014/main" id="{EBE9DAC0-7790-4611-B602-40B3CD18C73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Textfeld 66">
              <a:extLst>
                <a:ext uri="{FF2B5EF4-FFF2-40B4-BE49-F238E27FC236}">
                  <a16:creationId xmlns:a16="http://schemas.microsoft.com/office/drawing/2014/main" id="{1FBE1EE4-3D10-40E7-9F1E-627A51E59C61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68" name="Gruppieren 67">
            <a:extLst>
              <a:ext uri="{FF2B5EF4-FFF2-40B4-BE49-F238E27FC236}">
                <a16:creationId xmlns:a16="http://schemas.microsoft.com/office/drawing/2014/main" id="{B25E0919-4E1B-4A97-A1C2-6AE7D2A59920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69" name="Gerader Verbinder 68">
              <a:extLst>
                <a:ext uri="{FF2B5EF4-FFF2-40B4-BE49-F238E27FC236}">
                  <a16:creationId xmlns:a16="http://schemas.microsoft.com/office/drawing/2014/main" id="{849FBB7D-3378-4F36-B80B-3E0BDCA8343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Textfeld 69">
              <a:extLst>
                <a:ext uri="{FF2B5EF4-FFF2-40B4-BE49-F238E27FC236}">
                  <a16:creationId xmlns:a16="http://schemas.microsoft.com/office/drawing/2014/main" id="{6141066E-6566-420D-B6EB-886DF25CCD11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71" name="Gruppieren 70">
            <a:extLst>
              <a:ext uri="{FF2B5EF4-FFF2-40B4-BE49-F238E27FC236}">
                <a16:creationId xmlns:a16="http://schemas.microsoft.com/office/drawing/2014/main" id="{87A742EA-EC3D-47DE-9C2D-533639983C8D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72" name="Gerader Verbinder 71">
              <a:extLst>
                <a:ext uri="{FF2B5EF4-FFF2-40B4-BE49-F238E27FC236}">
                  <a16:creationId xmlns:a16="http://schemas.microsoft.com/office/drawing/2014/main" id="{846719FD-F8B1-447D-8561-7A1E238E8A5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Textfeld 72">
              <a:extLst>
                <a:ext uri="{FF2B5EF4-FFF2-40B4-BE49-F238E27FC236}">
                  <a16:creationId xmlns:a16="http://schemas.microsoft.com/office/drawing/2014/main" id="{2ABDBC31-5895-4E49-887D-433A43B32DBC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74" name="Gruppieren 73">
            <a:extLst>
              <a:ext uri="{FF2B5EF4-FFF2-40B4-BE49-F238E27FC236}">
                <a16:creationId xmlns:a16="http://schemas.microsoft.com/office/drawing/2014/main" id="{AEF4BF1C-C847-48A1-A7BF-3BEE82EF1C59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75" name="Gerader Verbinder 74">
              <a:extLst>
                <a:ext uri="{FF2B5EF4-FFF2-40B4-BE49-F238E27FC236}">
                  <a16:creationId xmlns:a16="http://schemas.microsoft.com/office/drawing/2014/main" id="{1CF60061-B6B2-4FE6-9482-278DFD418BD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Textfeld 75">
              <a:extLst>
                <a:ext uri="{FF2B5EF4-FFF2-40B4-BE49-F238E27FC236}">
                  <a16:creationId xmlns:a16="http://schemas.microsoft.com/office/drawing/2014/main" id="{73D29742-39CB-41E5-B346-BADC9743E285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77" name="Gruppieren 76">
            <a:extLst>
              <a:ext uri="{FF2B5EF4-FFF2-40B4-BE49-F238E27FC236}">
                <a16:creationId xmlns:a16="http://schemas.microsoft.com/office/drawing/2014/main" id="{D55A5473-7182-4B24-8843-51E2ADF3D492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78" name="Gerader Verbinder 77">
              <a:extLst>
                <a:ext uri="{FF2B5EF4-FFF2-40B4-BE49-F238E27FC236}">
                  <a16:creationId xmlns:a16="http://schemas.microsoft.com/office/drawing/2014/main" id="{204A095A-3A24-4259-92A8-4500898AC05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Textfeld 78">
              <a:extLst>
                <a:ext uri="{FF2B5EF4-FFF2-40B4-BE49-F238E27FC236}">
                  <a16:creationId xmlns:a16="http://schemas.microsoft.com/office/drawing/2014/main" id="{82971EAD-9159-4D12-8726-4FBE6AFA23F0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80" name="Gruppieren 79">
            <a:extLst>
              <a:ext uri="{FF2B5EF4-FFF2-40B4-BE49-F238E27FC236}">
                <a16:creationId xmlns:a16="http://schemas.microsoft.com/office/drawing/2014/main" id="{D1FF9524-93DA-476B-89EA-9E475617F2D9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81" name="Gerader Verbinder 80">
              <a:extLst>
                <a:ext uri="{FF2B5EF4-FFF2-40B4-BE49-F238E27FC236}">
                  <a16:creationId xmlns:a16="http://schemas.microsoft.com/office/drawing/2014/main" id="{8DFFD401-DC7D-4F6D-82BF-DC6E357E598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Textfeld 81">
              <a:extLst>
                <a:ext uri="{FF2B5EF4-FFF2-40B4-BE49-F238E27FC236}">
                  <a16:creationId xmlns:a16="http://schemas.microsoft.com/office/drawing/2014/main" id="{36A6CE9C-ECB8-42E6-B61D-3A0F3C4D7A56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83" name="Gruppieren 82">
            <a:extLst>
              <a:ext uri="{FF2B5EF4-FFF2-40B4-BE49-F238E27FC236}">
                <a16:creationId xmlns:a16="http://schemas.microsoft.com/office/drawing/2014/main" id="{20076CAA-CFEC-4359-9762-07ED0661EE26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84" name="Gerader Verbinder 83">
              <a:extLst>
                <a:ext uri="{FF2B5EF4-FFF2-40B4-BE49-F238E27FC236}">
                  <a16:creationId xmlns:a16="http://schemas.microsoft.com/office/drawing/2014/main" id="{91EF761B-D6BF-475C-8903-456E1F05762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Textfeld 84">
              <a:extLst>
                <a:ext uri="{FF2B5EF4-FFF2-40B4-BE49-F238E27FC236}">
                  <a16:creationId xmlns:a16="http://schemas.microsoft.com/office/drawing/2014/main" id="{413A99B1-6C23-41A6-A82B-0EC01B779471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86" name="Gruppieren 85">
            <a:extLst>
              <a:ext uri="{FF2B5EF4-FFF2-40B4-BE49-F238E27FC236}">
                <a16:creationId xmlns:a16="http://schemas.microsoft.com/office/drawing/2014/main" id="{16CE4EF7-E819-4747-A9E4-8C86F991481E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87" name="Gerader Verbinder 86">
              <a:extLst>
                <a:ext uri="{FF2B5EF4-FFF2-40B4-BE49-F238E27FC236}">
                  <a16:creationId xmlns:a16="http://schemas.microsoft.com/office/drawing/2014/main" id="{3B78DE36-86EF-463F-A7E5-0CD3043C9F4D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Textfeld 87">
              <a:extLst>
                <a:ext uri="{FF2B5EF4-FFF2-40B4-BE49-F238E27FC236}">
                  <a16:creationId xmlns:a16="http://schemas.microsoft.com/office/drawing/2014/main" id="{EAD15804-28A7-4690-889A-7D8A91A7D478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89" name="Gerader Verbinder 88">
            <a:extLst>
              <a:ext uri="{FF2B5EF4-FFF2-40B4-BE49-F238E27FC236}">
                <a16:creationId xmlns:a16="http://schemas.microsoft.com/office/drawing/2014/main" id="{9023C4F7-97EF-4D2F-9223-1AFEE89D9C68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0" name="Gruppieren 89">
            <a:extLst>
              <a:ext uri="{FF2B5EF4-FFF2-40B4-BE49-F238E27FC236}">
                <a16:creationId xmlns:a16="http://schemas.microsoft.com/office/drawing/2014/main" id="{D5072DFD-BA29-43BB-A0B1-01F593A0242E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91" name="Gerader Verbinder 90">
              <a:extLst>
                <a:ext uri="{FF2B5EF4-FFF2-40B4-BE49-F238E27FC236}">
                  <a16:creationId xmlns:a16="http://schemas.microsoft.com/office/drawing/2014/main" id="{A9C77A6D-E177-4B69-A5A1-6B77E4229F3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Textfeld 91">
              <a:extLst>
                <a:ext uri="{FF2B5EF4-FFF2-40B4-BE49-F238E27FC236}">
                  <a16:creationId xmlns:a16="http://schemas.microsoft.com/office/drawing/2014/main" id="{701274C6-5A42-4082-BC4B-8532BFB4CC40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93" name="Grafik 3">
            <a:extLst>
              <a:ext uri="{FF2B5EF4-FFF2-40B4-BE49-F238E27FC236}">
                <a16:creationId xmlns:a16="http://schemas.microsoft.com/office/drawing/2014/main" id="{7E4B01F7-E6A0-411E-9B52-963FFE045C73}"/>
              </a:ext>
            </a:extLst>
          </p:cNvPr>
          <p:cNvGrpSpPr/>
          <p:nvPr userDrawn="1"/>
        </p:nvGrpSpPr>
        <p:grpSpPr>
          <a:xfrm>
            <a:off x="520163" y="293688"/>
            <a:ext cx="2592820" cy="556499"/>
            <a:chOff x="1648912" y="-143138"/>
            <a:chExt cx="2305525" cy="494837"/>
          </a:xfrm>
          <a:solidFill>
            <a:srgbClr val="04316A"/>
          </a:solidFill>
        </p:grpSpPr>
        <p:sp>
          <p:nvSpPr>
            <p:cNvPr id="94" name="Freihandform: Form 93">
              <a:extLst>
                <a:ext uri="{FF2B5EF4-FFF2-40B4-BE49-F238E27FC236}">
                  <a16:creationId xmlns:a16="http://schemas.microsoft.com/office/drawing/2014/main" id="{A565D70E-48E9-4A7C-92E8-0E0D01C46C00}"/>
                </a:ext>
              </a:extLst>
            </p:cNvPr>
            <p:cNvSpPr/>
            <p:nvPr/>
          </p:nvSpPr>
          <p:spPr>
            <a:xfrm>
              <a:off x="1648912" y="-137135"/>
              <a:ext cx="69751" cy="110916"/>
            </a:xfrm>
            <a:custGeom>
              <a:avLst/>
              <a:gdLst>
                <a:gd name="connsiteX0" fmla="*/ 69752 w 69751"/>
                <a:gd name="connsiteY0" fmla="*/ 18296 h 110916"/>
                <a:gd name="connsiteX1" fmla="*/ 19725 w 69751"/>
                <a:gd name="connsiteY1" fmla="*/ 18296 h 110916"/>
                <a:gd name="connsiteX2" fmla="*/ 19725 w 69751"/>
                <a:gd name="connsiteY2" fmla="*/ 45739 h 110916"/>
                <a:gd name="connsiteX3" fmla="*/ 56888 w 69751"/>
                <a:gd name="connsiteY3" fmla="*/ 45739 h 110916"/>
                <a:gd name="connsiteX4" fmla="*/ 56888 w 69751"/>
                <a:gd name="connsiteY4" fmla="*/ 63749 h 110916"/>
                <a:gd name="connsiteX5" fmla="*/ 19725 w 69751"/>
                <a:gd name="connsiteY5" fmla="*/ 63749 h 110916"/>
                <a:gd name="connsiteX6" fmla="*/ 19725 w 69751"/>
                <a:gd name="connsiteY6" fmla="*/ 110917 h 110916"/>
                <a:gd name="connsiteX7" fmla="*/ 0 w 69751"/>
                <a:gd name="connsiteY7" fmla="*/ 110917 h 110916"/>
                <a:gd name="connsiteX8" fmla="*/ 0 w 69751"/>
                <a:gd name="connsiteY8" fmla="*/ 0 h 110916"/>
                <a:gd name="connsiteX9" fmla="*/ 69466 w 69751"/>
                <a:gd name="connsiteY9" fmla="*/ 0 h 110916"/>
                <a:gd name="connsiteX10" fmla="*/ 69466 w 69751"/>
                <a:gd name="connsiteY10" fmla="*/ 18296 h 110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751" h="110916">
                  <a:moveTo>
                    <a:pt x="69752" y="18296"/>
                  </a:moveTo>
                  <a:lnTo>
                    <a:pt x="19725" y="18296"/>
                  </a:lnTo>
                  <a:lnTo>
                    <a:pt x="19725" y="45739"/>
                  </a:lnTo>
                  <a:lnTo>
                    <a:pt x="56888" y="45739"/>
                  </a:lnTo>
                  <a:lnTo>
                    <a:pt x="56888" y="63749"/>
                  </a:lnTo>
                  <a:lnTo>
                    <a:pt x="19725" y="63749"/>
                  </a:lnTo>
                  <a:lnTo>
                    <a:pt x="19725" y="110917"/>
                  </a:lnTo>
                  <a:lnTo>
                    <a:pt x="0" y="110917"/>
                  </a:lnTo>
                  <a:lnTo>
                    <a:pt x="0" y="0"/>
                  </a:lnTo>
                  <a:lnTo>
                    <a:pt x="69466" y="0"/>
                  </a:lnTo>
                  <a:lnTo>
                    <a:pt x="69466" y="18296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5" name="Freihandform: Form 94">
              <a:extLst>
                <a:ext uri="{FF2B5EF4-FFF2-40B4-BE49-F238E27FC236}">
                  <a16:creationId xmlns:a16="http://schemas.microsoft.com/office/drawing/2014/main" id="{DE755454-569D-4A24-B052-250BF7AF1B02}"/>
                </a:ext>
              </a:extLst>
            </p:cNvPr>
            <p:cNvSpPr/>
            <p:nvPr/>
          </p:nvSpPr>
          <p:spPr>
            <a:xfrm>
              <a:off x="1729527" y="-108335"/>
              <a:ext cx="48025" cy="81831"/>
            </a:xfrm>
            <a:custGeom>
              <a:avLst/>
              <a:gdLst>
                <a:gd name="connsiteX0" fmla="*/ 48026 w 48025"/>
                <a:gd name="connsiteY0" fmla="*/ 1502 h 81831"/>
                <a:gd name="connsiteX1" fmla="*/ 45167 w 48025"/>
                <a:gd name="connsiteY1" fmla="*/ 20655 h 81831"/>
                <a:gd name="connsiteX2" fmla="*/ 34876 w 48025"/>
                <a:gd name="connsiteY2" fmla="*/ 18083 h 81831"/>
                <a:gd name="connsiteX3" fmla="*/ 18581 w 48025"/>
                <a:gd name="connsiteY3" fmla="*/ 40666 h 81831"/>
                <a:gd name="connsiteX4" fmla="*/ 18581 w 48025"/>
                <a:gd name="connsiteY4" fmla="*/ 81831 h 81831"/>
                <a:gd name="connsiteX5" fmla="*/ 0 w 48025"/>
                <a:gd name="connsiteY5" fmla="*/ 81831 h 81831"/>
                <a:gd name="connsiteX6" fmla="*/ 0 w 48025"/>
                <a:gd name="connsiteY6" fmla="*/ 1788 h 81831"/>
                <a:gd name="connsiteX7" fmla="*/ 18296 w 48025"/>
                <a:gd name="connsiteY7" fmla="*/ 1788 h 81831"/>
                <a:gd name="connsiteX8" fmla="*/ 18296 w 48025"/>
                <a:gd name="connsiteY8" fmla="*/ 12079 h 81831"/>
                <a:gd name="connsiteX9" fmla="*/ 18581 w 48025"/>
                <a:gd name="connsiteY9" fmla="*/ 12079 h 81831"/>
                <a:gd name="connsiteX10" fmla="*/ 39450 w 48025"/>
                <a:gd name="connsiteY10" fmla="*/ 73 h 81831"/>
                <a:gd name="connsiteX11" fmla="*/ 48026 w 48025"/>
                <a:gd name="connsiteY11" fmla="*/ 1502 h 81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8025" h="81831">
                  <a:moveTo>
                    <a:pt x="48026" y="1502"/>
                  </a:moveTo>
                  <a:lnTo>
                    <a:pt x="45167" y="20655"/>
                  </a:lnTo>
                  <a:cubicBezTo>
                    <a:pt x="42308" y="19226"/>
                    <a:pt x="38878" y="18083"/>
                    <a:pt x="34876" y="18083"/>
                  </a:cubicBezTo>
                  <a:cubicBezTo>
                    <a:pt x="22012" y="18083"/>
                    <a:pt x="18581" y="28374"/>
                    <a:pt x="18581" y="40666"/>
                  </a:cubicBezTo>
                  <a:lnTo>
                    <a:pt x="18581" y="81831"/>
                  </a:lnTo>
                  <a:lnTo>
                    <a:pt x="0" y="81831"/>
                  </a:lnTo>
                  <a:lnTo>
                    <a:pt x="0" y="1788"/>
                  </a:lnTo>
                  <a:lnTo>
                    <a:pt x="18296" y="1788"/>
                  </a:lnTo>
                  <a:lnTo>
                    <a:pt x="18296" y="12079"/>
                  </a:lnTo>
                  <a:lnTo>
                    <a:pt x="18581" y="12079"/>
                  </a:lnTo>
                  <a:cubicBezTo>
                    <a:pt x="22869" y="4647"/>
                    <a:pt x="30302" y="73"/>
                    <a:pt x="39450" y="73"/>
                  </a:cubicBezTo>
                  <a:cubicBezTo>
                    <a:pt x="42023" y="-213"/>
                    <a:pt x="45167" y="359"/>
                    <a:pt x="48026" y="1502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6" name="Freihandform: Form 95">
              <a:extLst>
                <a:ext uri="{FF2B5EF4-FFF2-40B4-BE49-F238E27FC236}">
                  <a16:creationId xmlns:a16="http://schemas.microsoft.com/office/drawing/2014/main" id="{A9B7A488-9DF4-4A39-B41E-7BF709A81808}"/>
                </a:ext>
              </a:extLst>
            </p:cNvPr>
            <p:cNvSpPr/>
            <p:nvPr/>
          </p:nvSpPr>
          <p:spPr>
            <a:xfrm>
              <a:off x="1790989" y="-141994"/>
              <a:ext cx="23727" cy="115490"/>
            </a:xfrm>
            <a:custGeom>
              <a:avLst/>
              <a:gdLst>
                <a:gd name="connsiteX0" fmla="*/ 23727 w 23727"/>
                <a:gd name="connsiteY0" fmla="*/ 11435 h 115490"/>
                <a:gd name="connsiteX1" fmla="*/ 11721 w 23727"/>
                <a:gd name="connsiteY1" fmla="*/ 22869 h 115490"/>
                <a:gd name="connsiteX2" fmla="*/ 0 w 23727"/>
                <a:gd name="connsiteY2" fmla="*/ 11435 h 115490"/>
                <a:gd name="connsiteX3" fmla="*/ 11721 w 23727"/>
                <a:gd name="connsiteY3" fmla="*/ 0 h 115490"/>
                <a:gd name="connsiteX4" fmla="*/ 23727 w 23727"/>
                <a:gd name="connsiteY4" fmla="*/ 11435 h 115490"/>
                <a:gd name="connsiteX5" fmla="*/ 21154 w 23727"/>
                <a:gd name="connsiteY5" fmla="*/ 115491 h 115490"/>
                <a:gd name="connsiteX6" fmla="*/ 2573 w 23727"/>
                <a:gd name="connsiteY6" fmla="*/ 115491 h 115490"/>
                <a:gd name="connsiteX7" fmla="*/ 2573 w 23727"/>
                <a:gd name="connsiteY7" fmla="*/ 35448 h 115490"/>
                <a:gd name="connsiteX8" fmla="*/ 21154 w 23727"/>
                <a:gd name="connsiteY8" fmla="*/ 35448 h 115490"/>
                <a:gd name="connsiteX9" fmla="*/ 21154 w 23727"/>
                <a:gd name="connsiteY9" fmla="*/ 115491 h 115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727" h="115490">
                  <a:moveTo>
                    <a:pt x="23727" y="11435"/>
                  </a:moveTo>
                  <a:cubicBezTo>
                    <a:pt x="23727" y="18010"/>
                    <a:pt x="18296" y="22869"/>
                    <a:pt x="11721" y="22869"/>
                  </a:cubicBezTo>
                  <a:cubicBezTo>
                    <a:pt x="5146" y="22869"/>
                    <a:pt x="0" y="18296"/>
                    <a:pt x="0" y="11435"/>
                  </a:cubicBezTo>
                  <a:cubicBezTo>
                    <a:pt x="0" y="4860"/>
                    <a:pt x="5431" y="0"/>
                    <a:pt x="11721" y="0"/>
                  </a:cubicBezTo>
                  <a:cubicBezTo>
                    <a:pt x="18296" y="0"/>
                    <a:pt x="23727" y="4860"/>
                    <a:pt x="23727" y="11435"/>
                  </a:cubicBezTo>
                  <a:close/>
                  <a:moveTo>
                    <a:pt x="21154" y="115491"/>
                  </a:moveTo>
                  <a:lnTo>
                    <a:pt x="2573" y="115491"/>
                  </a:lnTo>
                  <a:lnTo>
                    <a:pt x="2573" y="35448"/>
                  </a:lnTo>
                  <a:lnTo>
                    <a:pt x="21154" y="35448"/>
                  </a:lnTo>
                  <a:lnTo>
                    <a:pt x="21154" y="11549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7" name="Freihandform: Form 96">
              <a:extLst>
                <a:ext uri="{FF2B5EF4-FFF2-40B4-BE49-F238E27FC236}">
                  <a16:creationId xmlns:a16="http://schemas.microsoft.com/office/drawing/2014/main" id="{B3F6AB0F-8CCD-4767-A574-43CCC1786747}"/>
                </a:ext>
              </a:extLst>
            </p:cNvPr>
            <p:cNvSpPr/>
            <p:nvPr/>
          </p:nvSpPr>
          <p:spPr>
            <a:xfrm>
              <a:off x="1831868" y="-108262"/>
              <a:ext cx="72896" cy="83759"/>
            </a:xfrm>
            <a:custGeom>
              <a:avLst/>
              <a:gdLst>
                <a:gd name="connsiteX0" fmla="*/ 39736 w 72896"/>
                <a:gd name="connsiteY0" fmla="*/ 83759 h 83759"/>
                <a:gd name="connsiteX1" fmla="*/ 0 w 72896"/>
                <a:gd name="connsiteY1" fmla="*/ 41737 h 83759"/>
                <a:gd name="connsiteX2" fmla="*/ 37449 w 72896"/>
                <a:gd name="connsiteY2" fmla="*/ 0 h 83759"/>
                <a:gd name="connsiteX3" fmla="*/ 72896 w 72896"/>
                <a:gd name="connsiteY3" fmla="*/ 40593 h 83759"/>
                <a:gd name="connsiteX4" fmla="*/ 72610 w 72896"/>
                <a:gd name="connsiteY4" fmla="*/ 48312 h 83759"/>
                <a:gd name="connsiteX5" fmla="*/ 18867 w 72896"/>
                <a:gd name="connsiteY5" fmla="*/ 48312 h 83759"/>
                <a:gd name="connsiteX6" fmla="*/ 39736 w 72896"/>
                <a:gd name="connsiteY6" fmla="*/ 67751 h 83759"/>
                <a:gd name="connsiteX7" fmla="*/ 59461 w 72896"/>
                <a:gd name="connsiteY7" fmla="*/ 58317 h 83759"/>
                <a:gd name="connsiteX8" fmla="*/ 71181 w 72896"/>
                <a:gd name="connsiteY8" fmla="*/ 70609 h 83759"/>
                <a:gd name="connsiteX9" fmla="*/ 39736 w 72896"/>
                <a:gd name="connsiteY9" fmla="*/ 83759 h 83759"/>
                <a:gd name="connsiteX10" fmla="*/ 18581 w 72896"/>
                <a:gd name="connsiteY10" fmla="*/ 34590 h 83759"/>
                <a:gd name="connsiteX11" fmla="*/ 54887 w 72896"/>
                <a:gd name="connsiteY11" fmla="*/ 34590 h 83759"/>
                <a:gd name="connsiteX12" fmla="*/ 37163 w 72896"/>
                <a:gd name="connsiteY12" fmla="*/ 15151 h 83759"/>
                <a:gd name="connsiteX13" fmla="*/ 18581 w 72896"/>
                <a:gd name="connsiteY13" fmla="*/ 34590 h 8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2896" h="83759">
                  <a:moveTo>
                    <a:pt x="39736" y="83759"/>
                  </a:moveTo>
                  <a:cubicBezTo>
                    <a:pt x="16009" y="83759"/>
                    <a:pt x="0" y="66893"/>
                    <a:pt x="0" y="41737"/>
                  </a:cubicBezTo>
                  <a:cubicBezTo>
                    <a:pt x="0" y="16866"/>
                    <a:pt x="15151" y="0"/>
                    <a:pt x="37449" y="0"/>
                  </a:cubicBezTo>
                  <a:cubicBezTo>
                    <a:pt x="58889" y="0"/>
                    <a:pt x="72896" y="16009"/>
                    <a:pt x="72896" y="40593"/>
                  </a:cubicBezTo>
                  <a:cubicBezTo>
                    <a:pt x="72896" y="43166"/>
                    <a:pt x="72610" y="46025"/>
                    <a:pt x="72610" y="48312"/>
                  </a:cubicBezTo>
                  <a:lnTo>
                    <a:pt x="18867" y="48312"/>
                  </a:lnTo>
                  <a:cubicBezTo>
                    <a:pt x="20868" y="60604"/>
                    <a:pt x="28301" y="67751"/>
                    <a:pt x="39736" y="67751"/>
                  </a:cubicBezTo>
                  <a:cubicBezTo>
                    <a:pt x="47168" y="67751"/>
                    <a:pt x="53171" y="64892"/>
                    <a:pt x="59461" y="58317"/>
                  </a:cubicBezTo>
                  <a:lnTo>
                    <a:pt x="71181" y="70609"/>
                  </a:lnTo>
                  <a:cubicBezTo>
                    <a:pt x="62033" y="79471"/>
                    <a:pt x="51742" y="83759"/>
                    <a:pt x="39736" y="83759"/>
                  </a:cubicBezTo>
                  <a:close/>
                  <a:moveTo>
                    <a:pt x="18581" y="34590"/>
                  </a:moveTo>
                  <a:lnTo>
                    <a:pt x="54887" y="34590"/>
                  </a:lnTo>
                  <a:cubicBezTo>
                    <a:pt x="54029" y="22298"/>
                    <a:pt x="47740" y="15151"/>
                    <a:pt x="37163" y="15151"/>
                  </a:cubicBezTo>
                  <a:cubicBezTo>
                    <a:pt x="26872" y="15151"/>
                    <a:pt x="20297" y="22298"/>
                    <a:pt x="18581" y="34590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8" name="Freihandform: Form 97">
              <a:extLst>
                <a:ext uri="{FF2B5EF4-FFF2-40B4-BE49-F238E27FC236}">
                  <a16:creationId xmlns:a16="http://schemas.microsoft.com/office/drawing/2014/main" id="{F0305C3D-2CBC-4736-8D8A-2BFEB5B6B41B}"/>
                </a:ext>
              </a:extLst>
            </p:cNvPr>
            <p:cNvSpPr/>
            <p:nvPr/>
          </p:nvSpPr>
          <p:spPr>
            <a:xfrm>
              <a:off x="1921344" y="-143138"/>
              <a:ext cx="74611" cy="118921"/>
            </a:xfrm>
            <a:custGeom>
              <a:avLst/>
              <a:gdLst>
                <a:gd name="connsiteX0" fmla="*/ 0 w 74611"/>
                <a:gd name="connsiteY0" fmla="*/ 76613 h 118921"/>
                <a:gd name="connsiteX1" fmla="*/ 32589 w 74611"/>
                <a:gd name="connsiteY1" fmla="*/ 34876 h 118921"/>
                <a:gd name="connsiteX2" fmla="*/ 55744 w 74611"/>
                <a:gd name="connsiteY2" fmla="*/ 45739 h 118921"/>
                <a:gd name="connsiteX3" fmla="*/ 56030 w 74611"/>
                <a:gd name="connsiteY3" fmla="*/ 45739 h 118921"/>
                <a:gd name="connsiteX4" fmla="*/ 56030 w 74611"/>
                <a:gd name="connsiteY4" fmla="*/ 4574 h 118921"/>
                <a:gd name="connsiteX5" fmla="*/ 74612 w 74611"/>
                <a:gd name="connsiteY5" fmla="*/ 0 h 118921"/>
                <a:gd name="connsiteX6" fmla="*/ 74612 w 74611"/>
                <a:gd name="connsiteY6" fmla="*/ 116920 h 118921"/>
                <a:gd name="connsiteX7" fmla="*/ 56316 w 74611"/>
                <a:gd name="connsiteY7" fmla="*/ 116920 h 118921"/>
                <a:gd name="connsiteX8" fmla="*/ 56316 w 74611"/>
                <a:gd name="connsiteY8" fmla="*/ 107486 h 118921"/>
                <a:gd name="connsiteX9" fmla="*/ 56030 w 74611"/>
                <a:gd name="connsiteY9" fmla="*/ 107486 h 118921"/>
                <a:gd name="connsiteX10" fmla="*/ 32017 w 74611"/>
                <a:gd name="connsiteY10" fmla="*/ 118921 h 118921"/>
                <a:gd name="connsiteX11" fmla="*/ 0 w 74611"/>
                <a:gd name="connsiteY11" fmla="*/ 76613 h 118921"/>
                <a:gd name="connsiteX12" fmla="*/ 18296 w 74611"/>
                <a:gd name="connsiteY12" fmla="*/ 76613 h 118921"/>
                <a:gd name="connsiteX13" fmla="*/ 36877 w 74611"/>
                <a:gd name="connsiteY13" fmla="*/ 102341 h 118921"/>
                <a:gd name="connsiteX14" fmla="*/ 56030 w 74611"/>
                <a:gd name="connsiteY14" fmla="*/ 91764 h 118921"/>
                <a:gd name="connsiteX15" fmla="*/ 56030 w 74611"/>
                <a:gd name="connsiteY15" fmla="*/ 62319 h 118921"/>
                <a:gd name="connsiteX16" fmla="*/ 36877 w 74611"/>
                <a:gd name="connsiteY16" fmla="*/ 51742 h 118921"/>
                <a:gd name="connsiteX17" fmla="*/ 18296 w 74611"/>
                <a:gd name="connsiteY17" fmla="*/ 76613 h 118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4611" h="118921">
                  <a:moveTo>
                    <a:pt x="0" y="76613"/>
                  </a:moveTo>
                  <a:cubicBezTo>
                    <a:pt x="0" y="50885"/>
                    <a:pt x="13150" y="34876"/>
                    <a:pt x="32589" y="34876"/>
                  </a:cubicBezTo>
                  <a:cubicBezTo>
                    <a:pt x="42594" y="34876"/>
                    <a:pt x="50599" y="39164"/>
                    <a:pt x="55744" y="45739"/>
                  </a:cubicBezTo>
                  <a:lnTo>
                    <a:pt x="56030" y="45739"/>
                  </a:lnTo>
                  <a:lnTo>
                    <a:pt x="56030" y="4574"/>
                  </a:lnTo>
                  <a:lnTo>
                    <a:pt x="74612" y="0"/>
                  </a:lnTo>
                  <a:lnTo>
                    <a:pt x="74612" y="116920"/>
                  </a:lnTo>
                  <a:lnTo>
                    <a:pt x="56316" y="116920"/>
                  </a:lnTo>
                  <a:lnTo>
                    <a:pt x="56316" y="107486"/>
                  </a:lnTo>
                  <a:lnTo>
                    <a:pt x="56030" y="107486"/>
                  </a:lnTo>
                  <a:cubicBezTo>
                    <a:pt x="50313" y="114633"/>
                    <a:pt x="42023" y="118921"/>
                    <a:pt x="32017" y="118921"/>
                  </a:cubicBezTo>
                  <a:cubicBezTo>
                    <a:pt x="13150" y="118635"/>
                    <a:pt x="0" y="102341"/>
                    <a:pt x="0" y="76613"/>
                  </a:cubicBezTo>
                  <a:close/>
                  <a:moveTo>
                    <a:pt x="18296" y="76613"/>
                  </a:moveTo>
                  <a:cubicBezTo>
                    <a:pt x="18296" y="92907"/>
                    <a:pt x="25156" y="102341"/>
                    <a:pt x="36877" y="102341"/>
                  </a:cubicBezTo>
                  <a:cubicBezTo>
                    <a:pt x="44024" y="102341"/>
                    <a:pt x="50027" y="98910"/>
                    <a:pt x="56030" y="91764"/>
                  </a:cubicBezTo>
                  <a:lnTo>
                    <a:pt x="56030" y="62319"/>
                  </a:lnTo>
                  <a:cubicBezTo>
                    <a:pt x="50599" y="55173"/>
                    <a:pt x="44595" y="51742"/>
                    <a:pt x="36877" y="51742"/>
                  </a:cubicBezTo>
                  <a:cubicBezTo>
                    <a:pt x="24871" y="51742"/>
                    <a:pt x="18296" y="60604"/>
                    <a:pt x="18296" y="76613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9" name="Freihandform: Form 98">
              <a:extLst>
                <a:ext uri="{FF2B5EF4-FFF2-40B4-BE49-F238E27FC236}">
                  <a16:creationId xmlns:a16="http://schemas.microsoft.com/office/drawing/2014/main" id="{B71643BC-9B46-4580-8889-D8099D3A4C0A}"/>
                </a:ext>
              </a:extLst>
            </p:cNvPr>
            <p:cNvSpPr/>
            <p:nvPr/>
          </p:nvSpPr>
          <p:spPr>
            <a:xfrm>
              <a:off x="2020826" y="-108335"/>
              <a:ext cx="48025" cy="81831"/>
            </a:xfrm>
            <a:custGeom>
              <a:avLst/>
              <a:gdLst>
                <a:gd name="connsiteX0" fmla="*/ 48026 w 48025"/>
                <a:gd name="connsiteY0" fmla="*/ 1502 h 81831"/>
                <a:gd name="connsiteX1" fmla="*/ 45167 w 48025"/>
                <a:gd name="connsiteY1" fmla="*/ 20655 h 81831"/>
                <a:gd name="connsiteX2" fmla="*/ 34876 w 48025"/>
                <a:gd name="connsiteY2" fmla="*/ 18083 h 81831"/>
                <a:gd name="connsiteX3" fmla="*/ 18581 w 48025"/>
                <a:gd name="connsiteY3" fmla="*/ 40666 h 81831"/>
                <a:gd name="connsiteX4" fmla="*/ 18581 w 48025"/>
                <a:gd name="connsiteY4" fmla="*/ 81831 h 81831"/>
                <a:gd name="connsiteX5" fmla="*/ 0 w 48025"/>
                <a:gd name="connsiteY5" fmla="*/ 81831 h 81831"/>
                <a:gd name="connsiteX6" fmla="*/ 0 w 48025"/>
                <a:gd name="connsiteY6" fmla="*/ 1788 h 81831"/>
                <a:gd name="connsiteX7" fmla="*/ 18296 w 48025"/>
                <a:gd name="connsiteY7" fmla="*/ 1788 h 81831"/>
                <a:gd name="connsiteX8" fmla="*/ 18296 w 48025"/>
                <a:gd name="connsiteY8" fmla="*/ 12079 h 81831"/>
                <a:gd name="connsiteX9" fmla="*/ 18581 w 48025"/>
                <a:gd name="connsiteY9" fmla="*/ 12079 h 81831"/>
                <a:gd name="connsiteX10" fmla="*/ 39450 w 48025"/>
                <a:gd name="connsiteY10" fmla="*/ 73 h 81831"/>
                <a:gd name="connsiteX11" fmla="*/ 48026 w 48025"/>
                <a:gd name="connsiteY11" fmla="*/ 1502 h 81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8025" h="81831">
                  <a:moveTo>
                    <a:pt x="48026" y="1502"/>
                  </a:moveTo>
                  <a:lnTo>
                    <a:pt x="45167" y="20655"/>
                  </a:lnTo>
                  <a:cubicBezTo>
                    <a:pt x="42308" y="19226"/>
                    <a:pt x="38878" y="18083"/>
                    <a:pt x="34876" y="18083"/>
                  </a:cubicBezTo>
                  <a:cubicBezTo>
                    <a:pt x="22012" y="18083"/>
                    <a:pt x="18581" y="28374"/>
                    <a:pt x="18581" y="40666"/>
                  </a:cubicBezTo>
                  <a:lnTo>
                    <a:pt x="18581" y="81831"/>
                  </a:lnTo>
                  <a:lnTo>
                    <a:pt x="0" y="81831"/>
                  </a:lnTo>
                  <a:lnTo>
                    <a:pt x="0" y="1788"/>
                  </a:lnTo>
                  <a:lnTo>
                    <a:pt x="18296" y="1788"/>
                  </a:lnTo>
                  <a:lnTo>
                    <a:pt x="18296" y="12079"/>
                  </a:lnTo>
                  <a:lnTo>
                    <a:pt x="18581" y="12079"/>
                  </a:lnTo>
                  <a:cubicBezTo>
                    <a:pt x="22869" y="4647"/>
                    <a:pt x="30302" y="73"/>
                    <a:pt x="39450" y="73"/>
                  </a:cubicBezTo>
                  <a:cubicBezTo>
                    <a:pt x="42023" y="-213"/>
                    <a:pt x="45167" y="359"/>
                    <a:pt x="48026" y="1502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0" name="Freihandform: Form 99">
              <a:extLst>
                <a:ext uri="{FF2B5EF4-FFF2-40B4-BE49-F238E27FC236}">
                  <a16:creationId xmlns:a16="http://schemas.microsoft.com/office/drawing/2014/main" id="{700178AB-232D-4D5A-ACAD-DABEF1A4DD9B}"/>
                </a:ext>
              </a:extLst>
            </p:cNvPr>
            <p:cNvSpPr/>
            <p:nvPr/>
          </p:nvSpPr>
          <p:spPr>
            <a:xfrm>
              <a:off x="2082002" y="-141994"/>
              <a:ext cx="23727" cy="115490"/>
            </a:xfrm>
            <a:custGeom>
              <a:avLst/>
              <a:gdLst>
                <a:gd name="connsiteX0" fmla="*/ 23727 w 23727"/>
                <a:gd name="connsiteY0" fmla="*/ 11435 h 115490"/>
                <a:gd name="connsiteX1" fmla="*/ 11721 w 23727"/>
                <a:gd name="connsiteY1" fmla="*/ 22869 h 115490"/>
                <a:gd name="connsiteX2" fmla="*/ 0 w 23727"/>
                <a:gd name="connsiteY2" fmla="*/ 11435 h 115490"/>
                <a:gd name="connsiteX3" fmla="*/ 11721 w 23727"/>
                <a:gd name="connsiteY3" fmla="*/ 0 h 115490"/>
                <a:gd name="connsiteX4" fmla="*/ 23727 w 23727"/>
                <a:gd name="connsiteY4" fmla="*/ 11435 h 115490"/>
                <a:gd name="connsiteX5" fmla="*/ 21440 w 23727"/>
                <a:gd name="connsiteY5" fmla="*/ 115491 h 115490"/>
                <a:gd name="connsiteX6" fmla="*/ 2859 w 23727"/>
                <a:gd name="connsiteY6" fmla="*/ 115491 h 115490"/>
                <a:gd name="connsiteX7" fmla="*/ 2859 w 23727"/>
                <a:gd name="connsiteY7" fmla="*/ 35448 h 115490"/>
                <a:gd name="connsiteX8" fmla="*/ 21440 w 23727"/>
                <a:gd name="connsiteY8" fmla="*/ 35448 h 115490"/>
                <a:gd name="connsiteX9" fmla="*/ 21440 w 23727"/>
                <a:gd name="connsiteY9" fmla="*/ 115491 h 115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727" h="115490">
                  <a:moveTo>
                    <a:pt x="23727" y="11435"/>
                  </a:moveTo>
                  <a:cubicBezTo>
                    <a:pt x="23727" y="18010"/>
                    <a:pt x="18296" y="22869"/>
                    <a:pt x="11721" y="22869"/>
                  </a:cubicBezTo>
                  <a:cubicBezTo>
                    <a:pt x="5146" y="22869"/>
                    <a:pt x="0" y="18296"/>
                    <a:pt x="0" y="11435"/>
                  </a:cubicBezTo>
                  <a:cubicBezTo>
                    <a:pt x="0" y="4860"/>
                    <a:pt x="5431" y="0"/>
                    <a:pt x="11721" y="0"/>
                  </a:cubicBezTo>
                  <a:cubicBezTo>
                    <a:pt x="18581" y="0"/>
                    <a:pt x="23727" y="4860"/>
                    <a:pt x="23727" y="11435"/>
                  </a:cubicBezTo>
                  <a:close/>
                  <a:moveTo>
                    <a:pt x="21440" y="115491"/>
                  </a:moveTo>
                  <a:lnTo>
                    <a:pt x="2859" y="115491"/>
                  </a:lnTo>
                  <a:lnTo>
                    <a:pt x="2859" y="35448"/>
                  </a:lnTo>
                  <a:lnTo>
                    <a:pt x="21440" y="35448"/>
                  </a:lnTo>
                  <a:lnTo>
                    <a:pt x="21440" y="11549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1" name="Freihandform: Form 100">
              <a:extLst>
                <a:ext uri="{FF2B5EF4-FFF2-40B4-BE49-F238E27FC236}">
                  <a16:creationId xmlns:a16="http://schemas.microsoft.com/office/drawing/2014/main" id="{E2ADD62A-6877-414D-BAEC-EA2065214D96}"/>
                </a:ext>
              </a:extLst>
            </p:cNvPr>
            <p:cNvSpPr/>
            <p:nvPr/>
          </p:nvSpPr>
          <p:spPr>
            <a:xfrm>
              <a:off x="2123453" y="-108548"/>
              <a:ext cx="67464" cy="84045"/>
            </a:xfrm>
            <a:custGeom>
              <a:avLst/>
              <a:gdLst>
                <a:gd name="connsiteX0" fmla="*/ 66893 w 67464"/>
                <a:gd name="connsiteY0" fmla="*/ 71181 h 84045"/>
                <a:gd name="connsiteX1" fmla="*/ 38306 w 67464"/>
                <a:gd name="connsiteY1" fmla="*/ 84045 h 84045"/>
                <a:gd name="connsiteX2" fmla="*/ 0 w 67464"/>
                <a:gd name="connsiteY2" fmla="*/ 42308 h 84045"/>
                <a:gd name="connsiteX3" fmla="*/ 38592 w 67464"/>
                <a:gd name="connsiteY3" fmla="*/ 0 h 84045"/>
                <a:gd name="connsiteX4" fmla="*/ 67465 w 67464"/>
                <a:gd name="connsiteY4" fmla="*/ 13722 h 84045"/>
                <a:gd name="connsiteX5" fmla="*/ 54601 w 67464"/>
                <a:gd name="connsiteY5" fmla="*/ 26014 h 84045"/>
                <a:gd name="connsiteX6" fmla="*/ 38592 w 67464"/>
                <a:gd name="connsiteY6" fmla="*/ 17152 h 84045"/>
                <a:gd name="connsiteX7" fmla="*/ 18867 w 67464"/>
                <a:gd name="connsiteY7" fmla="*/ 42023 h 84045"/>
                <a:gd name="connsiteX8" fmla="*/ 38592 w 67464"/>
                <a:gd name="connsiteY8" fmla="*/ 66893 h 84045"/>
                <a:gd name="connsiteX9" fmla="*/ 55173 w 67464"/>
                <a:gd name="connsiteY9" fmla="*/ 58031 h 84045"/>
                <a:gd name="connsiteX10" fmla="*/ 66893 w 67464"/>
                <a:gd name="connsiteY10" fmla="*/ 71181 h 84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7464" h="84045">
                  <a:moveTo>
                    <a:pt x="66893" y="71181"/>
                  </a:moveTo>
                  <a:cubicBezTo>
                    <a:pt x="58889" y="80043"/>
                    <a:pt x="49741" y="84045"/>
                    <a:pt x="38306" y="84045"/>
                  </a:cubicBezTo>
                  <a:cubicBezTo>
                    <a:pt x="15437" y="84045"/>
                    <a:pt x="0" y="67465"/>
                    <a:pt x="0" y="42308"/>
                  </a:cubicBezTo>
                  <a:cubicBezTo>
                    <a:pt x="0" y="17152"/>
                    <a:pt x="15437" y="0"/>
                    <a:pt x="38592" y="0"/>
                  </a:cubicBezTo>
                  <a:cubicBezTo>
                    <a:pt x="50599" y="0"/>
                    <a:pt x="60318" y="4574"/>
                    <a:pt x="67465" y="13722"/>
                  </a:cubicBezTo>
                  <a:lnTo>
                    <a:pt x="54601" y="26014"/>
                  </a:lnTo>
                  <a:cubicBezTo>
                    <a:pt x="50027" y="20011"/>
                    <a:pt x="44881" y="17152"/>
                    <a:pt x="38592" y="17152"/>
                  </a:cubicBezTo>
                  <a:cubicBezTo>
                    <a:pt x="26872" y="17152"/>
                    <a:pt x="18867" y="26872"/>
                    <a:pt x="18867" y="42023"/>
                  </a:cubicBezTo>
                  <a:cubicBezTo>
                    <a:pt x="18867" y="56888"/>
                    <a:pt x="26872" y="66893"/>
                    <a:pt x="38592" y="66893"/>
                  </a:cubicBezTo>
                  <a:cubicBezTo>
                    <a:pt x="44881" y="66893"/>
                    <a:pt x="50027" y="64034"/>
                    <a:pt x="55173" y="58031"/>
                  </a:cubicBezTo>
                  <a:lnTo>
                    <a:pt x="66893" y="7118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2" name="Freihandform: Form 101">
              <a:extLst>
                <a:ext uri="{FF2B5EF4-FFF2-40B4-BE49-F238E27FC236}">
                  <a16:creationId xmlns:a16="http://schemas.microsoft.com/office/drawing/2014/main" id="{27AF9E26-EF63-4541-8C2D-2407580A7059}"/>
                </a:ext>
              </a:extLst>
            </p:cNvPr>
            <p:cNvSpPr/>
            <p:nvPr/>
          </p:nvSpPr>
          <p:spPr>
            <a:xfrm>
              <a:off x="2206927" y="-143138"/>
              <a:ext cx="68894" cy="116920"/>
            </a:xfrm>
            <a:custGeom>
              <a:avLst/>
              <a:gdLst>
                <a:gd name="connsiteX0" fmla="*/ 68894 w 68894"/>
                <a:gd name="connsiteY0" fmla="*/ 116634 h 116920"/>
                <a:gd name="connsiteX1" fmla="*/ 50313 w 68894"/>
                <a:gd name="connsiteY1" fmla="*/ 116634 h 116920"/>
                <a:gd name="connsiteX2" fmla="*/ 50313 w 68894"/>
                <a:gd name="connsiteY2" fmla="*/ 70895 h 116920"/>
                <a:gd name="connsiteX3" fmla="*/ 35448 w 68894"/>
                <a:gd name="connsiteY3" fmla="*/ 51456 h 116920"/>
                <a:gd name="connsiteX4" fmla="*/ 18867 w 68894"/>
                <a:gd name="connsiteY4" fmla="*/ 70895 h 116920"/>
                <a:gd name="connsiteX5" fmla="*/ 18867 w 68894"/>
                <a:gd name="connsiteY5" fmla="*/ 116920 h 116920"/>
                <a:gd name="connsiteX6" fmla="*/ 0 w 68894"/>
                <a:gd name="connsiteY6" fmla="*/ 116920 h 116920"/>
                <a:gd name="connsiteX7" fmla="*/ 0 w 68894"/>
                <a:gd name="connsiteY7" fmla="*/ 4574 h 116920"/>
                <a:gd name="connsiteX8" fmla="*/ 18581 w 68894"/>
                <a:gd name="connsiteY8" fmla="*/ 0 h 116920"/>
                <a:gd name="connsiteX9" fmla="*/ 18581 w 68894"/>
                <a:gd name="connsiteY9" fmla="*/ 46597 h 116920"/>
                <a:gd name="connsiteX10" fmla="*/ 18867 w 68894"/>
                <a:gd name="connsiteY10" fmla="*/ 46597 h 116920"/>
                <a:gd name="connsiteX11" fmla="*/ 42308 w 68894"/>
                <a:gd name="connsiteY11" fmla="*/ 34876 h 116920"/>
                <a:gd name="connsiteX12" fmla="*/ 68608 w 68894"/>
                <a:gd name="connsiteY12" fmla="*/ 67179 h 116920"/>
                <a:gd name="connsiteX13" fmla="*/ 68608 w 68894"/>
                <a:gd name="connsiteY13" fmla="*/ 116634 h 116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8894" h="116920">
                  <a:moveTo>
                    <a:pt x="68894" y="116634"/>
                  </a:moveTo>
                  <a:lnTo>
                    <a:pt x="50313" y="116634"/>
                  </a:lnTo>
                  <a:lnTo>
                    <a:pt x="50313" y="70895"/>
                  </a:lnTo>
                  <a:cubicBezTo>
                    <a:pt x="50313" y="59175"/>
                    <a:pt x="46596" y="51456"/>
                    <a:pt x="35448" y="51456"/>
                  </a:cubicBezTo>
                  <a:cubicBezTo>
                    <a:pt x="22584" y="51456"/>
                    <a:pt x="18867" y="61748"/>
                    <a:pt x="18867" y="70895"/>
                  </a:cubicBezTo>
                  <a:lnTo>
                    <a:pt x="18867" y="116920"/>
                  </a:lnTo>
                  <a:lnTo>
                    <a:pt x="0" y="116920"/>
                  </a:lnTo>
                  <a:lnTo>
                    <a:pt x="0" y="4574"/>
                  </a:lnTo>
                  <a:lnTo>
                    <a:pt x="18581" y="0"/>
                  </a:lnTo>
                  <a:lnTo>
                    <a:pt x="18581" y="46597"/>
                  </a:lnTo>
                  <a:lnTo>
                    <a:pt x="18867" y="46597"/>
                  </a:lnTo>
                  <a:cubicBezTo>
                    <a:pt x="23441" y="39450"/>
                    <a:pt x="31731" y="34876"/>
                    <a:pt x="42308" y="34876"/>
                  </a:cubicBezTo>
                  <a:cubicBezTo>
                    <a:pt x="60890" y="34876"/>
                    <a:pt x="68608" y="48598"/>
                    <a:pt x="68608" y="67179"/>
                  </a:cubicBezTo>
                  <a:lnTo>
                    <a:pt x="68608" y="116634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3" name="Freihandform: Form 102">
              <a:extLst>
                <a:ext uri="{FF2B5EF4-FFF2-40B4-BE49-F238E27FC236}">
                  <a16:creationId xmlns:a16="http://schemas.microsoft.com/office/drawing/2014/main" id="{80E1DA89-9BDE-4FB2-A195-2ED3CAF52BF9}"/>
                </a:ext>
              </a:extLst>
            </p:cNvPr>
            <p:cNvSpPr/>
            <p:nvPr/>
          </p:nvSpPr>
          <p:spPr>
            <a:xfrm>
              <a:off x="2297261" y="-84249"/>
              <a:ext cx="39163" cy="17723"/>
            </a:xfrm>
            <a:custGeom>
              <a:avLst/>
              <a:gdLst>
                <a:gd name="connsiteX0" fmla="*/ 39164 w 39163"/>
                <a:gd name="connsiteY0" fmla="*/ 17724 h 17723"/>
                <a:gd name="connsiteX1" fmla="*/ 0 w 39163"/>
                <a:gd name="connsiteY1" fmla="*/ 17724 h 17723"/>
                <a:gd name="connsiteX2" fmla="*/ 0 w 39163"/>
                <a:gd name="connsiteY2" fmla="*/ 0 h 17723"/>
                <a:gd name="connsiteX3" fmla="*/ 39164 w 39163"/>
                <a:gd name="connsiteY3" fmla="*/ 0 h 17723"/>
                <a:gd name="connsiteX4" fmla="*/ 39164 w 39163"/>
                <a:gd name="connsiteY4" fmla="*/ 17724 h 17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163" h="17723">
                  <a:moveTo>
                    <a:pt x="39164" y="17724"/>
                  </a:moveTo>
                  <a:lnTo>
                    <a:pt x="0" y="17724"/>
                  </a:lnTo>
                  <a:lnTo>
                    <a:pt x="0" y="0"/>
                  </a:lnTo>
                  <a:lnTo>
                    <a:pt x="39164" y="0"/>
                  </a:lnTo>
                  <a:lnTo>
                    <a:pt x="39164" y="17724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4" name="Freihandform: Form 103">
              <a:extLst>
                <a:ext uri="{FF2B5EF4-FFF2-40B4-BE49-F238E27FC236}">
                  <a16:creationId xmlns:a16="http://schemas.microsoft.com/office/drawing/2014/main" id="{1BB7BD4C-F348-4F03-AD58-08BF195485B2}"/>
                </a:ext>
              </a:extLst>
            </p:cNvPr>
            <p:cNvSpPr/>
            <p:nvPr/>
          </p:nvSpPr>
          <p:spPr>
            <a:xfrm>
              <a:off x="2346430" y="-137135"/>
              <a:ext cx="102912" cy="110630"/>
            </a:xfrm>
            <a:custGeom>
              <a:avLst/>
              <a:gdLst>
                <a:gd name="connsiteX0" fmla="*/ 40879 w 102912"/>
                <a:gd name="connsiteY0" fmla="*/ 0 h 110630"/>
                <a:gd name="connsiteX1" fmla="*/ 61748 w 102912"/>
                <a:gd name="connsiteY1" fmla="*/ 0 h 110630"/>
                <a:gd name="connsiteX2" fmla="*/ 102912 w 102912"/>
                <a:gd name="connsiteY2" fmla="*/ 110631 h 110630"/>
                <a:gd name="connsiteX3" fmla="*/ 81472 w 102912"/>
                <a:gd name="connsiteY3" fmla="*/ 110631 h 110630"/>
                <a:gd name="connsiteX4" fmla="*/ 73468 w 102912"/>
                <a:gd name="connsiteY4" fmla="*/ 87190 h 110630"/>
                <a:gd name="connsiteX5" fmla="*/ 28873 w 102912"/>
                <a:gd name="connsiteY5" fmla="*/ 87190 h 110630"/>
                <a:gd name="connsiteX6" fmla="*/ 20868 w 102912"/>
                <a:gd name="connsiteY6" fmla="*/ 110631 h 110630"/>
                <a:gd name="connsiteX7" fmla="*/ 0 w 102912"/>
                <a:gd name="connsiteY7" fmla="*/ 110631 h 110630"/>
                <a:gd name="connsiteX8" fmla="*/ 40879 w 102912"/>
                <a:gd name="connsiteY8" fmla="*/ 0 h 110630"/>
                <a:gd name="connsiteX9" fmla="*/ 34876 w 102912"/>
                <a:gd name="connsiteY9" fmla="*/ 69466 h 110630"/>
                <a:gd name="connsiteX10" fmla="*/ 67179 w 102912"/>
                <a:gd name="connsiteY10" fmla="*/ 69466 h 110630"/>
                <a:gd name="connsiteX11" fmla="*/ 51170 w 102912"/>
                <a:gd name="connsiteY11" fmla="*/ 22584 h 110630"/>
                <a:gd name="connsiteX12" fmla="*/ 50885 w 102912"/>
                <a:gd name="connsiteY12" fmla="*/ 22584 h 110630"/>
                <a:gd name="connsiteX13" fmla="*/ 34876 w 102912"/>
                <a:gd name="connsiteY13" fmla="*/ 69466 h 110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2912" h="110630">
                  <a:moveTo>
                    <a:pt x="40879" y="0"/>
                  </a:moveTo>
                  <a:lnTo>
                    <a:pt x="61748" y="0"/>
                  </a:lnTo>
                  <a:lnTo>
                    <a:pt x="102912" y="110631"/>
                  </a:lnTo>
                  <a:lnTo>
                    <a:pt x="81472" y="110631"/>
                  </a:lnTo>
                  <a:lnTo>
                    <a:pt x="73468" y="87190"/>
                  </a:lnTo>
                  <a:lnTo>
                    <a:pt x="28873" y="87190"/>
                  </a:lnTo>
                  <a:lnTo>
                    <a:pt x="20868" y="110631"/>
                  </a:lnTo>
                  <a:lnTo>
                    <a:pt x="0" y="110631"/>
                  </a:lnTo>
                  <a:lnTo>
                    <a:pt x="40879" y="0"/>
                  </a:lnTo>
                  <a:close/>
                  <a:moveTo>
                    <a:pt x="34876" y="69466"/>
                  </a:moveTo>
                  <a:lnTo>
                    <a:pt x="67179" y="69466"/>
                  </a:lnTo>
                  <a:lnTo>
                    <a:pt x="51170" y="22584"/>
                  </a:lnTo>
                  <a:lnTo>
                    <a:pt x="50885" y="22584"/>
                  </a:lnTo>
                  <a:lnTo>
                    <a:pt x="34876" y="69466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5" name="Freihandform: Form 104">
              <a:extLst>
                <a:ext uri="{FF2B5EF4-FFF2-40B4-BE49-F238E27FC236}">
                  <a16:creationId xmlns:a16="http://schemas.microsoft.com/office/drawing/2014/main" id="{B17508DC-5682-49AF-A5CA-4F2FF0820766}"/>
                </a:ext>
              </a:extLst>
            </p:cNvPr>
            <p:cNvSpPr/>
            <p:nvPr/>
          </p:nvSpPr>
          <p:spPr>
            <a:xfrm>
              <a:off x="2465923" y="-143138"/>
              <a:ext cx="18581" cy="116634"/>
            </a:xfrm>
            <a:custGeom>
              <a:avLst/>
              <a:gdLst>
                <a:gd name="connsiteX0" fmla="*/ 18581 w 18581"/>
                <a:gd name="connsiteY0" fmla="*/ 116634 h 116634"/>
                <a:gd name="connsiteX1" fmla="*/ 0 w 18581"/>
                <a:gd name="connsiteY1" fmla="*/ 116634 h 116634"/>
                <a:gd name="connsiteX2" fmla="*/ 0 w 18581"/>
                <a:gd name="connsiteY2" fmla="*/ 4288 h 116634"/>
                <a:gd name="connsiteX3" fmla="*/ 18581 w 18581"/>
                <a:gd name="connsiteY3" fmla="*/ 0 h 116634"/>
                <a:gd name="connsiteX4" fmla="*/ 18581 w 18581"/>
                <a:gd name="connsiteY4" fmla="*/ 116634 h 116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581" h="116634">
                  <a:moveTo>
                    <a:pt x="18581" y="116634"/>
                  </a:moveTo>
                  <a:lnTo>
                    <a:pt x="0" y="116634"/>
                  </a:lnTo>
                  <a:lnTo>
                    <a:pt x="0" y="4288"/>
                  </a:lnTo>
                  <a:lnTo>
                    <a:pt x="18581" y="0"/>
                  </a:lnTo>
                  <a:lnTo>
                    <a:pt x="18581" y="116634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6" name="Freihandform: Form 105">
              <a:extLst>
                <a:ext uri="{FF2B5EF4-FFF2-40B4-BE49-F238E27FC236}">
                  <a16:creationId xmlns:a16="http://schemas.microsoft.com/office/drawing/2014/main" id="{D5EB0492-5AB3-492C-B8C3-86512B8BBF74}"/>
                </a:ext>
              </a:extLst>
            </p:cNvPr>
            <p:cNvSpPr/>
            <p:nvPr/>
          </p:nvSpPr>
          <p:spPr>
            <a:xfrm>
              <a:off x="2504515" y="-108262"/>
              <a:ext cx="72896" cy="83759"/>
            </a:xfrm>
            <a:custGeom>
              <a:avLst/>
              <a:gdLst>
                <a:gd name="connsiteX0" fmla="*/ 39736 w 72896"/>
                <a:gd name="connsiteY0" fmla="*/ 83759 h 83759"/>
                <a:gd name="connsiteX1" fmla="*/ 0 w 72896"/>
                <a:gd name="connsiteY1" fmla="*/ 41737 h 83759"/>
                <a:gd name="connsiteX2" fmla="*/ 37449 w 72896"/>
                <a:gd name="connsiteY2" fmla="*/ 0 h 83759"/>
                <a:gd name="connsiteX3" fmla="*/ 72896 w 72896"/>
                <a:gd name="connsiteY3" fmla="*/ 40593 h 83759"/>
                <a:gd name="connsiteX4" fmla="*/ 72610 w 72896"/>
                <a:gd name="connsiteY4" fmla="*/ 48312 h 83759"/>
                <a:gd name="connsiteX5" fmla="*/ 18867 w 72896"/>
                <a:gd name="connsiteY5" fmla="*/ 48312 h 83759"/>
                <a:gd name="connsiteX6" fmla="*/ 39736 w 72896"/>
                <a:gd name="connsiteY6" fmla="*/ 67751 h 83759"/>
                <a:gd name="connsiteX7" fmla="*/ 59461 w 72896"/>
                <a:gd name="connsiteY7" fmla="*/ 58317 h 83759"/>
                <a:gd name="connsiteX8" fmla="*/ 71181 w 72896"/>
                <a:gd name="connsiteY8" fmla="*/ 70609 h 83759"/>
                <a:gd name="connsiteX9" fmla="*/ 39736 w 72896"/>
                <a:gd name="connsiteY9" fmla="*/ 83759 h 83759"/>
                <a:gd name="connsiteX10" fmla="*/ 18867 w 72896"/>
                <a:gd name="connsiteY10" fmla="*/ 34590 h 83759"/>
                <a:gd name="connsiteX11" fmla="*/ 55172 w 72896"/>
                <a:gd name="connsiteY11" fmla="*/ 34590 h 83759"/>
                <a:gd name="connsiteX12" fmla="*/ 37449 w 72896"/>
                <a:gd name="connsiteY12" fmla="*/ 15151 h 83759"/>
                <a:gd name="connsiteX13" fmla="*/ 18867 w 72896"/>
                <a:gd name="connsiteY13" fmla="*/ 34590 h 8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2896" h="83759">
                  <a:moveTo>
                    <a:pt x="39736" y="83759"/>
                  </a:moveTo>
                  <a:cubicBezTo>
                    <a:pt x="16009" y="83759"/>
                    <a:pt x="0" y="66893"/>
                    <a:pt x="0" y="41737"/>
                  </a:cubicBezTo>
                  <a:cubicBezTo>
                    <a:pt x="0" y="16866"/>
                    <a:pt x="15151" y="0"/>
                    <a:pt x="37449" y="0"/>
                  </a:cubicBezTo>
                  <a:cubicBezTo>
                    <a:pt x="58889" y="0"/>
                    <a:pt x="72896" y="16009"/>
                    <a:pt x="72896" y="40593"/>
                  </a:cubicBezTo>
                  <a:cubicBezTo>
                    <a:pt x="72896" y="43166"/>
                    <a:pt x="72610" y="46025"/>
                    <a:pt x="72610" y="48312"/>
                  </a:cubicBezTo>
                  <a:lnTo>
                    <a:pt x="18867" y="48312"/>
                  </a:lnTo>
                  <a:cubicBezTo>
                    <a:pt x="20868" y="60604"/>
                    <a:pt x="28301" y="67751"/>
                    <a:pt x="39736" y="67751"/>
                  </a:cubicBezTo>
                  <a:cubicBezTo>
                    <a:pt x="47168" y="67751"/>
                    <a:pt x="53171" y="64892"/>
                    <a:pt x="59461" y="58317"/>
                  </a:cubicBezTo>
                  <a:lnTo>
                    <a:pt x="71181" y="70609"/>
                  </a:lnTo>
                  <a:cubicBezTo>
                    <a:pt x="62033" y="79471"/>
                    <a:pt x="52028" y="83759"/>
                    <a:pt x="39736" y="83759"/>
                  </a:cubicBezTo>
                  <a:close/>
                  <a:moveTo>
                    <a:pt x="18867" y="34590"/>
                  </a:moveTo>
                  <a:lnTo>
                    <a:pt x="55172" y="34590"/>
                  </a:lnTo>
                  <a:cubicBezTo>
                    <a:pt x="54315" y="22298"/>
                    <a:pt x="48026" y="15151"/>
                    <a:pt x="37449" y="15151"/>
                  </a:cubicBezTo>
                  <a:cubicBezTo>
                    <a:pt x="27157" y="15151"/>
                    <a:pt x="20582" y="22298"/>
                    <a:pt x="18867" y="34590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7" name="Freihandform: Form 106">
              <a:extLst>
                <a:ext uri="{FF2B5EF4-FFF2-40B4-BE49-F238E27FC236}">
                  <a16:creationId xmlns:a16="http://schemas.microsoft.com/office/drawing/2014/main" id="{8987D67E-556F-4FFA-A6EC-32CD431726D7}"/>
                </a:ext>
              </a:extLst>
            </p:cNvPr>
            <p:cNvSpPr/>
            <p:nvPr/>
          </p:nvSpPr>
          <p:spPr>
            <a:xfrm>
              <a:off x="2587703" y="-106547"/>
              <a:ext cx="76612" cy="80043"/>
            </a:xfrm>
            <a:custGeom>
              <a:avLst/>
              <a:gdLst>
                <a:gd name="connsiteX0" fmla="*/ 76613 w 76612"/>
                <a:gd name="connsiteY0" fmla="*/ 80043 h 80043"/>
                <a:gd name="connsiteX1" fmla="*/ 55172 w 76612"/>
                <a:gd name="connsiteY1" fmla="*/ 80043 h 80043"/>
                <a:gd name="connsiteX2" fmla="*/ 38020 w 76612"/>
                <a:gd name="connsiteY2" fmla="*/ 52314 h 80043"/>
                <a:gd name="connsiteX3" fmla="*/ 37735 w 76612"/>
                <a:gd name="connsiteY3" fmla="*/ 52314 h 80043"/>
                <a:gd name="connsiteX4" fmla="*/ 21154 w 76612"/>
                <a:gd name="connsiteY4" fmla="*/ 80043 h 80043"/>
                <a:gd name="connsiteX5" fmla="*/ 0 w 76612"/>
                <a:gd name="connsiteY5" fmla="*/ 80043 h 80043"/>
                <a:gd name="connsiteX6" fmla="*/ 27443 w 76612"/>
                <a:gd name="connsiteY6" fmla="*/ 38592 h 80043"/>
                <a:gd name="connsiteX7" fmla="*/ 2001 w 76612"/>
                <a:gd name="connsiteY7" fmla="*/ 0 h 80043"/>
                <a:gd name="connsiteX8" fmla="*/ 23155 w 76612"/>
                <a:gd name="connsiteY8" fmla="*/ 0 h 80043"/>
                <a:gd name="connsiteX9" fmla="*/ 38306 w 76612"/>
                <a:gd name="connsiteY9" fmla="*/ 24585 h 80043"/>
                <a:gd name="connsiteX10" fmla="*/ 38592 w 76612"/>
                <a:gd name="connsiteY10" fmla="*/ 24585 h 80043"/>
                <a:gd name="connsiteX11" fmla="*/ 53457 w 76612"/>
                <a:gd name="connsiteY11" fmla="*/ 0 h 80043"/>
                <a:gd name="connsiteX12" fmla="*/ 74326 w 76612"/>
                <a:gd name="connsiteY12" fmla="*/ 0 h 80043"/>
                <a:gd name="connsiteX13" fmla="*/ 49169 w 76612"/>
                <a:gd name="connsiteY13" fmla="*/ 38306 h 80043"/>
                <a:gd name="connsiteX14" fmla="*/ 76613 w 76612"/>
                <a:gd name="connsiteY14" fmla="*/ 80043 h 80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6612" h="80043">
                  <a:moveTo>
                    <a:pt x="76613" y="80043"/>
                  </a:moveTo>
                  <a:lnTo>
                    <a:pt x="55172" y="80043"/>
                  </a:lnTo>
                  <a:lnTo>
                    <a:pt x="38020" y="52314"/>
                  </a:lnTo>
                  <a:lnTo>
                    <a:pt x="37735" y="52314"/>
                  </a:lnTo>
                  <a:lnTo>
                    <a:pt x="21154" y="80043"/>
                  </a:lnTo>
                  <a:lnTo>
                    <a:pt x="0" y="80043"/>
                  </a:lnTo>
                  <a:lnTo>
                    <a:pt x="27443" y="38592"/>
                  </a:lnTo>
                  <a:lnTo>
                    <a:pt x="2001" y="0"/>
                  </a:lnTo>
                  <a:lnTo>
                    <a:pt x="23155" y="0"/>
                  </a:lnTo>
                  <a:lnTo>
                    <a:pt x="38306" y="24585"/>
                  </a:lnTo>
                  <a:lnTo>
                    <a:pt x="38592" y="24585"/>
                  </a:lnTo>
                  <a:lnTo>
                    <a:pt x="53457" y="0"/>
                  </a:lnTo>
                  <a:lnTo>
                    <a:pt x="74326" y="0"/>
                  </a:lnTo>
                  <a:lnTo>
                    <a:pt x="49169" y="38306"/>
                  </a:lnTo>
                  <a:lnTo>
                    <a:pt x="76613" y="80043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8" name="Freihandform: Form 107">
              <a:extLst>
                <a:ext uri="{FF2B5EF4-FFF2-40B4-BE49-F238E27FC236}">
                  <a16:creationId xmlns:a16="http://schemas.microsoft.com/office/drawing/2014/main" id="{ABAF2B12-1C5A-4BB0-AB4B-03B735E8EDF1}"/>
                </a:ext>
              </a:extLst>
            </p:cNvPr>
            <p:cNvSpPr/>
            <p:nvPr/>
          </p:nvSpPr>
          <p:spPr>
            <a:xfrm>
              <a:off x="2674316" y="-108262"/>
              <a:ext cx="67755" cy="83759"/>
            </a:xfrm>
            <a:custGeom>
              <a:avLst/>
              <a:gdLst>
                <a:gd name="connsiteX0" fmla="*/ 34309 w 67755"/>
                <a:gd name="connsiteY0" fmla="*/ 32303 h 83759"/>
                <a:gd name="connsiteX1" fmla="*/ 49460 w 67755"/>
                <a:gd name="connsiteY1" fmla="*/ 34018 h 83759"/>
                <a:gd name="connsiteX2" fmla="*/ 49460 w 67755"/>
                <a:gd name="connsiteY2" fmla="*/ 31160 h 83759"/>
                <a:gd name="connsiteX3" fmla="*/ 31736 w 67755"/>
                <a:gd name="connsiteY3" fmla="*/ 15723 h 83759"/>
                <a:gd name="connsiteX4" fmla="*/ 11440 w 67755"/>
                <a:gd name="connsiteY4" fmla="*/ 20297 h 83759"/>
                <a:gd name="connsiteX5" fmla="*/ 7438 w 67755"/>
                <a:gd name="connsiteY5" fmla="*/ 4574 h 83759"/>
                <a:gd name="connsiteX6" fmla="*/ 33737 w 67755"/>
                <a:gd name="connsiteY6" fmla="*/ 0 h 83759"/>
                <a:gd name="connsiteX7" fmla="*/ 67756 w 67755"/>
                <a:gd name="connsiteY7" fmla="*/ 30874 h 83759"/>
                <a:gd name="connsiteX8" fmla="*/ 67756 w 67755"/>
                <a:gd name="connsiteY8" fmla="*/ 82044 h 83759"/>
                <a:gd name="connsiteX9" fmla="*/ 50032 w 67755"/>
                <a:gd name="connsiteY9" fmla="*/ 82044 h 83759"/>
                <a:gd name="connsiteX10" fmla="*/ 50032 w 67755"/>
                <a:gd name="connsiteY10" fmla="*/ 73468 h 83759"/>
                <a:gd name="connsiteX11" fmla="*/ 49746 w 67755"/>
                <a:gd name="connsiteY11" fmla="*/ 73468 h 83759"/>
                <a:gd name="connsiteX12" fmla="*/ 26305 w 67755"/>
                <a:gd name="connsiteY12" fmla="*/ 83759 h 83759"/>
                <a:gd name="connsiteX13" fmla="*/ 5 w 67755"/>
                <a:gd name="connsiteY13" fmla="*/ 58317 h 83759"/>
                <a:gd name="connsiteX14" fmla="*/ 34309 w 67755"/>
                <a:gd name="connsiteY14" fmla="*/ 32303 h 83759"/>
                <a:gd name="connsiteX15" fmla="*/ 31165 w 67755"/>
                <a:gd name="connsiteY15" fmla="*/ 69752 h 83759"/>
                <a:gd name="connsiteX16" fmla="*/ 49460 w 67755"/>
                <a:gd name="connsiteY16" fmla="*/ 60032 h 83759"/>
                <a:gd name="connsiteX17" fmla="*/ 49460 w 67755"/>
                <a:gd name="connsiteY17" fmla="*/ 46311 h 83759"/>
                <a:gd name="connsiteX18" fmla="*/ 36310 w 67755"/>
                <a:gd name="connsiteY18" fmla="*/ 44881 h 83759"/>
                <a:gd name="connsiteX19" fmla="*/ 17729 w 67755"/>
                <a:gd name="connsiteY19" fmla="*/ 58031 h 83759"/>
                <a:gd name="connsiteX20" fmla="*/ 31165 w 67755"/>
                <a:gd name="connsiteY20" fmla="*/ 69752 h 8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7755" h="83759">
                  <a:moveTo>
                    <a:pt x="34309" y="32303"/>
                  </a:moveTo>
                  <a:cubicBezTo>
                    <a:pt x="39455" y="32303"/>
                    <a:pt x="44315" y="32589"/>
                    <a:pt x="49460" y="34018"/>
                  </a:cubicBezTo>
                  <a:lnTo>
                    <a:pt x="49460" y="31160"/>
                  </a:lnTo>
                  <a:cubicBezTo>
                    <a:pt x="49460" y="20868"/>
                    <a:pt x="43457" y="15723"/>
                    <a:pt x="31736" y="15723"/>
                  </a:cubicBezTo>
                  <a:cubicBezTo>
                    <a:pt x="25161" y="15723"/>
                    <a:pt x="18015" y="17152"/>
                    <a:pt x="11440" y="20297"/>
                  </a:cubicBezTo>
                  <a:lnTo>
                    <a:pt x="7438" y="4574"/>
                  </a:lnTo>
                  <a:cubicBezTo>
                    <a:pt x="14870" y="1715"/>
                    <a:pt x="24590" y="0"/>
                    <a:pt x="33737" y="0"/>
                  </a:cubicBezTo>
                  <a:cubicBezTo>
                    <a:pt x="56321" y="0"/>
                    <a:pt x="67756" y="10577"/>
                    <a:pt x="67756" y="30874"/>
                  </a:cubicBezTo>
                  <a:lnTo>
                    <a:pt x="67756" y="82044"/>
                  </a:lnTo>
                  <a:lnTo>
                    <a:pt x="50032" y="82044"/>
                  </a:lnTo>
                  <a:lnTo>
                    <a:pt x="50032" y="73468"/>
                  </a:lnTo>
                  <a:lnTo>
                    <a:pt x="49746" y="73468"/>
                  </a:lnTo>
                  <a:cubicBezTo>
                    <a:pt x="42885" y="80615"/>
                    <a:pt x="35738" y="83759"/>
                    <a:pt x="26305" y="83759"/>
                  </a:cubicBezTo>
                  <a:cubicBezTo>
                    <a:pt x="10296" y="83759"/>
                    <a:pt x="5" y="73754"/>
                    <a:pt x="5" y="58317"/>
                  </a:cubicBezTo>
                  <a:cubicBezTo>
                    <a:pt x="-281" y="41451"/>
                    <a:pt x="11726" y="32303"/>
                    <a:pt x="34309" y="32303"/>
                  </a:cubicBezTo>
                  <a:close/>
                  <a:moveTo>
                    <a:pt x="31165" y="69752"/>
                  </a:moveTo>
                  <a:cubicBezTo>
                    <a:pt x="38025" y="69752"/>
                    <a:pt x="44315" y="66321"/>
                    <a:pt x="49460" y="60032"/>
                  </a:cubicBezTo>
                  <a:lnTo>
                    <a:pt x="49460" y="46311"/>
                  </a:lnTo>
                  <a:cubicBezTo>
                    <a:pt x="45172" y="45167"/>
                    <a:pt x="40598" y="44881"/>
                    <a:pt x="36310" y="44881"/>
                  </a:cubicBezTo>
                  <a:cubicBezTo>
                    <a:pt x="24590" y="44881"/>
                    <a:pt x="17729" y="49455"/>
                    <a:pt x="17729" y="58031"/>
                  </a:cubicBezTo>
                  <a:cubicBezTo>
                    <a:pt x="17729" y="65178"/>
                    <a:pt x="22874" y="69752"/>
                    <a:pt x="31165" y="69752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9" name="Freihandform: Form 108">
              <a:extLst>
                <a:ext uri="{FF2B5EF4-FFF2-40B4-BE49-F238E27FC236}">
                  <a16:creationId xmlns:a16="http://schemas.microsoft.com/office/drawing/2014/main" id="{1886E551-8FE5-4116-9E54-46EEADB0B4E4}"/>
                </a:ext>
              </a:extLst>
            </p:cNvPr>
            <p:cNvSpPr/>
            <p:nvPr/>
          </p:nvSpPr>
          <p:spPr>
            <a:xfrm>
              <a:off x="2765799" y="-108262"/>
              <a:ext cx="68894" cy="82044"/>
            </a:xfrm>
            <a:custGeom>
              <a:avLst/>
              <a:gdLst>
                <a:gd name="connsiteX0" fmla="*/ 68894 w 68894"/>
                <a:gd name="connsiteY0" fmla="*/ 81758 h 82044"/>
                <a:gd name="connsiteX1" fmla="*/ 50027 w 68894"/>
                <a:gd name="connsiteY1" fmla="*/ 81758 h 82044"/>
                <a:gd name="connsiteX2" fmla="*/ 50027 w 68894"/>
                <a:gd name="connsiteY2" fmla="*/ 36019 h 82044"/>
                <a:gd name="connsiteX3" fmla="*/ 35162 w 68894"/>
                <a:gd name="connsiteY3" fmla="*/ 16580 h 82044"/>
                <a:gd name="connsiteX4" fmla="*/ 18581 w 68894"/>
                <a:gd name="connsiteY4" fmla="*/ 36019 h 82044"/>
                <a:gd name="connsiteX5" fmla="*/ 18581 w 68894"/>
                <a:gd name="connsiteY5" fmla="*/ 82044 h 82044"/>
                <a:gd name="connsiteX6" fmla="*/ 0 w 68894"/>
                <a:gd name="connsiteY6" fmla="*/ 82044 h 82044"/>
                <a:gd name="connsiteX7" fmla="*/ 0 w 68894"/>
                <a:gd name="connsiteY7" fmla="*/ 2001 h 82044"/>
                <a:gd name="connsiteX8" fmla="*/ 18581 w 68894"/>
                <a:gd name="connsiteY8" fmla="*/ 2001 h 82044"/>
                <a:gd name="connsiteX9" fmla="*/ 18581 w 68894"/>
                <a:gd name="connsiteY9" fmla="*/ 11721 h 82044"/>
                <a:gd name="connsiteX10" fmla="*/ 18867 w 68894"/>
                <a:gd name="connsiteY10" fmla="*/ 11721 h 82044"/>
                <a:gd name="connsiteX11" fmla="*/ 42308 w 68894"/>
                <a:gd name="connsiteY11" fmla="*/ 0 h 82044"/>
                <a:gd name="connsiteX12" fmla="*/ 68608 w 68894"/>
                <a:gd name="connsiteY12" fmla="*/ 32303 h 82044"/>
                <a:gd name="connsiteX13" fmla="*/ 68608 w 68894"/>
                <a:gd name="connsiteY13" fmla="*/ 81758 h 82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8894" h="82044">
                  <a:moveTo>
                    <a:pt x="68894" y="81758"/>
                  </a:moveTo>
                  <a:lnTo>
                    <a:pt x="50027" y="81758"/>
                  </a:lnTo>
                  <a:lnTo>
                    <a:pt x="50027" y="36019"/>
                  </a:lnTo>
                  <a:cubicBezTo>
                    <a:pt x="50027" y="24299"/>
                    <a:pt x="46596" y="16580"/>
                    <a:pt x="35162" y="16580"/>
                  </a:cubicBezTo>
                  <a:cubicBezTo>
                    <a:pt x="22012" y="16580"/>
                    <a:pt x="18581" y="27157"/>
                    <a:pt x="18581" y="36019"/>
                  </a:cubicBezTo>
                  <a:lnTo>
                    <a:pt x="18581" y="82044"/>
                  </a:lnTo>
                  <a:lnTo>
                    <a:pt x="0" y="82044"/>
                  </a:lnTo>
                  <a:lnTo>
                    <a:pt x="0" y="2001"/>
                  </a:lnTo>
                  <a:lnTo>
                    <a:pt x="18581" y="2001"/>
                  </a:lnTo>
                  <a:lnTo>
                    <a:pt x="18581" y="11721"/>
                  </a:lnTo>
                  <a:lnTo>
                    <a:pt x="18867" y="11721"/>
                  </a:lnTo>
                  <a:cubicBezTo>
                    <a:pt x="23727" y="4574"/>
                    <a:pt x="32017" y="0"/>
                    <a:pt x="42308" y="0"/>
                  </a:cubicBezTo>
                  <a:cubicBezTo>
                    <a:pt x="60604" y="0"/>
                    <a:pt x="68608" y="13436"/>
                    <a:pt x="68608" y="32303"/>
                  </a:cubicBezTo>
                  <a:lnTo>
                    <a:pt x="68608" y="81758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0" name="Freihandform: Form 109">
              <a:extLst>
                <a:ext uri="{FF2B5EF4-FFF2-40B4-BE49-F238E27FC236}">
                  <a16:creationId xmlns:a16="http://schemas.microsoft.com/office/drawing/2014/main" id="{CEDAD2DB-4066-41C3-90B1-4A3A8343F4DE}"/>
                </a:ext>
              </a:extLst>
            </p:cNvPr>
            <p:cNvSpPr/>
            <p:nvPr/>
          </p:nvSpPr>
          <p:spPr>
            <a:xfrm>
              <a:off x="2854418" y="-143138"/>
              <a:ext cx="74611" cy="118921"/>
            </a:xfrm>
            <a:custGeom>
              <a:avLst/>
              <a:gdLst>
                <a:gd name="connsiteX0" fmla="*/ 0 w 74611"/>
                <a:gd name="connsiteY0" fmla="*/ 76613 h 118921"/>
                <a:gd name="connsiteX1" fmla="*/ 32589 w 74611"/>
                <a:gd name="connsiteY1" fmla="*/ 34876 h 118921"/>
                <a:gd name="connsiteX2" fmla="*/ 55744 w 74611"/>
                <a:gd name="connsiteY2" fmla="*/ 45739 h 118921"/>
                <a:gd name="connsiteX3" fmla="*/ 56030 w 74611"/>
                <a:gd name="connsiteY3" fmla="*/ 45739 h 118921"/>
                <a:gd name="connsiteX4" fmla="*/ 56030 w 74611"/>
                <a:gd name="connsiteY4" fmla="*/ 4574 h 118921"/>
                <a:gd name="connsiteX5" fmla="*/ 74612 w 74611"/>
                <a:gd name="connsiteY5" fmla="*/ 0 h 118921"/>
                <a:gd name="connsiteX6" fmla="*/ 74612 w 74611"/>
                <a:gd name="connsiteY6" fmla="*/ 116920 h 118921"/>
                <a:gd name="connsiteX7" fmla="*/ 56316 w 74611"/>
                <a:gd name="connsiteY7" fmla="*/ 116920 h 118921"/>
                <a:gd name="connsiteX8" fmla="*/ 56316 w 74611"/>
                <a:gd name="connsiteY8" fmla="*/ 107486 h 118921"/>
                <a:gd name="connsiteX9" fmla="*/ 56030 w 74611"/>
                <a:gd name="connsiteY9" fmla="*/ 107486 h 118921"/>
                <a:gd name="connsiteX10" fmla="*/ 32017 w 74611"/>
                <a:gd name="connsiteY10" fmla="*/ 118921 h 118921"/>
                <a:gd name="connsiteX11" fmla="*/ 0 w 74611"/>
                <a:gd name="connsiteY11" fmla="*/ 76613 h 118921"/>
                <a:gd name="connsiteX12" fmla="*/ 18581 w 74611"/>
                <a:gd name="connsiteY12" fmla="*/ 76613 h 118921"/>
                <a:gd name="connsiteX13" fmla="*/ 37163 w 74611"/>
                <a:gd name="connsiteY13" fmla="*/ 102341 h 118921"/>
                <a:gd name="connsiteX14" fmla="*/ 56316 w 74611"/>
                <a:gd name="connsiteY14" fmla="*/ 91764 h 118921"/>
                <a:gd name="connsiteX15" fmla="*/ 56316 w 74611"/>
                <a:gd name="connsiteY15" fmla="*/ 62319 h 118921"/>
                <a:gd name="connsiteX16" fmla="*/ 37163 w 74611"/>
                <a:gd name="connsiteY16" fmla="*/ 51742 h 118921"/>
                <a:gd name="connsiteX17" fmla="*/ 18581 w 74611"/>
                <a:gd name="connsiteY17" fmla="*/ 76613 h 118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4611" h="118921">
                  <a:moveTo>
                    <a:pt x="0" y="76613"/>
                  </a:moveTo>
                  <a:cubicBezTo>
                    <a:pt x="0" y="50885"/>
                    <a:pt x="13150" y="34876"/>
                    <a:pt x="32589" y="34876"/>
                  </a:cubicBezTo>
                  <a:cubicBezTo>
                    <a:pt x="42594" y="34876"/>
                    <a:pt x="50599" y="39164"/>
                    <a:pt x="55744" y="45739"/>
                  </a:cubicBezTo>
                  <a:lnTo>
                    <a:pt x="56030" y="45739"/>
                  </a:lnTo>
                  <a:lnTo>
                    <a:pt x="56030" y="4574"/>
                  </a:lnTo>
                  <a:lnTo>
                    <a:pt x="74612" y="0"/>
                  </a:lnTo>
                  <a:lnTo>
                    <a:pt x="74612" y="116920"/>
                  </a:lnTo>
                  <a:lnTo>
                    <a:pt x="56316" y="116920"/>
                  </a:lnTo>
                  <a:lnTo>
                    <a:pt x="56316" y="107486"/>
                  </a:lnTo>
                  <a:lnTo>
                    <a:pt x="56030" y="107486"/>
                  </a:lnTo>
                  <a:cubicBezTo>
                    <a:pt x="50313" y="114633"/>
                    <a:pt x="42023" y="118921"/>
                    <a:pt x="32017" y="118921"/>
                  </a:cubicBezTo>
                  <a:cubicBezTo>
                    <a:pt x="13150" y="118635"/>
                    <a:pt x="0" y="102341"/>
                    <a:pt x="0" y="76613"/>
                  </a:cubicBezTo>
                  <a:close/>
                  <a:moveTo>
                    <a:pt x="18581" y="76613"/>
                  </a:moveTo>
                  <a:cubicBezTo>
                    <a:pt x="18581" y="92907"/>
                    <a:pt x="25442" y="102341"/>
                    <a:pt x="37163" y="102341"/>
                  </a:cubicBezTo>
                  <a:cubicBezTo>
                    <a:pt x="44310" y="102341"/>
                    <a:pt x="50313" y="98910"/>
                    <a:pt x="56316" y="91764"/>
                  </a:cubicBezTo>
                  <a:lnTo>
                    <a:pt x="56316" y="62319"/>
                  </a:lnTo>
                  <a:cubicBezTo>
                    <a:pt x="50884" y="55173"/>
                    <a:pt x="44881" y="51742"/>
                    <a:pt x="37163" y="51742"/>
                  </a:cubicBezTo>
                  <a:cubicBezTo>
                    <a:pt x="24871" y="51742"/>
                    <a:pt x="18581" y="60604"/>
                    <a:pt x="18581" y="76613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1" name="Freihandform: Form 110">
              <a:extLst>
                <a:ext uri="{FF2B5EF4-FFF2-40B4-BE49-F238E27FC236}">
                  <a16:creationId xmlns:a16="http://schemas.microsoft.com/office/drawing/2014/main" id="{2D4815F3-7902-4E48-97B0-6DC7C19707FE}"/>
                </a:ext>
              </a:extLst>
            </p:cNvPr>
            <p:cNvSpPr/>
            <p:nvPr/>
          </p:nvSpPr>
          <p:spPr>
            <a:xfrm>
              <a:off x="2949326" y="-108262"/>
              <a:ext cx="72896" cy="83759"/>
            </a:xfrm>
            <a:custGeom>
              <a:avLst/>
              <a:gdLst>
                <a:gd name="connsiteX0" fmla="*/ 39736 w 72896"/>
                <a:gd name="connsiteY0" fmla="*/ 83759 h 83759"/>
                <a:gd name="connsiteX1" fmla="*/ 0 w 72896"/>
                <a:gd name="connsiteY1" fmla="*/ 41737 h 83759"/>
                <a:gd name="connsiteX2" fmla="*/ 37449 w 72896"/>
                <a:gd name="connsiteY2" fmla="*/ 0 h 83759"/>
                <a:gd name="connsiteX3" fmla="*/ 72896 w 72896"/>
                <a:gd name="connsiteY3" fmla="*/ 40593 h 83759"/>
                <a:gd name="connsiteX4" fmla="*/ 72610 w 72896"/>
                <a:gd name="connsiteY4" fmla="*/ 48312 h 83759"/>
                <a:gd name="connsiteX5" fmla="*/ 18867 w 72896"/>
                <a:gd name="connsiteY5" fmla="*/ 48312 h 83759"/>
                <a:gd name="connsiteX6" fmla="*/ 39736 w 72896"/>
                <a:gd name="connsiteY6" fmla="*/ 67751 h 83759"/>
                <a:gd name="connsiteX7" fmla="*/ 59461 w 72896"/>
                <a:gd name="connsiteY7" fmla="*/ 58317 h 83759"/>
                <a:gd name="connsiteX8" fmla="*/ 71181 w 72896"/>
                <a:gd name="connsiteY8" fmla="*/ 70609 h 83759"/>
                <a:gd name="connsiteX9" fmla="*/ 39736 w 72896"/>
                <a:gd name="connsiteY9" fmla="*/ 83759 h 83759"/>
                <a:gd name="connsiteX10" fmla="*/ 18867 w 72896"/>
                <a:gd name="connsiteY10" fmla="*/ 34590 h 83759"/>
                <a:gd name="connsiteX11" fmla="*/ 55172 w 72896"/>
                <a:gd name="connsiteY11" fmla="*/ 34590 h 83759"/>
                <a:gd name="connsiteX12" fmla="*/ 37449 w 72896"/>
                <a:gd name="connsiteY12" fmla="*/ 15151 h 83759"/>
                <a:gd name="connsiteX13" fmla="*/ 18867 w 72896"/>
                <a:gd name="connsiteY13" fmla="*/ 34590 h 8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2896" h="83759">
                  <a:moveTo>
                    <a:pt x="39736" y="83759"/>
                  </a:moveTo>
                  <a:cubicBezTo>
                    <a:pt x="16009" y="83759"/>
                    <a:pt x="0" y="66893"/>
                    <a:pt x="0" y="41737"/>
                  </a:cubicBezTo>
                  <a:cubicBezTo>
                    <a:pt x="0" y="16866"/>
                    <a:pt x="15151" y="0"/>
                    <a:pt x="37449" y="0"/>
                  </a:cubicBezTo>
                  <a:cubicBezTo>
                    <a:pt x="58889" y="0"/>
                    <a:pt x="72896" y="16009"/>
                    <a:pt x="72896" y="40593"/>
                  </a:cubicBezTo>
                  <a:cubicBezTo>
                    <a:pt x="72896" y="43166"/>
                    <a:pt x="72610" y="46025"/>
                    <a:pt x="72610" y="48312"/>
                  </a:cubicBezTo>
                  <a:lnTo>
                    <a:pt x="18867" y="48312"/>
                  </a:lnTo>
                  <a:cubicBezTo>
                    <a:pt x="20868" y="60604"/>
                    <a:pt x="28301" y="67751"/>
                    <a:pt x="39736" y="67751"/>
                  </a:cubicBezTo>
                  <a:cubicBezTo>
                    <a:pt x="47168" y="67751"/>
                    <a:pt x="53171" y="64892"/>
                    <a:pt x="59461" y="58317"/>
                  </a:cubicBezTo>
                  <a:lnTo>
                    <a:pt x="71181" y="70609"/>
                  </a:lnTo>
                  <a:cubicBezTo>
                    <a:pt x="62033" y="79471"/>
                    <a:pt x="51742" y="83759"/>
                    <a:pt x="39736" y="83759"/>
                  </a:cubicBezTo>
                  <a:close/>
                  <a:moveTo>
                    <a:pt x="18867" y="34590"/>
                  </a:moveTo>
                  <a:lnTo>
                    <a:pt x="55172" y="34590"/>
                  </a:lnTo>
                  <a:cubicBezTo>
                    <a:pt x="54315" y="22298"/>
                    <a:pt x="48026" y="15151"/>
                    <a:pt x="37449" y="15151"/>
                  </a:cubicBezTo>
                  <a:cubicBezTo>
                    <a:pt x="27157" y="15151"/>
                    <a:pt x="20297" y="22298"/>
                    <a:pt x="18867" y="34590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2" name="Freihandform: Form 111">
              <a:extLst>
                <a:ext uri="{FF2B5EF4-FFF2-40B4-BE49-F238E27FC236}">
                  <a16:creationId xmlns:a16="http://schemas.microsoft.com/office/drawing/2014/main" id="{2B2F00D4-968A-452C-AF4B-1E4684C6C40D}"/>
                </a:ext>
              </a:extLst>
            </p:cNvPr>
            <p:cNvSpPr/>
            <p:nvPr/>
          </p:nvSpPr>
          <p:spPr>
            <a:xfrm>
              <a:off x="3043376" y="-108335"/>
              <a:ext cx="48025" cy="81831"/>
            </a:xfrm>
            <a:custGeom>
              <a:avLst/>
              <a:gdLst>
                <a:gd name="connsiteX0" fmla="*/ 48026 w 48025"/>
                <a:gd name="connsiteY0" fmla="*/ 1502 h 81831"/>
                <a:gd name="connsiteX1" fmla="*/ 45167 w 48025"/>
                <a:gd name="connsiteY1" fmla="*/ 20655 h 81831"/>
                <a:gd name="connsiteX2" fmla="*/ 34876 w 48025"/>
                <a:gd name="connsiteY2" fmla="*/ 18083 h 81831"/>
                <a:gd name="connsiteX3" fmla="*/ 18581 w 48025"/>
                <a:gd name="connsiteY3" fmla="*/ 40666 h 81831"/>
                <a:gd name="connsiteX4" fmla="*/ 18581 w 48025"/>
                <a:gd name="connsiteY4" fmla="*/ 81831 h 81831"/>
                <a:gd name="connsiteX5" fmla="*/ 0 w 48025"/>
                <a:gd name="connsiteY5" fmla="*/ 81831 h 81831"/>
                <a:gd name="connsiteX6" fmla="*/ 0 w 48025"/>
                <a:gd name="connsiteY6" fmla="*/ 1788 h 81831"/>
                <a:gd name="connsiteX7" fmla="*/ 18296 w 48025"/>
                <a:gd name="connsiteY7" fmla="*/ 1788 h 81831"/>
                <a:gd name="connsiteX8" fmla="*/ 18296 w 48025"/>
                <a:gd name="connsiteY8" fmla="*/ 12079 h 81831"/>
                <a:gd name="connsiteX9" fmla="*/ 18581 w 48025"/>
                <a:gd name="connsiteY9" fmla="*/ 12079 h 81831"/>
                <a:gd name="connsiteX10" fmla="*/ 39450 w 48025"/>
                <a:gd name="connsiteY10" fmla="*/ 73 h 81831"/>
                <a:gd name="connsiteX11" fmla="*/ 48026 w 48025"/>
                <a:gd name="connsiteY11" fmla="*/ 1502 h 81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8025" h="81831">
                  <a:moveTo>
                    <a:pt x="48026" y="1502"/>
                  </a:moveTo>
                  <a:lnTo>
                    <a:pt x="45167" y="20655"/>
                  </a:lnTo>
                  <a:cubicBezTo>
                    <a:pt x="42309" y="19226"/>
                    <a:pt x="38878" y="18083"/>
                    <a:pt x="34876" y="18083"/>
                  </a:cubicBezTo>
                  <a:cubicBezTo>
                    <a:pt x="22012" y="18083"/>
                    <a:pt x="18581" y="28374"/>
                    <a:pt x="18581" y="40666"/>
                  </a:cubicBezTo>
                  <a:lnTo>
                    <a:pt x="18581" y="81831"/>
                  </a:lnTo>
                  <a:lnTo>
                    <a:pt x="0" y="81831"/>
                  </a:lnTo>
                  <a:lnTo>
                    <a:pt x="0" y="1788"/>
                  </a:lnTo>
                  <a:lnTo>
                    <a:pt x="18296" y="1788"/>
                  </a:lnTo>
                  <a:lnTo>
                    <a:pt x="18296" y="12079"/>
                  </a:lnTo>
                  <a:lnTo>
                    <a:pt x="18581" y="12079"/>
                  </a:lnTo>
                  <a:cubicBezTo>
                    <a:pt x="22869" y="4647"/>
                    <a:pt x="30302" y="73"/>
                    <a:pt x="39450" y="73"/>
                  </a:cubicBezTo>
                  <a:cubicBezTo>
                    <a:pt x="42023" y="-213"/>
                    <a:pt x="45167" y="359"/>
                    <a:pt x="48026" y="1502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3" name="Freihandform: Form 112">
              <a:extLst>
                <a:ext uri="{FF2B5EF4-FFF2-40B4-BE49-F238E27FC236}">
                  <a16:creationId xmlns:a16="http://schemas.microsoft.com/office/drawing/2014/main" id="{2B7EB169-B440-4481-B1C1-70AD33F7BBAC}"/>
                </a:ext>
              </a:extLst>
            </p:cNvPr>
            <p:cNvSpPr/>
            <p:nvPr/>
          </p:nvSpPr>
          <p:spPr>
            <a:xfrm>
              <a:off x="3103123" y="-84249"/>
              <a:ext cx="39163" cy="17723"/>
            </a:xfrm>
            <a:custGeom>
              <a:avLst/>
              <a:gdLst>
                <a:gd name="connsiteX0" fmla="*/ 39164 w 39163"/>
                <a:gd name="connsiteY0" fmla="*/ 17724 h 17723"/>
                <a:gd name="connsiteX1" fmla="*/ 0 w 39163"/>
                <a:gd name="connsiteY1" fmla="*/ 17724 h 17723"/>
                <a:gd name="connsiteX2" fmla="*/ 0 w 39163"/>
                <a:gd name="connsiteY2" fmla="*/ 0 h 17723"/>
                <a:gd name="connsiteX3" fmla="*/ 39164 w 39163"/>
                <a:gd name="connsiteY3" fmla="*/ 0 h 17723"/>
                <a:gd name="connsiteX4" fmla="*/ 39164 w 39163"/>
                <a:gd name="connsiteY4" fmla="*/ 17724 h 17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163" h="17723">
                  <a:moveTo>
                    <a:pt x="39164" y="17724"/>
                  </a:moveTo>
                  <a:lnTo>
                    <a:pt x="0" y="17724"/>
                  </a:lnTo>
                  <a:lnTo>
                    <a:pt x="0" y="0"/>
                  </a:lnTo>
                  <a:lnTo>
                    <a:pt x="39164" y="0"/>
                  </a:lnTo>
                  <a:lnTo>
                    <a:pt x="39164" y="17724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2" name="Freihandform: Form 161">
              <a:extLst>
                <a:ext uri="{FF2B5EF4-FFF2-40B4-BE49-F238E27FC236}">
                  <a16:creationId xmlns:a16="http://schemas.microsoft.com/office/drawing/2014/main" id="{3A8BE52F-FCE7-4571-B2C2-F617EFF332E5}"/>
                </a:ext>
              </a:extLst>
            </p:cNvPr>
            <p:cNvSpPr/>
            <p:nvPr/>
          </p:nvSpPr>
          <p:spPr>
            <a:xfrm>
              <a:off x="3166014" y="-137135"/>
              <a:ext cx="86617" cy="112632"/>
            </a:xfrm>
            <a:custGeom>
              <a:avLst/>
              <a:gdLst>
                <a:gd name="connsiteX0" fmla="*/ 86618 w 86617"/>
                <a:gd name="connsiteY0" fmla="*/ 66893 h 112632"/>
                <a:gd name="connsiteX1" fmla="*/ 43166 w 86617"/>
                <a:gd name="connsiteY1" fmla="*/ 112632 h 112632"/>
                <a:gd name="connsiteX2" fmla="*/ 0 w 86617"/>
                <a:gd name="connsiteY2" fmla="*/ 66893 h 112632"/>
                <a:gd name="connsiteX3" fmla="*/ 0 w 86617"/>
                <a:gd name="connsiteY3" fmla="*/ 0 h 112632"/>
                <a:gd name="connsiteX4" fmla="*/ 20011 w 86617"/>
                <a:gd name="connsiteY4" fmla="*/ 0 h 112632"/>
                <a:gd name="connsiteX5" fmla="*/ 20011 w 86617"/>
                <a:gd name="connsiteY5" fmla="*/ 65750 h 112632"/>
                <a:gd name="connsiteX6" fmla="*/ 43452 w 86617"/>
                <a:gd name="connsiteY6" fmla="*/ 93765 h 112632"/>
                <a:gd name="connsiteX7" fmla="*/ 66321 w 86617"/>
                <a:gd name="connsiteY7" fmla="*/ 65750 h 112632"/>
                <a:gd name="connsiteX8" fmla="*/ 66321 w 86617"/>
                <a:gd name="connsiteY8" fmla="*/ 0 h 112632"/>
                <a:gd name="connsiteX9" fmla="*/ 86332 w 86617"/>
                <a:gd name="connsiteY9" fmla="*/ 0 h 112632"/>
                <a:gd name="connsiteX10" fmla="*/ 86332 w 86617"/>
                <a:gd name="connsiteY10" fmla="*/ 66893 h 112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6617" h="112632">
                  <a:moveTo>
                    <a:pt x="86618" y="66893"/>
                  </a:moveTo>
                  <a:cubicBezTo>
                    <a:pt x="86618" y="93479"/>
                    <a:pt x="72896" y="112632"/>
                    <a:pt x="43166" y="112632"/>
                  </a:cubicBezTo>
                  <a:cubicBezTo>
                    <a:pt x="13722" y="112632"/>
                    <a:pt x="0" y="93765"/>
                    <a:pt x="0" y="66893"/>
                  </a:cubicBezTo>
                  <a:lnTo>
                    <a:pt x="0" y="0"/>
                  </a:lnTo>
                  <a:lnTo>
                    <a:pt x="20011" y="0"/>
                  </a:lnTo>
                  <a:lnTo>
                    <a:pt x="20011" y="65750"/>
                  </a:lnTo>
                  <a:cubicBezTo>
                    <a:pt x="20011" y="82330"/>
                    <a:pt x="27157" y="93765"/>
                    <a:pt x="43452" y="93765"/>
                  </a:cubicBezTo>
                  <a:cubicBezTo>
                    <a:pt x="59746" y="93765"/>
                    <a:pt x="66321" y="82616"/>
                    <a:pt x="66321" y="65750"/>
                  </a:cubicBezTo>
                  <a:lnTo>
                    <a:pt x="66321" y="0"/>
                  </a:lnTo>
                  <a:lnTo>
                    <a:pt x="86332" y="0"/>
                  </a:lnTo>
                  <a:lnTo>
                    <a:pt x="86332" y="66893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3" name="Freihandform: Form 162">
              <a:extLst>
                <a:ext uri="{FF2B5EF4-FFF2-40B4-BE49-F238E27FC236}">
                  <a16:creationId xmlns:a16="http://schemas.microsoft.com/office/drawing/2014/main" id="{EBC57D1E-1BFE-49FF-8B8B-D1A476895338}"/>
                </a:ext>
              </a:extLst>
            </p:cNvPr>
            <p:cNvSpPr/>
            <p:nvPr/>
          </p:nvSpPr>
          <p:spPr>
            <a:xfrm>
              <a:off x="3277788" y="-108262"/>
              <a:ext cx="68608" cy="82044"/>
            </a:xfrm>
            <a:custGeom>
              <a:avLst/>
              <a:gdLst>
                <a:gd name="connsiteX0" fmla="*/ 68608 w 68608"/>
                <a:gd name="connsiteY0" fmla="*/ 81758 h 82044"/>
                <a:gd name="connsiteX1" fmla="*/ 50027 w 68608"/>
                <a:gd name="connsiteY1" fmla="*/ 81758 h 82044"/>
                <a:gd name="connsiteX2" fmla="*/ 50027 w 68608"/>
                <a:gd name="connsiteY2" fmla="*/ 36019 h 82044"/>
                <a:gd name="connsiteX3" fmla="*/ 35162 w 68608"/>
                <a:gd name="connsiteY3" fmla="*/ 16580 h 82044"/>
                <a:gd name="connsiteX4" fmla="*/ 18581 w 68608"/>
                <a:gd name="connsiteY4" fmla="*/ 36019 h 82044"/>
                <a:gd name="connsiteX5" fmla="*/ 18581 w 68608"/>
                <a:gd name="connsiteY5" fmla="*/ 82044 h 82044"/>
                <a:gd name="connsiteX6" fmla="*/ 0 w 68608"/>
                <a:gd name="connsiteY6" fmla="*/ 82044 h 82044"/>
                <a:gd name="connsiteX7" fmla="*/ 0 w 68608"/>
                <a:gd name="connsiteY7" fmla="*/ 2001 h 82044"/>
                <a:gd name="connsiteX8" fmla="*/ 18581 w 68608"/>
                <a:gd name="connsiteY8" fmla="*/ 2001 h 82044"/>
                <a:gd name="connsiteX9" fmla="*/ 18581 w 68608"/>
                <a:gd name="connsiteY9" fmla="*/ 11721 h 82044"/>
                <a:gd name="connsiteX10" fmla="*/ 18867 w 68608"/>
                <a:gd name="connsiteY10" fmla="*/ 11721 h 82044"/>
                <a:gd name="connsiteX11" fmla="*/ 42309 w 68608"/>
                <a:gd name="connsiteY11" fmla="*/ 0 h 82044"/>
                <a:gd name="connsiteX12" fmla="*/ 68608 w 68608"/>
                <a:gd name="connsiteY12" fmla="*/ 32303 h 82044"/>
                <a:gd name="connsiteX13" fmla="*/ 68608 w 68608"/>
                <a:gd name="connsiteY13" fmla="*/ 81758 h 82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8608" h="82044">
                  <a:moveTo>
                    <a:pt x="68608" y="81758"/>
                  </a:moveTo>
                  <a:lnTo>
                    <a:pt x="50027" y="81758"/>
                  </a:lnTo>
                  <a:lnTo>
                    <a:pt x="50027" y="36019"/>
                  </a:lnTo>
                  <a:cubicBezTo>
                    <a:pt x="50027" y="24299"/>
                    <a:pt x="46597" y="16580"/>
                    <a:pt x="35162" y="16580"/>
                  </a:cubicBezTo>
                  <a:cubicBezTo>
                    <a:pt x="22012" y="16580"/>
                    <a:pt x="18581" y="27157"/>
                    <a:pt x="18581" y="36019"/>
                  </a:cubicBezTo>
                  <a:lnTo>
                    <a:pt x="18581" y="82044"/>
                  </a:lnTo>
                  <a:lnTo>
                    <a:pt x="0" y="82044"/>
                  </a:lnTo>
                  <a:lnTo>
                    <a:pt x="0" y="2001"/>
                  </a:lnTo>
                  <a:lnTo>
                    <a:pt x="18581" y="2001"/>
                  </a:lnTo>
                  <a:lnTo>
                    <a:pt x="18581" y="11721"/>
                  </a:lnTo>
                  <a:lnTo>
                    <a:pt x="18867" y="11721"/>
                  </a:lnTo>
                  <a:cubicBezTo>
                    <a:pt x="23727" y="4574"/>
                    <a:pt x="32017" y="0"/>
                    <a:pt x="42309" y="0"/>
                  </a:cubicBezTo>
                  <a:cubicBezTo>
                    <a:pt x="60604" y="0"/>
                    <a:pt x="68608" y="13436"/>
                    <a:pt x="68608" y="32303"/>
                  </a:cubicBezTo>
                  <a:lnTo>
                    <a:pt x="68608" y="81758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4" name="Freihandform: Form 163">
              <a:extLst>
                <a:ext uri="{FF2B5EF4-FFF2-40B4-BE49-F238E27FC236}">
                  <a16:creationId xmlns:a16="http://schemas.microsoft.com/office/drawing/2014/main" id="{ED7B1C71-DDF6-41C3-A66A-77C32ADF9674}"/>
                </a:ext>
              </a:extLst>
            </p:cNvPr>
            <p:cNvSpPr/>
            <p:nvPr/>
          </p:nvSpPr>
          <p:spPr>
            <a:xfrm>
              <a:off x="3367551" y="-141994"/>
              <a:ext cx="23727" cy="115490"/>
            </a:xfrm>
            <a:custGeom>
              <a:avLst/>
              <a:gdLst>
                <a:gd name="connsiteX0" fmla="*/ 23727 w 23727"/>
                <a:gd name="connsiteY0" fmla="*/ 11435 h 115490"/>
                <a:gd name="connsiteX1" fmla="*/ 11721 w 23727"/>
                <a:gd name="connsiteY1" fmla="*/ 22869 h 115490"/>
                <a:gd name="connsiteX2" fmla="*/ 0 w 23727"/>
                <a:gd name="connsiteY2" fmla="*/ 11435 h 115490"/>
                <a:gd name="connsiteX3" fmla="*/ 11721 w 23727"/>
                <a:gd name="connsiteY3" fmla="*/ 0 h 115490"/>
                <a:gd name="connsiteX4" fmla="*/ 23727 w 23727"/>
                <a:gd name="connsiteY4" fmla="*/ 11435 h 115490"/>
                <a:gd name="connsiteX5" fmla="*/ 21154 w 23727"/>
                <a:gd name="connsiteY5" fmla="*/ 115491 h 115490"/>
                <a:gd name="connsiteX6" fmla="*/ 2573 w 23727"/>
                <a:gd name="connsiteY6" fmla="*/ 115491 h 115490"/>
                <a:gd name="connsiteX7" fmla="*/ 2573 w 23727"/>
                <a:gd name="connsiteY7" fmla="*/ 35448 h 115490"/>
                <a:gd name="connsiteX8" fmla="*/ 21154 w 23727"/>
                <a:gd name="connsiteY8" fmla="*/ 35448 h 115490"/>
                <a:gd name="connsiteX9" fmla="*/ 21154 w 23727"/>
                <a:gd name="connsiteY9" fmla="*/ 115491 h 115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727" h="115490">
                  <a:moveTo>
                    <a:pt x="23727" y="11435"/>
                  </a:moveTo>
                  <a:cubicBezTo>
                    <a:pt x="23727" y="18010"/>
                    <a:pt x="18296" y="22869"/>
                    <a:pt x="11721" y="22869"/>
                  </a:cubicBezTo>
                  <a:cubicBezTo>
                    <a:pt x="5146" y="22869"/>
                    <a:pt x="0" y="18296"/>
                    <a:pt x="0" y="11435"/>
                  </a:cubicBezTo>
                  <a:cubicBezTo>
                    <a:pt x="0" y="4860"/>
                    <a:pt x="5432" y="0"/>
                    <a:pt x="11721" y="0"/>
                  </a:cubicBezTo>
                  <a:cubicBezTo>
                    <a:pt x="18296" y="0"/>
                    <a:pt x="23727" y="4860"/>
                    <a:pt x="23727" y="11435"/>
                  </a:cubicBezTo>
                  <a:close/>
                  <a:moveTo>
                    <a:pt x="21154" y="115491"/>
                  </a:moveTo>
                  <a:lnTo>
                    <a:pt x="2573" y="115491"/>
                  </a:lnTo>
                  <a:lnTo>
                    <a:pt x="2573" y="35448"/>
                  </a:lnTo>
                  <a:lnTo>
                    <a:pt x="21154" y="35448"/>
                  </a:lnTo>
                  <a:lnTo>
                    <a:pt x="21154" y="11549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5" name="Freihandform: Form 164">
              <a:extLst>
                <a:ext uri="{FF2B5EF4-FFF2-40B4-BE49-F238E27FC236}">
                  <a16:creationId xmlns:a16="http://schemas.microsoft.com/office/drawing/2014/main" id="{B6EC8814-B5EB-46C2-9FAE-8261321637F6}"/>
                </a:ext>
              </a:extLst>
            </p:cNvPr>
            <p:cNvSpPr/>
            <p:nvPr/>
          </p:nvSpPr>
          <p:spPr>
            <a:xfrm>
              <a:off x="3404428" y="-106261"/>
              <a:ext cx="77755" cy="80043"/>
            </a:xfrm>
            <a:custGeom>
              <a:avLst/>
              <a:gdLst>
                <a:gd name="connsiteX0" fmla="*/ 77756 w 77755"/>
                <a:gd name="connsiteY0" fmla="*/ 0 h 80043"/>
                <a:gd name="connsiteX1" fmla="*/ 48598 w 77755"/>
                <a:gd name="connsiteY1" fmla="*/ 80043 h 80043"/>
                <a:gd name="connsiteX2" fmla="*/ 29158 w 77755"/>
                <a:gd name="connsiteY2" fmla="*/ 80043 h 80043"/>
                <a:gd name="connsiteX3" fmla="*/ 0 w 77755"/>
                <a:gd name="connsiteY3" fmla="*/ 0 h 80043"/>
                <a:gd name="connsiteX4" fmla="*/ 20582 w 77755"/>
                <a:gd name="connsiteY4" fmla="*/ 0 h 80043"/>
                <a:gd name="connsiteX5" fmla="*/ 38878 w 77755"/>
                <a:gd name="connsiteY5" fmla="*/ 58031 h 80043"/>
                <a:gd name="connsiteX6" fmla="*/ 39164 w 77755"/>
                <a:gd name="connsiteY6" fmla="*/ 58031 h 80043"/>
                <a:gd name="connsiteX7" fmla="*/ 57459 w 77755"/>
                <a:gd name="connsiteY7" fmla="*/ 0 h 80043"/>
                <a:gd name="connsiteX8" fmla="*/ 77756 w 77755"/>
                <a:gd name="connsiteY8" fmla="*/ 0 h 80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7755" h="80043">
                  <a:moveTo>
                    <a:pt x="77756" y="0"/>
                  </a:moveTo>
                  <a:lnTo>
                    <a:pt x="48598" y="80043"/>
                  </a:lnTo>
                  <a:lnTo>
                    <a:pt x="29158" y="80043"/>
                  </a:lnTo>
                  <a:lnTo>
                    <a:pt x="0" y="0"/>
                  </a:lnTo>
                  <a:lnTo>
                    <a:pt x="20582" y="0"/>
                  </a:lnTo>
                  <a:lnTo>
                    <a:pt x="38878" y="58031"/>
                  </a:lnTo>
                  <a:lnTo>
                    <a:pt x="39164" y="58031"/>
                  </a:lnTo>
                  <a:lnTo>
                    <a:pt x="57459" y="0"/>
                  </a:lnTo>
                  <a:lnTo>
                    <a:pt x="77756" y="0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6" name="Freihandform: Form 165">
              <a:extLst>
                <a:ext uri="{FF2B5EF4-FFF2-40B4-BE49-F238E27FC236}">
                  <a16:creationId xmlns:a16="http://schemas.microsoft.com/office/drawing/2014/main" id="{FAE679D0-850D-4B66-9747-AE6C9C29B626}"/>
                </a:ext>
              </a:extLst>
            </p:cNvPr>
            <p:cNvSpPr/>
            <p:nvPr/>
          </p:nvSpPr>
          <p:spPr>
            <a:xfrm>
              <a:off x="3490760" y="-108262"/>
              <a:ext cx="72896" cy="83759"/>
            </a:xfrm>
            <a:custGeom>
              <a:avLst/>
              <a:gdLst>
                <a:gd name="connsiteX0" fmla="*/ 39736 w 72896"/>
                <a:gd name="connsiteY0" fmla="*/ 83759 h 83759"/>
                <a:gd name="connsiteX1" fmla="*/ 0 w 72896"/>
                <a:gd name="connsiteY1" fmla="*/ 41737 h 83759"/>
                <a:gd name="connsiteX2" fmla="*/ 37449 w 72896"/>
                <a:gd name="connsiteY2" fmla="*/ 0 h 83759"/>
                <a:gd name="connsiteX3" fmla="*/ 72896 w 72896"/>
                <a:gd name="connsiteY3" fmla="*/ 40593 h 83759"/>
                <a:gd name="connsiteX4" fmla="*/ 72611 w 72896"/>
                <a:gd name="connsiteY4" fmla="*/ 48312 h 83759"/>
                <a:gd name="connsiteX5" fmla="*/ 18867 w 72896"/>
                <a:gd name="connsiteY5" fmla="*/ 48312 h 83759"/>
                <a:gd name="connsiteX6" fmla="*/ 39736 w 72896"/>
                <a:gd name="connsiteY6" fmla="*/ 67751 h 83759"/>
                <a:gd name="connsiteX7" fmla="*/ 59461 w 72896"/>
                <a:gd name="connsiteY7" fmla="*/ 58317 h 83759"/>
                <a:gd name="connsiteX8" fmla="*/ 71181 w 72896"/>
                <a:gd name="connsiteY8" fmla="*/ 70609 h 83759"/>
                <a:gd name="connsiteX9" fmla="*/ 39736 w 72896"/>
                <a:gd name="connsiteY9" fmla="*/ 83759 h 83759"/>
                <a:gd name="connsiteX10" fmla="*/ 18867 w 72896"/>
                <a:gd name="connsiteY10" fmla="*/ 34590 h 83759"/>
                <a:gd name="connsiteX11" fmla="*/ 55173 w 72896"/>
                <a:gd name="connsiteY11" fmla="*/ 34590 h 83759"/>
                <a:gd name="connsiteX12" fmla="*/ 37449 w 72896"/>
                <a:gd name="connsiteY12" fmla="*/ 15151 h 83759"/>
                <a:gd name="connsiteX13" fmla="*/ 18867 w 72896"/>
                <a:gd name="connsiteY13" fmla="*/ 34590 h 8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2896" h="83759">
                  <a:moveTo>
                    <a:pt x="39736" y="83759"/>
                  </a:moveTo>
                  <a:cubicBezTo>
                    <a:pt x="16009" y="83759"/>
                    <a:pt x="0" y="66893"/>
                    <a:pt x="0" y="41737"/>
                  </a:cubicBezTo>
                  <a:cubicBezTo>
                    <a:pt x="0" y="16866"/>
                    <a:pt x="15151" y="0"/>
                    <a:pt x="37449" y="0"/>
                  </a:cubicBezTo>
                  <a:cubicBezTo>
                    <a:pt x="58889" y="0"/>
                    <a:pt x="72896" y="16009"/>
                    <a:pt x="72896" y="40593"/>
                  </a:cubicBezTo>
                  <a:cubicBezTo>
                    <a:pt x="72896" y="43166"/>
                    <a:pt x="72611" y="46025"/>
                    <a:pt x="72611" y="48312"/>
                  </a:cubicBezTo>
                  <a:lnTo>
                    <a:pt x="18867" y="48312"/>
                  </a:lnTo>
                  <a:cubicBezTo>
                    <a:pt x="20869" y="60604"/>
                    <a:pt x="28301" y="67751"/>
                    <a:pt x="39736" y="67751"/>
                  </a:cubicBezTo>
                  <a:cubicBezTo>
                    <a:pt x="47168" y="67751"/>
                    <a:pt x="53172" y="64892"/>
                    <a:pt x="59461" y="58317"/>
                  </a:cubicBezTo>
                  <a:lnTo>
                    <a:pt x="71181" y="70609"/>
                  </a:lnTo>
                  <a:cubicBezTo>
                    <a:pt x="62033" y="79471"/>
                    <a:pt x="52028" y="83759"/>
                    <a:pt x="39736" y="83759"/>
                  </a:cubicBezTo>
                  <a:close/>
                  <a:moveTo>
                    <a:pt x="18867" y="34590"/>
                  </a:moveTo>
                  <a:lnTo>
                    <a:pt x="55173" y="34590"/>
                  </a:lnTo>
                  <a:cubicBezTo>
                    <a:pt x="54315" y="22298"/>
                    <a:pt x="48026" y="15151"/>
                    <a:pt x="37449" y="15151"/>
                  </a:cubicBezTo>
                  <a:cubicBezTo>
                    <a:pt x="27157" y="15151"/>
                    <a:pt x="20583" y="22298"/>
                    <a:pt x="18867" y="34590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7" name="Freihandform: Form 166">
              <a:extLst>
                <a:ext uri="{FF2B5EF4-FFF2-40B4-BE49-F238E27FC236}">
                  <a16:creationId xmlns:a16="http://schemas.microsoft.com/office/drawing/2014/main" id="{E79ED9BA-7ADC-44DB-ACD1-768C0D80A27A}"/>
                </a:ext>
              </a:extLst>
            </p:cNvPr>
            <p:cNvSpPr/>
            <p:nvPr/>
          </p:nvSpPr>
          <p:spPr>
            <a:xfrm>
              <a:off x="3584810" y="-108335"/>
              <a:ext cx="48025" cy="81831"/>
            </a:xfrm>
            <a:custGeom>
              <a:avLst/>
              <a:gdLst>
                <a:gd name="connsiteX0" fmla="*/ 48026 w 48025"/>
                <a:gd name="connsiteY0" fmla="*/ 1502 h 81831"/>
                <a:gd name="connsiteX1" fmla="*/ 45167 w 48025"/>
                <a:gd name="connsiteY1" fmla="*/ 20655 h 81831"/>
                <a:gd name="connsiteX2" fmla="*/ 34876 w 48025"/>
                <a:gd name="connsiteY2" fmla="*/ 18083 h 81831"/>
                <a:gd name="connsiteX3" fmla="*/ 18581 w 48025"/>
                <a:gd name="connsiteY3" fmla="*/ 40666 h 81831"/>
                <a:gd name="connsiteX4" fmla="*/ 18581 w 48025"/>
                <a:gd name="connsiteY4" fmla="*/ 81831 h 81831"/>
                <a:gd name="connsiteX5" fmla="*/ 0 w 48025"/>
                <a:gd name="connsiteY5" fmla="*/ 81831 h 81831"/>
                <a:gd name="connsiteX6" fmla="*/ 0 w 48025"/>
                <a:gd name="connsiteY6" fmla="*/ 1788 h 81831"/>
                <a:gd name="connsiteX7" fmla="*/ 18296 w 48025"/>
                <a:gd name="connsiteY7" fmla="*/ 1788 h 81831"/>
                <a:gd name="connsiteX8" fmla="*/ 18296 w 48025"/>
                <a:gd name="connsiteY8" fmla="*/ 12079 h 81831"/>
                <a:gd name="connsiteX9" fmla="*/ 18581 w 48025"/>
                <a:gd name="connsiteY9" fmla="*/ 12079 h 81831"/>
                <a:gd name="connsiteX10" fmla="*/ 39450 w 48025"/>
                <a:gd name="connsiteY10" fmla="*/ 73 h 81831"/>
                <a:gd name="connsiteX11" fmla="*/ 48026 w 48025"/>
                <a:gd name="connsiteY11" fmla="*/ 1502 h 81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8025" h="81831">
                  <a:moveTo>
                    <a:pt x="48026" y="1502"/>
                  </a:moveTo>
                  <a:lnTo>
                    <a:pt x="45167" y="20655"/>
                  </a:lnTo>
                  <a:cubicBezTo>
                    <a:pt x="42308" y="19226"/>
                    <a:pt x="38878" y="18083"/>
                    <a:pt x="34876" y="18083"/>
                  </a:cubicBezTo>
                  <a:cubicBezTo>
                    <a:pt x="22012" y="18083"/>
                    <a:pt x="18581" y="28374"/>
                    <a:pt x="18581" y="40666"/>
                  </a:cubicBezTo>
                  <a:lnTo>
                    <a:pt x="18581" y="81831"/>
                  </a:lnTo>
                  <a:lnTo>
                    <a:pt x="0" y="81831"/>
                  </a:lnTo>
                  <a:lnTo>
                    <a:pt x="0" y="1788"/>
                  </a:lnTo>
                  <a:lnTo>
                    <a:pt x="18296" y="1788"/>
                  </a:lnTo>
                  <a:lnTo>
                    <a:pt x="18296" y="12079"/>
                  </a:lnTo>
                  <a:lnTo>
                    <a:pt x="18581" y="12079"/>
                  </a:lnTo>
                  <a:cubicBezTo>
                    <a:pt x="22869" y="4647"/>
                    <a:pt x="30302" y="73"/>
                    <a:pt x="39450" y="73"/>
                  </a:cubicBezTo>
                  <a:cubicBezTo>
                    <a:pt x="42023" y="-213"/>
                    <a:pt x="45167" y="359"/>
                    <a:pt x="48026" y="1502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8" name="Freihandform: Form 167">
              <a:extLst>
                <a:ext uri="{FF2B5EF4-FFF2-40B4-BE49-F238E27FC236}">
                  <a16:creationId xmlns:a16="http://schemas.microsoft.com/office/drawing/2014/main" id="{535B2E40-5185-4931-ADD0-4942629E3028}"/>
                </a:ext>
              </a:extLst>
            </p:cNvPr>
            <p:cNvSpPr/>
            <p:nvPr/>
          </p:nvSpPr>
          <p:spPr>
            <a:xfrm>
              <a:off x="3641698" y="-108548"/>
              <a:ext cx="61747" cy="84045"/>
            </a:xfrm>
            <a:custGeom>
              <a:avLst/>
              <a:gdLst>
                <a:gd name="connsiteX0" fmla="*/ 8862 w 61747"/>
                <a:gd name="connsiteY0" fmla="*/ 59461 h 84045"/>
                <a:gd name="connsiteX1" fmla="*/ 31445 w 61747"/>
                <a:gd name="connsiteY1" fmla="*/ 68322 h 84045"/>
                <a:gd name="connsiteX2" fmla="*/ 43166 w 61747"/>
                <a:gd name="connsiteY2" fmla="*/ 60318 h 84045"/>
                <a:gd name="connsiteX3" fmla="*/ 3144 w 61747"/>
                <a:gd name="connsiteY3" fmla="*/ 24871 h 84045"/>
                <a:gd name="connsiteX4" fmla="*/ 33446 w 61747"/>
                <a:gd name="connsiteY4" fmla="*/ 0 h 84045"/>
                <a:gd name="connsiteX5" fmla="*/ 61176 w 61747"/>
                <a:gd name="connsiteY5" fmla="*/ 8290 h 84045"/>
                <a:gd name="connsiteX6" fmla="*/ 52314 w 61747"/>
                <a:gd name="connsiteY6" fmla="*/ 22869 h 84045"/>
                <a:gd name="connsiteX7" fmla="*/ 33161 w 61747"/>
                <a:gd name="connsiteY7" fmla="*/ 15723 h 84045"/>
                <a:gd name="connsiteX8" fmla="*/ 21726 w 61747"/>
                <a:gd name="connsiteY8" fmla="*/ 23155 h 84045"/>
                <a:gd name="connsiteX9" fmla="*/ 61747 w 61747"/>
                <a:gd name="connsiteY9" fmla="*/ 58603 h 84045"/>
                <a:gd name="connsiteX10" fmla="*/ 30874 w 61747"/>
                <a:gd name="connsiteY10" fmla="*/ 84045 h 84045"/>
                <a:gd name="connsiteX11" fmla="*/ 0 w 61747"/>
                <a:gd name="connsiteY11" fmla="*/ 74326 h 84045"/>
                <a:gd name="connsiteX12" fmla="*/ 8862 w 61747"/>
                <a:gd name="connsiteY12" fmla="*/ 59461 h 84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1747" h="84045">
                  <a:moveTo>
                    <a:pt x="8862" y="59461"/>
                  </a:moveTo>
                  <a:cubicBezTo>
                    <a:pt x="16866" y="65464"/>
                    <a:pt x="24299" y="68322"/>
                    <a:pt x="31445" y="68322"/>
                  </a:cubicBezTo>
                  <a:cubicBezTo>
                    <a:pt x="38306" y="68322"/>
                    <a:pt x="43166" y="65178"/>
                    <a:pt x="43166" y="60318"/>
                  </a:cubicBezTo>
                  <a:cubicBezTo>
                    <a:pt x="43166" y="46597"/>
                    <a:pt x="3144" y="51456"/>
                    <a:pt x="3144" y="24871"/>
                  </a:cubicBezTo>
                  <a:cubicBezTo>
                    <a:pt x="3144" y="10005"/>
                    <a:pt x="15437" y="0"/>
                    <a:pt x="33446" y="0"/>
                  </a:cubicBezTo>
                  <a:cubicBezTo>
                    <a:pt x="43166" y="0"/>
                    <a:pt x="52600" y="2859"/>
                    <a:pt x="61176" y="8290"/>
                  </a:cubicBezTo>
                  <a:lnTo>
                    <a:pt x="52314" y="22869"/>
                  </a:lnTo>
                  <a:cubicBezTo>
                    <a:pt x="45453" y="18296"/>
                    <a:pt x="39164" y="15723"/>
                    <a:pt x="33161" y="15723"/>
                  </a:cubicBezTo>
                  <a:cubicBezTo>
                    <a:pt x="26300" y="15723"/>
                    <a:pt x="21726" y="18581"/>
                    <a:pt x="21726" y="23155"/>
                  </a:cubicBezTo>
                  <a:cubicBezTo>
                    <a:pt x="21726" y="36305"/>
                    <a:pt x="61747" y="31731"/>
                    <a:pt x="61747" y="58603"/>
                  </a:cubicBezTo>
                  <a:cubicBezTo>
                    <a:pt x="61747" y="73754"/>
                    <a:pt x="49455" y="84045"/>
                    <a:pt x="30874" y="84045"/>
                  </a:cubicBezTo>
                  <a:cubicBezTo>
                    <a:pt x="20297" y="84045"/>
                    <a:pt x="9434" y="80615"/>
                    <a:pt x="0" y="74326"/>
                  </a:cubicBezTo>
                  <a:lnTo>
                    <a:pt x="8862" y="5946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9" name="Freihandform: Form 168">
              <a:extLst>
                <a:ext uri="{FF2B5EF4-FFF2-40B4-BE49-F238E27FC236}">
                  <a16:creationId xmlns:a16="http://schemas.microsoft.com/office/drawing/2014/main" id="{0976CCBC-91D3-4C1C-A658-C18612120031}"/>
                </a:ext>
              </a:extLst>
            </p:cNvPr>
            <p:cNvSpPr/>
            <p:nvPr/>
          </p:nvSpPr>
          <p:spPr>
            <a:xfrm>
              <a:off x="3720884" y="-141994"/>
              <a:ext cx="23727" cy="115490"/>
            </a:xfrm>
            <a:custGeom>
              <a:avLst/>
              <a:gdLst>
                <a:gd name="connsiteX0" fmla="*/ 23727 w 23727"/>
                <a:gd name="connsiteY0" fmla="*/ 11435 h 115490"/>
                <a:gd name="connsiteX1" fmla="*/ 11721 w 23727"/>
                <a:gd name="connsiteY1" fmla="*/ 22869 h 115490"/>
                <a:gd name="connsiteX2" fmla="*/ 0 w 23727"/>
                <a:gd name="connsiteY2" fmla="*/ 11435 h 115490"/>
                <a:gd name="connsiteX3" fmla="*/ 11721 w 23727"/>
                <a:gd name="connsiteY3" fmla="*/ 0 h 115490"/>
                <a:gd name="connsiteX4" fmla="*/ 23727 w 23727"/>
                <a:gd name="connsiteY4" fmla="*/ 11435 h 115490"/>
                <a:gd name="connsiteX5" fmla="*/ 21154 w 23727"/>
                <a:gd name="connsiteY5" fmla="*/ 115491 h 115490"/>
                <a:gd name="connsiteX6" fmla="*/ 2573 w 23727"/>
                <a:gd name="connsiteY6" fmla="*/ 115491 h 115490"/>
                <a:gd name="connsiteX7" fmla="*/ 2573 w 23727"/>
                <a:gd name="connsiteY7" fmla="*/ 35448 h 115490"/>
                <a:gd name="connsiteX8" fmla="*/ 21154 w 23727"/>
                <a:gd name="connsiteY8" fmla="*/ 35448 h 115490"/>
                <a:gd name="connsiteX9" fmla="*/ 21154 w 23727"/>
                <a:gd name="connsiteY9" fmla="*/ 115491 h 115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727" h="115490">
                  <a:moveTo>
                    <a:pt x="23727" y="11435"/>
                  </a:moveTo>
                  <a:cubicBezTo>
                    <a:pt x="23727" y="18010"/>
                    <a:pt x="18296" y="22869"/>
                    <a:pt x="11721" y="22869"/>
                  </a:cubicBezTo>
                  <a:cubicBezTo>
                    <a:pt x="5146" y="22869"/>
                    <a:pt x="0" y="18296"/>
                    <a:pt x="0" y="11435"/>
                  </a:cubicBezTo>
                  <a:cubicBezTo>
                    <a:pt x="0" y="4860"/>
                    <a:pt x="5432" y="0"/>
                    <a:pt x="11721" y="0"/>
                  </a:cubicBezTo>
                  <a:cubicBezTo>
                    <a:pt x="18296" y="0"/>
                    <a:pt x="23727" y="4860"/>
                    <a:pt x="23727" y="11435"/>
                  </a:cubicBezTo>
                  <a:close/>
                  <a:moveTo>
                    <a:pt x="21154" y="115491"/>
                  </a:moveTo>
                  <a:lnTo>
                    <a:pt x="2573" y="115491"/>
                  </a:lnTo>
                  <a:lnTo>
                    <a:pt x="2573" y="35448"/>
                  </a:lnTo>
                  <a:lnTo>
                    <a:pt x="21154" y="35448"/>
                  </a:lnTo>
                  <a:lnTo>
                    <a:pt x="21154" y="11549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0" name="Freihandform: Form 169">
              <a:extLst>
                <a:ext uri="{FF2B5EF4-FFF2-40B4-BE49-F238E27FC236}">
                  <a16:creationId xmlns:a16="http://schemas.microsoft.com/office/drawing/2014/main" id="{035AA111-8BF2-4A02-965B-10CB5928B8E6}"/>
                </a:ext>
              </a:extLst>
            </p:cNvPr>
            <p:cNvSpPr/>
            <p:nvPr/>
          </p:nvSpPr>
          <p:spPr>
            <a:xfrm>
              <a:off x="3758046" y="-131989"/>
              <a:ext cx="49741" cy="107486"/>
            </a:xfrm>
            <a:custGeom>
              <a:avLst/>
              <a:gdLst>
                <a:gd name="connsiteX0" fmla="*/ 49741 w 49741"/>
                <a:gd name="connsiteY0" fmla="*/ 88619 h 107486"/>
                <a:gd name="connsiteX1" fmla="*/ 49741 w 49741"/>
                <a:gd name="connsiteY1" fmla="*/ 104628 h 107486"/>
                <a:gd name="connsiteX2" fmla="*/ 34018 w 49741"/>
                <a:gd name="connsiteY2" fmla="*/ 107486 h 107486"/>
                <a:gd name="connsiteX3" fmla="*/ 12292 w 49741"/>
                <a:gd name="connsiteY3" fmla="*/ 84903 h 107486"/>
                <a:gd name="connsiteX4" fmla="*/ 12292 w 49741"/>
                <a:gd name="connsiteY4" fmla="*/ 41165 h 107486"/>
                <a:gd name="connsiteX5" fmla="*/ 0 w 49741"/>
                <a:gd name="connsiteY5" fmla="*/ 41165 h 107486"/>
                <a:gd name="connsiteX6" fmla="*/ 0 w 49741"/>
                <a:gd name="connsiteY6" fmla="*/ 25728 h 107486"/>
                <a:gd name="connsiteX7" fmla="*/ 12006 w 49741"/>
                <a:gd name="connsiteY7" fmla="*/ 25728 h 107486"/>
                <a:gd name="connsiteX8" fmla="*/ 12006 w 49741"/>
                <a:gd name="connsiteY8" fmla="*/ 4002 h 107486"/>
                <a:gd name="connsiteX9" fmla="*/ 30588 w 49741"/>
                <a:gd name="connsiteY9" fmla="*/ 0 h 107486"/>
                <a:gd name="connsiteX10" fmla="*/ 30588 w 49741"/>
                <a:gd name="connsiteY10" fmla="*/ 26014 h 107486"/>
                <a:gd name="connsiteX11" fmla="*/ 49741 w 49741"/>
                <a:gd name="connsiteY11" fmla="*/ 26014 h 107486"/>
                <a:gd name="connsiteX12" fmla="*/ 49741 w 49741"/>
                <a:gd name="connsiteY12" fmla="*/ 41451 h 107486"/>
                <a:gd name="connsiteX13" fmla="*/ 30588 w 49741"/>
                <a:gd name="connsiteY13" fmla="*/ 41451 h 107486"/>
                <a:gd name="connsiteX14" fmla="*/ 30588 w 49741"/>
                <a:gd name="connsiteY14" fmla="*/ 80901 h 107486"/>
                <a:gd name="connsiteX15" fmla="*/ 39164 w 49741"/>
                <a:gd name="connsiteY15" fmla="*/ 91478 h 107486"/>
                <a:gd name="connsiteX16" fmla="*/ 49741 w 49741"/>
                <a:gd name="connsiteY16" fmla="*/ 88619 h 107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9741" h="107486">
                  <a:moveTo>
                    <a:pt x="49741" y="88619"/>
                  </a:moveTo>
                  <a:lnTo>
                    <a:pt x="49741" y="104628"/>
                  </a:lnTo>
                  <a:cubicBezTo>
                    <a:pt x="45739" y="106629"/>
                    <a:pt x="39450" y="107486"/>
                    <a:pt x="34018" y="107486"/>
                  </a:cubicBezTo>
                  <a:cubicBezTo>
                    <a:pt x="20011" y="107486"/>
                    <a:pt x="12292" y="99482"/>
                    <a:pt x="12292" y="84903"/>
                  </a:cubicBezTo>
                  <a:lnTo>
                    <a:pt x="12292" y="41165"/>
                  </a:lnTo>
                  <a:lnTo>
                    <a:pt x="0" y="41165"/>
                  </a:lnTo>
                  <a:lnTo>
                    <a:pt x="0" y="25728"/>
                  </a:lnTo>
                  <a:lnTo>
                    <a:pt x="12006" y="25728"/>
                  </a:lnTo>
                  <a:lnTo>
                    <a:pt x="12006" y="4002"/>
                  </a:lnTo>
                  <a:lnTo>
                    <a:pt x="30588" y="0"/>
                  </a:lnTo>
                  <a:lnTo>
                    <a:pt x="30588" y="26014"/>
                  </a:lnTo>
                  <a:lnTo>
                    <a:pt x="49741" y="26014"/>
                  </a:lnTo>
                  <a:lnTo>
                    <a:pt x="49741" y="41451"/>
                  </a:lnTo>
                  <a:lnTo>
                    <a:pt x="30588" y="41451"/>
                  </a:lnTo>
                  <a:lnTo>
                    <a:pt x="30588" y="80901"/>
                  </a:lnTo>
                  <a:cubicBezTo>
                    <a:pt x="30588" y="88333"/>
                    <a:pt x="33161" y="91478"/>
                    <a:pt x="39164" y="91478"/>
                  </a:cubicBezTo>
                  <a:cubicBezTo>
                    <a:pt x="42594" y="91192"/>
                    <a:pt x="46597" y="90048"/>
                    <a:pt x="49741" y="88619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1" name="Freihandform: Form 170">
              <a:extLst>
                <a:ext uri="{FF2B5EF4-FFF2-40B4-BE49-F238E27FC236}">
                  <a16:creationId xmlns:a16="http://schemas.microsoft.com/office/drawing/2014/main" id="{E30D49FB-3B99-401D-8FF3-F44F3B1B2497}"/>
                </a:ext>
              </a:extLst>
            </p:cNvPr>
            <p:cNvSpPr/>
            <p:nvPr/>
          </p:nvSpPr>
          <p:spPr>
            <a:xfrm>
              <a:off x="3822367" y="-140565"/>
              <a:ext cx="67750" cy="116062"/>
            </a:xfrm>
            <a:custGeom>
              <a:avLst/>
              <a:gdLst>
                <a:gd name="connsiteX0" fmla="*/ 34304 w 67750"/>
                <a:gd name="connsiteY0" fmla="*/ 64606 h 116062"/>
                <a:gd name="connsiteX1" fmla="*/ 49455 w 67750"/>
                <a:gd name="connsiteY1" fmla="*/ 66321 h 116062"/>
                <a:gd name="connsiteX2" fmla="*/ 49455 w 67750"/>
                <a:gd name="connsiteY2" fmla="*/ 63463 h 116062"/>
                <a:gd name="connsiteX3" fmla="*/ 31731 w 67750"/>
                <a:gd name="connsiteY3" fmla="*/ 48026 h 116062"/>
                <a:gd name="connsiteX4" fmla="*/ 11435 w 67750"/>
                <a:gd name="connsiteY4" fmla="*/ 52600 h 116062"/>
                <a:gd name="connsiteX5" fmla="*/ 7433 w 67750"/>
                <a:gd name="connsiteY5" fmla="*/ 36877 h 116062"/>
                <a:gd name="connsiteX6" fmla="*/ 33733 w 67750"/>
                <a:gd name="connsiteY6" fmla="*/ 32303 h 116062"/>
                <a:gd name="connsiteX7" fmla="*/ 67751 w 67750"/>
                <a:gd name="connsiteY7" fmla="*/ 63177 h 116062"/>
                <a:gd name="connsiteX8" fmla="*/ 67751 w 67750"/>
                <a:gd name="connsiteY8" fmla="*/ 114347 h 116062"/>
                <a:gd name="connsiteX9" fmla="*/ 50027 w 67750"/>
                <a:gd name="connsiteY9" fmla="*/ 114347 h 116062"/>
                <a:gd name="connsiteX10" fmla="*/ 50027 w 67750"/>
                <a:gd name="connsiteY10" fmla="*/ 105771 h 116062"/>
                <a:gd name="connsiteX11" fmla="*/ 49741 w 67750"/>
                <a:gd name="connsiteY11" fmla="*/ 105771 h 116062"/>
                <a:gd name="connsiteX12" fmla="*/ 26300 w 67750"/>
                <a:gd name="connsiteY12" fmla="*/ 116062 h 116062"/>
                <a:gd name="connsiteX13" fmla="*/ 0 w 67750"/>
                <a:gd name="connsiteY13" fmla="*/ 90620 h 116062"/>
                <a:gd name="connsiteX14" fmla="*/ 34304 w 67750"/>
                <a:gd name="connsiteY14" fmla="*/ 64606 h 116062"/>
                <a:gd name="connsiteX15" fmla="*/ 19153 w 67750"/>
                <a:gd name="connsiteY15" fmla="*/ 21726 h 116062"/>
                <a:gd name="connsiteX16" fmla="*/ 8004 w 67750"/>
                <a:gd name="connsiteY16" fmla="*/ 10863 h 116062"/>
                <a:gd name="connsiteX17" fmla="*/ 19153 w 67750"/>
                <a:gd name="connsiteY17" fmla="*/ 0 h 116062"/>
                <a:gd name="connsiteX18" fmla="*/ 30302 w 67750"/>
                <a:gd name="connsiteY18" fmla="*/ 10863 h 116062"/>
                <a:gd name="connsiteX19" fmla="*/ 19153 w 67750"/>
                <a:gd name="connsiteY19" fmla="*/ 21726 h 116062"/>
                <a:gd name="connsiteX20" fmla="*/ 31160 w 67750"/>
                <a:gd name="connsiteY20" fmla="*/ 102055 h 116062"/>
                <a:gd name="connsiteX21" fmla="*/ 49455 w 67750"/>
                <a:gd name="connsiteY21" fmla="*/ 92335 h 116062"/>
                <a:gd name="connsiteX22" fmla="*/ 49455 w 67750"/>
                <a:gd name="connsiteY22" fmla="*/ 78614 h 116062"/>
                <a:gd name="connsiteX23" fmla="*/ 36305 w 67750"/>
                <a:gd name="connsiteY23" fmla="*/ 77184 h 116062"/>
                <a:gd name="connsiteX24" fmla="*/ 17724 w 67750"/>
                <a:gd name="connsiteY24" fmla="*/ 90334 h 116062"/>
                <a:gd name="connsiteX25" fmla="*/ 31160 w 67750"/>
                <a:gd name="connsiteY25" fmla="*/ 102055 h 116062"/>
                <a:gd name="connsiteX26" fmla="*/ 51742 w 67750"/>
                <a:gd name="connsiteY26" fmla="*/ 21726 h 116062"/>
                <a:gd name="connsiteX27" fmla="*/ 40593 w 67750"/>
                <a:gd name="connsiteY27" fmla="*/ 10863 h 116062"/>
                <a:gd name="connsiteX28" fmla="*/ 51742 w 67750"/>
                <a:gd name="connsiteY28" fmla="*/ 0 h 116062"/>
                <a:gd name="connsiteX29" fmla="*/ 62891 w 67750"/>
                <a:gd name="connsiteY29" fmla="*/ 10863 h 116062"/>
                <a:gd name="connsiteX30" fmla="*/ 51742 w 67750"/>
                <a:gd name="connsiteY30" fmla="*/ 21726 h 1160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7750" h="116062">
                  <a:moveTo>
                    <a:pt x="34304" y="64606"/>
                  </a:moveTo>
                  <a:cubicBezTo>
                    <a:pt x="39450" y="64606"/>
                    <a:pt x="44310" y="64892"/>
                    <a:pt x="49455" y="66321"/>
                  </a:cubicBezTo>
                  <a:lnTo>
                    <a:pt x="49455" y="63463"/>
                  </a:lnTo>
                  <a:cubicBezTo>
                    <a:pt x="49455" y="53171"/>
                    <a:pt x="43452" y="48026"/>
                    <a:pt x="31731" y="48026"/>
                  </a:cubicBezTo>
                  <a:cubicBezTo>
                    <a:pt x="25157" y="48026"/>
                    <a:pt x="18010" y="49455"/>
                    <a:pt x="11435" y="52600"/>
                  </a:cubicBezTo>
                  <a:lnTo>
                    <a:pt x="7433" y="36877"/>
                  </a:lnTo>
                  <a:cubicBezTo>
                    <a:pt x="14865" y="34018"/>
                    <a:pt x="24585" y="32303"/>
                    <a:pt x="33733" y="32303"/>
                  </a:cubicBezTo>
                  <a:cubicBezTo>
                    <a:pt x="56316" y="32303"/>
                    <a:pt x="67751" y="42880"/>
                    <a:pt x="67751" y="63177"/>
                  </a:cubicBezTo>
                  <a:lnTo>
                    <a:pt x="67751" y="114347"/>
                  </a:lnTo>
                  <a:lnTo>
                    <a:pt x="50027" y="114347"/>
                  </a:lnTo>
                  <a:lnTo>
                    <a:pt x="50027" y="105771"/>
                  </a:lnTo>
                  <a:lnTo>
                    <a:pt x="49741" y="105771"/>
                  </a:lnTo>
                  <a:cubicBezTo>
                    <a:pt x="42880" y="112918"/>
                    <a:pt x="35734" y="116062"/>
                    <a:pt x="26300" y="116062"/>
                  </a:cubicBezTo>
                  <a:cubicBezTo>
                    <a:pt x="10291" y="116062"/>
                    <a:pt x="0" y="106057"/>
                    <a:pt x="0" y="90620"/>
                  </a:cubicBezTo>
                  <a:cubicBezTo>
                    <a:pt x="0" y="73754"/>
                    <a:pt x="12006" y="64606"/>
                    <a:pt x="34304" y="64606"/>
                  </a:cubicBezTo>
                  <a:close/>
                  <a:moveTo>
                    <a:pt x="19153" y="21726"/>
                  </a:moveTo>
                  <a:cubicBezTo>
                    <a:pt x="13150" y="21726"/>
                    <a:pt x="8004" y="16580"/>
                    <a:pt x="8004" y="10863"/>
                  </a:cubicBezTo>
                  <a:cubicBezTo>
                    <a:pt x="8004" y="5146"/>
                    <a:pt x="13150" y="0"/>
                    <a:pt x="19153" y="0"/>
                  </a:cubicBezTo>
                  <a:cubicBezTo>
                    <a:pt x="25157" y="0"/>
                    <a:pt x="30302" y="5146"/>
                    <a:pt x="30302" y="10863"/>
                  </a:cubicBezTo>
                  <a:cubicBezTo>
                    <a:pt x="30302" y="16866"/>
                    <a:pt x="25157" y="21726"/>
                    <a:pt x="19153" y="21726"/>
                  </a:cubicBezTo>
                  <a:close/>
                  <a:moveTo>
                    <a:pt x="31160" y="102055"/>
                  </a:moveTo>
                  <a:cubicBezTo>
                    <a:pt x="38021" y="102055"/>
                    <a:pt x="44310" y="98625"/>
                    <a:pt x="49455" y="92335"/>
                  </a:cubicBezTo>
                  <a:lnTo>
                    <a:pt x="49455" y="78614"/>
                  </a:lnTo>
                  <a:cubicBezTo>
                    <a:pt x="45167" y="77470"/>
                    <a:pt x="40593" y="77184"/>
                    <a:pt x="36305" y="77184"/>
                  </a:cubicBezTo>
                  <a:cubicBezTo>
                    <a:pt x="24585" y="77184"/>
                    <a:pt x="17724" y="81758"/>
                    <a:pt x="17724" y="90334"/>
                  </a:cubicBezTo>
                  <a:cubicBezTo>
                    <a:pt x="17724" y="97481"/>
                    <a:pt x="22869" y="102055"/>
                    <a:pt x="31160" y="102055"/>
                  </a:cubicBezTo>
                  <a:close/>
                  <a:moveTo>
                    <a:pt x="51742" y="21726"/>
                  </a:moveTo>
                  <a:cubicBezTo>
                    <a:pt x="45739" y="21726"/>
                    <a:pt x="40593" y="16580"/>
                    <a:pt x="40593" y="10863"/>
                  </a:cubicBezTo>
                  <a:cubicBezTo>
                    <a:pt x="40593" y="5146"/>
                    <a:pt x="45739" y="0"/>
                    <a:pt x="51742" y="0"/>
                  </a:cubicBezTo>
                  <a:cubicBezTo>
                    <a:pt x="57745" y="0"/>
                    <a:pt x="62891" y="5146"/>
                    <a:pt x="62891" y="10863"/>
                  </a:cubicBezTo>
                  <a:cubicBezTo>
                    <a:pt x="62891" y="16866"/>
                    <a:pt x="57745" y="21726"/>
                    <a:pt x="51742" y="21726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2" name="Freihandform: Form 171">
              <a:extLst>
                <a:ext uri="{FF2B5EF4-FFF2-40B4-BE49-F238E27FC236}">
                  <a16:creationId xmlns:a16="http://schemas.microsoft.com/office/drawing/2014/main" id="{93C372F5-6FE4-4768-92C0-35A768942164}"/>
                </a:ext>
              </a:extLst>
            </p:cNvPr>
            <p:cNvSpPr/>
            <p:nvPr/>
          </p:nvSpPr>
          <p:spPr>
            <a:xfrm>
              <a:off x="3904697" y="-131989"/>
              <a:ext cx="49740" cy="107486"/>
            </a:xfrm>
            <a:custGeom>
              <a:avLst/>
              <a:gdLst>
                <a:gd name="connsiteX0" fmla="*/ 49741 w 49740"/>
                <a:gd name="connsiteY0" fmla="*/ 88619 h 107486"/>
                <a:gd name="connsiteX1" fmla="*/ 49741 w 49740"/>
                <a:gd name="connsiteY1" fmla="*/ 104628 h 107486"/>
                <a:gd name="connsiteX2" fmla="*/ 34018 w 49740"/>
                <a:gd name="connsiteY2" fmla="*/ 107486 h 107486"/>
                <a:gd name="connsiteX3" fmla="*/ 12292 w 49740"/>
                <a:gd name="connsiteY3" fmla="*/ 84903 h 107486"/>
                <a:gd name="connsiteX4" fmla="*/ 12292 w 49740"/>
                <a:gd name="connsiteY4" fmla="*/ 41165 h 107486"/>
                <a:gd name="connsiteX5" fmla="*/ 0 w 49740"/>
                <a:gd name="connsiteY5" fmla="*/ 41165 h 107486"/>
                <a:gd name="connsiteX6" fmla="*/ 0 w 49740"/>
                <a:gd name="connsiteY6" fmla="*/ 25728 h 107486"/>
                <a:gd name="connsiteX7" fmla="*/ 12006 w 49740"/>
                <a:gd name="connsiteY7" fmla="*/ 25728 h 107486"/>
                <a:gd name="connsiteX8" fmla="*/ 12006 w 49740"/>
                <a:gd name="connsiteY8" fmla="*/ 4002 h 107486"/>
                <a:gd name="connsiteX9" fmla="*/ 30588 w 49740"/>
                <a:gd name="connsiteY9" fmla="*/ 0 h 107486"/>
                <a:gd name="connsiteX10" fmla="*/ 30588 w 49740"/>
                <a:gd name="connsiteY10" fmla="*/ 26014 h 107486"/>
                <a:gd name="connsiteX11" fmla="*/ 49741 w 49740"/>
                <a:gd name="connsiteY11" fmla="*/ 26014 h 107486"/>
                <a:gd name="connsiteX12" fmla="*/ 49741 w 49740"/>
                <a:gd name="connsiteY12" fmla="*/ 41451 h 107486"/>
                <a:gd name="connsiteX13" fmla="*/ 30588 w 49740"/>
                <a:gd name="connsiteY13" fmla="*/ 41451 h 107486"/>
                <a:gd name="connsiteX14" fmla="*/ 30588 w 49740"/>
                <a:gd name="connsiteY14" fmla="*/ 80901 h 107486"/>
                <a:gd name="connsiteX15" fmla="*/ 39164 w 49740"/>
                <a:gd name="connsiteY15" fmla="*/ 91478 h 107486"/>
                <a:gd name="connsiteX16" fmla="*/ 49741 w 49740"/>
                <a:gd name="connsiteY16" fmla="*/ 88619 h 107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9740" h="107486">
                  <a:moveTo>
                    <a:pt x="49741" y="88619"/>
                  </a:moveTo>
                  <a:lnTo>
                    <a:pt x="49741" y="104628"/>
                  </a:lnTo>
                  <a:cubicBezTo>
                    <a:pt x="45739" y="106629"/>
                    <a:pt x="39450" y="107486"/>
                    <a:pt x="34018" y="107486"/>
                  </a:cubicBezTo>
                  <a:cubicBezTo>
                    <a:pt x="20011" y="107486"/>
                    <a:pt x="12292" y="99482"/>
                    <a:pt x="12292" y="84903"/>
                  </a:cubicBezTo>
                  <a:lnTo>
                    <a:pt x="12292" y="41165"/>
                  </a:lnTo>
                  <a:lnTo>
                    <a:pt x="0" y="41165"/>
                  </a:lnTo>
                  <a:lnTo>
                    <a:pt x="0" y="25728"/>
                  </a:lnTo>
                  <a:lnTo>
                    <a:pt x="12006" y="25728"/>
                  </a:lnTo>
                  <a:lnTo>
                    <a:pt x="12006" y="4002"/>
                  </a:lnTo>
                  <a:lnTo>
                    <a:pt x="30588" y="0"/>
                  </a:lnTo>
                  <a:lnTo>
                    <a:pt x="30588" y="26014"/>
                  </a:lnTo>
                  <a:lnTo>
                    <a:pt x="49741" y="26014"/>
                  </a:lnTo>
                  <a:lnTo>
                    <a:pt x="49741" y="41451"/>
                  </a:lnTo>
                  <a:lnTo>
                    <a:pt x="30588" y="41451"/>
                  </a:lnTo>
                  <a:lnTo>
                    <a:pt x="30588" y="80901"/>
                  </a:lnTo>
                  <a:cubicBezTo>
                    <a:pt x="30588" y="88333"/>
                    <a:pt x="33161" y="91478"/>
                    <a:pt x="39164" y="91478"/>
                  </a:cubicBezTo>
                  <a:cubicBezTo>
                    <a:pt x="42880" y="91192"/>
                    <a:pt x="46596" y="90048"/>
                    <a:pt x="49741" y="88619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3" name="Freihandform: Form 172">
              <a:extLst>
                <a:ext uri="{FF2B5EF4-FFF2-40B4-BE49-F238E27FC236}">
                  <a16:creationId xmlns:a16="http://schemas.microsoft.com/office/drawing/2014/main" id="{6ECAFD3F-DC1A-49C8-BBAE-CCE1DED8C939}"/>
                </a:ext>
              </a:extLst>
            </p:cNvPr>
            <p:cNvSpPr/>
            <p:nvPr/>
          </p:nvSpPr>
          <p:spPr>
            <a:xfrm>
              <a:off x="1649198" y="35815"/>
              <a:ext cx="77756" cy="110630"/>
            </a:xfrm>
            <a:custGeom>
              <a:avLst/>
              <a:gdLst>
                <a:gd name="connsiteX0" fmla="*/ 77756 w 77756"/>
                <a:gd name="connsiteY0" fmla="*/ 33447 h 110630"/>
                <a:gd name="connsiteX1" fmla="*/ 38020 w 77756"/>
                <a:gd name="connsiteY1" fmla="*/ 68323 h 110630"/>
                <a:gd name="connsiteX2" fmla="*/ 19725 w 77756"/>
                <a:gd name="connsiteY2" fmla="*/ 68323 h 110630"/>
                <a:gd name="connsiteX3" fmla="*/ 19725 w 77756"/>
                <a:gd name="connsiteY3" fmla="*/ 110631 h 110630"/>
                <a:gd name="connsiteX4" fmla="*/ 0 w 77756"/>
                <a:gd name="connsiteY4" fmla="*/ 110631 h 110630"/>
                <a:gd name="connsiteX5" fmla="*/ 0 w 77756"/>
                <a:gd name="connsiteY5" fmla="*/ 0 h 110630"/>
                <a:gd name="connsiteX6" fmla="*/ 39164 w 77756"/>
                <a:gd name="connsiteY6" fmla="*/ 0 h 110630"/>
                <a:gd name="connsiteX7" fmla="*/ 77756 w 77756"/>
                <a:gd name="connsiteY7" fmla="*/ 33447 h 110630"/>
                <a:gd name="connsiteX8" fmla="*/ 58031 w 77756"/>
                <a:gd name="connsiteY8" fmla="*/ 34304 h 110630"/>
                <a:gd name="connsiteX9" fmla="*/ 38306 w 77756"/>
                <a:gd name="connsiteY9" fmla="*/ 17438 h 110630"/>
                <a:gd name="connsiteX10" fmla="*/ 19725 w 77756"/>
                <a:gd name="connsiteY10" fmla="*/ 17438 h 110630"/>
                <a:gd name="connsiteX11" fmla="*/ 19725 w 77756"/>
                <a:gd name="connsiteY11" fmla="*/ 51170 h 110630"/>
                <a:gd name="connsiteX12" fmla="*/ 37735 w 77756"/>
                <a:gd name="connsiteY12" fmla="*/ 51170 h 110630"/>
                <a:gd name="connsiteX13" fmla="*/ 58031 w 77756"/>
                <a:gd name="connsiteY13" fmla="*/ 34304 h 110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7756" h="110630">
                  <a:moveTo>
                    <a:pt x="77756" y="33447"/>
                  </a:moveTo>
                  <a:cubicBezTo>
                    <a:pt x="77756" y="57460"/>
                    <a:pt x="61176" y="68323"/>
                    <a:pt x="38020" y="68323"/>
                  </a:cubicBezTo>
                  <a:lnTo>
                    <a:pt x="19725" y="68323"/>
                  </a:lnTo>
                  <a:lnTo>
                    <a:pt x="19725" y="110631"/>
                  </a:lnTo>
                  <a:lnTo>
                    <a:pt x="0" y="110631"/>
                  </a:lnTo>
                  <a:lnTo>
                    <a:pt x="0" y="0"/>
                  </a:lnTo>
                  <a:lnTo>
                    <a:pt x="39164" y="0"/>
                  </a:lnTo>
                  <a:cubicBezTo>
                    <a:pt x="61462" y="0"/>
                    <a:pt x="77756" y="9720"/>
                    <a:pt x="77756" y="33447"/>
                  </a:cubicBezTo>
                  <a:close/>
                  <a:moveTo>
                    <a:pt x="58031" y="34304"/>
                  </a:moveTo>
                  <a:cubicBezTo>
                    <a:pt x="58031" y="22869"/>
                    <a:pt x="50884" y="17438"/>
                    <a:pt x="38306" y="17438"/>
                  </a:cubicBezTo>
                  <a:lnTo>
                    <a:pt x="19725" y="17438"/>
                  </a:lnTo>
                  <a:lnTo>
                    <a:pt x="19725" y="51170"/>
                  </a:lnTo>
                  <a:lnTo>
                    <a:pt x="37735" y="51170"/>
                  </a:lnTo>
                  <a:cubicBezTo>
                    <a:pt x="50884" y="51170"/>
                    <a:pt x="58031" y="45453"/>
                    <a:pt x="58031" y="34304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4" name="Freihandform: Form 173">
              <a:extLst>
                <a:ext uri="{FF2B5EF4-FFF2-40B4-BE49-F238E27FC236}">
                  <a16:creationId xmlns:a16="http://schemas.microsoft.com/office/drawing/2014/main" id="{48A36F42-3BFC-491C-BE5A-6519DC868322}"/>
                </a:ext>
              </a:extLst>
            </p:cNvPr>
            <p:cNvSpPr/>
            <p:nvPr/>
          </p:nvSpPr>
          <p:spPr>
            <a:xfrm>
              <a:off x="1744678" y="29811"/>
              <a:ext cx="68608" cy="116920"/>
            </a:xfrm>
            <a:custGeom>
              <a:avLst/>
              <a:gdLst>
                <a:gd name="connsiteX0" fmla="*/ 68608 w 68608"/>
                <a:gd name="connsiteY0" fmla="*/ 116634 h 116920"/>
                <a:gd name="connsiteX1" fmla="*/ 50027 w 68608"/>
                <a:gd name="connsiteY1" fmla="*/ 116634 h 116920"/>
                <a:gd name="connsiteX2" fmla="*/ 50027 w 68608"/>
                <a:gd name="connsiteY2" fmla="*/ 70895 h 116920"/>
                <a:gd name="connsiteX3" fmla="*/ 35162 w 68608"/>
                <a:gd name="connsiteY3" fmla="*/ 51456 h 116920"/>
                <a:gd name="connsiteX4" fmla="*/ 18581 w 68608"/>
                <a:gd name="connsiteY4" fmla="*/ 70895 h 116920"/>
                <a:gd name="connsiteX5" fmla="*/ 18581 w 68608"/>
                <a:gd name="connsiteY5" fmla="*/ 116920 h 116920"/>
                <a:gd name="connsiteX6" fmla="*/ 0 w 68608"/>
                <a:gd name="connsiteY6" fmla="*/ 116920 h 116920"/>
                <a:gd name="connsiteX7" fmla="*/ 0 w 68608"/>
                <a:gd name="connsiteY7" fmla="*/ 4574 h 116920"/>
                <a:gd name="connsiteX8" fmla="*/ 18581 w 68608"/>
                <a:gd name="connsiteY8" fmla="*/ 0 h 116920"/>
                <a:gd name="connsiteX9" fmla="*/ 18581 w 68608"/>
                <a:gd name="connsiteY9" fmla="*/ 46597 h 116920"/>
                <a:gd name="connsiteX10" fmla="*/ 18867 w 68608"/>
                <a:gd name="connsiteY10" fmla="*/ 46597 h 116920"/>
                <a:gd name="connsiteX11" fmla="*/ 42308 w 68608"/>
                <a:gd name="connsiteY11" fmla="*/ 34876 h 116920"/>
                <a:gd name="connsiteX12" fmla="*/ 68608 w 68608"/>
                <a:gd name="connsiteY12" fmla="*/ 67179 h 116920"/>
                <a:gd name="connsiteX13" fmla="*/ 68608 w 68608"/>
                <a:gd name="connsiteY13" fmla="*/ 116634 h 116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8608" h="116920">
                  <a:moveTo>
                    <a:pt x="68608" y="116634"/>
                  </a:moveTo>
                  <a:lnTo>
                    <a:pt x="50027" y="116634"/>
                  </a:lnTo>
                  <a:lnTo>
                    <a:pt x="50027" y="70895"/>
                  </a:lnTo>
                  <a:cubicBezTo>
                    <a:pt x="50027" y="59175"/>
                    <a:pt x="46311" y="51456"/>
                    <a:pt x="35162" y="51456"/>
                  </a:cubicBezTo>
                  <a:cubicBezTo>
                    <a:pt x="22298" y="51456"/>
                    <a:pt x="18581" y="61748"/>
                    <a:pt x="18581" y="70895"/>
                  </a:cubicBezTo>
                  <a:lnTo>
                    <a:pt x="18581" y="116920"/>
                  </a:lnTo>
                  <a:lnTo>
                    <a:pt x="0" y="116920"/>
                  </a:lnTo>
                  <a:lnTo>
                    <a:pt x="0" y="4574"/>
                  </a:lnTo>
                  <a:lnTo>
                    <a:pt x="18581" y="0"/>
                  </a:lnTo>
                  <a:lnTo>
                    <a:pt x="18581" y="46597"/>
                  </a:lnTo>
                  <a:lnTo>
                    <a:pt x="18867" y="46597"/>
                  </a:lnTo>
                  <a:cubicBezTo>
                    <a:pt x="23441" y="39450"/>
                    <a:pt x="31731" y="34876"/>
                    <a:pt x="42308" y="34876"/>
                  </a:cubicBezTo>
                  <a:cubicBezTo>
                    <a:pt x="60890" y="34876"/>
                    <a:pt x="68608" y="48598"/>
                    <a:pt x="68608" y="67179"/>
                  </a:cubicBezTo>
                  <a:lnTo>
                    <a:pt x="68608" y="116634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5" name="Freihandform: Form 174">
              <a:extLst>
                <a:ext uri="{FF2B5EF4-FFF2-40B4-BE49-F238E27FC236}">
                  <a16:creationId xmlns:a16="http://schemas.microsoft.com/office/drawing/2014/main" id="{3693DCE3-71A5-4A47-9738-CD4D659B4EE3}"/>
                </a:ext>
              </a:extLst>
            </p:cNvPr>
            <p:cNvSpPr/>
            <p:nvPr/>
          </p:nvSpPr>
          <p:spPr>
            <a:xfrm>
              <a:off x="1834440" y="30955"/>
              <a:ext cx="23727" cy="115490"/>
            </a:xfrm>
            <a:custGeom>
              <a:avLst/>
              <a:gdLst>
                <a:gd name="connsiteX0" fmla="*/ 23727 w 23727"/>
                <a:gd name="connsiteY0" fmla="*/ 11435 h 115490"/>
                <a:gd name="connsiteX1" fmla="*/ 11721 w 23727"/>
                <a:gd name="connsiteY1" fmla="*/ 22869 h 115490"/>
                <a:gd name="connsiteX2" fmla="*/ 0 w 23727"/>
                <a:gd name="connsiteY2" fmla="*/ 11435 h 115490"/>
                <a:gd name="connsiteX3" fmla="*/ 11721 w 23727"/>
                <a:gd name="connsiteY3" fmla="*/ 0 h 115490"/>
                <a:gd name="connsiteX4" fmla="*/ 23727 w 23727"/>
                <a:gd name="connsiteY4" fmla="*/ 11435 h 115490"/>
                <a:gd name="connsiteX5" fmla="*/ 21154 w 23727"/>
                <a:gd name="connsiteY5" fmla="*/ 115491 h 115490"/>
                <a:gd name="connsiteX6" fmla="*/ 2573 w 23727"/>
                <a:gd name="connsiteY6" fmla="*/ 115491 h 115490"/>
                <a:gd name="connsiteX7" fmla="*/ 2573 w 23727"/>
                <a:gd name="connsiteY7" fmla="*/ 35448 h 115490"/>
                <a:gd name="connsiteX8" fmla="*/ 21154 w 23727"/>
                <a:gd name="connsiteY8" fmla="*/ 35448 h 115490"/>
                <a:gd name="connsiteX9" fmla="*/ 21154 w 23727"/>
                <a:gd name="connsiteY9" fmla="*/ 115491 h 115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727" h="115490">
                  <a:moveTo>
                    <a:pt x="23727" y="11435"/>
                  </a:moveTo>
                  <a:cubicBezTo>
                    <a:pt x="23727" y="18010"/>
                    <a:pt x="18296" y="22869"/>
                    <a:pt x="11721" y="22869"/>
                  </a:cubicBezTo>
                  <a:cubicBezTo>
                    <a:pt x="5146" y="22869"/>
                    <a:pt x="0" y="18010"/>
                    <a:pt x="0" y="11435"/>
                  </a:cubicBezTo>
                  <a:cubicBezTo>
                    <a:pt x="0" y="4860"/>
                    <a:pt x="5431" y="0"/>
                    <a:pt x="11721" y="0"/>
                  </a:cubicBezTo>
                  <a:cubicBezTo>
                    <a:pt x="18296" y="0"/>
                    <a:pt x="23727" y="4860"/>
                    <a:pt x="23727" y="11435"/>
                  </a:cubicBezTo>
                  <a:close/>
                  <a:moveTo>
                    <a:pt x="21154" y="115491"/>
                  </a:moveTo>
                  <a:lnTo>
                    <a:pt x="2573" y="115491"/>
                  </a:lnTo>
                  <a:lnTo>
                    <a:pt x="2573" y="35448"/>
                  </a:lnTo>
                  <a:lnTo>
                    <a:pt x="21154" y="35448"/>
                  </a:lnTo>
                  <a:lnTo>
                    <a:pt x="21154" y="11549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6" name="Freihandform: Form 175">
              <a:extLst>
                <a:ext uri="{FF2B5EF4-FFF2-40B4-BE49-F238E27FC236}">
                  <a16:creationId xmlns:a16="http://schemas.microsoft.com/office/drawing/2014/main" id="{21364D41-7C1D-4357-8DC8-A2DD8A499D59}"/>
                </a:ext>
              </a:extLst>
            </p:cNvPr>
            <p:cNvSpPr/>
            <p:nvPr/>
          </p:nvSpPr>
          <p:spPr>
            <a:xfrm>
              <a:off x="1880465" y="29525"/>
              <a:ext cx="18581" cy="116920"/>
            </a:xfrm>
            <a:custGeom>
              <a:avLst/>
              <a:gdLst>
                <a:gd name="connsiteX0" fmla="*/ 18581 w 18581"/>
                <a:gd name="connsiteY0" fmla="*/ 116920 h 116920"/>
                <a:gd name="connsiteX1" fmla="*/ 0 w 18581"/>
                <a:gd name="connsiteY1" fmla="*/ 116920 h 116920"/>
                <a:gd name="connsiteX2" fmla="*/ 0 w 18581"/>
                <a:gd name="connsiteY2" fmla="*/ 4288 h 116920"/>
                <a:gd name="connsiteX3" fmla="*/ 18581 w 18581"/>
                <a:gd name="connsiteY3" fmla="*/ 0 h 116920"/>
                <a:gd name="connsiteX4" fmla="*/ 18581 w 18581"/>
                <a:gd name="connsiteY4" fmla="*/ 116920 h 116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581" h="116920">
                  <a:moveTo>
                    <a:pt x="18581" y="116920"/>
                  </a:moveTo>
                  <a:lnTo>
                    <a:pt x="0" y="116920"/>
                  </a:lnTo>
                  <a:lnTo>
                    <a:pt x="0" y="4288"/>
                  </a:lnTo>
                  <a:lnTo>
                    <a:pt x="18581" y="0"/>
                  </a:lnTo>
                  <a:lnTo>
                    <a:pt x="18581" y="116920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7" name="Freihandform: Form 176">
              <a:extLst>
                <a:ext uri="{FF2B5EF4-FFF2-40B4-BE49-F238E27FC236}">
                  <a16:creationId xmlns:a16="http://schemas.microsoft.com/office/drawing/2014/main" id="{87EBE9B0-9706-4D68-B820-45821EF38E6B}"/>
                </a:ext>
              </a:extLst>
            </p:cNvPr>
            <p:cNvSpPr/>
            <p:nvPr/>
          </p:nvSpPr>
          <p:spPr>
            <a:xfrm>
              <a:off x="1919343" y="64401"/>
              <a:ext cx="77184" cy="84045"/>
            </a:xfrm>
            <a:custGeom>
              <a:avLst/>
              <a:gdLst>
                <a:gd name="connsiteX0" fmla="*/ 0 w 77184"/>
                <a:gd name="connsiteY0" fmla="*/ 42023 h 84045"/>
                <a:gd name="connsiteX1" fmla="*/ 38878 w 77184"/>
                <a:gd name="connsiteY1" fmla="*/ 0 h 84045"/>
                <a:gd name="connsiteX2" fmla="*/ 77184 w 77184"/>
                <a:gd name="connsiteY2" fmla="*/ 42023 h 84045"/>
                <a:gd name="connsiteX3" fmla="*/ 38878 w 77184"/>
                <a:gd name="connsiteY3" fmla="*/ 84045 h 84045"/>
                <a:gd name="connsiteX4" fmla="*/ 0 w 77184"/>
                <a:gd name="connsiteY4" fmla="*/ 42023 h 84045"/>
                <a:gd name="connsiteX5" fmla="*/ 58317 w 77184"/>
                <a:gd name="connsiteY5" fmla="*/ 42309 h 84045"/>
                <a:gd name="connsiteX6" fmla="*/ 38306 w 77184"/>
                <a:gd name="connsiteY6" fmla="*/ 17152 h 84045"/>
                <a:gd name="connsiteX7" fmla="*/ 18296 w 77184"/>
                <a:gd name="connsiteY7" fmla="*/ 42023 h 84045"/>
                <a:gd name="connsiteX8" fmla="*/ 38306 w 77184"/>
                <a:gd name="connsiteY8" fmla="*/ 67465 h 84045"/>
                <a:gd name="connsiteX9" fmla="*/ 58317 w 77184"/>
                <a:gd name="connsiteY9" fmla="*/ 42309 h 84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7184" h="84045">
                  <a:moveTo>
                    <a:pt x="0" y="42023"/>
                  </a:moveTo>
                  <a:cubicBezTo>
                    <a:pt x="0" y="16866"/>
                    <a:pt x="15437" y="0"/>
                    <a:pt x="38878" y="0"/>
                  </a:cubicBezTo>
                  <a:cubicBezTo>
                    <a:pt x="62033" y="0"/>
                    <a:pt x="77184" y="16580"/>
                    <a:pt x="77184" y="42023"/>
                  </a:cubicBezTo>
                  <a:cubicBezTo>
                    <a:pt x="77184" y="67179"/>
                    <a:pt x="62319" y="84045"/>
                    <a:pt x="38878" y="84045"/>
                  </a:cubicBezTo>
                  <a:cubicBezTo>
                    <a:pt x="15723" y="84045"/>
                    <a:pt x="0" y="67465"/>
                    <a:pt x="0" y="42023"/>
                  </a:cubicBezTo>
                  <a:close/>
                  <a:moveTo>
                    <a:pt x="58317" y="42309"/>
                  </a:moveTo>
                  <a:cubicBezTo>
                    <a:pt x="58317" y="26872"/>
                    <a:pt x="50599" y="17152"/>
                    <a:pt x="38306" y="17152"/>
                  </a:cubicBezTo>
                  <a:cubicBezTo>
                    <a:pt x="26014" y="17152"/>
                    <a:pt x="18296" y="26872"/>
                    <a:pt x="18296" y="42023"/>
                  </a:cubicBezTo>
                  <a:cubicBezTo>
                    <a:pt x="18296" y="57460"/>
                    <a:pt x="26014" y="67465"/>
                    <a:pt x="38306" y="67465"/>
                  </a:cubicBezTo>
                  <a:cubicBezTo>
                    <a:pt x="50885" y="67179"/>
                    <a:pt x="58317" y="57745"/>
                    <a:pt x="58317" y="42309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8" name="Freihandform: Form 177">
              <a:extLst>
                <a:ext uri="{FF2B5EF4-FFF2-40B4-BE49-F238E27FC236}">
                  <a16:creationId xmlns:a16="http://schemas.microsoft.com/office/drawing/2014/main" id="{A16E2C14-CB51-498C-8A0A-7E74DA2FC22D}"/>
                </a:ext>
              </a:extLst>
            </p:cNvPr>
            <p:cNvSpPr/>
            <p:nvPr/>
          </p:nvSpPr>
          <p:spPr>
            <a:xfrm>
              <a:off x="2008534" y="64401"/>
              <a:ext cx="61747" cy="84045"/>
            </a:xfrm>
            <a:custGeom>
              <a:avLst/>
              <a:gdLst>
                <a:gd name="connsiteX0" fmla="*/ 8862 w 61747"/>
                <a:gd name="connsiteY0" fmla="*/ 59461 h 84045"/>
                <a:gd name="connsiteX1" fmla="*/ 31445 w 61747"/>
                <a:gd name="connsiteY1" fmla="*/ 68323 h 84045"/>
                <a:gd name="connsiteX2" fmla="*/ 43166 w 61747"/>
                <a:gd name="connsiteY2" fmla="*/ 60318 h 84045"/>
                <a:gd name="connsiteX3" fmla="*/ 3145 w 61747"/>
                <a:gd name="connsiteY3" fmla="*/ 24871 h 84045"/>
                <a:gd name="connsiteX4" fmla="*/ 33447 w 61747"/>
                <a:gd name="connsiteY4" fmla="*/ 0 h 84045"/>
                <a:gd name="connsiteX5" fmla="*/ 61176 w 61747"/>
                <a:gd name="connsiteY5" fmla="*/ 8290 h 84045"/>
                <a:gd name="connsiteX6" fmla="*/ 52314 w 61747"/>
                <a:gd name="connsiteY6" fmla="*/ 22869 h 84045"/>
                <a:gd name="connsiteX7" fmla="*/ 33161 w 61747"/>
                <a:gd name="connsiteY7" fmla="*/ 15723 h 84045"/>
                <a:gd name="connsiteX8" fmla="*/ 21726 w 61747"/>
                <a:gd name="connsiteY8" fmla="*/ 23155 h 84045"/>
                <a:gd name="connsiteX9" fmla="*/ 61747 w 61747"/>
                <a:gd name="connsiteY9" fmla="*/ 58603 h 84045"/>
                <a:gd name="connsiteX10" fmla="*/ 30874 w 61747"/>
                <a:gd name="connsiteY10" fmla="*/ 84045 h 84045"/>
                <a:gd name="connsiteX11" fmla="*/ 0 w 61747"/>
                <a:gd name="connsiteY11" fmla="*/ 74326 h 84045"/>
                <a:gd name="connsiteX12" fmla="*/ 8862 w 61747"/>
                <a:gd name="connsiteY12" fmla="*/ 59461 h 84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1747" h="84045">
                  <a:moveTo>
                    <a:pt x="8862" y="59461"/>
                  </a:moveTo>
                  <a:cubicBezTo>
                    <a:pt x="16580" y="65464"/>
                    <a:pt x="24299" y="68323"/>
                    <a:pt x="31445" y="68323"/>
                  </a:cubicBezTo>
                  <a:cubicBezTo>
                    <a:pt x="38306" y="68323"/>
                    <a:pt x="43166" y="65178"/>
                    <a:pt x="43166" y="60318"/>
                  </a:cubicBezTo>
                  <a:cubicBezTo>
                    <a:pt x="43166" y="46597"/>
                    <a:pt x="3145" y="51456"/>
                    <a:pt x="3145" y="24871"/>
                  </a:cubicBezTo>
                  <a:cubicBezTo>
                    <a:pt x="3145" y="10005"/>
                    <a:pt x="15437" y="0"/>
                    <a:pt x="33447" y="0"/>
                  </a:cubicBezTo>
                  <a:cubicBezTo>
                    <a:pt x="43166" y="0"/>
                    <a:pt x="52600" y="2859"/>
                    <a:pt x="61176" y="8290"/>
                  </a:cubicBezTo>
                  <a:lnTo>
                    <a:pt x="52314" y="22869"/>
                  </a:lnTo>
                  <a:cubicBezTo>
                    <a:pt x="45453" y="18296"/>
                    <a:pt x="39164" y="15723"/>
                    <a:pt x="33161" y="15723"/>
                  </a:cubicBezTo>
                  <a:cubicBezTo>
                    <a:pt x="26300" y="15723"/>
                    <a:pt x="21726" y="18581"/>
                    <a:pt x="21726" y="23155"/>
                  </a:cubicBezTo>
                  <a:cubicBezTo>
                    <a:pt x="21726" y="36305"/>
                    <a:pt x="61747" y="31731"/>
                    <a:pt x="61747" y="58603"/>
                  </a:cubicBezTo>
                  <a:cubicBezTo>
                    <a:pt x="61747" y="73754"/>
                    <a:pt x="49455" y="84045"/>
                    <a:pt x="30874" y="84045"/>
                  </a:cubicBezTo>
                  <a:cubicBezTo>
                    <a:pt x="20297" y="84045"/>
                    <a:pt x="9434" y="80615"/>
                    <a:pt x="0" y="74326"/>
                  </a:cubicBezTo>
                  <a:lnTo>
                    <a:pt x="8862" y="5946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9" name="Freihandform: Form 178">
              <a:extLst>
                <a:ext uri="{FF2B5EF4-FFF2-40B4-BE49-F238E27FC236}">
                  <a16:creationId xmlns:a16="http://schemas.microsoft.com/office/drawing/2014/main" id="{D5C32CF5-EEF3-4940-AC0D-840D455384A6}"/>
                </a:ext>
              </a:extLst>
            </p:cNvPr>
            <p:cNvSpPr/>
            <p:nvPr/>
          </p:nvSpPr>
          <p:spPr>
            <a:xfrm>
              <a:off x="2085433" y="64401"/>
              <a:ext cx="77184" cy="84045"/>
            </a:xfrm>
            <a:custGeom>
              <a:avLst/>
              <a:gdLst>
                <a:gd name="connsiteX0" fmla="*/ 0 w 77184"/>
                <a:gd name="connsiteY0" fmla="*/ 42023 h 84045"/>
                <a:gd name="connsiteX1" fmla="*/ 38878 w 77184"/>
                <a:gd name="connsiteY1" fmla="*/ 0 h 84045"/>
                <a:gd name="connsiteX2" fmla="*/ 77184 w 77184"/>
                <a:gd name="connsiteY2" fmla="*/ 42023 h 84045"/>
                <a:gd name="connsiteX3" fmla="*/ 38878 w 77184"/>
                <a:gd name="connsiteY3" fmla="*/ 84045 h 84045"/>
                <a:gd name="connsiteX4" fmla="*/ 0 w 77184"/>
                <a:gd name="connsiteY4" fmla="*/ 42023 h 84045"/>
                <a:gd name="connsiteX5" fmla="*/ 58317 w 77184"/>
                <a:gd name="connsiteY5" fmla="*/ 42309 h 84045"/>
                <a:gd name="connsiteX6" fmla="*/ 38306 w 77184"/>
                <a:gd name="connsiteY6" fmla="*/ 17152 h 84045"/>
                <a:gd name="connsiteX7" fmla="*/ 18296 w 77184"/>
                <a:gd name="connsiteY7" fmla="*/ 42023 h 84045"/>
                <a:gd name="connsiteX8" fmla="*/ 38306 w 77184"/>
                <a:gd name="connsiteY8" fmla="*/ 67465 h 84045"/>
                <a:gd name="connsiteX9" fmla="*/ 58317 w 77184"/>
                <a:gd name="connsiteY9" fmla="*/ 42309 h 84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7184" h="84045">
                  <a:moveTo>
                    <a:pt x="0" y="42023"/>
                  </a:moveTo>
                  <a:cubicBezTo>
                    <a:pt x="0" y="16866"/>
                    <a:pt x="15437" y="0"/>
                    <a:pt x="38878" y="0"/>
                  </a:cubicBezTo>
                  <a:cubicBezTo>
                    <a:pt x="62033" y="0"/>
                    <a:pt x="77184" y="16580"/>
                    <a:pt x="77184" y="42023"/>
                  </a:cubicBezTo>
                  <a:cubicBezTo>
                    <a:pt x="77184" y="67179"/>
                    <a:pt x="62319" y="84045"/>
                    <a:pt x="38878" y="84045"/>
                  </a:cubicBezTo>
                  <a:cubicBezTo>
                    <a:pt x="15723" y="84045"/>
                    <a:pt x="0" y="67465"/>
                    <a:pt x="0" y="42023"/>
                  </a:cubicBezTo>
                  <a:close/>
                  <a:moveTo>
                    <a:pt x="58317" y="42309"/>
                  </a:moveTo>
                  <a:cubicBezTo>
                    <a:pt x="58317" y="26872"/>
                    <a:pt x="50599" y="17152"/>
                    <a:pt x="38306" y="17152"/>
                  </a:cubicBezTo>
                  <a:cubicBezTo>
                    <a:pt x="26014" y="17152"/>
                    <a:pt x="18296" y="26872"/>
                    <a:pt x="18296" y="42023"/>
                  </a:cubicBezTo>
                  <a:cubicBezTo>
                    <a:pt x="18296" y="57460"/>
                    <a:pt x="26014" y="67465"/>
                    <a:pt x="38306" y="67465"/>
                  </a:cubicBezTo>
                  <a:cubicBezTo>
                    <a:pt x="50885" y="67179"/>
                    <a:pt x="58317" y="57745"/>
                    <a:pt x="58317" y="42309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0" name="Freihandform: Form 179">
              <a:extLst>
                <a:ext uri="{FF2B5EF4-FFF2-40B4-BE49-F238E27FC236}">
                  <a16:creationId xmlns:a16="http://schemas.microsoft.com/office/drawing/2014/main" id="{EDEC4895-2A5F-4C38-BAFB-222DA913F600}"/>
                </a:ext>
              </a:extLst>
            </p:cNvPr>
            <p:cNvSpPr/>
            <p:nvPr/>
          </p:nvSpPr>
          <p:spPr>
            <a:xfrm>
              <a:off x="2182914" y="64683"/>
              <a:ext cx="74611" cy="114065"/>
            </a:xfrm>
            <a:custGeom>
              <a:avLst/>
              <a:gdLst>
                <a:gd name="connsiteX0" fmla="*/ 74612 w 74611"/>
                <a:gd name="connsiteY0" fmla="*/ 41455 h 114065"/>
                <a:gd name="connsiteX1" fmla="*/ 42023 w 74611"/>
                <a:gd name="connsiteY1" fmla="*/ 83763 h 114065"/>
                <a:gd name="connsiteX2" fmla="*/ 18867 w 74611"/>
                <a:gd name="connsiteY2" fmla="*/ 73186 h 114065"/>
                <a:gd name="connsiteX3" fmla="*/ 18581 w 74611"/>
                <a:gd name="connsiteY3" fmla="*/ 73186 h 114065"/>
                <a:gd name="connsiteX4" fmla="*/ 18581 w 74611"/>
                <a:gd name="connsiteY4" fmla="*/ 109491 h 114065"/>
                <a:gd name="connsiteX5" fmla="*/ 0 w 74611"/>
                <a:gd name="connsiteY5" fmla="*/ 114065 h 114065"/>
                <a:gd name="connsiteX6" fmla="*/ 0 w 74611"/>
                <a:gd name="connsiteY6" fmla="*/ 2005 h 114065"/>
                <a:gd name="connsiteX7" fmla="*/ 18296 w 74611"/>
                <a:gd name="connsiteY7" fmla="*/ 2005 h 114065"/>
                <a:gd name="connsiteX8" fmla="*/ 18296 w 74611"/>
                <a:gd name="connsiteY8" fmla="*/ 11724 h 114065"/>
                <a:gd name="connsiteX9" fmla="*/ 18581 w 74611"/>
                <a:gd name="connsiteY9" fmla="*/ 11724 h 114065"/>
                <a:gd name="connsiteX10" fmla="*/ 42880 w 74611"/>
                <a:gd name="connsiteY10" fmla="*/ 4 h 114065"/>
                <a:gd name="connsiteX11" fmla="*/ 74612 w 74611"/>
                <a:gd name="connsiteY11" fmla="*/ 41455 h 114065"/>
                <a:gd name="connsiteX12" fmla="*/ 56030 w 74611"/>
                <a:gd name="connsiteY12" fmla="*/ 42026 h 114065"/>
                <a:gd name="connsiteX13" fmla="*/ 37449 w 74611"/>
                <a:gd name="connsiteY13" fmla="*/ 16584 h 114065"/>
                <a:gd name="connsiteX14" fmla="*/ 18581 w 74611"/>
                <a:gd name="connsiteY14" fmla="*/ 26875 h 114065"/>
                <a:gd name="connsiteX15" fmla="*/ 18581 w 74611"/>
                <a:gd name="connsiteY15" fmla="*/ 56320 h 114065"/>
                <a:gd name="connsiteX16" fmla="*/ 37735 w 74611"/>
                <a:gd name="connsiteY16" fmla="*/ 67183 h 114065"/>
                <a:gd name="connsiteX17" fmla="*/ 56030 w 74611"/>
                <a:gd name="connsiteY17" fmla="*/ 42026 h 114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4611" h="114065">
                  <a:moveTo>
                    <a:pt x="74612" y="41455"/>
                  </a:moveTo>
                  <a:cubicBezTo>
                    <a:pt x="74612" y="67469"/>
                    <a:pt x="61462" y="83763"/>
                    <a:pt x="42023" y="83763"/>
                  </a:cubicBezTo>
                  <a:cubicBezTo>
                    <a:pt x="32303" y="83763"/>
                    <a:pt x="24013" y="79475"/>
                    <a:pt x="18867" y="73186"/>
                  </a:cubicBezTo>
                  <a:lnTo>
                    <a:pt x="18581" y="73186"/>
                  </a:lnTo>
                  <a:lnTo>
                    <a:pt x="18581" y="109491"/>
                  </a:lnTo>
                  <a:lnTo>
                    <a:pt x="0" y="114065"/>
                  </a:lnTo>
                  <a:lnTo>
                    <a:pt x="0" y="2005"/>
                  </a:lnTo>
                  <a:lnTo>
                    <a:pt x="18296" y="2005"/>
                  </a:lnTo>
                  <a:lnTo>
                    <a:pt x="18296" y="11724"/>
                  </a:lnTo>
                  <a:lnTo>
                    <a:pt x="18581" y="11724"/>
                  </a:lnTo>
                  <a:cubicBezTo>
                    <a:pt x="24299" y="4578"/>
                    <a:pt x="32875" y="4"/>
                    <a:pt x="42880" y="4"/>
                  </a:cubicBezTo>
                  <a:cubicBezTo>
                    <a:pt x="61462" y="-282"/>
                    <a:pt x="74612" y="15441"/>
                    <a:pt x="74612" y="41455"/>
                  </a:cubicBezTo>
                  <a:close/>
                  <a:moveTo>
                    <a:pt x="56030" y="42026"/>
                  </a:moveTo>
                  <a:cubicBezTo>
                    <a:pt x="56030" y="25446"/>
                    <a:pt x="49455" y="16584"/>
                    <a:pt x="37449" y="16584"/>
                  </a:cubicBezTo>
                  <a:cubicBezTo>
                    <a:pt x="30302" y="16584"/>
                    <a:pt x="24585" y="19729"/>
                    <a:pt x="18581" y="26875"/>
                  </a:cubicBezTo>
                  <a:lnTo>
                    <a:pt x="18581" y="56320"/>
                  </a:lnTo>
                  <a:cubicBezTo>
                    <a:pt x="24013" y="63467"/>
                    <a:pt x="30016" y="67183"/>
                    <a:pt x="37735" y="67183"/>
                  </a:cubicBezTo>
                  <a:cubicBezTo>
                    <a:pt x="49741" y="67183"/>
                    <a:pt x="56030" y="57749"/>
                    <a:pt x="56030" y="42026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1" name="Freihandform: Form 180">
              <a:extLst>
                <a:ext uri="{FF2B5EF4-FFF2-40B4-BE49-F238E27FC236}">
                  <a16:creationId xmlns:a16="http://schemas.microsoft.com/office/drawing/2014/main" id="{79ED392A-C69A-4600-B7D4-6713794E005D}"/>
                </a:ext>
              </a:extLst>
            </p:cNvPr>
            <p:cNvSpPr/>
            <p:nvPr/>
          </p:nvSpPr>
          <p:spPr>
            <a:xfrm>
              <a:off x="2278394" y="29811"/>
              <a:ext cx="68608" cy="116920"/>
            </a:xfrm>
            <a:custGeom>
              <a:avLst/>
              <a:gdLst>
                <a:gd name="connsiteX0" fmla="*/ 68608 w 68608"/>
                <a:gd name="connsiteY0" fmla="*/ 116634 h 116920"/>
                <a:gd name="connsiteX1" fmla="*/ 50027 w 68608"/>
                <a:gd name="connsiteY1" fmla="*/ 116634 h 116920"/>
                <a:gd name="connsiteX2" fmla="*/ 50027 w 68608"/>
                <a:gd name="connsiteY2" fmla="*/ 70895 h 116920"/>
                <a:gd name="connsiteX3" fmla="*/ 35162 w 68608"/>
                <a:gd name="connsiteY3" fmla="*/ 51456 h 116920"/>
                <a:gd name="connsiteX4" fmla="*/ 18581 w 68608"/>
                <a:gd name="connsiteY4" fmla="*/ 70895 h 116920"/>
                <a:gd name="connsiteX5" fmla="*/ 18581 w 68608"/>
                <a:gd name="connsiteY5" fmla="*/ 116920 h 116920"/>
                <a:gd name="connsiteX6" fmla="*/ 0 w 68608"/>
                <a:gd name="connsiteY6" fmla="*/ 116920 h 116920"/>
                <a:gd name="connsiteX7" fmla="*/ 0 w 68608"/>
                <a:gd name="connsiteY7" fmla="*/ 4574 h 116920"/>
                <a:gd name="connsiteX8" fmla="*/ 18581 w 68608"/>
                <a:gd name="connsiteY8" fmla="*/ 0 h 116920"/>
                <a:gd name="connsiteX9" fmla="*/ 18581 w 68608"/>
                <a:gd name="connsiteY9" fmla="*/ 46597 h 116920"/>
                <a:gd name="connsiteX10" fmla="*/ 18867 w 68608"/>
                <a:gd name="connsiteY10" fmla="*/ 46597 h 116920"/>
                <a:gd name="connsiteX11" fmla="*/ 42308 w 68608"/>
                <a:gd name="connsiteY11" fmla="*/ 34876 h 116920"/>
                <a:gd name="connsiteX12" fmla="*/ 68608 w 68608"/>
                <a:gd name="connsiteY12" fmla="*/ 67179 h 116920"/>
                <a:gd name="connsiteX13" fmla="*/ 68608 w 68608"/>
                <a:gd name="connsiteY13" fmla="*/ 116634 h 116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8608" h="116920">
                  <a:moveTo>
                    <a:pt x="68608" y="116634"/>
                  </a:moveTo>
                  <a:lnTo>
                    <a:pt x="50027" y="116634"/>
                  </a:lnTo>
                  <a:lnTo>
                    <a:pt x="50027" y="70895"/>
                  </a:lnTo>
                  <a:cubicBezTo>
                    <a:pt x="50027" y="59175"/>
                    <a:pt x="46311" y="51456"/>
                    <a:pt x="35162" y="51456"/>
                  </a:cubicBezTo>
                  <a:cubicBezTo>
                    <a:pt x="22298" y="51456"/>
                    <a:pt x="18581" y="61748"/>
                    <a:pt x="18581" y="70895"/>
                  </a:cubicBezTo>
                  <a:lnTo>
                    <a:pt x="18581" y="116920"/>
                  </a:lnTo>
                  <a:lnTo>
                    <a:pt x="0" y="116920"/>
                  </a:lnTo>
                  <a:lnTo>
                    <a:pt x="0" y="4574"/>
                  </a:lnTo>
                  <a:lnTo>
                    <a:pt x="18581" y="0"/>
                  </a:lnTo>
                  <a:lnTo>
                    <a:pt x="18581" y="46597"/>
                  </a:lnTo>
                  <a:lnTo>
                    <a:pt x="18867" y="46597"/>
                  </a:lnTo>
                  <a:cubicBezTo>
                    <a:pt x="23441" y="39450"/>
                    <a:pt x="31731" y="34876"/>
                    <a:pt x="42308" y="34876"/>
                  </a:cubicBezTo>
                  <a:cubicBezTo>
                    <a:pt x="60890" y="34876"/>
                    <a:pt x="68608" y="48598"/>
                    <a:pt x="68608" y="67179"/>
                  </a:cubicBezTo>
                  <a:lnTo>
                    <a:pt x="68608" y="116634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2" name="Freihandform: Form 181">
              <a:extLst>
                <a:ext uri="{FF2B5EF4-FFF2-40B4-BE49-F238E27FC236}">
                  <a16:creationId xmlns:a16="http://schemas.microsoft.com/office/drawing/2014/main" id="{096FE5BB-864C-4A4A-A3B1-E7628824E12E}"/>
                </a:ext>
              </a:extLst>
            </p:cNvPr>
            <p:cNvSpPr/>
            <p:nvPr/>
          </p:nvSpPr>
          <p:spPr>
            <a:xfrm>
              <a:off x="2368156" y="30955"/>
              <a:ext cx="23727" cy="115490"/>
            </a:xfrm>
            <a:custGeom>
              <a:avLst/>
              <a:gdLst>
                <a:gd name="connsiteX0" fmla="*/ 23727 w 23727"/>
                <a:gd name="connsiteY0" fmla="*/ 11435 h 115490"/>
                <a:gd name="connsiteX1" fmla="*/ 11721 w 23727"/>
                <a:gd name="connsiteY1" fmla="*/ 22869 h 115490"/>
                <a:gd name="connsiteX2" fmla="*/ 0 w 23727"/>
                <a:gd name="connsiteY2" fmla="*/ 11435 h 115490"/>
                <a:gd name="connsiteX3" fmla="*/ 11721 w 23727"/>
                <a:gd name="connsiteY3" fmla="*/ 0 h 115490"/>
                <a:gd name="connsiteX4" fmla="*/ 23727 w 23727"/>
                <a:gd name="connsiteY4" fmla="*/ 11435 h 115490"/>
                <a:gd name="connsiteX5" fmla="*/ 21154 w 23727"/>
                <a:gd name="connsiteY5" fmla="*/ 115491 h 115490"/>
                <a:gd name="connsiteX6" fmla="*/ 2573 w 23727"/>
                <a:gd name="connsiteY6" fmla="*/ 115491 h 115490"/>
                <a:gd name="connsiteX7" fmla="*/ 2573 w 23727"/>
                <a:gd name="connsiteY7" fmla="*/ 35448 h 115490"/>
                <a:gd name="connsiteX8" fmla="*/ 21154 w 23727"/>
                <a:gd name="connsiteY8" fmla="*/ 35448 h 115490"/>
                <a:gd name="connsiteX9" fmla="*/ 21154 w 23727"/>
                <a:gd name="connsiteY9" fmla="*/ 115491 h 115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727" h="115490">
                  <a:moveTo>
                    <a:pt x="23727" y="11435"/>
                  </a:moveTo>
                  <a:cubicBezTo>
                    <a:pt x="23727" y="18010"/>
                    <a:pt x="18296" y="22869"/>
                    <a:pt x="11721" y="22869"/>
                  </a:cubicBezTo>
                  <a:cubicBezTo>
                    <a:pt x="5146" y="22869"/>
                    <a:pt x="0" y="18010"/>
                    <a:pt x="0" y="11435"/>
                  </a:cubicBezTo>
                  <a:cubicBezTo>
                    <a:pt x="0" y="4860"/>
                    <a:pt x="5431" y="0"/>
                    <a:pt x="11721" y="0"/>
                  </a:cubicBezTo>
                  <a:cubicBezTo>
                    <a:pt x="18296" y="0"/>
                    <a:pt x="23727" y="4860"/>
                    <a:pt x="23727" y="11435"/>
                  </a:cubicBezTo>
                  <a:close/>
                  <a:moveTo>
                    <a:pt x="21154" y="115491"/>
                  </a:moveTo>
                  <a:lnTo>
                    <a:pt x="2573" y="115491"/>
                  </a:lnTo>
                  <a:lnTo>
                    <a:pt x="2573" y="35448"/>
                  </a:lnTo>
                  <a:lnTo>
                    <a:pt x="21154" y="35448"/>
                  </a:lnTo>
                  <a:lnTo>
                    <a:pt x="21154" y="11549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3" name="Freihandform: Form 182">
              <a:extLst>
                <a:ext uri="{FF2B5EF4-FFF2-40B4-BE49-F238E27FC236}">
                  <a16:creationId xmlns:a16="http://schemas.microsoft.com/office/drawing/2014/main" id="{2279A58E-7ED4-40A0-841E-1EE84B394CCE}"/>
                </a:ext>
              </a:extLst>
            </p:cNvPr>
            <p:cNvSpPr/>
            <p:nvPr/>
          </p:nvSpPr>
          <p:spPr>
            <a:xfrm>
              <a:off x="2406748" y="64401"/>
              <a:ext cx="61747" cy="84045"/>
            </a:xfrm>
            <a:custGeom>
              <a:avLst/>
              <a:gdLst>
                <a:gd name="connsiteX0" fmla="*/ 8862 w 61747"/>
                <a:gd name="connsiteY0" fmla="*/ 59461 h 84045"/>
                <a:gd name="connsiteX1" fmla="*/ 31445 w 61747"/>
                <a:gd name="connsiteY1" fmla="*/ 68323 h 84045"/>
                <a:gd name="connsiteX2" fmla="*/ 43166 w 61747"/>
                <a:gd name="connsiteY2" fmla="*/ 60318 h 84045"/>
                <a:gd name="connsiteX3" fmla="*/ 3145 w 61747"/>
                <a:gd name="connsiteY3" fmla="*/ 24871 h 84045"/>
                <a:gd name="connsiteX4" fmla="*/ 33447 w 61747"/>
                <a:gd name="connsiteY4" fmla="*/ 0 h 84045"/>
                <a:gd name="connsiteX5" fmla="*/ 61176 w 61747"/>
                <a:gd name="connsiteY5" fmla="*/ 8290 h 84045"/>
                <a:gd name="connsiteX6" fmla="*/ 52314 w 61747"/>
                <a:gd name="connsiteY6" fmla="*/ 22869 h 84045"/>
                <a:gd name="connsiteX7" fmla="*/ 33161 w 61747"/>
                <a:gd name="connsiteY7" fmla="*/ 15723 h 84045"/>
                <a:gd name="connsiteX8" fmla="*/ 21726 w 61747"/>
                <a:gd name="connsiteY8" fmla="*/ 23155 h 84045"/>
                <a:gd name="connsiteX9" fmla="*/ 61748 w 61747"/>
                <a:gd name="connsiteY9" fmla="*/ 58603 h 84045"/>
                <a:gd name="connsiteX10" fmla="*/ 30874 w 61747"/>
                <a:gd name="connsiteY10" fmla="*/ 84045 h 84045"/>
                <a:gd name="connsiteX11" fmla="*/ 0 w 61747"/>
                <a:gd name="connsiteY11" fmla="*/ 74326 h 84045"/>
                <a:gd name="connsiteX12" fmla="*/ 8862 w 61747"/>
                <a:gd name="connsiteY12" fmla="*/ 59461 h 84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1747" h="84045">
                  <a:moveTo>
                    <a:pt x="8862" y="59461"/>
                  </a:moveTo>
                  <a:cubicBezTo>
                    <a:pt x="16866" y="65464"/>
                    <a:pt x="24299" y="68323"/>
                    <a:pt x="31445" y="68323"/>
                  </a:cubicBezTo>
                  <a:cubicBezTo>
                    <a:pt x="38306" y="68323"/>
                    <a:pt x="43166" y="65178"/>
                    <a:pt x="43166" y="60318"/>
                  </a:cubicBezTo>
                  <a:cubicBezTo>
                    <a:pt x="43166" y="46597"/>
                    <a:pt x="3145" y="51456"/>
                    <a:pt x="3145" y="24871"/>
                  </a:cubicBezTo>
                  <a:cubicBezTo>
                    <a:pt x="3145" y="10005"/>
                    <a:pt x="15437" y="0"/>
                    <a:pt x="33447" y="0"/>
                  </a:cubicBezTo>
                  <a:cubicBezTo>
                    <a:pt x="43166" y="0"/>
                    <a:pt x="52600" y="2859"/>
                    <a:pt x="61176" y="8290"/>
                  </a:cubicBezTo>
                  <a:lnTo>
                    <a:pt x="52314" y="22869"/>
                  </a:lnTo>
                  <a:cubicBezTo>
                    <a:pt x="45453" y="18296"/>
                    <a:pt x="39164" y="15723"/>
                    <a:pt x="33161" y="15723"/>
                  </a:cubicBezTo>
                  <a:cubicBezTo>
                    <a:pt x="26300" y="15723"/>
                    <a:pt x="21726" y="18581"/>
                    <a:pt x="21726" y="23155"/>
                  </a:cubicBezTo>
                  <a:cubicBezTo>
                    <a:pt x="21726" y="36305"/>
                    <a:pt x="61748" y="31731"/>
                    <a:pt x="61748" y="58603"/>
                  </a:cubicBezTo>
                  <a:cubicBezTo>
                    <a:pt x="61748" y="73754"/>
                    <a:pt x="49455" y="84045"/>
                    <a:pt x="30874" y="84045"/>
                  </a:cubicBezTo>
                  <a:cubicBezTo>
                    <a:pt x="20297" y="84045"/>
                    <a:pt x="9434" y="80615"/>
                    <a:pt x="0" y="74326"/>
                  </a:cubicBezTo>
                  <a:lnTo>
                    <a:pt x="8862" y="5946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4" name="Freihandform: Form 183">
              <a:extLst>
                <a:ext uri="{FF2B5EF4-FFF2-40B4-BE49-F238E27FC236}">
                  <a16:creationId xmlns:a16="http://schemas.microsoft.com/office/drawing/2014/main" id="{B566F93C-F565-4D5E-B0B4-8B6C2777D246}"/>
                </a:ext>
              </a:extLst>
            </p:cNvPr>
            <p:cNvSpPr/>
            <p:nvPr/>
          </p:nvSpPr>
          <p:spPr>
            <a:xfrm>
              <a:off x="2483647" y="64401"/>
              <a:ext cx="67464" cy="84045"/>
            </a:xfrm>
            <a:custGeom>
              <a:avLst/>
              <a:gdLst>
                <a:gd name="connsiteX0" fmla="*/ 66893 w 67464"/>
                <a:gd name="connsiteY0" fmla="*/ 71181 h 84045"/>
                <a:gd name="connsiteX1" fmla="*/ 38306 w 67464"/>
                <a:gd name="connsiteY1" fmla="*/ 84045 h 84045"/>
                <a:gd name="connsiteX2" fmla="*/ 0 w 67464"/>
                <a:gd name="connsiteY2" fmla="*/ 42309 h 84045"/>
                <a:gd name="connsiteX3" fmla="*/ 38592 w 67464"/>
                <a:gd name="connsiteY3" fmla="*/ 0 h 84045"/>
                <a:gd name="connsiteX4" fmla="*/ 67465 w 67464"/>
                <a:gd name="connsiteY4" fmla="*/ 13722 h 84045"/>
                <a:gd name="connsiteX5" fmla="*/ 54601 w 67464"/>
                <a:gd name="connsiteY5" fmla="*/ 26014 h 84045"/>
                <a:gd name="connsiteX6" fmla="*/ 38592 w 67464"/>
                <a:gd name="connsiteY6" fmla="*/ 17152 h 84045"/>
                <a:gd name="connsiteX7" fmla="*/ 18867 w 67464"/>
                <a:gd name="connsiteY7" fmla="*/ 42023 h 84045"/>
                <a:gd name="connsiteX8" fmla="*/ 38592 w 67464"/>
                <a:gd name="connsiteY8" fmla="*/ 66893 h 84045"/>
                <a:gd name="connsiteX9" fmla="*/ 55173 w 67464"/>
                <a:gd name="connsiteY9" fmla="*/ 58031 h 84045"/>
                <a:gd name="connsiteX10" fmla="*/ 66893 w 67464"/>
                <a:gd name="connsiteY10" fmla="*/ 71181 h 84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7464" h="84045">
                  <a:moveTo>
                    <a:pt x="66893" y="71181"/>
                  </a:moveTo>
                  <a:cubicBezTo>
                    <a:pt x="58889" y="80043"/>
                    <a:pt x="49741" y="84045"/>
                    <a:pt x="38306" y="84045"/>
                  </a:cubicBezTo>
                  <a:cubicBezTo>
                    <a:pt x="15437" y="84045"/>
                    <a:pt x="0" y="67465"/>
                    <a:pt x="0" y="42309"/>
                  </a:cubicBezTo>
                  <a:cubicBezTo>
                    <a:pt x="0" y="17152"/>
                    <a:pt x="15437" y="0"/>
                    <a:pt x="38592" y="0"/>
                  </a:cubicBezTo>
                  <a:cubicBezTo>
                    <a:pt x="50599" y="0"/>
                    <a:pt x="60318" y="4574"/>
                    <a:pt x="67465" y="13722"/>
                  </a:cubicBezTo>
                  <a:lnTo>
                    <a:pt x="54601" y="26014"/>
                  </a:lnTo>
                  <a:cubicBezTo>
                    <a:pt x="50027" y="20011"/>
                    <a:pt x="44881" y="17152"/>
                    <a:pt x="38592" y="17152"/>
                  </a:cubicBezTo>
                  <a:cubicBezTo>
                    <a:pt x="26872" y="17152"/>
                    <a:pt x="18867" y="26872"/>
                    <a:pt x="18867" y="42023"/>
                  </a:cubicBezTo>
                  <a:cubicBezTo>
                    <a:pt x="18867" y="56888"/>
                    <a:pt x="26872" y="66893"/>
                    <a:pt x="38592" y="66893"/>
                  </a:cubicBezTo>
                  <a:cubicBezTo>
                    <a:pt x="44881" y="66893"/>
                    <a:pt x="50027" y="64035"/>
                    <a:pt x="55173" y="58031"/>
                  </a:cubicBezTo>
                  <a:lnTo>
                    <a:pt x="66893" y="7118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5" name="Freihandform: Form 184">
              <a:extLst>
                <a:ext uri="{FF2B5EF4-FFF2-40B4-BE49-F238E27FC236}">
                  <a16:creationId xmlns:a16="http://schemas.microsoft.com/office/drawing/2014/main" id="{93E6C7E8-8E3A-4B02-8C67-5C1EB06EBA8C}"/>
                </a:ext>
              </a:extLst>
            </p:cNvPr>
            <p:cNvSpPr/>
            <p:nvPr/>
          </p:nvSpPr>
          <p:spPr>
            <a:xfrm>
              <a:off x="2567120" y="29811"/>
              <a:ext cx="68608" cy="116920"/>
            </a:xfrm>
            <a:custGeom>
              <a:avLst/>
              <a:gdLst>
                <a:gd name="connsiteX0" fmla="*/ 68608 w 68608"/>
                <a:gd name="connsiteY0" fmla="*/ 116634 h 116920"/>
                <a:gd name="connsiteX1" fmla="*/ 50027 w 68608"/>
                <a:gd name="connsiteY1" fmla="*/ 116634 h 116920"/>
                <a:gd name="connsiteX2" fmla="*/ 50027 w 68608"/>
                <a:gd name="connsiteY2" fmla="*/ 70895 h 116920"/>
                <a:gd name="connsiteX3" fmla="*/ 35162 w 68608"/>
                <a:gd name="connsiteY3" fmla="*/ 51456 h 116920"/>
                <a:gd name="connsiteX4" fmla="*/ 18581 w 68608"/>
                <a:gd name="connsiteY4" fmla="*/ 70895 h 116920"/>
                <a:gd name="connsiteX5" fmla="*/ 18581 w 68608"/>
                <a:gd name="connsiteY5" fmla="*/ 116920 h 116920"/>
                <a:gd name="connsiteX6" fmla="*/ 0 w 68608"/>
                <a:gd name="connsiteY6" fmla="*/ 116920 h 116920"/>
                <a:gd name="connsiteX7" fmla="*/ 0 w 68608"/>
                <a:gd name="connsiteY7" fmla="*/ 4574 h 116920"/>
                <a:gd name="connsiteX8" fmla="*/ 18581 w 68608"/>
                <a:gd name="connsiteY8" fmla="*/ 0 h 116920"/>
                <a:gd name="connsiteX9" fmla="*/ 18581 w 68608"/>
                <a:gd name="connsiteY9" fmla="*/ 46597 h 116920"/>
                <a:gd name="connsiteX10" fmla="*/ 18867 w 68608"/>
                <a:gd name="connsiteY10" fmla="*/ 46597 h 116920"/>
                <a:gd name="connsiteX11" fmla="*/ 42308 w 68608"/>
                <a:gd name="connsiteY11" fmla="*/ 34876 h 116920"/>
                <a:gd name="connsiteX12" fmla="*/ 68608 w 68608"/>
                <a:gd name="connsiteY12" fmla="*/ 67179 h 116920"/>
                <a:gd name="connsiteX13" fmla="*/ 68608 w 68608"/>
                <a:gd name="connsiteY13" fmla="*/ 116634 h 116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8608" h="116920">
                  <a:moveTo>
                    <a:pt x="68608" y="116634"/>
                  </a:moveTo>
                  <a:lnTo>
                    <a:pt x="50027" y="116634"/>
                  </a:lnTo>
                  <a:lnTo>
                    <a:pt x="50027" y="70895"/>
                  </a:lnTo>
                  <a:cubicBezTo>
                    <a:pt x="50027" y="59175"/>
                    <a:pt x="46311" y="51456"/>
                    <a:pt x="35162" y="51456"/>
                  </a:cubicBezTo>
                  <a:cubicBezTo>
                    <a:pt x="22298" y="51456"/>
                    <a:pt x="18581" y="61748"/>
                    <a:pt x="18581" y="70895"/>
                  </a:cubicBezTo>
                  <a:lnTo>
                    <a:pt x="18581" y="116920"/>
                  </a:lnTo>
                  <a:lnTo>
                    <a:pt x="0" y="116920"/>
                  </a:lnTo>
                  <a:lnTo>
                    <a:pt x="0" y="4574"/>
                  </a:lnTo>
                  <a:lnTo>
                    <a:pt x="18581" y="0"/>
                  </a:lnTo>
                  <a:lnTo>
                    <a:pt x="18581" y="46597"/>
                  </a:lnTo>
                  <a:lnTo>
                    <a:pt x="18867" y="46597"/>
                  </a:lnTo>
                  <a:cubicBezTo>
                    <a:pt x="23441" y="39450"/>
                    <a:pt x="31731" y="34876"/>
                    <a:pt x="42308" y="34876"/>
                  </a:cubicBezTo>
                  <a:cubicBezTo>
                    <a:pt x="60890" y="34876"/>
                    <a:pt x="68608" y="48598"/>
                    <a:pt x="68608" y="67179"/>
                  </a:cubicBezTo>
                  <a:lnTo>
                    <a:pt x="68608" y="116634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6" name="Freihandform: Form 185">
              <a:extLst>
                <a:ext uri="{FF2B5EF4-FFF2-40B4-BE49-F238E27FC236}">
                  <a16:creationId xmlns:a16="http://schemas.microsoft.com/office/drawing/2014/main" id="{2B654EBB-788B-48AE-B7ED-396BCD8B220A}"/>
                </a:ext>
              </a:extLst>
            </p:cNvPr>
            <p:cNvSpPr/>
            <p:nvPr/>
          </p:nvSpPr>
          <p:spPr>
            <a:xfrm>
              <a:off x="2655168" y="64687"/>
              <a:ext cx="72896" cy="83759"/>
            </a:xfrm>
            <a:custGeom>
              <a:avLst/>
              <a:gdLst>
                <a:gd name="connsiteX0" fmla="*/ 39736 w 72896"/>
                <a:gd name="connsiteY0" fmla="*/ 83759 h 83759"/>
                <a:gd name="connsiteX1" fmla="*/ 0 w 72896"/>
                <a:gd name="connsiteY1" fmla="*/ 41737 h 83759"/>
                <a:gd name="connsiteX2" fmla="*/ 37449 w 72896"/>
                <a:gd name="connsiteY2" fmla="*/ 0 h 83759"/>
                <a:gd name="connsiteX3" fmla="*/ 72896 w 72896"/>
                <a:gd name="connsiteY3" fmla="*/ 40593 h 83759"/>
                <a:gd name="connsiteX4" fmla="*/ 72611 w 72896"/>
                <a:gd name="connsiteY4" fmla="*/ 48312 h 83759"/>
                <a:gd name="connsiteX5" fmla="*/ 18867 w 72896"/>
                <a:gd name="connsiteY5" fmla="*/ 48312 h 83759"/>
                <a:gd name="connsiteX6" fmla="*/ 39736 w 72896"/>
                <a:gd name="connsiteY6" fmla="*/ 67751 h 83759"/>
                <a:gd name="connsiteX7" fmla="*/ 59461 w 72896"/>
                <a:gd name="connsiteY7" fmla="*/ 58317 h 83759"/>
                <a:gd name="connsiteX8" fmla="*/ 71181 w 72896"/>
                <a:gd name="connsiteY8" fmla="*/ 70609 h 83759"/>
                <a:gd name="connsiteX9" fmla="*/ 39736 w 72896"/>
                <a:gd name="connsiteY9" fmla="*/ 83759 h 83759"/>
                <a:gd name="connsiteX10" fmla="*/ 18867 w 72896"/>
                <a:gd name="connsiteY10" fmla="*/ 34590 h 83759"/>
                <a:gd name="connsiteX11" fmla="*/ 55173 w 72896"/>
                <a:gd name="connsiteY11" fmla="*/ 34590 h 83759"/>
                <a:gd name="connsiteX12" fmla="*/ 37449 w 72896"/>
                <a:gd name="connsiteY12" fmla="*/ 15151 h 83759"/>
                <a:gd name="connsiteX13" fmla="*/ 18867 w 72896"/>
                <a:gd name="connsiteY13" fmla="*/ 34590 h 8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2896" h="83759">
                  <a:moveTo>
                    <a:pt x="39736" y="83759"/>
                  </a:moveTo>
                  <a:cubicBezTo>
                    <a:pt x="16009" y="83759"/>
                    <a:pt x="0" y="66893"/>
                    <a:pt x="0" y="41737"/>
                  </a:cubicBezTo>
                  <a:cubicBezTo>
                    <a:pt x="0" y="16866"/>
                    <a:pt x="15151" y="0"/>
                    <a:pt x="37449" y="0"/>
                  </a:cubicBezTo>
                  <a:cubicBezTo>
                    <a:pt x="58889" y="0"/>
                    <a:pt x="72896" y="16009"/>
                    <a:pt x="72896" y="40593"/>
                  </a:cubicBezTo>
                  <a:cubicBezTo>
                    <a:pt x="72896" y="43166"/>
                    <a:pt x="72611" y="46025"/>
                    <a:pt x="72611" y="48312"/>
                  </a:cubicBezTo>
                  <a:lnTo>
                    <a:pt x="18867" y="48312"/>
                  </a:lnTo>
                  <a:cubicBezTo>
                    <a:pt x="20868" y="60604"/>
                    <a:pt x="28301" y="67751"/>
                    <a:pt x="39736" y="67751"/>
                  </a:cubicBezTo>
                  <a:cubicBezTo>
                    <a:pt x="47168" y="67751"/>
                    <a:pt x="53171" y="64892"/>
                    <a:pt x="59461" y="58317"/>
                  </a:cubicBezTo>
                  <a:lnTo>
                    <a:pt x="71181" y="70609"/>
                  </a:lnTo>
                  <a:cubicBezTo>
                    <a:pt x="62033" y="79471"/>
                    <a:pt x="52028" y="83759"/>
                    <a:pt x="39736" y="83759"/>
                  </a:cubicBezTo>
                  <a:close/>
                  <a:moveTo>
                    <a:pt x="18867" y="34590"/>
                  </a:moveTo>
                  <a:lnTo>
                    <a:pt x="55173" y="34590"/>
                  </a:lnTo>
                  <a:cubicBezTo>
                    <a:pt x="54315" y="22298"/>
                    <a:pt x="48026" y="15151"/>
                    <a:pt x="37449" y="15151"/>
                  </a:cubicBezTo>
                  <a:cubicBezTo>
                    <a:pt x="27157" y="15151"/>
                    <a:pt x="20583" y="22298"/>
                    <a:pt x="18867" y="34590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7" name="Freihandform: Form 186">
              <a:extLst>
                <a:ext uri="{FF2B5EF4-FFF2-40B4-BE49-F238E27FC236}">
                  <a16:creationId xmlns:a16="http://schemas.microsoft.com/office/drawing/2014/main" id="{8DA75145-D387-4DC2-9454-DD755F2064DD}"/>
                </a:ext>
              </a:extLst>
            </p:cNvPr>
            <p:cNvSpPr/>
            <p:nvPr/>
          </p:nvSpPr>
          <p:spPr>
            <a:xfrm>
              <a:off x="2796386" y="36100"/>
              <a:ext cx="69465" cy="110630"/>
            </a:xfrm>
            <a:custGeom>
              <a:avLst/>
              <a:gdLst>
                <a:gd name="connsiteX0" fmla="*/ 69466 w 69465"/>
                <a:gd name="connsiteY0" fmla="*/ 18010 h 110630"/>
                <a:gd name="connsiteX1" fmla="*/ 19725 w 69465"/>
                <a:gd name="connsiteY1" fmla="*/ 18010 h 110630"/>
                <a:gd name="connsiteX2" fmla="*/ 19725 w 69465"/>
                <a:gd name="connsiteY2" fmla="*/ 45453 h 110630"/>
                <a:gd name="connsiteX3" fmla="*/ 56888 w 69465"/>
                <a:gd name="connsiteY3" fmla="*/ 45453 h 110630"/>
                <a:gd name="connsiteX4" fmla="*/ 56888 w 69465"/>
                <a:gd name="connsiteY4" fmla="*/ 63463 h 110630"/>
                <a:gd name="connsiteX5" fmla="*/ 19725 w 69465"/>
                <a:gd name="connsiteY5" fmla="*/ 63463 h 110630"/>
                <a:gd name="connsiteX6" fmla="*/ 19725 w 69465"/>
                <a:gd name="connsiteY6" fmla="*/ 110631 h 110630"/>
                <a:gd name="connsiteX7" fmla="*/ 0 w 69465"/>
                <a:gd name="connsiteY7" fmla="*/ 110631 h 110630"/>
                <a:gd name="connsiteX8" fmla="*/ 0 w 69465"/>
                <a:gd name="connsiteY8" fmla="*/ 0 h 110630"/>
                <a:gd name="connsiteX9" fmla="*/ 69466 w 69465"/>
                <a:gd name="connsiteY9" fmla="*/ 0 h 110630"/>
                <a:gd name="connsiteX10" fmla="*/ 69466 w 69465"/>
                <a:gd name="connsiteY10" fmla="*/ 18010 h 110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465" h="110630">
                  <a:moveTo>
                    <a:pt x="69466" y="18010"/>
                  </a:moveTo>
                  <a:lnTo>
                    <a:pt x="19725" y="18010"/>
                  </a:lnTo>
                  <a:lnTo>
                    <a:pt x="19725" y="45453"/>
                  </a:lnTo>
                  <a:lnTo>
                    <a:pt x="56888" y="45453"/>
                  </a:lnTo>
                  <a:lnTo>
                    <a:pt x="56888" y="63463"/>
                  </a:lnTo>
                  <a:lnTo>
                    <a:pt x="19725" y="63463"/>
                  </a:lnTo>
                  <a:lnTo>
                    <a:pt x="19725" y="110631"/>
                  </a:lnTo>
                  <a:lnTo>
                    <a:pt x="0" y="110631"/>
                  </a:lnTo>
                  <a:lnTo>
                    <a:pt x="0" y="0"/>
                  </a:lnTo>
                  <a:lnTo>
                    <a:pt x="69466" y="0"/>
                  </a:lnTo>
                  <a:lnTo>
                    <a:pt x="69466" y="18010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8" name="Freihandform: Form 187">
              <a:extLst>
                <a:ext uri="{FF2B5EF4-FFF2-40B4-BE49-F238E27FC236}">
                  <a16:creationId xmlns:a16="http://schemas.microsoft.com/office/drawing/2014/main" id="{45567739-E6F9-48AF-B14C-A364C113AD6A}"/>
                </a:ext>
              </a:extLst>
            </p:cNvPr>
            <p:cNvSpPr/>
            <p:nvPr/>
          </p:nvSpPr>
          <p:spPr>
            <a:xfrm>
              <a:off x="2869569" y="64687"/>
              <a:ext cx="67750" cy="83759"/>
            </a:xfrm>
            <a:custGeom>
              <a:avLst/>
              <a:gdLst>
                <a:gd name="connsiteX0" fmla="*/ 34304 w 67750"/>
                <a:gd name="connsiteY0" fmla="*/ 32303 h 83759"/>
                <a:gd name="connsiteX1" fmla="*/ 49455 w 67750"/>
                <a:gd name="connsiteY1" fmla="*/ 34018 h 83759"/>
                <a:gd name="connsiteX2" fmla="*/ 49455 w 67750"/>
                <a:gd name="connsiteY2" fmla="*/ 31160 h 83759"/>
                <a:gd name="connsiteX3" fmla="*/ 31731 w 67750"/>
                <a:gd name="connsiteY3" fmla="*/ 15723 h 83759"/>
                <a:gd name="connsiteX4" fmla="*/ 11435 w 67750"/>
                <a:gd name="connsiteY4" fmla="*/ 20297 h 83759"/>
                <a:gd name="connsiteX5" fmla="*/ 7433 w 67750"/>
                <a:gd name="connsiteY5" fmla="*/ 4574 h 83759"/>
                <a:gd name="connsiteX6" fmla="*/ 33732 w 67750"/>
                <a:gd name="connsiteY6" fmla="*/ 0 h 83759"/>
                <a:gd name="connsiteX7" fmla="*/ 67751 w 67750"/>
                <a:gd name="connsiteY7" fmla="*/ 30874 h 83759"/>
                <a:gd name="connsiteX8" fmla="*/ 67751 w 67750"/>
                <a:gd name="connsiteY8" fmla="*/ 82044 h 83759"/>
                <a:gd name="connsiteX9" fmla="*/ 50027 w 67750"/>
                <a:gd name="connsiteY9" fmla="*/ 82044 h 83759"/>
                <a:gd name="connsiteX10" fmla="*/ 50027 w 67750"/>
                <a:gd name="connsiteY10" fmla="*/ 73468 h 83759"/>
                <a:gd name="connsiteX11" fmla="*/ 49741 w 67750"/>
                <a:gd name="connsiteY11" fmla="*/ 73468 h 83759"/>
                <a:gd name="connsiteX12" fmla="*/ 26300 w 67750"/>
                <a:gd name="connsiteY12" fmla="*/ 83759 h 83759"/>
                <a:gd name="connsiteX13" fmla="*/ 0 w 67750"/>
                <a:gd name="connsiteY13" fmla="*/ 58317 h 83759"/>
                <a:gd name="connsiteX14" fmla="*/ 34304 w 67750"/>
                <a:gd name="connsiteY14" fmla="*/ 32303 h 83759"/>
                <a:gd name="connsiteX15" fmla="*/ 31160 w 67750"/>
                <a:gd name="connsiteY15" fmla="*/ 69752 h 83759"/>
                <a:gd name="connsiteX16" fmla="*/ 49455 w 67750"/>
                <a:gd name="connsiteY16" fmla="*/ 60032 h 83759"/>
                <a:gd name="connsiteX17" fmla="*/ 49455 w 67750"/>
                <a:gd name="connsiteY17" fmla="*/ 46025 h 83759"/>
                <a:gd name="connsiteX18" fmla="*/ 36305 w 67750"/>
                <a:gd name="connsiteY18" fmla="*/ 44595 h 83759"/>
                <a:gd name="connsiteX19" fmla="*/ 17724 w 67750"/>
                <a:gd name="connsiteY19" fmla="*/ 57745 h 83759"/>
                <a:gd name="connsiteX20" fmla="*/ 31160 w 67750"/>
                <a:gd name="connsiteY20" fmla="*/ 69752 h 8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7750" h="83759">
                  <a:moveTo>
                    <a:pt x="34304" y="32303"/>
                  </a:moveTo>
                  <a:cubicBezTo>
                    <a:pt x="39450" y="32303"/>
                    <a:pt x="44310" y="32589"/>
                    <a:pt x="49455" y="34018"/>
                  </a:cubicBezTo>
                  <a:lnTo>
                    <a:pt x="49455" y="31160"/>
                  </a:lnTo>
                  <a:cubicBezTo>
                    <a:pt x="49455" y="20868"/>
                    <a:pt x="43452" y="15723"/>
                    <a:pt x="31731" y="15723"/>
                  </a:cubicBezTo>
                  <a:cubicBezTo>
                    <a:pt x="25156" y="15723"/>
                    <a:pt x="18010" y="17152"/>
                    <a:pt x="11435" y="20297"/>
                  </a:cubicBezTo>
                  <a:lnTo>
                    <a:pt x="7433" y="4574"/>
                  </a:lnTo>
                  <a:cubicBezTo>
                    <a:pt x="14865" y="1715"/>
                    <a:pt x="24585" y="0"/>
                    <a:pt x="33732" y="0"/>
                  </a:cubicBezTo>
                  <a:cubicBezTo>
                    <a:pt x="56316" y="0"/>
                    <a:pt x="67751" y="10577"/>
                    <a:pt x="67751" y="30874"/>
                  </a:cubicBezTo>
                  <a:lnTo>
                    <a:pt x="67751" y="82044"/>
                  </a:lnTo>
                  <a:lnTo>
                    <a:pt x="50027" y="82044"/>
                  </a:lnTo>
                  <a:lnTo>
                    <a:pt x="50027" y="73468"/>
                  </a:lnTo>
                  <a:lnTo>
                    <a:pt x="49741" y="73468"/>
                  </a:lnTo>
                  <a:cubicBezTo>
                    <a:pt x="42880" y="80615"/>
                    <a:pt x="35734" y="83759"/>
                    <a:pt x="26300" y="83759"/>
                  </a:cubicBezTo>
                  <a:cubicBezTo>
                    <a:pt x="10291" y="83759"/>
                    <a:pt x="0" y="73754"/>
                    <a:pt x="0" y="58317"/>
                  </a:cubicBezTo>
                  <a:cubicBezTo>
                    <a:pt x="0" y="41451"/>
                    <a:pt x="12006" y="32303"/>
                    <a:pt x="34304" y="32303"/>
                  </a:cubicBezTo>
                  <a:close/>
                  <a:moveTo>
                    <a:pt x="31160" y="69752"/>
                  </a:moveTo>
                  <a:cubicBezTo>
                    <a:pt x="38021" y="69752"/>
                    <a:pt x="44310" y="66321"/>
                    <a:pt x="49455" y="60032"/>
                  </a:cubicBezTo>
                  <a:lnTo>
                    <a:pt x="49455" y="46025"/>
                  </a:lnTo>
                  <a:cubicBezTo>
                    <a:pt x="45167" y="44881"/>
                    <a:pt x="40593" y="44595"/>
                    <a:pt x="36305" y="44595"/>
                  </a:cubicBezTo>
                  <a:cubicBezTo>
                    <a:pt x="24585" y="44595"/>
                    <a:pt x="17724" y="49169"/>
                    <a:pt x="17724" y="57745"/>
                  </a:cubicBezTo>
                  <a:cubicBezTo>
                    <a:pt x="17724" y="65178"/>
                    <a:pt x="22869" y="69752"/>
                    <a:pt x="31160" y="69752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9" name="Freihandform: Form 188">
              <a:extLst>
                <a:ext uri="{FF2B5EF4-FFF2-40B4-BE49-F238E27FC236}">
                  <a16:creationId xmlns:a16="http://schemas.microsoft.com/office/drawing/2014/main" id="{D88D85A3-1320-4E5A-956A-C7CC10288354}"/>
                </a:ext>
              </a:extLst>
            </p:cNvPr>
            <p:cNvSpPr/>
            <p:nvPr/>
          </p:nvSpPr>
          <p:spPr>
            <a:xfrm>
              <a:off x="2961046" y="29811"/>
              <a:ext cx="70323" cy="116920"/>
            </a:xfrm>
            <a:custGeom>
              <a:avLst/>
              <a:gdLst>
                <a:gd name="connsiteX0" fmla="*/ 0 w 70323"/>
                <a:gd name="connsiteY0" fmla="*/ 4574 h 116920"/>
                <a:gd name="connsiteX1" fmla="*/ 18581 w 70323"/>
                <a:gd name="connsiteY1" fmla="*/ 0 h 116920"/>
                <a:gd name="connsiteX2" fmla="*/ 18581 w 70323"/>
                <a:gd name="connsiteY2" fmla="*/ 70324 h 116920"/>
                <a:gd name="connsiteX3" fmla="*/ 18867 w 70323"/>
                <a:gd name="connsiteY3" fmla="*/ 70324 h 116920"/>
                <a:gd name="connsiteX4" fmla="*/ 45167 w 70323"/>
                <a:gd name="connsiteY4" fmla="*/ 36877 h 116920"/>
                <a:gd name="connsiteX5" fmla="*/ 67465 w 70323"/>
                <a:gd name="connsiteY5" fmla="*/ 36877 h 116920"/>
                <a:gd name="connsiteX6" fmla="*/ 41165 w 70323"/>
                <a:gd name="connsiteY6" fmla="*/ 68323 h 116920"/>
                <a:gd name="connsiteX7" fmla="*/ 70324 w 70323"/>
                <a:gd name="connsiteY7" fmla="*/ 116920 h 116920"/>
                <a:gd name="connsiteX8" fmla="*/ 48026 w 70323"/>
                <a:gd name="connsiteY8" fmla="*/ 116920 h 116920"/>
                <a:gd name="connsiteX9" fmla="*/ 28015 w 70323"/>
                <a:gd name="connsiteY9" fmla="*/ 82330 h 116920"/>
                <a:gd name="connsiteX10" fmla="*/ 18867 w 70323"/>
                <a:gd name="connsiteY10" fmla="*/ 92621 h 116920"/>
                <a:gd name="connsiteX11" fmla="*/ 18867 w 70323"/>
                <a:gd name="connsiteY11" fmla="*/ 116920 h 116920"/>
                <a:gd name="connsiteX12" fmla="*/ 286 w 70323"/>
                <a:gd name="connsiteY12" fmla="*/ 116920 h 116920"/>
                <a:gd name="connsiteX13" fmla="*/ 286 w 70323"/>
                <a:gd name="connsiteY13" fmla="*/ 4574 h 116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0323" h="116920">
                  <a:moveTo>
                    <a:pt x="0" y="4574"/>
                  </a:moveTo>
                  <a:lnTo>
                    <a:pt x="18581" y="0"/>
                  </a:lnTo>
                  <a:lnTo>
                    <a:pt x="18581" y="70324"/>
                  </a:lnTo>
                  <a:lnTo>
                    <a:pt x="18867" y="70324"/>
                  </a:lnTo>
                  <a:lnTo>
                    <a:pt x="45167" y="36877"/>
                  </a:lnTo>
                  <a:lnTo>
                    <a:pt x="67465" y="36877"/>
                  </a:lnTo>
                  <a:lnTo>
                    <a:pt x="41165" y="68323"/>
                  </a:lnTo>
                  <a:lnTo>
                    <a:pt x="70324" y="116920"/>
                  </a:lnTo>
                  <a:lnTo>
                    <a:pt x="48026" y="116920"/>
                  </a:lnTo>
                  <a:lnTo>
                    <a:pt x="28015" y="82330"/>
                  </a:lnTo>
                  <a:lnTo>
                    <a:pt x="18867" y="92621"/>
                  </a:lnTo>
                  <a:lnTo>
                    <a:pt x="18867" y="116920"/>
                  </a:lnTo>
                  <a:lnTo>
                    <a:pt x="286" y="116920"/>
                  </a:lnTo>
                  <a:lnTo>
                    <a:pt x="286" y="4574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0" name="Freihandform: Form 189">
              <a:extLst>
                <a:ext uri="{FF2B5EF4-FFF2-40B4-BE49-F238E27FC236}">
                  <a16:creationId xmlns:a16="http://schemas.microsoft.com/office/drawing/2014/main" id="{D03D3903-8646-42DA-9C9F-28869ED06F7D}"/>
                </a:ext>
              </a:extLst>
            </p:cNvPr>
            <p:cNvSpPr/>
            <p:nvPr/>
          </p:nvSpPr>
          <p:spPr>
            <a:xfrm>
              <a:off x="3045092" y="66688"/>
              <a:ext cx="68894" cy="82044"/>
            </a:xfrm>
            <a:custGeom>
              <a:avLst/>
              <a:gdLst>
                <a:gd name="connsiteX0" fmla="*/ 18867 w 68894"/>
                <a:gd name="connsiteY0" fmla="*/ 48026 h 82044"/>
                <a:gd name="connsiteX1" fmla="*/ 34876 w 68894"/>
                <a:gd name="connsiteY1" fmla="*/ 64892 h 82044"/>
                <a:gd name="connsiteX2" fmla="*/ 50313 w 68894"/>
                <a:gd name="connsiteY2" fmla="*/ 48026 h 82044"/>
                <a:gd name="connsiteX3" fmla="*/ 50313 w 68894"/>
                <a:gd name="connsiteY3" fmla="*/ 0 h 82044"/>
                <a:gd name="connsiteX4" fmla="*/ 68894 w 68894"/>
                <a:gd name="connsiteY4" fmla="*/ 0 h 82044"/>
                <a:gd name="connsiteX5" fmla="*/ 68894 w 68894"/>
                <a:gd name="connsiteY5" fmla="*/ 48598 h 82044"/>
                <a:gd name="connsiteX6" fmla="*/ 35162 w 68894"/>
                <a:gd name="connsiteY6" fmla="*/ 82044 h 82044"/>
                <a:gd name="connsiteX7" fmla="*/ 0 w 68894"/>
                <a:gd name="connsiteY7" fmla="*/ 48883 h 82044"/>
                <a:gd name="connsiteX8" fmla="*/ 0 w 68894"/>
                <a:gd name="connsiteY8" fmla="*/ 286 h 82044"/>
                <a:gd name="connsiteX9" fmla="*/ 18581 w 68894"/>
                <a:gd name="connsiteY9" fmla="*/ 286 h 82044"/>
                <a:gd name="connsiteX10" fmla="*/ 18581 w 68894"/>
                <a:gd name="connsiteY10" fmla="*/ 48026 h 82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8894" h="82044">
                  <a:moveTo>
                    <a:pt x="18867" y="48026"/>
                  </a:moveTo>
                  <a:cubicBezTo>
                    <a:pt x="18867" y="58889"/>
                    <a:pt x="24299" y="64892"/>
                    <a:pt x="34876" y="64892"/>
                  </a:cubicBezTo>
                  <a:cubicBezTo>
                    <a:pt x="45167" y="64892"/>
                    <a:pt x="50313" y="59175"/>
                    <a:pt x="50313" y="48026"/>
                  </a:cubicBezTo>
                  <a:lnTo>
                    <a:pt x="50313" y="0"/>
                  </a:lnTo>
                  <a:lnTo>
                    <a:pt x="68894" y="0"/>
                  </a:lnTo>
                  <a:lnTo>
                    <a:pt x="68894" y="48598"/>
                  </a:lnTo>
                  <a:cubicBezTo>
                    <a:pt x="68894" y="69752"/>
                    <a:pt x="57174" y="82044"/>
                    <a:pt x="35162" y="82044"/>
                  </a:cubicBezTo>
                  <a:cubicBezTo>
                    <a:pt x="13436" y="82044"/>
                    <a:pt x="0" y="69752"/>
                    <a:pt x="0" y="48883"/>
                  </a:cubicBezTo>
                  <a:lnTo>
                    <a:pt x="0" y="286"/>
                  </a:lnTo>
                  <a:lnTo>
                    <a:pt x="18581" y="286"/>
                  </a:lnTo>
                  <a:lnTo>
                    <a:pt x="18581" y="48026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1" name="Freihandform: Form 190">
              <a:extLst>
                <a:ext uri="{FF2B5EF4-FFF2-40B4-BE49-F238E27FC236}">
                  <a16:creationId xmlns:a16="http://schemas.microsoft.com/office/drawing/2014/main" id="{6A41A2EA-CF5E-4FD2-AAFC-6B26378E9AED}"/>
                </a:ext>
              </a:extLst>
            </p:cNvPr>
            <p:cNvSpPr/>
            <p:nvPr/>
          </p:nvSpPr>
          <p:spPr>
            <a:xfrm>
              <a:off x="3138285" y="29525"/>
              <a:ext cx="18581" cy="116920"/>
            </a:xfrm>
            <a:custGeom>
              <a:avLst/>
              <a:gdLst>
                <a:gd name="connsiteX0" fmla="*/ 18581 w 18581"/>
                <a:gd name="connsiteY0" fmla="*/ 116920 h 116920"/>
                <a:gd name="connsiteX1" fmla="*/ 0 w 18581"/>
                <a:gd name="connsiteY1" fmla="*/ 116920 h 116920"/>
                <a:gd name="connsiteX2" fmla="*/ 0 w 18581"/>
                <a:gd name="connsiteY2" fmla="*/ 4288 h 116920"/>
                <a:gd name="connsiteX3" fmla="*/ 18581 w 18581"/>
                <a:gd name="connsiteY3" fmla="*/ 0 h 116920"/>
                <a:gd name="connsiteX4" fmla="*/ 18581 w 18581"/>
                <a:gd name="connsiteY4" fmla="*/ 116920 h 116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581" h="116920">
                  <a:moveTo>
                    <a:pt x="18581" y="116920"/>
                  </a:moveTo>
                  <a:lnTo>
                    <a:pt x="0" y="116920"/>
                  </a:lnTo>
                  <a:lnTo>
                    <a:pt x="0" y="4288"/>
                  </a:lnTo>
                  <a:lnTo>
                    <a:pt x="18581" y="0"/>
                  </a:lnTo>
                  <a:lnTo>
                    <a:pt x="18581" y="116920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2" name="Freihandform: Form 191">
              <a:extLst>
                <a:ext uri="{FF2B5EF4-FFF2-40B4-BE49-F238E27FC236}">
                  <a16:creationId xmlns:a16="http://schemas.microsoft.com/office/drawing/2014/main" id="{B9F5D600-DE00-4D21-8B19-5303749B3740}"/>
                </a:ext>
              </a:extLst>
            </p:cNvPr>
            <p:cNvSpPr/>
            <p:nvPr/>
          </p:nvSpPr>
          <p:spPr>
            <a:xfrm>
              <a:off x="3173160" y="40960"/>
              <a:ext cx="49741" cy="107486"/>
            </a:xfrm>
            <a:custGeom>
              <a:avLst/>
              <a:gdLst>
                <a:gd name="connsiteX0" fmla="*/ 49741 w 49741"/>
                <a:gd name="connsiteY0" fmla="*/ 88619 h 107486"/>
                <a:gd name="connsiteX1" fmla="*/ 49741 w 49741"/>
                <a:gd name="connsiteY1" fmla="*/ 104628 h 107486"/>
                <a:gd name="connsiteX2" fmla="*/ 34018 w 49741"/>
                <a:gd name="connsiteY2" fmla="*/ 107486 h 107486"/>
                <a:gd name="connsiteX3" fmla="*/ 12292 w 49741"/>
                <a:gd name="connsiteY3" fmla="*/ 84903 h 107486"/>
                <a:gd name="connsiteX4" fmla="*/ 12292 w 49741"/>
                <a:gd name="connsiteY4" fmla="*/ 41165 h 107486"/>
                <a:gd name="connsiteX5" fmla="*/ 0 w 49741"/>
                <a:gd name="connsiteY5" fmla="*/ 41165 h 107486"/>
                <a:gd name="connsiteX6" fmla="*/ 0 w 49741"/>
                <a:gd name="connsiteY6" fmla="*/ 25728 h 107486"/>
                <a:gd name="connsiteX7" fmla="*/ 12006 w 49741"/>
                <a:gd name="connsiteY7" fmla="*/ 25728 h 107486"/>
                <a:gd name="connsiteX8" fmla="*/ 12006 w 49741"/>
                <a:gd name="connsiteY8" fmla="*/ 4002 h 107486"/>
                <a:gd name="connsiteX9" fmla="*/ 30588 w 49741"/>
                <a:gd name="connsiteY9" fmla="*/ 0 h 107486"/>
                <a:gd name="connsiteX10" fmla="*/ 30588 w 49741"/>
                <a:gd name="connsiteY10" fmla="*/ 26014 h 107486"/>
                <a:gd name="connsiteX11" fmla="*/ 49741 w 49741"/>
                <a:gd name="connsiteY11" fmla="*/ 26014 h 107486"/>
                <a:gd name="connsiteX12" fmla="*/ 49741 w 49741"/>
                <a:gd name="connsiteY12" fmla="*/ 41451 h 107486"/>
                <a:gd name="connsiteX13" fmla="*/ 30588 w 49741"/>
                <a:gd name="connsiteY13" fmla="*/ 41451 h 107486"/>
                <a:gd name="connsiteX14" fmla="*/ 30588 w 49741"/>
                <a:gd name="connsiteY14" fmla="*/ 80901 h 107486"/>
                <a:gd name="connsiteX15" fmla="*/ 39164 w 49741"/>
                <a:gd name="connsiteY15" fmla="*/ 91478 h 107486"/>
                <a:gd name="connsiteX16" fmla="*/ 49741 w 49741"/>
                <a:gd name="connsiteY16" fmla="*/ 88619 h 107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9741" h="107486">
                  <a:moveTo>
                    <a:pt x="49741" y="88619"/>
                  </a:moveTo>
                  <a:lnTo>
                    <a:pt x="49741" y="104628"/>
                  </a:lnTo>
                  <a:cubicBezTo>
                    <a:pt x="45739" y="106629"/>
                    <a:pt x="39450" y="107486"/>
                    <a:pt x="34018" y="107486"/>
                  </a:cubicBezTo>
                  <a:cubicBezTo>
                    <a:pt x="20011" y="107486"/>
                    <a:pt x="12292" y="99482"/>
                    <a:pt x="12292" y="84903"/>
                  </a:cubicBezTo>
                  <a:lnTo>
                    <a:pt x="12292" y="41165"/>
                  </a:lnTo>
                  <a:lnTo>
                    <a:pt x="0" y="41165"/>
                  </a:lnTo>
                  <a:lnTo>
                    <a:pt x="0" y="25728"/>
                  </a:lnTo>
                  <a:lnTo>
                    <a:pt x="12006" y="25728"/>
                  </a:lnTo>
                  <a:lnTo>
                    <a:pt x="12006" y="4002"/>
                  </a:lnTo>
                  <a:lnTo>
                    <a:pt x="30588" y="0"/>
                  </a:lnTo>
                  <a:lnTo>
                    <a:pt x="30588" y="26014"/>
                  </a:lnTo>
                  <a:lnTo>
                    <a:pt x="49741" y="26014"/>
                  </a:lnTo>
                  <a:lnTo>
                    <a:pt x="49741" y="41451"/>
                  </a:lnTo>
                  <a:lnTo>
                    <a:pt x="30588" y="41451"/>
                  </a:lnTo>
                  <a:lnTo>
                    <a:pt x="30588" y="80901"/>
                  </a:lnTo>
                  <a:cubicBezTo>
                    <a:pt x="30588" y="88333"/>
                    <a:pt x="33161" y="91478"/>
                    <a:pt x="39164" y="91478"/>
                  </a:cubicBezTo>
                  <a:cubicBezTo>
                    <a:pt x="42880" y="91192"/>
                    <a:pt x="46596" y="90048"/>
                    <a:pt x="49741" y="88619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3" name="Freihandform: Form 192">
              <a:extLst>
                <a:ext uri="{FF2B5EF4-FFF2-40B4-BE49-F238E27FC236}">
                  <a16:creationId xmlns:a16="http://schemas.microsoft.com/office/drawing/2014/main" id="{19F06A48-DF8D-4CE0-A7D2-FE0E314ABB76}"/>
                </a:ext>
              </a:extLst>
            </p:cNvPr>
            <p:cNvSpPr/>
            <p:nvPr/>
          </p:nvSpPr>
          <p:spPr>
            <a:xfrm>
              <a:off x="3237481" y="32384"/>
              <a:ext cx="67750" cy="116062"/>
            </a:xfrm>
            <a:custGeom>
              <a:avLst/>
              <a:gdLst>
                <a:gd name="connsiteX0" fmla="*/ 34304 w 67750"/>
                <a:gd name="connsiteY0" fmla="*/ 64606 h 116062"/>
                <a:gd name="connsiteX1" fmla="*/ 49455 w 67750"/>
                <a:gd name="connsiteY1" fmla="*/ 66321 h 116062"/>
                <a:gd name="connsiteX2" fmla="*/ 49455 w 67750"/>
                <a:gd name="connsiteY2" fmla="*/ 63463 h 116062"/>
                <a:gd name="connsiteX3" fmla="*/ 31731 w 67750"/>
                <a:gd name="connsiteY3" fmla="*/ 48026 h 116062"/>
                <a:gd name="connsiteX4" fmla="*/ 11435 w 67750"/>
                <a:gd name="connsiteY4" fmla="*/ 52600 h 116062"/>
                <a:gd name="connsiteX5" fmla="*/ 7432 w 67750"/>
                <a:gd name="connsiteY5" fmla="*/ 36877 h 116062"/>
                <a:gd name="connsiteX6" fmla="*/ 33732 w 67750"/>
                <a:gd name="connsiteY6" fmla="*/ 32303 h 116062"/>
                <a:gd name="connsiteX7" fmla="*/ 67751 w 67750"/>
                <a:gd name="connsiteY7" fmla="*/ 63177 h 116062"/>
                <a:gd name="connsiteX8" fmla="*/ 67751 w 67750"/>
                <a:gd name="connsiteY8" fmla="*/ 114347 h 116062"/>
                <a:gd name="connsiteX9" fmla="*/ 50027 w 67750"/>
                <a:gd name="connsiteY9" fmla="*/ 114347 h 116062"/>
                <a:gd name="connsiteX10" fmla="*/ 50027 w 67750"/>
                <a:gd name="connsiteY10" fmla="*/ 105771 h 116062"/>
                <a:gd name="connsiteX11" fmla="*/ 49741 w 67750"/>
                <a:gd name="connsiteY11" fmla="*/ 105771 h 116062"/>
                <a:gd name="connsiteX12" fmla="*/ 26300 w 67750"/>
                <a:gd name="connsiteY12" fmla="*/ 116063 h 116062"/>
                <a:gd name="connsiteX13" fmla="*/ 0 w 67750"/>
                <a:gd name="connsiteY13" fmla="*/ 90620 h 116062"/>
                <a:gd name="connsiteX14" fmla="*/ 34304 w 67750"/>
                <a:gd name="connsiteY14" fmla="*/ 64606 h 116062"/>
                <a:gd name="connsiteX15" fmla="*/ 19153 w 67750"/>
                <a:gd name="connsiteY15" fmla="*/ 21726 h 116062"/>
                <a:gd name="connsiteX16" fmla="*/ 8004 w 67750"/>
                <a:gd name="connsiteY16" fmla="*/ 10863 h 116062"/>
                <a:gd name="connsiteX17" fmla="*/ 19153 w 67750"/>
                <a:gd name="connsiteY17" fmla="*/ 0 h 116062"/>
                <a:gd name="connsiteX18" fmla="*/ 30302 w 67750"/>
                <a:gd name="connsiteY18" fmla="*/ 10863 h 116062"/>
                <a:gd name="connsiteX19" fmla="*/ 19153 w 67750"/>
                <a:gd name="connsiteY19" fmla="*/ 21726 h 116062"/>
                <a:gd name="connsiteX20" fmla="*/ 31160 w 67750"/>
                <a:gd name="connsiteY20" fmla="*/ 102055 h 116062"/>
                <a:gd name="connsiteX21" fmla="*/ 49455 w 67750"/>
                <a:gd name="connsiteY21" fmla="*/ 92335 h 116062"/>
                <a:gd name="connsiteX22" fmla="*/ 49455 w 67750"/>
                <a:gd name="connsiteY22" fmla="*/ 78328 h 116062"/>
                <a:gd name="connsiteX23" fmla="*/ 36305 w 67750"/>
                <a:gd name="connsiteY23" fmla="*/ 76899 h 116062"/>
                <a:gd name="connsiteX24" fmla="*/ 17724 w 67750"/>
                <a:gd name="connsiteY24" fmla="*/ 90048 h 116062"/>
                <a:gd name="connsiteX25" fmla="*/ 31160 w 67750"/>
                <a:gd name="connsiteY25" fmla="*/ 102055 h 116062"/>
                <a:gd name="connsiteX26" fmla="*/ 52028 w 67750"/>
                <a:gd name="connsiteY26" fmla="*/ 21726 h 116062"/>
                <a:gd name="connsiteX27" fmla="*/ 40879 w 67750"/>
                <a:gd name="connsiteY27" fmla="*/ 10863 h 116062"/>
                <a:gd name="connsiteX28" fmla="*/ 52028 w 67750"/>
                <a:gd name="connsiteY28" fmla="*/ 0 h 116062"/>
                <a:gd name="connsiteX29" fmla="*/ 63177 w 67750"/>
                <a:gd name="connsiteY29" fmla="*/ 10863 h 116062"/>
                <a:gd name="connsiteX30" fmla="*/ 52028 w 67750"/>
                <a:gd name="connsiteY30" fmla="*/ 21726 h 1160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7750" h="116062">
                  <a:moveTo>
                    <a:pt x="34304" y="64606"/>
                  </a:moveTo>
                  <a:cubicBezTo>
                    <a:pt x="39450" y="64606"/>
                    <a:pt x="44310" y="64892"/>
                    <a:pt x="49455" y="66321"/>
                  </a:cubicBezTo>
                  <a:lnTo>
                    <a:pt x="49455" y="63463"/>
                  </a:lnTo>
                  <a:cubicBezTo>
                    <a:pt x="49455" y="53171"/>
                    <a:pt x="43452" y="48026"/>
                    <a:pt x="31731" y="48026"/>
                  </a:cubicBezTo>
                  <a:cubicBezTo>
                    <a:pt x="25156" y="48026"/>
                    <a:pt x="18010" y="49455"/>
                    <a:pt x="11435" y="52600"/>
                  </a:cubicBezTo>
                  <a:lnTo>
                    <a:pt x="7432" y="36877"/>
                  </a:lnTo>
                  <a:cubicBezTo>
                    <a:pt x="14865" y="34018"/>
                    <a:pt x="24585" y="32303"/>
                    <a:pt x="33732" y="32303"/>
                  </a:cubicBezTo>
                  <a:cubicBezTo>
                    <a:pt x="56316" y="32303"/>
                    <a:pt x="67751" y="42880"/>
                    <a:pt x="67751" y="63177"/>
                  </a:cubicBezTo>
                  <a:lnTo>
                    <a:pt x="67751" y="114347"/>
                  </a:lnTo>
                  <a:lnTo>
                    <a:pt x="50027" y="114347"/>
                  </a:lnTo>
                  <a:lnTo>
                    <a:pt x="50027" y="105771"/>
                  </a:lnTo>
                  <a:lnTo>
                    <a:pt x="49741" y="105771"/>
                  </a:lnTo>
                  <a:cubicBezTo>
                    <a:pt x="42880" y="112918"/>
                    <a:pt x="35734" y="116063"/>
                    <a:pt x="26300" y="116063"/>
                  </a:cubicBezTo>
                  <a:cubicBezTo>
                    <a:pt x="10291" y="116063"/>
                    <a:pt x="0" y="106057"/>
                    <a:pt x="0" y="90620"/>
                  </a:cubicBezTo>
                  <a:cubicBezTo>
                    <a:pt x="0" y="73754"/>
                    <a:pt x="12006" y="64606"/>
                    <a:pt x="34304" y="64606"/>
                  </a:cubicBezTo>
                  <a:close/>
                  <a:moveTo>
                    <a:pt x="19153" y="21726"/>
                  </a:moveTo>
                  <a:cubicBezTo>
                    <a:pt x="13150" y="21726"/>
                    <a:pt x="8004" y="16580"/>
                    <a:pt x="8004" y="10863"/>
                  </a:cubicBezTo>
                  <a:cubicBezTo>
                    <a:pt x="8004" y="5146"/>
                    <a:pt x="13150" y="0"/>
                    <a:pt x="19153" y="0"/>
                  </a:cubicBezTo>
                  <a:cubicBezTo>
                    <a:pt x="25156" y="0"/>
                    <a:pt x="30302" y="5146"/>
                    <a:pt x="30302" y="10863"/>
                  </a:cubicBezTo>
                  <a:cubicBezTo>
                    <a:pt x="30302" y="16866"/>
                    <a:pt x="25156" y="21726"/>
                    <a:pt x="19153" y="21726"/>
                  </a:cubicBezTo>
                  <a:close/>
                  <a:moveTo>
                    <a:pt x="31160" y="102055"/>
                  </a:moveTo>
                  <a:cubicBezTo>
                    <a:pt x="38020" y="102055"/>
                    <a:pt x="44310" y="98625"/>
                    <a:pt x="49455" y="92335"/>
                  </a:cubicBezTo>
                  <a:lnTo>
                    <a:pt x="49455" y="78328"/>
                  </a:lnTo>
                  <a:cubicBezTo>
                    <a:pt x="45167" y="77184"/>
                    <a:pt x="40593" y="76899"/>
                    <a:pt x="36305" y="76899"/>
                  </a:cubicBezTo>
                  <a:cubicBezTo>
                    <a:pt x="24585" y="76899"/>
                    <a:pt x="17724" y="81472"/>
                    <a:pt x="17724" y="90048"/>
                  </a:cubicBezTo>
                  <a:cubicBezTo>
                    <a:pt x="18010" y="97481"/>
                    <a:pt x="23155" y="102055"/>
                    <a:pt x="31160" y="102055"/>
                  </a:cubicBezTo>
                  <a:close/>
                  <a:moveTo>
                    <a:pt x="52028" y="21726"/>
                  </a:moveTo>
                  <a:cubicBezTo>
                    <a:pt x="46025" y="21726"/>
                    <a:pt x="40879" y="16580"/>
                    <a:pt x="40879" y="10863"/>
                  </a:cubicBezTo>
                  <a:cubicBezTo>
                    <a:pt x="40879" y="5146"/>
                    <a:pt x="46025" y="0"/>
                    <a:pt x="52028" y="0"/>
                  </a:cubicBezTo>
                  <a:cubicBezTo>
                    <a:pt x="58031" y="0"/>
                    <a:pt x="63177" y="5146"/>
                    <a:pt x="63177" y="10863"/>
                  </a:cubicBezTo>
                  <a:cubicBezTo>
                    <a:pt x="63177" y="16866"/>
                    <a:pt x="57745" y="21726"/>
                    <a:pt x="52028" y="21726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4" name="Freihandform: Form 193">
              <a:extLst>
                <a:ext uri="{FF2B5EF4-FFF2-40B4-BE49-F238E27FC236}">
                  <a16:creationId xmlns:a16="http://schemas.microsoft.com/office/drawing/2014/main" id="{E76C37E2-19C3-4FEB-AD05-35C355ACC271}"/>
                </a:ext>
              </a:extLst>
            </p:cNvPr>
            <p:cNvSpPr/>
            <p:nvPr/>
          </p:nvSpPr>
          <p:spPr>
            <a:xfrm>
              <a:off x="3320097" y="40960"/>
              <a:ext cx="49740" cy="107486"/>
            </a:xfrm>
            <a:custGeom>
              <a:avLst/>
              <a:gdLst>
                <a:gd name="connsiteX0" fmla="*/ 49741 w 49740"/>
                <a:gd name="connsiteY0" fmla="*/ 88619 h 107486"/>
                <a:gd name="connsiteX1" fmla="*/ 49741 w 49740"/>
                <a:gd name="connsiteY1" fmla="*/ 104628 h 107486"/>
                <a:gd name="connsiteX2" fmla="*/ 34018 w 49740"/>
                <a:gd name="connsiteY2" fmla="*/ 107486 h 107486"/>
                <a:gd name="connsiteX3" fmla="*/ 12292 w 49740"/>
                <a:gd name="connsiteY3" fmla="*/ 84903 h 107486"/>
                <a:gd name="connsiteX4" fmla="*/ 12292 w 49740"/>
                <a:gd name="connsiteY4" fmla="*/ 41165 h 107486"/>
                <a:gd name="connsiteX5" fmla="*/ 0 w 49740"/>
                <a:gd name="connsiteY5" fmla="*/ 41165 h 107486"/>
                <a:gd name="connsiteX6" fmla="*/ 0 w 49740"/>
                <a:gd name="connsiteY6" fmla="*/ 25728 h 107486"/>
                <a:gd name="connsiteX7" fmla="*/ 12006 w 49740"/>
                <a:gd name="connsiteY7" fmla="*/ 25728 h 107486"/>
                <a:gd name="connsiteX8" fmla="*/ 12006 w 49740"/>
                <a:gd name="connsiteY8" fmla="*/ 4002 h 107486"/>
                <a:gd name="connsiteX9" fmla="*/ 30588 w 49740"/>
                <a:gd name="connsiteY9" fmla="*/ 0 h 107486"/>
                <a:gd name="connsiteX10" fmla="*/ 30588 w 49740"/>
                <a:gd name="connsiteY10" fmla="*/ 26014 h 107486"/>
                <a:gd name="connsiteX11" fmla="*/ 49741 w 49740"/>
                <a:gd name="connsiteY11" fmla="*/ 26014 h 107486"/>
                <a:gd name="connsiteX12" fmla="*/ 49741 w 49740"/>
                <a:gd name="connsiteY12" fmla="*/ 41451 h 107486"/>
                <a:gd name="connsiteX13" fmla="*/ 30588 w 49740"/>
                <a:gd name="connsiteY13" fmla="*/ 41451 h 107486"/>
                <a:gd name="connsiteX14" fmla="*/ 30588 w 49740"/>
                <a:gd name="connsiteY14" fmla="*/ 80901 h 107486"/>
                <a:gd name="connsiteX15" fmla="*/ 39164 w 49740"/>
                <a:gd name="connsiteY15" fmla="*/ 91478 h 107486"/>
                <a:gd name="connsiteX16" fmla="*/ 49741 w 49740"/>
                <a:gd name="connsiteY16" fmla="*/ 88619 h 107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9740" h="107486">
                  <a:moveTo>
                    <a:pt x="49741" y="88619"/>
                  </a:moveTo>
                  <a:lnTo>
                    <a:pt x="49741" y="104628"/>
                  </a:lnTo>
                  <a:cubicBezTo>
                    <a:pt x="45739" y="106629"/>
                    <a:pt x="39450" y="107486"/>
                    <a:pt x="34018" y="107486"/>
                  </a:cubicBezTo>
                  <a:cubicBezTo>
                    <a:pt x="20011" y="107486"/>
                    <a:pt x="12292" y="99482"/>
                    <a:pt x="12292" y="84903"/>
                  </a:cubicBezTo>
                  <a:lnTo>
                    <a:pt x="12292" y="41165"/>
                  </a:lnTo>
                  <a:lnTo>
                    <a:pt x="0" y="41165"/>
                  </a:lnTo>
                  <a:lnTo>
                    <a:pt x="0" y="25728"/>
                  </a:lnTo>
                  <a:lnTo>
                    <a:pt x="12006" y="25728"/>
                  </a:lnTo>
                  <a:lnTo>
                    <a:pt x="12006" y="4002"/>
                  </a:lnTo>
                  <a:lnTo>
                    <a:pt x="30588" y="0"/>
                  </a:lnTo>
                  <a:lnTo>
                    <a:pt x="30588" y="26014"/>
                  </a:lnTo>
                  <a:lnTo>
                    <a:pt x="49741" y="26014"/>
                  </a:lnTo>
                  <a:lnTo>
                    <a:pt x="49741" y="41451"/>
                  </a:lnTo>
                  <a:lnTo>
                    <a:pt x="30588" y="41451"/>
                  </a:lnTo>
                  <a:lnTo>
                    <a:pt x="30588" y="80901"/>
                  </a:lnTo>
                  <a:cubicBezTo>
                    <a:pt x="30588" y="88333"/>
                    <a:pt x="33161" y="91478"/>
                    <a:pt x="39164" y="91478"/>
                  </a:cubicBezTo>
                  <a:cubicBezTo>
                    <a:pt x="42880" y="91192"/>
                    <a:pt x="46596" y="90048"/>
                    <a:pt x="49741" y="88619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5" name="Freihandform: Form 194">
              <a:extLst>
                <a:ext uri="{FF2B5EF4-FFF2-40B4-BE49-F238E27FC236}">
                  <a16:creationId xmlns:a16="http://schemas.microsoft.com/office/drawing/2014/main" id="{1B071317-7674-418D-B895-174740E887AC}"/>
                </a:ext>
              </a:extLst>
            </p:cNvPr>
            <p:cNvSpPr/>
            <p:nvPr/>
          </p:nvSpPr>
          <p:spPr>
            <a:xfrm>
              <a:off x="3433872" y="66688"/>
              <a:ext cx="68894" cy="82044"/>
            </a:xfrm>
            <a:custGeom>
              <a:avLst/>
              <a:gdLst>
                <a:gd name="connsiteX0" fmla="*/ 18867 w 68894"/>
                <a:gd name="connsiteY0" fmla="*/ 48026 h 82044"/>
                <a:gd name="connsiteX1" fmla="*/ 34876 w 68894"/>
                <a:gd name="connsiteY1" fmla="*/ 64892 h 82044"/>
                <a:gd name="connsiteX2" fmla="*/ 50313 w 68894"/>
                <a:gd name="connsiteY2" fmla="*/ 48026 h 82044"/>
                <a:gd name="connsiteX3" fmla="*/ 50313 w 68894"/>
                <a:gd name="connsiteY3" fmla="*/ 0 h 82044"/>
                <a:gd name="connsiteX4" fmla="*/ 68894 w 68894"/>
                <a:gd name="connsiteY4" fmla="*/ 0 h 82044"/>
                <a:gd name="connsiteX5" fmla="*/ 68894 w 68894"/>
                <a:gd name="connsiteY5" fmla="*/ 48598 h 82044"/>
                <a:gd name="connsiteX6" fmla="*/ 35162 w 68894"/>
                <a:gd name="connsiteY6" fmla="*/ 82044 h 82044"/>
                <a:gd name="connsiteX7" fmla="*/ 0 w 68894"/>
                <a:gd name="connsiteY7" fmla="*/ 48883 h 82044"/>
                <a:gd name="connsiteX8" fmla="*/ 0 w 68894"/>
                <a:gd name="connsiteY8" fmla="*/ 286 h 82044"/>
                <a:gd name="connsiteX9" fmla="*/ 18581 w 68894"/>
                <a:gd name="connsiteY9" fmla="*/ 286 h 82044"/>
                <a:gd name="connsiteX10" fmla="*/ 18581 w 68894"/>
                <a:gd name="connsiteY10" fmla="*/ 48026 h 82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8894" h="82044">
                  <a:moveTo>
                    <a:pt x="18867" y="48026"/>
                  </a:moveTo>
                  <a:cubicBezTo>
                    <a:pt x="18867" y="58889"/>
                    <a:pt x="24299" y="64892"/>
                    <a:pt x="34876" y="64892"/>
                  </a:cubicBezTo>
                  <a:cubicBezTo>
                    <a:pt x="45167" y="64892"/>
                    <a:pt x="50313" y="59175"/>
                    <a:pt x="50313" y="48026"/>
                  </a:cubicBezTo>
                  <a:lnTo>
                    <a:pt x="50313" y="0"/>
                  </a:lnTo>
                  <a:lnTo>
                    <a:pt x="68894" y="0"/>
                  </a:lnTo>
                  <a:lnTo>
                    <a:pt x="68894" y="48598"/>
                  </a:lnTo>
                  <a:cubicBezTo>
                    <a:pt x="68894" y="69752"/>
                    <a:pt x="57174" y="82044"/>
                    <a:pt x="35162" y="82044"/>
                  </a:cubicBezTo>
                  <a:cubicBezTo>
                    <a:pt x="13436" y="82044"/>
                    <a:pt x="0" y="69752"/>
                    <a:pt x="0" y="48883"/>
                  </a:cubicBezTo>
                  <a:lnTo>
                    <a:pt x="0" y="286"/>
                  </a:lnTo>
                  <a:lnTo>
                    <a:pt x="18581" y="286"/>
                  </a:lnTo>
                  <a:lnTo>
                    <a:pt x="18581" y="48026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6" name="Freihandform: Form 195">
              <a:extLst>
                <a:ext uri="{FF2B5EF4-FFF2-40B4-BE49-F238E27FC236}">
                  <a16:creationId xmlns:a16="http://schemas.microsoft.com/office/drawing/2014/main" id="{4205895C-C798-479F-B85E-6DD6EA25ECEC}"/>
                </a:ext>
              </a:extLst>
            </p:cNvPr>
            <p:cNvSpPr/>
            <p:nvPr/>
          </p:nvSpPr>
          <p:spPr>
            <a:xfrm>
              <a:off x="3526779" y="64687"/>
              <a:ext cx="68608" cy="82044"/>
            </a:xfrm>
            <a:custGeom>
              <a:avLst/>
              <a:gdLst>
                <a:gd name="connsiteX0" fmla="*/ 68608 w 68608"/>
                <a:gd name="connsiteY0" fmla="*/ 81758 h 82044"/>
                <a:gd name="connsiteX1" fmla="*/ 50027 w 68608"/>
                <a:gd name="connsiteY1" fmla="*/ 81758 h 82044"/>
                <a:gd name="connsiteX2" fmla="*/ 50027 w 68608"/>
                <a:gd name="connsiteY2" fmla="*/ 36019 h 82044"/>
                <a:gd name="connsiteX3" fmla="*/ 35162 w 68608"/>
                <a:gd name="connsiteY3" fmla="*/ 16580 h 82044"/>
                <a:gd name="connsiteX4" fmla="*/ 18581 w 68608"/>
                <a:gd name="connsiteY4" fmla="*/ 36019 h 82044"/>
                <a:gd name="connsiteX5" fmla="*/ 18581 w 68608"/>
                <a:gd name="connsiteY5" fmla="*/ 82044 h 82044"/>
                <a:gd name="connsiteX6" fmla="*/ 0 w 68608"/>
                <a:gd name="connsiteY6" fmla="*/ 82044 h 82044"/>
                <a:gd name="connsiteX7" fmla="*/ 0 w 68608"/>
                <a:gd name="connsiteY7" fmla="*/ 2001 h 82044"/>
                <a:gd name="connsiteX8" fmla="*/ 18581 w 68608"/>
                <a:gd name="connsiteY8" fmla="*/ 2001 h 82044"/>
                <a:gd name="connsiteX9" fmla="*/ 18581 w 68608"/>
                <a:gd name="connsiteY9" fmla="*/ 11721 h 82044"/>
                <a:gd name="connsiteX10" fmla="*/ 18867 w 68608"/>
                <a:gd name="connsiteY10" fmla="*/ 11721 h 82044"/>
                <a:gd name="connsiteX11" fmla="*/ 42308 w 68608"/>
                <a:gd name="connsiteY11" fmla="*/ 0 h 82044"/>
                <a:gd name="connsiteX12" fmla="*/ 68608 w 68608"/>
                <a:gd name="connsiteY12" fmla="*/ 32303 h 82044"/>
                <a:gd name="connsiteX13" fmla="*/ 68608 w 68608"/>
                <a:gd name="connsiteY13" fmla="*/ 81758 h 82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8608" h="82044">
                  <a:moveTo>
                    <a:pt x="68608" y="81758"/>
                  </a:moveTo>
                  <a:lnTo>
                    <a:pt x="50027" y="81758"/>
                  </a:lnTo>
                  <a:lnTo>
                    <a:pt x="50027" y="36019"/>
                  </a:lnTo>
                  <a:cubicBezTo>
                    <a:pt x="50027" y="24299"/>
                    <a:pt x="46596" y="16580"/>
                    <a:pt x="35162" y="16580"/>
                  </a:cubicBezTo>
                  <a:cubicBezTo>
                    <a:pt x="22012" y="16580"/>
                    <a:pt x="18581" y="27157"/>
                    <a:pt x="18581" y="36019"/>
                  </a:cubicBezTo>
                  <a:lnTo>
                    <a:pt x="18581" y="82044"/>
                  </a:lnTo>
                  <a:lnTo>
                    <a:pt x="0" y="82044"/>
                  </a:lnTo>
                  <a:lnTo>
                    <a:pt x="0" y="2001"/>
                  </a:lnTo>
                  <a:lnTo>
                    <a:pt x="18581" y="2001"/>
                  </a:lnTo>
                  <a:lnTo>
                    <a:pt x="18581" y="11721"/>
                  </a:lnTo>
                  <a:lnTo>
                    <a:pt x="18867" y="11721"/>
                  </a:lnTo>
                  <a:cubicBezTo>
                    <a:pt x="23727" y="4574"/>
                    <a:pt x="32017" y="0"/>
                    <a:pt x="42308" y="0"/>
                  </a:cubicBezTo>
                  <a:cubicBezTo>
                    <a:pt x="60604" y="0"/>
                    <a:pt x="68608" y="13436"/>
                    <a:pt x="68608" y="32303"/>
                  </a:cubicBezTo>
                  <a:lnTo>
                    <a:pt x="68608" y="81758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7" name="Freihandform: Form 196">
              <a:extLst>
                <a:ext uri="{FF2B5EF4-FFF2-40B4-BE49-F238E27FC236}">
                  <a16:creationId xmlns:a16="http://schemas.microsoft.com/office/drawing/2014/main" id="{A2FC205B-F480-4DBC-A765-0A475834F3A1}"/>
                </a:ext>
              </a:extLst>
            </p:cNvPr>
            <p:cNvSpPr/>
            <p:nvPr/>
          </p:nvSpPr>
          <p:spPr>
            <a:xfrm>
              <a:off x="3615112" y="29811"/>
              <a:ext cx="74611" cy="118921"/>
            </a:xfrm>
            <a:custGeom>
              <a:avLst/>
              <a:gdLst>
                <a:gd name="connsiteX0" fmla="*/ 0 w 74611"/>
                <a:gd name="connsiteY0" fmla="*/ 76613 h 118921"/>
                <a:gd name="connsiteX1" fmla="*/ 32589 w 74611"/>
                <a:gd name="connsiteY1" fmla="*/ 34876 h 118921"/>
                <a:gd name="connsiteX2" fmla="*/ 55744 w 74611"/>
                <a:gd name="connsiteY2" fmla="*/ 45739 h 118921"/>
                <a:gd name="connsiteX3" fmla="*/ 56030 w 74611"/>
                <a:gd name="connsiteY3" fmla="*/ 45739 h 118921"/>
                <a:gd name="connsiteX4" fmla="*/ 56030 w 74611"/>
                <a:gd name="connsiteY4" fmla="*/ 4574 h 118921"/>
                <a:gd name="connsiteX5" fmla="*/ 74612 w 74611"/>
                <a:gd name="connsiteY5" fmla="*/ 0 h 118921"/>
                <a:gd name="connsiteX6" fmla="*/ 74612 w 74611"/>
                <a:gd name="connsiteY6" fmla="*/ 116920 h 118921"/>
                <a:gd name="connsiteX7" fmla="*/ 56316 w 74611"/>
                <a:gd name="connsiteY7" fmla="*/ 116920 h 118921"/>
                <a:gd name="connsiteX8" fmla="*/ 56316 w 74611"/>
                <a:gd name="connsiteY8" fmla="*/ 107486 h 118921"/>
                <a:gd name="connsiteX9" fmla="*/ 56030 w 74611"/>
                <a:gd name="connsiteY9" fmla="*/ 107486 h 118921"/>
                <a:gd name="connsiteX10" fmla="*/ 32017 w 74611"/>
                <a:gd name="connsiteY10" fmla="*/ 118921 h 118921"/>
                <a:gd name="connsiteX11" fmla="*/ 0 w 74611"/>
                <a:gd name="connsiteY11" fmla="*/ 76613 h 118921"/>
                <a:gd name="connsiteX12" fmla="*/ 18581 w 74611"/>
                <a:gd name="connsiteY12" fmla="*/ 76613 h 118921"/>
                <a:gd name="connsiteX13" fmla="*/ 37163 w 74611"/>
                <a:gd name="connsiteY13" fmla="*/ 102341 h 118921"/>
                <a:gd name="connsiteX14" fmla="*/ 56316 w 74611"/>
                <a:gd name="connsiteY14" fmla="*/ 91764 h 118921"/>
                <a:gd name="connsiteX15" fmla="*/ 56316 w 74611"/>
                <a:gd name="connsiteY15" fmla="*/ 62605 h 118921"/>
                <a:gd name="connsiteX16" fmla="*/ 37163 w 74611"/>
                <a:gd name="connsiteY16" fmla="*/ 52028 h 118921"/>
                <a:gd name="connsiteX17" fmla="*/ 18581 w 74611"/>
                <a:gd name="connsiteY17" fmla="*/ 76613 h 118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4611" h="118921">
                  <a:moveTo>
                    <a:pt x="0" y="76613"/>
                  </a:moveTo>
                  <a:cubicBezTo>
                    <a:pt x="0" y="50885"/>
                    <a:pt x="13150" y="34876"/>
                    <a:pt x="32589" y="34876"/>
                  </a:cubicBezTo>
                  <a:cubicBezTo>
                    <a:pt x="42594" y="34876"/>
                    <a:pt x="50599" y="39164"/>
                    <a:pt x="55744" y="45739"/>
                  </a:cubicBezTo>
                  <a:lnTo>
                    <a:pt x="56030" y="45739"/>
                  </a:lnTo>
                  <a:lnTo>
                    <a:pt x="56030" y="4574"/>
                  </a:lnTo>
                  <a:lnTo>
                    <a:pt x="74612" y="0"/>
                  </a:lnTo>
                  <a:lnTo>
                    <a:pt x="74612" y="116920"/>
                  </a:lnTo>
                  <a:lnTo>
                    <a:pt x="56316" y="116920"/>
                  </a:lnTo>
                  <a:lnTo>
                    <a:pt x="56316" y="107486"/>
                  </a:lnTo>
                  <a:lnTo>
                    <a:pt x="56030" y="107486"/>
                  </a:lnTo>
                  <a:cubicBezTo>
                    <a:pt x="50313" y="114633"/>
                    <a:pt x="42023" y="118921"/>
                    <a:pt x="32017" y="118921"/>
                  </a:cubicBezTo>
                  <a:cubicBezTo>
                    <a:pt x="13150" y="118635"/>
                    <a:pt x="0" y="102341"/>
                    <a:pt x="0" y="76613"/>
                  </a:cubicBezTo>
                  <a:close/>
                  <a:moveTo>
                    <a:pt x="18581" y="76613"/>
                  </a:moveTo>
                  <a:cubicBezTo>
                    <a:pt x="18581" y="92907"/>
                    <a:pt x="25442" y="102341"/>
                    <a:pt x="37163" y="102341"/>
                  </a:cubicBezTo>
                  <a:cubicBezTo>
                    <a:pt x="44310" y="102341"/>
                    <a:pt x="50313" y="98910"/>
                    <a:pt x="56316" y="91764"/>
                  </a:cubicBezTo>
                  <a:lnTo>
                    <a:pt x="56316" y="62605"/>
                  </a:lnTo>
                  <a:cubicBezTo>
                    <a:pt x="50885" y="55458"/>
                    <a:pt x="44881" y="52028"/>
                    <a:pt x="37163" y="52028"/>
                  </a:cubicBezTo>
                  <a:cubicBezTo>
                    <a:pt x="25157" y="51742"/>
                    <a:pt x="18581" y="60604"/>
                    <a:pt x="18581" y="76613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8" name="Freihandform: Form 197">
              <a:extLst>
                <a:ext uri="{FF2B5EF4-FFF2-40B4-BE49-F238E27FC236}">
                  <a16:creationId xmlns:a16="http://schemas.microsoft.com/office/drawing/2014/main" id="{69AE56F4-0BAC-4631-8D60-8514867BA36A}"/>
                </a:ext>
              </a:extLst>
            </p:cNvPr>
            <p:cNvSpPr/>
            <p:nvPr/>
          </p:nvSpPr>
          <p:spPr>
            <a:xfrm>
              <a:off x="1648912" y="209051"/>
              <a:ext cx="69751" cy="110630"/>
            </a:xfrm>
            <a:custGeom>
              <a:avLst/>
              <a:gdLst>
                <a:gd name="connsiteX0" fmla="*/ 69752 w 69751"/>
                <a:gd name="connsiteY0" fmla="*/ 18010 h 110630"/>
                <a:gd name="connsiteX1" fmla="*/ 19725 w 69751"/>
                <a:gd name="connsiteY1" fmla="*/ 18010 h 110630"/>
                <a:gd name="connsiteX2" fmla="*/ 19725 w 69751"/>
                <a:gd name="connsiteY2" fmla="*/ 45453 h 110630"/>
                <a:gd name="connsiteX3" fmla="*/ 56888 w 69751"/>
                <a:gd name="connsiteY3" fmla="*/ 45453 h 110630"/>
                <a:gd name="connsiteX4" fmla="*/ 56888 w 69751"/>
                <a:gd name="connsiteY4" fmla="*/ 63463 h 110630"/>
                <a:gd name="connsiteX5" fmla="*/ 19725 w 69751"/>
                <a:gd name="connsiteY5" fmla="*/ 63463 h 110630"/>
                <a:gd name="connsiteX6" fmla="*/ 19725 w 69751"/>
                <a:gd name="connsiteY6" fmla="*/ 110631 h 110630"/>
                <a:gd name="connsiteX7" fmla="*/ 0 w 69751"/>
                <a:gd name="connsiteY7" fmla="*/ 110631 h 110630"/>
                <a:gd name="connsiteX8" fmla="*/ 0 w 69751"/>
                <a:gd name="connsiteY8" fmla="*/ 0 h 110630"/>
                <a:gd name="connsiteX9" fmla="*/ 69466 w 69751"/>
                <a:gd name="connsiteY9" fmla="*/ 0 h 110630"/>
                <a:gd name="connsiteX10" fmla="*/ 69466 w 69751"/>
                <a:gd name="connsiteY10" fmla="*/ 18010 h 110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751" h="110630">
                  <a:moveTo>
                    <a:pt x="69752" y="18010"/>
                  </a:moveTo>
                  <a:lnTo>
                    <a:pt x="19725" y="18010"/>
                  </a:lnTo>
                  <a:lnTo>
                    <a:pt x="19725" y="45453"/>
                  </a:lnTo>
                  <a:lnTo>
                    <a:pt x="56888" y="45453"/>
                  </a:lnTo>
                  <a:lnTo>
                    <a:pt x="56888" y="63463"/>
                  </a:lnTo>
                  <a:lnTo>
                    <a:pt x="19725" y="63463"/>
                  </a:lnTo>
                  <a:lnTo>
                    <a:pt x="19725" y="110631"/>
                  </a:lnTo>
                  <a:lnTo>
                    <a:pt x="0" y="110631"/>
                  </a:lnTo>
                  <a:lnTo>
                    <a:pt x="0" y="0"/>
                  </a:lnTo>
                  <a:lnTo>
                    <a:pt x="69466" y="0"/>
                  </a:lnTo>
                  <a:lnTo>
                    <a:pt x="69466" y="18010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9" name="Freihandform: Form 198">
              <a:extLst>
                <a:ext uri="{FF2B5EF4-FFF2-40B4-BE49-F238E27FC236}">
                  <a16:creationId xmlns:a16="http://schemas.microsoft.com/office/drawing/2014/main" id="{267635ED-45CA-4D7D-BDE1-B603E9C8DC74}"/>
                </a:ext>
              </a:extLst>
            </p:cNvPr>
            <p:cNvSpPr/>
            <p:nvPr/>
          </p:nvSpPr>
          <p:spPr>
            <a:xfrm>
              <a:off x="1722094" y="237638"/>
              <a:ext cx="67750" cy="83759"/>
            </a:xfrm>
            <a:custGeom>
              <a:avLst/>
              <a:gdLst>
                <a:gd name="connsiteX0" fmla="*/ 34304 w 67750"/>
                <a:gd name="connsiteY0" fmla="*/ 32303 h 83759"/>
                <a:gd name="connsiteX1" fmla="*/ 49455 w 67750"/>
                <a:gd name="connsiteY1" fmla="*/ 34018 h 83759"/>
                <a:gd name="connsiteX2" fmla="*/ 49455 w 67750"/>
                <a:gd name="connsiteY2" fmla="*/ 31160 h 83759"/>
                <a:gd name="connsiteX3" fmla="*/ 31731 w 67750"/>
                <a:gd name="connsiteY3" fmla="*/ 15723 h 83759"/>
                <a:gd name="connsiteX4" fmla="*/ 11435 w 67750"/>
                <a:gd name="connsiteY4" fmla="*/ 20297 h 83759"/>
                <a:gd name="connsiteX5" fmla="*/ 7433 w 67750"/>
                <a:gd name="connsiteY5" fmla="*/ 4574 h 83759"/>
                <a:gd name="connsiteX6" fmla="*/ 33732 w 67750"/>
                <a:gd name="connsiteY6" fmla="*/ 0 h 83759"/>
                <a:gd name="connsiteX7" fmla="*/ 67751 w 67750"/>
                <a:gd name="connsiteY7" fmla="*/ 30874 h 83759"/>
                <a:gd name="connsiteX8" fmla="*/ 67751 w 67750"/>
                <a:gd name="connsiteY8" fmla="*/ 82044 h 83759"/>
                <a:gd name="connsiteX9" fmla="*/ 50027 w 67750"/>
                <a:gd name="connsiteY9" fmla="*/ 82044 h 83759"/>
                <a:gd name="connsiteX10" fmla="*/ 50027 w 67750"/>
                <a:gd name="connsiteY10" fmla="*/ 73468 h 83759"/>
                <a:gd name="connsiteX11" fmla="*/ 49741 w 67750"/>
                <a:gd name="connsiteY11" fmla="*/ 73468 h 83759"/>
                <a:gd name="connsiteX12" fmla="*/ 26300 w 67750"/>
                <a:gd name="connsiteY12" fmla="*/ 83759 h 83759"/>
                <a:gd name="connsiteX13" fmla="*/ 0 w 67750"/>
                <a:gd name="connsiteY13" fmla="*/ 58317 h 83759"/>
                <a:gd name="connsiteX14" fmla="*/ 34304 w 67750"/>
                <a:gd name="connsiteY14" fmla="*/ 32303 h 83759"/>
                <a:gd name="connsiteX15" fmla="*/ 31160 w 67750"/>
                <a:gd name="connsiteY15" fmla="*/ 69752 h 83759"/>
                <a:gd name="connsiteX16" fmla="*/ 49455 w 67750"/>
                <a:gd name="connsiteY16" fmla="*/ 60032 h 83759"/>
                <a:gd name="connsiteX17" fmla="*/ 49455 w 67750"/>
                <a:gd name="connsiteY17" fmla="*/ 46311 h 83759"/>
                <a:gd name="connsiteX18" fmla="*/ 36305 w 67750"/>
                <a:gd name="connsiteY18" fmla="*/ 44881 h 83759"/>
                <a:gd name="connsiteX19" fmla="*/ 17724 w 67750"/>
                <a:gd name="connsiteY19" fmla="*/ 58031 h 83759"/>
                <a:gd name="connsiteX20" fmla="*/ 31160 w 67750"/>
                <a:gd name="connsiteY20" fmla="*/ 69752 h 8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7750" h="83759">
                  <a:moveTo>
                    <a:pt x="34304" y="32303"/>
                  </a:moveTo>
                  <a:cubicBezTo>
                    <a:pt x="39450" y="32303"/>
                    <a:pt x="44310" y="32589"/>
                    <a:pt x="49455" y="34018"/>
                  </a:cubicBezTo>
                  <a:lnTo>
                    <a:pt x="49455" y="31160"/>
                  </a:lnTo>
                  <a:cubicBezTo>
                    <a:pt x="49455" y="20868"/>
                    <a:pt x="43452" y="15723"/>
                    <a:pt x="31731" y="15723"/>
                  </a:cubicBezTo>
                  <a:cubicBezTo>
                    <a:pt x="25156" y="15723"/>
                    <a:pt x="18010" y="17152"/>
                    <a:pt x="11435" y="20297"/>
                  </a:cubicBezTo>
                  <a:lnTo>
                    <a:pt x="7433" y="4574"/>
                  </a:lnTo>
                  <a:cubicBezTo>
                    <a:pt x="14865" y="1715"/>
                    <a:pt x="24585" y="0"/>
                    <a:pt x="33732" y="0"/>
                  </a:cubicBezTo>
                  <a:cubicBezTo>
                    <a:pt x="56316" y="0"/>
                    <a:pt x="67751" y="10577"/>
                    <a:pt x="67751" y="30874"/>
                  </a:cubicBezTo>
                  <a:lnTo>
                    <a:pt x="67751" y="82044"/>
                  </a:lnTo>
                  <a:lnTo>
                    <a:pt x="50027" y="82044"/>
                  </a:lnTo>
                  <a:lnTo>
                    <a:pt x="50027" y="73468"/>
                  </a:lnTo>
                  <a:lnTo>
                    <a:pt x="49741" y="73468"/>
                  </a:lnTo>
                  <a:cubicBezTo>
                    <a:pt x="42880" y="80615"/>
                    <a:pt x="35734" y="83759"/>
                    <a:pt x="26300" y="83759"/>
                  </a:cubicBezTo>
                  <a:cubicBezTo>
                    <a:pt x="10291" y="83759"/>
                    <a:pt x="0" y="73754"/>
                    <a:pt x="0" y="58317"/>
                  </a:cubicBezTo>
                  <a:cubicBezTo>
                    <a:pt x="0" y="41451"/>
                    <a:pt x="12006" y="32303"/>
                    <a:pt x="34304" y="32303"/>
                  </a:cubicBezTo>
                  <a:close/>
                  <a:moveTo>
                    <a:pt x="31160" y="69752"/>
                  </a:moveTo>
                  <a:cubicBezTo>
                    <a:pt x="38020" y="69752"/>
                    <a:pt x="44310" y="66321"/>
                    <a:pt x="49455" y="60032"/>
                  </a:cubicBezTo>
                  <a:lnTo>
                    <a:pt x="49455" y="46311"/>
                  </a:lnTo>
                  <a:cubicBezTo>
                    <a:pt x="45167" y="45167"/>
                    <a:pt x="40593" y="44881"/>
                    <a:pt x="36305" y="44881"/>
                  </a:cubicBezTo>
                  <a:cubicBezTo>
                    <a:pt x="24585" y="44881"/>
                    <a:pt x="17724" y="49455"/>
                    <a:pt x="17724" y="58031"/>
                  </a:cubicBezTo>
                  <a:cubicBezTo>
                    <a:pt x="18010" y="65178"/>
                    <a:pt x="23155" y="69752"/>
                    <a:pt x="31160" y="69752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0" name="Freihandform: Form 199">
              <a:extLst>
                <a:ext uri="{FF2B5EF4-FFF2-40B4-BE49-F238E27FC236}">
                  <a16:creationId xmlns:a16="http://schemas.microsoft.com/office/drawing/2014/main" id="{4E65E35C-CC48-4B60-A5C5-9B54FD845568}"/>
                </a:ext>
              </a:extLst>
            </p:cNvPr>
            <p:cNvSpPr/>
            <p:nvPr/>
          </p:nvSpPr>
          <p:spPr>
            <a:xfrm>
              <a:off x="1809570" y="237352"/>
              <a:ext cx="67464" cy="84045"/>
            </a:xfrm>
            <a:custGeom>
              <a:avLst/>
              <a:gdLst>
                <a:gd name="connsiteX0" fmla="*/ 66893 w 67464"/>
                <a:gd name="connsiteY0" fmla="*/ 71181 h 84045"/>
                <a:gd name="connsiteX1" fmla="*/ 38306 w 67464"/>
                <a:gd name="connsiteY1" fmla="*/ 84045 h 84045"/>
                <a:gd name="connsiteX2" fmla="*/ 0 w 67464"/>
                <a:gd name="connsiteY2" fmla="*/ 42309 h 84045"/>
                <a:gd name="connsiteX3" fmla="*/ 38592 w 67464"/>
                <a:gd name="connsiteY3" fmla="*/ 0 h 84045"/>
                <a:gd name="connsiteX4" fmla="*/ 67465 w 67464"/>
                <a:gd name="connsiteY4" fmla="*/ 13722 h 84045"/>
                <a:gd name="connsiteX5" fmla="*/ 54601 w 67464"/>
                <a:gd name="connsiteY5" fmla="*/ 26014 h 84045"/>
                <a:gd name="connsiteX6" fmla="*/ 38592 w 67464"/>
                <a:gd name="connsiteY6" fmla="*/ 17152 h 84045"/>
                <a:gd name="connsiteX7" fmla="*/ 18867 w 67464"/>
                <a:gd name="connsiteY7" fmla="*/ 42023 h 84045"/>
                <a:gd name="connsiteX8" fmla="*/ 38592 w 67464"/>
                <a:gd name="connsiteY8" fmla="*/ 66893 h 84045"/>
                <a:gd name="connsiteX9" fmla="*/ 55173 w 67464"/>
                <a:gd name="connsiteY9" fmla="*/ 58031 h 84045"/>
                <a:gd name="connsiteX10" fmla="*/ 66893 w 67464"/>
                <a:gd name="connsiteY10" fmla="*/ 71181 h 84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7464" h="84045">
                  <a:moveTo>
                    <a:pt x="66893" y="71181"/>
                  </a:moveTo>
                  <a:cubicBezTo>
                    <a:pt x="58889" y="80043"/>
                    <a:pt x="49741" y="84045"/>
                    <a:pt x="38306" y="84045"/>
                  </a:cubicBezTo>
                  <a:cubicBezTo>
                    <a:pt x="15437" y="84045"/>
                    <a:pt x="0" y="67465"/>
                    <a:pt x="0" y="42309"/>
                  </a:cubicBezTo>
                  <a:cubicBezTo>
                    <a:pt x="0" y="17152"/>
                    <a:pt x="15437" y="0"/>
                    <a:pt x="38592" y="0"/>
                  </a:cubicBezTo>
                  <a:cubicBezTo>
                    <a:pt x="50599" y="0"/>
                    <a:pt x="60318" y="4574"/>
                    <a:pt x="67465" y="13722"/>
                  </a:cubicBezTo>
                  <a:lnTo>
                    <a:pt x="54601" y="26014"/>
                  </a:lnTo>
                  <a:cubicBezTo>
                    <a:pt x="50027" y="20011"/>
                    <a:pt x="44881" y="17152"/>
                    <a:pt x="38592" y="17152"/>
                  </a:cubicBezTo>
                  <a:cubicBezTo>
                    <a:pt x="26872" y="17152"/>
                    <a:pt x="18867" y="26872"/>
                    <a:pt x="18867" y="42023"/>
                  </a:cubicBezTo>
                  <a:cubicBezTo>
                    <a:pt x="18867" y="56888"/>
                    <a:pt x="26872" y="66893"/>
                    <a:pt x="38592" y="66893"/>
                  </a:cubicBezTo>
                  <a:cubicBezTo>
                    <a:pt x="44881" y="66893"/>
                    <a:pt x="50027" y="64035"/>
                    <a:pt x="55173" y="58031"/>
                  </a:cubicBezTo>
                  <a:lnTo>
                    <a:pt x="66893" y="7118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1" name="Freihandform: Form 200">
              <a:extLst>
                <a:ext uri="{FF2B5EF4-FFF2-40B4-BE49-F238E27FC236}">
                  <a16:creationId xmlns:a16="http://schemas.microsoft.com/office/drawing/2014/main" id="{528ED8B8-344F-4ED7-810A-21695244E5AD}"/>
                </a:ext>
              </a:extLst>
            </p:cNvPr>
            <p:cNvSpPr/>
            <p:nvPr/>
          </p:nvSpPr>
          <p:spPr>
            <a:xfrm>
              <a:off x="1893329" y="202762"/>
              <a:ext cx="68608" cy="116920"/>
            </a:xfrm>
            <a:custGeom>
              <a:avLst/>
              <a:gdLst>
                <a:gd name="connsiteX0" fmla="*/ 68608 w 68608"/>
                <a:gd name="connsiteY0" fmla="*/ 116634 h 116920"/>
                <a:gd name="connsiteX1" fmla="*/ 50027 w 68608"/>
                <a:gd name="connsiteY1" fmla="*/ 116634 h 116920"/>
                <a:gd name="connsiteX2" fmla="*/ 50027 w 68608"/>
                <a:gd name="connsiteY2" fmla="*/ 70895 h 116920"/>
                <a:gd name="connsiteX3" fmla="*/ 35162 w 68608"/>
                <a:gd name="connsiteY3" fmla="*/ 51456 h 116920"/>
                <a:gd name="connsiteX4" fmla="*/ 18581 w 68608"/>
                <a:gd name="connsiteY4" fmla="*/ 70895 h 116920"/>
                <a:gd name="connsiteX5" fmla="*/ 18581 w 68608"/>
                <a:gd name="connsiteY5" fmla="*/ 116920 h 116920"/>
                <a:gd name="connsiteX6" fmla="*/ 0 w 68608"/>
                <a:gd name="connsiteY6" fmla="*/ 116920 h 116920"/>
                <a:gd name="connsiteX7" fmla="*/ 0 w 68608"/>
                <a:gd name="connsiteY7" fmla="*/ 4574 h 116920"/>
                <a:gd name="connsiteX8" fmla="*/ 18581 w 68608"/>
                <a:gd name="connsiteY8" fmla="*/ 0 h 116920"/>
                <a:gd name="connsiteX9" fmla="*/ 18581 w 68608"/>
                <a:gd name="connsiteY9" fmla="*/ 46596 h 116920"/>
                <a:gd name="connsiteX10" fmla="*/ 18867 w 68608"/>
                <a:gd name="connsiteY10" fmla="*/ 46596 h 116920"/>
                <a:gd name="connsiteX11" fmla="*/ 42308 w 68608"/>
                <a:gd name="connsiteY11" fmla="*/ 34876 h 116920"/>
                <a:gd name="connsiteX12" fmla="*/ 68608 w 68608"/>
                <a:gd name="connsiteY12" fmla="*/ 67179 h 116920"/>
                <a:gd name="connsiteX13" fmla="*/ 68608 w 68608"/>
                <a:gd name="connsiteY13" fmla="*/ 116634 h 116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8608" h="116920">
                  <a:moveTo>
                    <a:pt x="68608" y="116634"/>
                  </a:moveTo>
                  <a:lnTo>
                    <a:pt x="50027" y="116634"/>
                  </a:lnTo>
                  <a:lnTo>
                    <a:pt x="50027" y="70895"/>
                  </a:lnTo>
                  <a:cubicBezTo>
                    <a:pt x="50027" y="59175"/>
                    <a:pt x="46311" y="51456"/>
                    <a:pt x="35162" y="51456"/>
                  </a:cubicBezTo>
                  <a:cubicBezTo>
                    <a:pt x="22298" y="51456"/>
                    <a:pt x="18581" y="61748"/>
                    <a:pt x="18581" y="70895"/>
                  </a:cubicBezTo>
                  <a:lnTo>
                    <a:pt x="18581" y="116920"/>
                  </a:lnTo>
                  <a:lnTo>
                    <a:pt x="0" y="116920"/>
                  </a:lnTo>
                  <a:lnTo>
                    <a:pt x="0" y="4574"/>
                  </a:lnTo>
                  <a:lnTo>
                    <a:pt x="18581" y="0"/>
                  </a:lnTo>
                  <a:lnTo>
                    <a:pt x="18581" y="46596"/>
                  </a:lnTo>
                  <a:lnTo>
                    <a:pt x="18867" y="46596"/>
                  </a:lnTo>
                  <a:cubicBezTo>
                    <a:pt x="23441" y="39450"/>
                    <a:pt x="31731" y="34876"/>
                    <a:pt x="42308" y="34876"/>
                  </a:cubicBezTo>
                  <a:cubicBezTo>
                    <a:pt x="60890" y="34876"/>
                    <a:pt x="68608" y="48598"/>
                    <a:pt x="68608" y="67179"/>
                  </a:cubicBezTo>
                  <a:lnTo>
                    <a:pt x="68608" y="116634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2" name="Freihandform: Form 201">
              <a:extLst>
                <a:ext uri="{FF2B5EF4-FFF2-40B4-BE49-F238E27FC236}">
                  <a16:creationId xmlns:a16="http://schemas.microsoft.com/office/drawing/2014/main" id="{0381C199-12C5-4DFC-A594-30891ED44429}"/>
                </a:ext>
              </a:extLst>
            </p:cNvPr>
            <p:cNvSpPr/>
            <p:nvPr/>
          </p:nvSpPr>
          <p:spPr>
            <a:xfrm>
              <a:off x="1985665" y="202476"/>
              <a:ext cx="74611" cy="118921"/>
            </a:xfrm>
            <a:custGeom>
              <a:avLst/>
              <a:gdLst>
                <a:gd name="connsiteX0" fmla="*/ 74612 w 74611"/>
                <a:gd name="connsiteY0" fmla="*/ 76613 h 118921"/>
                <a:gd name="connsiteX1" fmla="*/ 42023 w 74611"/>
                <a:gd name="connsiteY1" fmla="*/ 118921 h 118921"/>
                <a:gd name="connsiteX2" fmla="*/ 18296 w 74611"/>
                <a:gd name="connsiteY2" fmla="*/ 107772 h 118921"/>
                <a:gd name="connsiteX3" fmla="*/ 18010 w 74611"/>
                <a:gd name="connsiteY3" fmla="*/ 107772 h 118921"/>
                <a:gd name="connsiteX4" fmla="*/ 18010 w 74611"/>
                <a:gd name="connsiteY4" fmla="*/ 116920 h 118921"/>
                <a:gd name="connsiteX5" fmla="*/ 0 w 74611"/>
                <a:gd name="connsiteY5" fmla="*/ 116920 h 118921"/>
                <a:gd name="connsiteX6" fmla="*/ 0 w 74611"/>
                <a:gd name="connsiteY6" fmla="*/ 4574 h 118921"/>
                <a:gd name="connsiteX7" fmla="*/ 18581 w 74611"/>
                <a:gd name="connsiteY7" fmla="*/ 0 h 118921"/>
                <a:gd name="connsiteX8" fmla="*/ 18581 w 74611"/>
                <a:gd name="connsiteY8" fmla="*/ 46311 h 118921"/>
                <a:gd name="connsiteX9" fmla="*/ 18867 w 74611"/>
                <a:gd name="connsiteY9" fmla="*/ 46311 h 118921"/>
                <a:gd name="connsiteX10" fmla="*/ 42308 w 74611"/>
                <a:gd name="connsiteY10" fmla="*/ 34876 h 118921"/>
                <a:gd name="connsiteX11" fmla="*/ 74612 w 74611"/>
                <a:gd name="connsiteY11" fmla="*/ 76613 h 118921"/>
                <a:gd name="connsiteX12" fmla="*/ 56316 w 74611"/>
                <a:gd name="connsiteY12" fmla="*/ 76899 h 118921"/>
                <a:gd name="connsiteX13" fmla="*/ 37735 w 74611"/>
                <a:gd name="connsiteY13" fmla="*/ 51742 h 118921"/>
                <a:gd name="connsiteX14" fmla="*/ 18867 w 74611"/>
                <a:gd name="connsiteY14" fmla="*/ 62033 h 118921"/>
                <a:gd name="connsiteX15" fmla="*/ 18867 w 74611"/>
                <a:gd name="connsiteY15" fmla="*/ 91192 h 118921"/>
                <a:gd name="connsiteX16" fmla="*/ 38020 w 74611"/>
                <a:gd name="connsiteY16" fmla="*/ 102055 h 118921"/>
                <a:gd name="connsiteX17" fmla="*/ 56316 w 74611"/>
                <a:gd name="connsiteY17" fmla="*/ 76899 h 118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4611" h="118921">
                  <a:moveTo>
                    <a:pt x="74612" y="76613"/>
                  </a:moveTo>
                  <a:cubicBezTo>
                    <a:pt x="74612" y="102341"/>
                    <a:pt x="61462" y="118921"/>
                    <a:pt x="42023" y="118921"/>
                  </a:cubicBezTo>
                  <a:cubicBezTo>
                    <a:pt x="32017" y="118921"/>
                    <a:pt x="23727" y="114633"/>
                    <a:pt x="18296" y="107772"/>
                  </a:cubicBezTo>
                  <a:lnTo>
                    <a:pt x="18010" y="107772"/>
                  </a:lnTo>
                  <a:lnTo>
                    <a:pt x="18010" y="116920"/>
                  </a:lnTo>
                  <a:lnTo>
                    <a:pt x="0" y="116920"/>
                  </a:lnTo>
                  <a:lnTo>
                    <a:pt x="0" y="4574"/>
                  </a:lnTo>
                  <a:lnTo>
                    <a:pt x="18581" y="0"/>
                  </a:lnTo>
                  <a:lnTo>
                    <a:pt x="18581" y="46311"/>
                  </a:lnTo>
                  <a:lnTo>
                    <a:pt x="18867" y="46311"/>
                  </a:lnTo>
                  <a:cubicBezTo>
                    <a:pt x="24299" y="39164"/>
                    <a:pt x="32303" y="34876"/>
                    <a:pt x="42308" y="34876"/>
                  </a:cubicBezTo>
                  <a:cubicBezTo>
                    <a:pt x="61747" y="34876"/>
                    <a:pt x="74612" y="50599"/>
                    <a:pt x="74612" y="76613"/>
                  </a:cubicBezTo>
                  <a:close/>
                  <a:moveTo>
                    <a:pt x="56316" y="76899"/>
                  </a:moveTo>
                  <a:cubicBezTo>
                    <a:pt x="56316" y="60318"/>
                    <a:pt x="49455" y="51742"/>
                    <a:pt x="37735" y="51742"/>
                  </a:cubicBezTo>
                  <a:cubicBezTo>
                    <a:pt x="30588" y="51742"/>
                    <a:pt x="24585" y="54887"/>
                    <a:pt x="18867" y="62033"/>
                  </a:cubicBezTo>
                  <a:lnTo>
                    <a:pt x="18867" y="91192"/>
                  </a:lnTo>
                  <a:cubicBezTo>
                    <a:pt x="24299" y="98339"/>
                    <a:pt x="30302" y="102055"/>
                    <a:pt x="38020" y="102055"/>
                  </a:cubicBezTo>
                  <a:cubicBezTo>
                    <a:pt x="49741" y="102341"/>
                    <a:pt x="56316" y="92907"/>
                    <a:pt x="56316" y="76899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3" name="Freihandform: Form 202">
              <a:extLst>
                <a:ext uri="{FF2B5EF4-FFF2-40B4-BE49-F238E27FC236}">
                  <a16:creationId xmlns:a16="http://schemas.microsoft.com/office/drawing/2014/main" id="{4F10C4B1-9544-4A4D-B350-EBF3BA6357E7}"/>
                </a:ext>
              </a:extLst>
            </p:cNvPr>
            <p:cNvSpPr/>
            <p:nvPr/>
          </p:nvSpPr>
          <p:spPr>
            <a:xfrm>
              <a:off x="2076571" y="237638"/>
              <a:ext cx="72896" cy="83759"/>
            </a:xfrm>
            <a:custGeom>
              <a:avLst/>
              <a:gdLst>
                <a:gd name="connsiteX0" fmla="*/ 39736 w 72896"/>
                <a:gd name="connsiteY0" fmla="*/ 83759 h 83759"/>
                <a:gd name="connsiteX1" fmla="*/ 0 w 72896"/>
                <a:gd name="connsiteY1" fmla="*/ 41737 h 83759"/>
                <a:gd name="connsiteX2" fmla="*/ 37449 w 72896"/>
                <a:gd name="connsiteY2" fmla="*/ 0 h 83759"/>
                <a:gd name="connsiteX3" fmla="*/ 72896 w 72896"/>
                <a:gd name="connsiteY3" fmla="*/ 40593 h 83759"/>
                <a:gd name="connsiteX4" fmla="*/ 72611 w 72896"/>
                <a:gd name="connsiteY4" fmla="*/ 48312 h 83759"/>
                <a:gd name="connsiteX5" fmla="*/ 18867 w 72896"/>
                <a:gd name="connsiteY5" fmla="*/ 48312 h 83759"/>
                <a:gd name="connsiteX6" fmla="*/ 39736 w 72896"/>
                <a:gd name="connsiteY6" fmla="*/ 67751 h 83759"/>
                <a:gd name="connsiteX7" fmla="*/ 59461 w 72896"/>
                <a:gd name="connsiteY7" fmla="*/ 58317 h 83759"/>
                <a:gd name="connsiteX8" fmla="*/ 71181 w 72896"/>
                <a:gd name="connsiteY8" fmla="*/ 70609 h 83759"/>
                <a:gd name="connsiteX9" fmla="*/ 39736 w 72896"/>
                <a:gd name="connsiteY9" fmla="*/ 83759 h 83759"/>
                <a:gd name="connsiteX10" fmla="*/ 18867 w 72896"/>
                <a:gd name="connsiteY10" fmla="*/ 34590 h 83759"/>
                <a:gd name="connsiteX11" fmla="*/ 55173 w 72896"/>
                <a:gd name="connsiteY11" fmla="*/ 34590 h 83759"/>
                <a:gd name="connsiteX12" fmla="*/ 37449 w 72896"/>
                <a:gd name="connsiteY12" fmla="*/ 15151 h 83759"/>
                <a:gd name="connsiteX13" fmla="*/ 18867 w 72896"/>
                <a:gd name="connsiteY13" fmla="*/ 34590 h 8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2896" h="83759">
                  <a:moveTo>
                    <a:pt x="39736" y="83759"/>
                  </a:moveTo>
                  <a:cubicBezTo>
                    <a:pt x="16009" y="83759"/>
                    <a:pt x="0" y="66893"/>
                    <a:pt x="0" y="41737"/>
                  </a:cubicBezTo>
                  <a:cubicBezTo>
                    <a:pt x="0" y="16866"/>
                    <a:pt x="15151" y="0"/>
                    <a:pt x="37449" y="0"/>
                  </a:cubicBezTo>
                  <a:cubicBezTo>
                    <a:pt x="58889" y="0"/>
                    <a:pt x="72896" y="16009"/>
                    <a:pt x="72896" y="40593"/>
                  </a:cubicBezTo>
                  <a:cubicBezTo>
                    <a:pt x="72896" y="43166"/>
                    <a:pt x="72611" y="46025"/>
                    <a:pt x="72611" y="48312"/>
                  </a:cubicBezTo>
                  <a:lnTo>
                    <a:pt x="18867" y="48312"/>
                  </a:lnTo>
                  <a:cubicBezTo>
                    <a:pt x="20868" y="60604"/>
                    <a:pt x="28301" y="67751"/>
                    <a:pt x="39736" y="67751"/>
                  </a:cubicBezTo>
                  <a:cubicBezTo>
                    <a:pt x="47168" y="67751"/>
                    <a:pt x="53171" y="64892"/>
                    <a:pt x="59461" y="58317"/>
                  </a:cubicBezTo>
                  <a:lnTo>
                    <a:pt x="71181" y="70609"/>
                  </a:lnTo>
                  <a:cubicBezTo>
                    <a:pt x="62033" y="79471"/>
                    <a:pt x="52028" y="83759"/>
                    <a:pt x="39736" y="83759"/>
                  </a:cubicBezTo>
                  <a:close/>
                  <a:moveTo>
                    <a:pt x="18867" y="34590"/>
                  </a:moveTo>
                  <a:lnTo>
                    <a:pt x="55173" y="34590"/>
                  </a:lnTo>
                  <a:cubicBezTo>
                    <a:pt x="54315" y="22298"/>
                    <a:pt x="48026" y="15151"/>
                    <a:pt x="37449" y="15151"/>
                  </a:cubicBezTo>
                  <a:cubicBezTo>
                    <a:pt x="27157" y="15151"/>
                    <a:pt x="20583" y="22298"/>
                    <a:pt x="18867" y="34590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4" name="Freihandform: Form 203">
              <a:extLst>
                <a:ext uri="{FF2B5EF4-FFF2-40B4-BE49-F238E27FC236}">
                  <a16:creationId xmlns:a16="http://schemas.microsoft.com/office/drawing/2014/main" id="{EA95D997-AE6E-4C3E-AF23-E20C66016EE9}"/>
                </a:ext>
              </a:extLst>
            </p:cNvPr>
            <p:cNvSpPr/>
            <p:nvPr/>
          </p:nvSpPr>
          <p:spPr>
            <a:xfrm>
              <a:off x="2170621" y="237352"/>
              <a:ext cx="48025" cy="82044"/>
            </a:xfrm>
            <a:custGeom>
              <a:avLst/>
              <a:gdLst>
                <a:gd name="connsiteX0" fmla="*/ 48026 w 48025"/>
                <a:gd name="connsiteY0" fmla="*/ 1715 h 82044"/>
                <a:gd name="connsiteX1" fmla="*/ 45167 w 48025"/>
                <a:gd name="connsiteY1" fmla="*/ 20868 h 82044"/>
                <a:gd name="connsiteX2" fmla="*/ 34876 w 48025"/>
                <a:gd name="connsiteY2" fmla="*/ 18296 h 82044"/>
                <a:gd name="connsiteX3" fmla="*/ 18581 w 48025"/>
                <a:gd name="connsiteY3" fmla="*/ 40879 h 82044"/>
                <a:gd name="connsiteX4" fmla="*/ 18581 w 48025"/>
                <a:gd name="connsiteY4" fmla="*/ 82044 h 82044"/>
                <a:gd name="connsiteX5" fmla="*/ 0 w 48025"/>
                <a:gd name="connsiteY5" fmla="*/ 82044 h 82044"/>
                <a:gd name="connsiteX6" fmla="*/ 0 w 48025"/>
                <a:gd name="connsiteY6" fmla="*/ 2001 h 82044"/>
                <a:gd name="connsiteX7" fmla="*/ 18296 w 48025"/>
                <a:gd name="connsiteY7" fmla="*/ 2001 h 82044"/>
                <a:gd name="connsiteX8" fmla="*/ 18296 w 48025"/>
                <a:gd name="connsiteY8" fmla="*/ 12006 h 82044"/>
                <a:gd name="connsiteX9" fmla="*/ 18581 w 48025"/>
                <a:gd name="connsiteY9" fmla="*/ 12006 h 82044"/>
                <a:gd name="connsiteX10" fmla="*/ 39450 w 48025"/>
                <a:gd name="connsiteY10" fmla="*/ 0 h 82044"/>
                <a:gd name="connsiteX11" fmla="*/ 48026 w 48025"/>
                <a:gd name="connsiteY11" fmla="*/ 1715 h 82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8025" h="82044">
                  <a:moveTo>
                    <a:pt x="48026" y="1715"/>
                  </a:moveTo>
                  <a:lnTo>
                    <a:pt x="45167" y="20868"/>
                  </a:lnTo>
                  <a:cubicBezTo>
                    <a:pt x="42308" y="19439"/>
                    <a:pt x="38878" y="18296"/>
                    <a:pt x="34876" y="18296"/>
                  </a:cubicBezTo>
                  <a:cubicBezTo>
                    <a:pt x="22012" y="18296"/>
                    <a:pt x="18581" y="28587"/>
                    <a:pt x="18581" y="40879"/>
                  </a:cubicBezTo>
                  <a:lnTo>
                    <a:pt x="18581" y="82044"/>
                  </a:lnTo>
                  <a:lnTo>
                    <a:pt x="0" y="82044"/>
                  </a:lnTo>
                  <a:lnTo>
                    <a:pt x="0" y="2001"/>
                  </a:lnTo>
                  <a:lnTo>
                    <a:pt x="18296" y="2001"/>
                  </a:lnTo>
                  <a:lnTo>
                    <a:pt x="18296" y="12006"/>
                  </a:lnTo>
                  <a:lnTo>
                    <a:pt x="18581" y="12006"/>
                  </a:lnTo>
                  <a:cubicBezTo>
                    <a:pt x="22869" y="4574"/>
                    <a:pt x="30302" y="0"/>
                    <a:pt x="39450" y="0"/>
                  </a:cubicBezTo>
                  <a:cubicBezTo>
                    <a:pt x="42023" y="0"/>
                    <a:pt x="45167" y="572"/>
                    <a:pt x="48026" y="1715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5" name="Freihandform: Form 204">
              <a:extLst>
                <a:ext uri="{FF2B5EF4-FFF2-40B4-BE49-F238E27FC236}">
                  <a16:creationId xmlns:a16="http://schemas.microsoft.com/office/drawing/2014/main" id="{8B8EF6FA-627A-4F01-8DB1-3A5222791E60}"/>
                </a:ext>
              </a:extLst>
            </p:cNvPr>
            <p:cNvSpPr/>
            <p:nvPr/>
          </p:nvSpPr>
          <p:spPr>
            <a:xfrm>
              <a:off x="2228938" y="237638"/>
              <a:ext cx="72896" cy="83759"/>
            </a:xfrm>
            <a:custGeom>
              <a:avLst/>
              <a:gdLst>
                <a:gd name="connsiteX0" fmla="*/ 39736 w 72896"/>
                <a:gd name="connsiteY0" fmla="*/ 83759 h 83759"/>
                <a:gd name="connsiteX1" fmla="*/ 0 w 72896"/>
                <a:gd name="connsiteY1" fmla="*/ 41737 h 83759"/>
                <a:gd name="connsiteX2" fmla="*/ 37449 w 72896"/>
                <a:gd name="connsiteY2" fmla="*/ 0 h 83759"/>
                <a:gd name="connsiteX3" fmla="*/ 72896 w 72896"/>
                <a:gd name="connsiteY3" fmla="*/ 40593 h 83759"/>
                <a:gd name="connsiteX4" fmla="*/ 72611 w 72896"/>
                <a:gd name="connsiteY4" fmla="*/ 48312 h 83759"/>
                <a:gd name="connsiteX5" fmla="*/ 18867 w 72896"/>
                <a:gd name="connsiteY5" fmla="*/ 48312 h 83759"/>
                <a:gd name="connsiteX6" fmla="*/ 39736 w 72896"/>
                <a:gd name="connsiteY6" fmla="*/ 67751 h 83759"/>
                <a:gd name="connsiteX7" fmla="*/ 59461 w 72896"/>
                <a:gd name="connsiteY7" fmla="*/ 58317 h 83759"/>
                <a:gd name="connsiteX8" fmla="*/ 71181 w 72896"/>
                <a:gd name="connsiteY8" fmla="*/ 70609 h 83759"/>
                <a:gd name="connsiteX9" fmla="*/ 39736 w 72896"/>
                <a:gd name="connsiteY9" fmla="*/ 83759 h 83759"/>
                <a:gd name="connsiteX10" fmla="*/ 18867 w 72896"/>
                <a:gd name="connsiteY10" fmla="*/ 34590 h 83759"/>
                <a:gd name="connsiteX11" fmla="*/ 55173 w 72896"/>
                <a:gd name="connsiteY11" fmla="*/ 34590 h 83759"/>
                <a:gd name="connsiteX12" fmla="*/ 37449 w 72896"/>
                <a:gd name="connsiteY12" fmla="*/ 15151 h 83759"/>
                <a:gd name="connsiteX13" fmla="*/ 18867 w 72896"/>
                <a:gd name="connsiteY13" fmla="*/ 34590 h 8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2896" h="83759">
                  <a:moveTo>
                    <a:pt x="39736" y="83759"/>
                  </a:moveTo>
                  <a:cubicBezTo>
                    <a:pt x="16009" y="83759"/>
                    <a:pt x="0" y="66893"/>
                    <a:pt x="0" y="41737"/>
                  </a:cubicBezTo>
                  <a:cubicBezTo>
                    <a:pt x="0" y="16866"/>
                    <a:pt x="15151" y="0"/>
                    <a:pt x="37449" y="0"/>
                  </a:cubicBezTo>
                  <a:cubicBezTo>
                    <a:pt x="58889" y="0"/>
                    <a:pt x="72896" y="16009"/>
                    <a:pt x="72896" y="40593"/>
                  </a:cubicBezTo>
                  <a:cubicBezTo>
                    <a:pt x="72896" y="43166"/>
                    <a:pt x="72611" y="46025"/>
                    <a:pt x="72611" y="48312"/>
                  </a:cubicBezTo>
                  <a:lnTo>
                    <a:pt x="18867" y="48312"/>
                  </a:lnTo>
                  <a:cubicBezTo>
                    <a:pt x="20868" y="60604"/>
                    <a:pt x="28301" y="67751"/>
                    <a:pt x="39736" y="67751"/>
                  </a:cubicBezTo>
                  <a:cubicBezTo>
                    <a:pt x="47168" y="67751"/>
                    <a:pt x="53171" y="64892"/>
                    <a:pt x="59461" y="58317"/>
                  </a:cubicBezTo>
                  <a:lnTo>
                    <a:pt x="71181" y="70609"/>
                  </a:lnTo>
                  <a:cubicBezTo>
                    <a:pt x="62033" y="79471"/>
                    <a:pt x="51742" y="83759"/>
                    <a:pt x="39736" y="83759"/>
                  </a:cubicBezTo>
                  <a:close/>
                  <a:moveTo>
                    <a:pt x="18867" y="34590"/>
                  </a:moveTo>
                  <a:lnTo>
                    <a:pt x="55173" y="34590"/>
                  </a:lnTo>
                  <a:cubicBezTo>
                    <a:pt x="54315" y="22298"/>
                    <a:pt x="48026" y="15151"/>
                    <a:pt x="37449" y="15151"/>
                  </a:cubicBezTo>
                  <a:cubicBezTo>
                    <a:pt x="27158" y="15151"/>
                    <a:pt x="20297" y="22298"/>
                    <a:pt x="18867" y="34590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6" name="Freihandform: Form 205">
              <a:extLst>
                <a:ext uri="{FF2B5EF4-FFF2-40B4-BE49-F238E27FC236}">
                  <a16:creationId xmlns:a16="http://schemas.microsoft.com/office/drawing/2014/main" id="{E73EF5F6-BF61-445B-BF37-654FE1C33588}"/>
                </a:ext>
              </a:extLst>
            </p:cNvPr>
            <p:cNvSpPr/>
            <p:nvPr/>
          </p:nvSpPr>
          <p:spPr>
            <a:xfrm>
              <a:off x="2319844" y="203905"/>
              <a:ext cx="23727" cy="115490"/>
            </a:xfrm>
            <a:custGeom>
              <a:avLst/>
              <a:gdLst>
                <a:gd name="connsiteX0" fmla="*/ 23727 w 23727"/>
                <a:gd name="connsiteY0" fmla="*/ 11435 h 115490"/>
                <a:gd name="connsiteX1" fmla="*/ 11721 w 23727"/>
                <a:gd name="connsiteY1" fmla="*/ 22869 h 115490"/>
                <a:gd name="connsiteX2" fmla="*/ 0 w 23727"/>
                <a:gd name="connsiteY2" fmla="*/ 11435 h 115490"/>
                <a:gd name="connsiteX3" fmla="*/ 11721 w 23727"/>
                <a:gd name="connsiteY3" fmla="*/ 0 h 115490"/>
                <a:gd name="connsiteX4" fmla="*/ 23727 w 23727"/>
                <a:gd name="connsiteY4" fmla="*/ 11435 h 115490"/>
                <a:gd name="connsiteX5" fmla="*/ 21154 w 23727"/>
                <a:gd name="connsiteY5" fmla="*/ 115491 h 115490"/>
                <a:gd name="connsiteX6" fmla="*/ 2573 w 23727"/>
                <a:gd name="connsiteY6" fmla="*/ 115491 h 115490"/>
                <a:gd name="connsiteX7" fmla="*/ 2573 w 23727"/>
                <a:gd name="connsiteY7" fmla="*/ 35448 h 115490"/>
                <a:gd name="connsiteX8" fmla="*/ 21154 w 23727"/>
                <a:gd name="connsiteY8" fmla="*/ 35448 h 115490"/>
                <a:gd name="connsiteX9" fmla="*/ 21154 w 23727"/>
                <a:gd name="connsiteY9" fmla="*/ 115491 h 115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727" h="115490">
                  <a:moveTo>
                    <a:pt x="23727" y="11435"/>
                  </a:moveTo>
                  <a:cubicBezTo>
                    <a:pt x="23727" y="18010"/>
                    <a:pt x="18296" y="22869"/>
                    <a:pt x="11721" y="22869"/>
                  </a:cubicBezTo>
                  <a:cubicBezTo>
                    <a:pt x="5146" y="22869"/>
                    <a:pt x="0" y="18010"/>
                    <a:pt x="0" y="11435"/>
                  </a:cubicBezTo>
                  <a:cubicBezTo>
                    <a:pt x="0" y="4860"/>
                    <a:pt x="5431" y="0"/>
                    <a:pt x="11721" y="0"/>
                  </a:cubicBezTo>
                  <a:cubicBezTo>
                    <a:pt x="18296" y="0"/>
                    <a:pt x="23727" y="4860"/>
                    <a:pt x="23727" y="11435"/>
                  </a:cubicBezTo>
                  <a:close/>
                  <a:moveTo>
                    <a:pt x="21154" y="115491"/>
                  </a:moveTo>
                  <a:lnTo>
                    <a:pt x="2573" y="115491"/>
                  </a:lnTo>
                  <a:lnTo>
                    <a:pt x="2573" y="35448"/>
                  </a:lnTo>
                  <a:lnTo>
                    <a:pt x="21154" y="35448"/>
                  </a:lnTo>
                  <a:lnTo>
                    <a:pt x="21154" y="11549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7" name="Freihandform: Form 206">
              <a:extLst>
                <a:ext uri="{FF2B5EF4-FFF2-40B4-BE49-F238E27FC236}">
                  <a16:creationId xmlns:a16="http://schemas.microsoft.com/office/drawing/2014/main" id="{C0DE013B-D5E0-4578-9B6B-315D8DB14205}"/>
                </a:ext>
              </a:extLst>
            </p:cNvPr>
            <p:cNvSpPr/>
            <p:nvPr/>
          </p:nvSpPr>
          <p:spPr>
            <a:xfrm>
              <a:off x="2361295" y="237352"/>
              <a:ext cx="67464" cy="84045"/>
            </a:xfrm>
            <a:custGeom>
              <a:avLst/>
              <a:gdLst>
                <a:gd name="connsiteX0" fmla="*/ 66893 w 67464"/>
                <a:gd name="connsiteY0" fmla="*/ 71181 h 84045"/>
                <a:gd name="connsiteX1" fmla="*/ 38306 w 67464"/>
                <a:gd name="connsiteY1" fmla="*/ 84045 h 84045"/>
                <a:gd name="connsiteX2" fmla="*/ 0 w 67464"/>
                <a:gd name="connsiteY2" fmla="*/ 42309 h 84045"/>
                <a:gd name="connsiteX3" fmla="*/ 38592 w 67464"/>
                <a:gd name="connsiteY3" fmla="*/ 0 h 84045"/>
                <a:gd name="connsiteX4" fmla="*/ 67465 w 67464"/>
                <a:gd name="connsiteY4" fmla="*/ 13722 h 84045"/>
                <a:gd name="connsiteX5" fmla="*/ 54601 w 67464"/>
                <a:gd name="connsiteY5" fmla="*/ 26014 h 84045"/>
                <a:gd name="connsiteX6" fmla="*/ 38592 w 67464"/>
                <a:gd name="connsiteY6" fmla="*/ 17152 h 84045"/>
                <a:gd name="connsiteX7" fmla="*/ 18867 w 67464"/>
                <a:gd name="connsiteY7" fmla="*/ 42023 h 84045"/>
                <a:gd name="connsiteX8" fmla="*/ 38592 w 67464"/>
                <a:gd name="connsiteY8" fmla="*/ 66893 h 84045"/>
                <a:gd name="connsiteX9" fmla="*/ 55172 w 67464"/>
                <a:gd name="connsiteY9" fmla="*/ 58031 h 84045"/>
                <a:gd name="connsiteX10" fmla="*/ 66893 w 67464"/>
                <a:gd name="connsiteY10" fmla="*/ 71181 h 84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7464" h="84045">
                  <a:moveTo>
                    <a:pt x="66893" y="71181"/>
                  </a:moveTo>
                  <a:cubicBezTo>
                    <a:pt x="58889" y="80043"/>
                    <a:pt x="49741" y="84045"/>
                    <a:pt x="38306" y="84045"/>
                  </a:cubicBezTo>
                  <a:cubicBezTo>
                    <a:pt x="15437" y="84045"/>
                    <a:pt x="0" y="67465"/>
                    <a:pt x="0" y="42309"/>
                  </a:cubicBezTo>
                  <a:cubicBezTo>
                    <a:pt x="0" y="17152"/>
                    <a:pt x="15437" y="0"/>
                    <a:pt x="38592" y="0"/>
                  </a:cubicBezTo>
                  <a:cubicBezTo>
                    <a:pt x="50599" y="0"/>
                    <a:pt x="60318" y="4574"/>
                    <a:pt x="67465" y="13722"/>
                  </a:cubicBezTo>
                  <a:lnTo>
                    <a:pt x="54601" y="26014"/>
                  </a:lnTo>
                  <a:cubicBezTo>
                    <a:pt x="50027" y="20011"/>
                    <a:pt x="44881" y="17152"/>
                    <a:pt x="38592" y="17152"/>
                  </a:cubicBezTo>
                  <a:cubicBezTo>
                    <a:pt x="26872" y="17152"/>
                    <a:pt x="18867" y="26872"/>
                    <a:pt x="18867" y="42023"/>
                  </a:cubicBezTo>
                  <a:cubicBezTo>
                    <a:pt x="18867" y="56888"/>
                    <a:pt x="26872" y="66893"/>
                    <a:pt x="38592" y="66893"/>
                  </a:cubicBezTo>
                  <a:cubicBezTo>
                    <a:pt x="44881" y="66893"/>
                    <a:pt x="50027" y="64035"/>
                    <a:pt x="55172" y="58031"/>
                  </a:cubicBezTo>
                  <a:lnTo>
                    <a:pt x="66893" y="7118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8" name="Freihandform: Form 207">
              <a:extLst>
                <a:ext uri="{FF2B5EF4-FFF2-40B4-BE49-F238E27FC236}">
                  <a16:creationId xmlns:a16="http://schemas.microsoft.com/office/drawing/2014/main" id="{E8596695-8763-49CD-ACA8-8C239ACC8015}"/>
                </a:ext>
              </a:extLst>
            </p:cNvPr>
            <p:cNvSpPr/>
            <p:nvPr/>
          </p:nvSpPr>
          <p:spPr>
            <a:xfrm>
              <a:off x="2444769" y="202762"/>
              <a:ext cx="68608" cy="116920"/>
            </a:xfrm>
            <a:custGeom>
              <a:avLst/>
              <a:gdLst>
                <a:gd name="connsiteX0" fmla="*/ 68608 w 68608"/>
                <a:gd name="connsiteY0" fmla="*/ 116634 h 116920"/>
                <a:gd name="connsiteX1" fmla="*/ 50027 w 68608"/>
                <a:gd name="connsiteY1" fmla="*/ 116634 h 116920"/>
                <a:gd name="connsiteX2" fmla="*/ 50027 w 68608"/>
                <a:gd name="connsiteY2" fmla="*/ 70895 h 116920"/>
                <a:gd name="connsiteX3" fmla="*/ 35162 w 68608"/>
                <a:gd name="connsiteY3" fmla="*/ 51456 h 116920"/>
                <a:gd name="connsiteX4" fmla="*/ 18581 w 68608"/>
                <a:gd name="connsiteY4" fmla="*/ 70895 h 116920"/>
                <a:gd name="connsiteX5" fmla="*/ 18581 w 68608"/>
                <a:gd name="connsiteY5" fmla="*/ 116920 h 116920"/>
                <a:gd name="connsiteX6" fmla="*/ 0 w 68608"/>
                <a:gd name="connsiteY6" fmla="*/ 116920 h 116920"/>
                <a:gd name="connsiteX7" fmla="*/ 0 w 68608"/>
                <a:gd name="connsiteY7" fmla="*/ 4574 h 116920"/>
                <a:gd name="connsiteX8" fmla="*/ 18581 w 68608"/>
                <a:gd name="connsiteY8" fmla="*/ 0 h 116920"/>
                <a:gd name="connsiteX9" fmla="*/ 18581 w 68608"/>
                <a:gd name="connsiteY9" fmla="*/ 46596 h 116920"/>
                <a:gd name="connsiteX10" fmla="*/ 18867 w 68608"/>
                <a:gd name="connsiteY10" fmla="*/ 46596 h 116920"/>
                <a:gd name="connsiteX11" fmla="*/ 42308 w 68608"/>
                <a:gd name="connsiteY11" fmla="*/ 34876 h 116920"/>
                <a:gd name="connsiteX12" fmla="*/ 68608 w 68608"/>
                <a:gd name="connsiteY12" fmla="*/ 67179 h 116920"/>
                <a:gd name="connsiteX13" fmla="*/ 68608 w 68608"/>
                <a:gd name="connsiteY13" fmla="*/ 116634 h 116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8608" h="116920">
                  <a:moveTo>
                    <a:pt x="68608" y="116634"/>
                  </a:moveTo>
                  <a:lnTo>
                    <a:pt x="50027" y="116634"/>
                  </a:lnTo>
                  <a:lnTo>
                    <a:pt x="50027" y="70895"/>
                  </a:lnTo>
                  <a:cubicBezTo>
                    <a:pt x="50027" y="59175"/>
                    <a:pt x="46311" y="51456"/>
                    <a:pt x="35162" y="51456"/>
                  </a:cubicBezTo>
                  <a:cubicBezTo>
                    <a:pt x="22298" y="51456"/>
                    <a:pt x="18581" y="61748"/>
                    <a:pt x="18581" y="70895"/>
                  </a:cubicBezTo>
                  <a:lnTo>
                    <a:pt x="18581" y="116920"/>
                  </a:lnTo>
                  <a:lnTo>
                    <a:pt x="0" y="116920"/>
                  </a:lnTo>
                  <a:lnTo>
                    <a:pt x="0" y="4574"/>
                  </a:lnTo>
                  <a:lnTo>
                    <a:pt x="18581" y="0"/>
                  </a:lnTo>
                  <a:lnTo>
                    <a:pt x="18581" y="46596"/>
                  </a:lnTo>
                  <a:lnTo>
                    <a:pt x="18867" y="46596"/>
                  </a:lnTo>
                  <a:cubicBezTo>
                    <a:pt x="23441" y="39450"/>
                    <a:pt x="31731" y="34876"/>
                    <a:pt x="42308" y="34876"/>
                  </a:cubicBezTo>
                  <a:cubicBezTo>
                    <a:pt x="60890" y="34876"/>
                    <a:pt x="68608" y="48598"/>
                    <a:pt x="68608" y="67179"/>
                  </a:cubicBezTo>
                  <a:lnTo>
                    <a:pt x="68608" y="116634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9" name="Freihandform: Form 208">
              <a:extLst>
                <a:ext uri="{FF2B5EF4-FFF2-40B4-BE49-F238E27FC236}">
                  <a16:creationId xmlns:a16="http://schemas.microsoft.com/office/drawing/2014/main" id="{EEAB3F08-40CD-4F6A-AB5A-A69E1BA0B0A9}"/>
                </a:ext>
              </a:extLst>
            </p:cNvPr>
            <p:cNvSpPr/>
            <p:nvPr/>
          </p:nvSpPr>
          <p:spPr>
            <a:xfrm>
              <a:off x="2576268" y="209051"/>
              <a:ext cx="82901" cy="110630"/>
            </a:xfrm>
            <a:custGeom>
              <a:avLst/>
              <a:gdLst>
                <a:gd name="connsiteX0" fmla="*/ 82902 w 82901"/>
                <a:gd name="connsiteY0" fmla="*/ 18296 h 110630"/>
                <a:gd name="connsiteX1" fmla="*/ 51456 w 82901"/>
                <a:gd name="connsiteY1" fmla="*/ 18296 h 110630"/>
                <a:gd name="connsiteX2" fmla="*/ 51456 w 82901"/>
                <a:gd name="connsiteY2" fmla="*/ 110631 h 110630"/>
                <a:gd name="connsiteX3" fmla="*/ 31731 w 82901"/>
                <a:gd name="connsiteY3" fmla="*/ 110631 h 110630"/>
                <a:gd name="connsiteX4" fmla="*/ 31731 w 82901"/>
                <a:gd name="connsiteY4" fmla="*/ 18296 h 110630"/>
                <a:gd name="connsiteX5" fmla="*/ 0 w 82901"/>
                <a:gd name="connsiteY5" fmla="*/ 18296 h 110630"/>
                <a:gd name="connsiteX6" fmla="*/ 0 w 82901"/>
                <a:gd name="connsiteY6" fmla="*/ 0 h 110630"/>
                <a:gd name="connsiteX7" fmla="*/ 82616 w 82901"/>
                <a:gd name="connsiteY7" fmla="*/ 0 h 110630"/>
                <a:gd name="connsiteX8" fmla="*/ 82616 w 82901"/>
                <a:gd name="connsiteY8" fmla="*/ 18296 h 110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901" h="110630">
                  <a:moveTo>
                    <a:pt x="82902" y="18296"/>
                  </a:moveTo>
                  <a:lnTo>
                    <a:pt x="51456" y="18296"/>
                  </a:lnTo>
                  <a:lnTo>
                    <a:pt x="51456" y="110631"/>
                  </a:lnTo>
                  <a:lnTo>
                    <a:pt x="31731" y="110631"/>
                  </a:lnTo>
                  <a:lnTo>
                    <a:pt x="31731" y="18296"/>
                  </a:lnTo>
                  <a:lnTo>
                    <a:pt x="0" y="18296"/>
                  </a:lnTo>
                  <a:lnTo>
                    <a:pt x="0" y="0"/>
                  </a:lnTo>
                  <a:lnTo>
                    <a:pt x="82616" y="0"/>
                  </a:lnTo>
                  <a:lnTo>
                    <a:pt x="82616" y="18296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0" name="Freihandform: Form 209">
              <a:extLst>
                <a:ext uri="{FF2B5EF4-FFF2-40B4-BE49-F238E27FC236}">
                  <a16:creationId xmlns:a16="http://schemas.microsoft.com/office/drawing/2014/main" id="{CCD7B734-D929-4A4D-958A-0026E92F887D}"/>
                </a:ext>
              </a:extLst>
            </p:cNvPr>
            <p:cNvSpPr/>
            <p:nvPr/>
          </p:nvSpPr>
          <p:spPr>
            <a:xfrm>
              <a:off x="2675750" y="202762"/>
              <a:ext cx="68894" cy="116920"/>
            </a:xfrm>
            <a:custGeom>
              <a:avLst/>
              <a:gdLst>
                <a:gd name="connsiteX0" fmla="*/ 68894 w 68894"/>
                <a:gd name="connsiteY0" fmla="*/ 116634 h 116920"/>
                <a:gd name="connsiteX1" fmla="*/ 50313 w 68894"/>
                <a:gd name="connsiteY1" fmla="*/ 116634 h 116920"/>
                <a:gd name="connsiteX2" fmla="*/ 50313 w 68894"/>
                <a:gd name="connsiteY2" fmla="*/ 70895 h 116920"/>
                <a:gd name="connsiteX3" fmla="*/ 35448 w 68894"/>
                <a:gd name="connsiteY3" fmla="*/ 51456 h 116920"/>
                <a:gd name="connsiteX4" fmla="*/ 18867 w 68894"/>
                <a:gd name="connsiteY4" fmla="*/ 70895 h 116920"/>
                <a:gd name="connsiteX5" fmla="*/ 18867 w 68894"/>
                <a:gd name="connsiteY5" fmla="*/ 116920 h 116920"/>
                <a:gd name="connsiteX6" fmla="*/ 0 w 68894"/>
                <a:gd name="connsiteY6" fmla="*/ 116920 h 116920"/>
                <a:gd name="connsiteX7" fmla="*/ 0 w 68894"/>
                <a:gd name="connsiteY7" fmla="*/ 4574 h 116920"/>
                <a:gd name="connsiteX8" fmla="*/ 18581 w 68894"/>
                <a:gd name="connsiteY8" fmla="*/ 0 h 116920"/>
                <a:gd name="connsiteX9" fmla="*/ 18581 w 68894"/>
                <a:gd name="connsiteY9" fmla="*/ 46596 h 116920"/>
                <a:gd name="connsiteX10" fmla="*/ 18867 w 68894"/>
                <a:gd name="connsiteY10" fmla="*/ 46596 h 116920"/>
                <a:gd name="connsiteX11" fmla="*/ 42308 w 68894"/>
                <a:gd name="connsiteY11" fmla="*/ 34876 h 116920"/>
                <a:gd name="connsiteX12" fmla="*/ 68608 w 68894"/>
                <a:gd name="connsiteY12" fmla="*/ 67179 h 116920"/>
                <a:gd name="connsiteX13" fmla="*/ 68608 w 68894"/>
                <a:gd name="connsiteY13" fmla="*/ 116634 h 116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8894" h="116920">
                  <a:moveTo>
                    <a:pt x="68894" y="116634"/>
                  </a:moveTo>
                  <a:lnTo>
                    <a:pt x="50313" y="116634"/>
                  </a:lnTo>
                  <a:lnTo>
                    <a:pt x="50313" y="70895"/>
                  </a:lnTo>
                  <a:cubicBezTo>
                    <a:pt x="50313" y="59175"/>
                    <a:pt x="46596" y="51456"/>
                    <a:pt x="35448" y="51456"/>
                  </a:cubicBezTo>
                  <a:cubicBezTo>
                    <a:pt x="22584" y="51456"/>
                    <a:pt x="18867" y="61748"/>
                    <a:pt x="18867" y="70895"/>
                  </a:cubicBezTo>
                  <a:lnTo>
                    <a:pt x="18867" y="116920"/>
                  </a:lnTo>
                  <a:lnTo>
                    <a:pt x="0" y="116920"/>
                  </a:lnTo>
                  <a:lnTo>
                    <a:pt x="0" y="4574"/>
                  </a:lnTo>
                  <a:lnTo>
                    <a:pt x="18581" y="0"/>
                  </a:lnTo>
                  <a:lnTo>
                    <a:pt x="18581" y="46596"/>
                  </a:lnTo>
                  <a:lnTo>
                    <a:pt x="18867" y="46596"/>
                  </a:lnTo>
                  <a:cubicBezTo>
                    <a:pt x="23441" y="39450"/>
                    <a:pt x="31731" y="34876"/>
                    <a:pt x="42308" y="34876"/>
                  </a:cubicBezTo>
                  <a:cubicBezTo>
                    <a:pt x="60890" y="34876"/>
                    <a:pt x="68608" y="48598"/>
                    <a:pt x="68608" y="67179"/>
                  </a:cubicBezTo>
                  <a:lnTo>
                    <a:pt x="68608" y="116634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1" name="Freihandform: Form 210">
              <a:extLst>
                <a:ext uri="{FF2B5EF4-FFF2-40B4-BE49-F238E27FC236}">
                  <a16:creationId xmlns:a16="http://schemas.microsoft.com/office/drawing/2014/main" id="{CBAA0D63-904F-4DF6-8104-68839EF442CF}"/>
                </a:ext>
              </a:extLst>
            </p:cNvPr>
            <p:cNvSpPr/>
            <p:nvPr/>
          </p:nvSpPr>
          <p:spPr>
            <a:xfrm>
              <a:off x="2764083" y="237638"/>
              <a:ext cx="72896" cy="83759"/>
            </a:xfrm>
            <a:custGeom>
              <a:avLst/>
              <a:gdLst>
                <a:gd name="connsiteX0" fmla="*/ 39736 w 72896"/>
                <a:gd name="connsiteY0" fmla="*/ 83759 h 83759"/>
                <a:gd name="connsiteX1" fmla="*/ 0 w 72896"/>
                <a:gd name="connsiteY1" fmla="*/ 41737 h 83759"/>
                <a:gd name="connsiteX2" fmla="*/ 37449 w 72896"/>
                <a:gd name="connsiteY2" fmla="*/ 0 h 83759"/>
                <a:gd name="connsiteX3" fmla="*/ 72896 w 72896"/>
                <a:gd name="connsiteY3" fmla="*/ 40593 h 83759"/>
                <a:gd name="connsiteX4" fmla="*/ 72610 w 72896"/>
                <a:gd name="connsiteY4" fmla="*/ 48312 h 83759"/>
                <a:gd name="connsiteX5" fmla="*/ 18867 w 72896"/>
                <a:gd name="connsiteY5" fmla="*/ 48312 h 83759"/>
                <a:gd name="connsiteX6" fmla="*/ 39736 w 72896"/>
                <a:gd name="connsiteY6" fmla="*/ 67751 h 83759"/>
                <a:gd name="connsiteX7" fmla="*/ 59461 w 72896"/>
                <a:gd name="connsiteY7" fmla="*/ 58317 h 83759"/>
                <a:gd name="connsiteX8" fmla="*/ 71181 w 72896"/>
                <a:gd name="connsiteY8" fmla="*/ 70609 h 83759"/>
                <a:gd name="connsiteX9" fmla="*/ 39736 w 72896"/>
                <a:gd name="connsiteY9" fmla="*/ 83759 h 83759"/>
                <a:gd name="connsiteX10" fmla="*/ 18867 w 72896"/>
                <a:gd name="connsiteY10" fmla="*/ 34590 h 83759"/>
                <a:gd name="connsiteX11" fmla="*/ 55173 w 72896"/>
                <a:gd name="connsiteY11" fmla="*/ 34590 h 83759"/>
                <a:gd name="connsiteX12" fmla="*/ 37449 w 72896"/>
                <a:gd name="connsiteY12" fmla="*/ 15151 h 83759"/>
                <a:gd name="connsiteX13" fmla="*/ 18867 w 72896"/>
                <a:gd name="connsiteY13" fmla="*/ 34590 h 8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2896" h="83759">
                  <a:moveTo>
                    <a:pt x="39736" y="83759"/>
                  </a:moveTo>
                  <a:cubicBezTo>
                    <a:pt x="16009" y="83759"/>
                    <a:pt x="0" y="66893"/>
                    <a:pt x="0" y="41737"/>
                  </a:cubicBezTo>
                  <a:cubicBezTo>
                    <a:pt x="0" y="16866"/>
                    <a:pt x="15151" y="0"/>
                    <a:pt x="37449" y="0"/>
                  </a:cubicBezTo>
                  <a:cubicBezTo>
                    <a:pt x="58889" y="0"/>
                    <a:pt x="72896" y="16009"/>
                    <a:pt x="72896" y="40593"/>
                  </a:cubicBezTo>
                  <a:cubicBezTo>
                    <a:pt x="72896" y="43166"/>
                    <a:pt x="72610" y="46025"/>
                    <a:pt x="72610" y="48312"/>
                  </a:cubicBezTo>
                  <a:lnTo>
                    <a:pt x="18867" y="48312"/>
                  </a:lnTo>
                  <a:cubicBezTo>
                    <a:pt x="20868" y="60604"/>
                    <a:pt x="28301" y="67751"/>
                    <a:pt x="39736" y="67751"/>
                  </a:cubicBezTo>
                  <a:cubicBezTo>
                    <a:pt x="47168" y="67751"/>
                    <a:pt x="53171" y="64892"/>
                    <a:pt x="59461" y="58317"/>
                  </a:cubicBezTo>
                  <a:lnTo>
                    <a:pt x="71181" y="70609"/>
                  </a:lnTo>
                  <a:cubicBezTo>
                    <a:pt x="62033" y="79471"/>
                    <a:pt x="51742" y="83759"/>
                    <a:pt x="39736" y="83759"/>
                  </a:cubicBezTo>
                  <a:close/>
                  <a:moveTo>
                    <a:pt x="18867" y="34590"/>
                  </a:moveTo>
                  <a:lnTo>
                    <a:pt x="55173" y="34590"/>
                  </a:lnTo>
                  <a:cubicBezTo>
                    <a:pt x="54315" y="22298"/>
                    <a:pt x="48026" y="15151"/>
                    <a:pt x="37449" y="15151"/>
                  </a:cubicBezTo>
                  <a:cubicBezTo>
                    <a:pt x="26872" y="15151"/>
                    <a:pt x="20297" y="22298"/>
                    <a:pt x="18867" y="34590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2" name="Freihandform: Form 211">
              <a:extLst>
                <a:ext uri="{FF2B5EF4-FFF2-40B4-BE49-F238E27FC236}">
                  <a16:creationId xmlns:a16="http://schemas.microsoft.com/office/drawing/2014/main" id="{21A2991D-4819-435B-B57E-21000520800E}"/>
                </a:ext>
              </a:extLst>
            </p:cNvPr>
            <p:cNvSpPr/>
            <p:nvPr/>
          </p:nvSpPr>
          <p:spPr>
            <a:xfrm>
              <a:off x="2853274" y="237352"/>
              <a:ext cx="77184" cy="84045"/>
            </a:xfrm>
            <a:custGeom>
              <a:avLst/>
              <a:gdLst>
                <a:gd name="connsiteX0" fmla="*/ 0 w 77184"/>
                <a:gd name="connsiteY0" fmla="*/ 42023 h 84045"/>
                <a:gd name="connsiteX1" fmla="*/ 38878 w 77184"/>
                <a:gd name="connsiteY1" fmla="*/ 0 h 84045"/>
                <a:gd name="connsiteX2" fmla="*/ 77184 w 77184"/>
                <a:gd name="connsiteY2" fmla="*/ 42023 h 84045"/>
                <a:gd name="connsiteX3" fmla="*/ 38878 w 77184"/>
                <a:gd name="connsiteY3" fmla="*/ 84045 h 84045"/>
                <a:gd name="connsiteX4" fmla="*/ 0 w 77184"/>
                <a:gd name="connsiteY4" fmla="*/ 42023 h 84045"/>
                <a:gd name="connsiteX5" fmla="*/ 58603 w 77184"/>
                <a:gd name="connsiteY5" fmla="*/ 42309 h 84045"/>
                <a:gd name="connsiteX6" fmla="*/ 38592 w 77184"/>
                <a:gd name="connsiteY6" fmla="*/ 17152 h 84045"/>
                <a:gd name="connsiteX7" fmla="*/ 18581 w 77184"/>
                <a:gd name="connsiteY7" fmla="*/ 42023 h 84045"/>
                <a:gd name="connsiteX8" fmla="*/ 38592 w 77184"/>
                <a:gd name="connsiteY8" fmla="*/ 67465 h 84045"/>
                <a:gd name="connsiteX9" fmla="*/ 58603 w 77184"/>
                <a:gd name="connsiteY9" fmla="*/ 42309 h 84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7184" h="84045">
                  <a:moveTo>
                    <a:pt x="0" y="42023"/>
                  </a:moveTo>
                  <a:cubicBezTo>
                    <a:pt x="0" y="16866"/>
                    <a:pt x="15437" y="0"/>
                    <a:pt x="38878" y="0"/>
                  </a:cubicBezTo>
                  <a:cubicBezTo>
                    <a:pt x="62033" y="0"/>
                    <a:pt x="77184" y="16580"/>
                    <a:pt x="77184" y="42023"/>
                  </a:cubicBezTo>
                  <a:cubicBezTo>
                    <a:pt x="77184" y="67179"/>
                    <a:pt x="62319" y="84045"/>
                    <a:pt x="38878" y="84045"/>
                  </a:cubicBezTo>
                  <a:cubicBezTo>
                    <a:pt x="15723" y="84045"/>
                    <a:pt x="0" y="67465"/>
                    <a:pt x="0" y="42023"/>
                  </a:cubicBezTo>
                  <a:close/>
                  <a:moveTo>
                    <a:pt x="58603" y="42309"/>
                  </a:moveTo>
                  <a:cubicBezTo>
                    <a:pt x="58603" y="26872"/>
                    <a:pt x="50884" y="17152"/>
                    <a:pt x="38592" y="17152"/>
                  </a:cubicBezTo>
                  <a:cubicBezTo>
                    <a:pt x="26300" y="17152"/>
                    <a:pt x="18581" y="26872"/>
                    <a:pt x="18581" y="42023"/>
                  </a:cubicBezTo>
                  <a:cubicBezTo>
                    <a:pt x="18581" y="57460"/>
                    <a:pt x="26300" y="67465"/>
                    <a:pt x="38592" y="67465"/>
                  </a:cubicBezTo>
                  <a:cubicBezTo>
                    <a:pt x="50884" y="67179"/>
                    <a:pt x="58603" y="57745"/>
                    <a:pt x="58603" y="42309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3" name="Freihandform: Form 212">
              <a:extLst>
                <a:ext uri="{FF2B5EF4-FFF2-40B4-BE49-F238E27FC236}">
                  <a16:creationId xmlns:a16="http://schemas.microsoft.com/office/drawing/2014/main" id="{F89EA3CC-AC26-4284-9947-7C42C56BB94F}"/>
                </a:ext>
              </a:extLst>
            </p:cNvPr>
            <p:cNvSpPr/>
            <p:nvPr/>
          </p:nvSpPr>
          <p:spPr>
            <a:xfrm>
              <a:off x="2950755" y="202476"/>
              <a:ext cx="18581" cy="116920"/>
            </a:xfrm>
            <a:custGeom>
              <a:avLst/>
              <a:gdLst>
                <a:gd name="connsiteX0" fmla="*/ 18581 w 18581"/>
                <a:gd name="connsiteY0" fmla="*/ 116920 h 116920"/>
                <a:gd name="connsiteX1" fmla="*/ 0 w 18581"/>
                <a:gd name="connsiteY1" fmla="*/ 116920 h 116920"/>
                <a:gd name="connsiteX2" fmla="*/ 0 w 18581"/>
                <a:gd name="connsiteY2" fmla="*/ 4288 h 116920"/>
                <a:gd name="connsiteX3" fmla="*/ 18581 w 18581"/>
                <a:gd name="connsiteY3" fmla="*/ 0 h 116920"/>
                <a:gd name="connsiteX4" fmla="*/ 18581 w 18581"/>
                <a:gd name="connsiteY4" fmla="*/ 116920 h 116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581" h="116920">
                  <a:moveTo>
                    <a:pt x="18581" y="116920"/>
                  </a:moveTo>
                  <a:lnTo>
                    <a:pt x="0" y="116920"/>
                  </a:lnTo>
                  <a:lnTo>
                    <a:pt x="0" y="4288"/>
                  </a:lnTo>
                  <a:lnTo>
                    <a:pt x="18581" y="0"/>
                  </a:lnTo>
                  <a:lnTo>
                    <a:pt x="18581" y="116920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4" name="Freihandform: Form 213">
              <a:extLst>
                <a:ext uri="{FF2B5EF4-FFF2-40B4-BE49-F238E27FC236}">
                  <a16:creationId xmlns:a16="http://schemas.microsoft.com/office/drawing/2014/main" id="{8504E0F2-E84A-454E-8511-A4D7D076AAEB}"/>
                </a:ext>
              </a:extLst>
            </p:cNvPr>
            <p:cNvSpPr/>
            <p:nvPr/>
          </p:nvSpPr>
          <p:spPr>
            <a:xfrm>
              <a:off x="2989633" y="237352"/>
              <a:ext cx="77184" cy="84045"/>
            </a:xfrm>
            <a:custGeom>
              <a:avLst/>
              <a:gdLst>
                <a:gd name="connsiteX0" fmla="*/ 0 w 77184"/>
                <a:gd name="connsiteY0" fmla="*/ 42023 h 84045"/>
                <a:gd name="connsiteX1" fmla="*/ 38878 w 77184"/>
                <a:gd name="connsiteY1" fmla="*/ 0 h 84045"/>
                <a:gd name="connsiteX2" fmla="*/ 77184 w 77184"/>
                <a:gd name="connsiteY2" fmla="*/ 42023 h 84045"/>
                <a:gd name="connsiteX3" fmla="*/ 38878 w 77184"/>
                <a:gd name="connsiteY3" fmla="*/ 84045 h 84045"/>
                <a:gd name="connsiteX4" fmla="*/ 0 w 77184"/>
                <a:gd name="connsiteY4" fmla="*/ 42023 h 84045"/>
                <a:gd name="connsiteX5" fmla="*/ 58603 w 77184"/>
                <a:gd name="connsiteY5" fmla="*/ 42309 h 84045"/>
                <a:gd name="connsiteX6" fmla="*/ 38592 w 77184"/>
                <a:gd name="connsiteY6" fmla="*/ 17152 h 84045"/>
                <a:gd name="connsiteX7" fmla="*/ 18581 w 77184"/>
                <a:gd name="connsiteY7" fmla="*/ 42023 h 84045"/>
                <a:gd name="connsiteX8" fmla="*/ 38592 w 77184"/>
                <a:gd name="connsiteY8" fmla="*/ 67465 h 84045"/>
                <a:gd name="connsiteX9" fmla="*/ 58603 w 77184"/>
                <a:gd name="connsiteY9" fmla="*/ 42309 h 84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7184" h="84045">
                  <a:moveTo>
                    <a:pt x="0" y="42023"/>
                  </a:moveTo>
                  <a:cubicBezTo>
                    <a:pt x="0" y="16866"/>
                    <a:pt x="15437" y="0"/>
                    <a:pt x="38878" y="0"/>
                  </a:cubicBezTo>
                  <a:cubicBezTo>
                    <a:pt x="62033" y="0"/>
                    <a:pt x="77184" y="16580"/>
                    <a:pt x="77184" y="42023"/>
                  </a:cubicBezTo>
                  <a:cubicBezTo>
                    <a:pt x="77184" y="67179"/>
                    <a:pt x="62319" y="84045"/>
                    <a:pt x="38878" y="84045"/>
                  </a:cubicBezTo>
                  <a:cubicBezTo>
                    <a:pt x="15723" y="84045"/>
                    <a:pt x="0" y="67465"/>
                    <a:pt x="0" y="42023"/>
                  </a:cubicBezTo>
                  <a:close/>
                  <a:moveTo>
                    <a:pt x="58603" y="42309"/>
                  </a:moveTo>
                  <a:cubicBezTo>
                    <a:pt x="58603" y="26872"/>
                    <a:pt x="50884" y="17152"/>
                    <a:pt x="38592" y="17152"/>
                  </a:cubicBezTo>
                  <a:cubicBezTo>
                    <a:pt x="26300" y="17152"/>
                    <a:pt x="18581" y="26872"/>
                    <a:pt x="18581" y="42023"/>
                  </a:cubicBezTo>
                  <a:cubicBezTo>
                    <a:pt x="18581" y="57460"/>
                    <a:pt x="26300" y="67465"/>
                    <a:pt x="38592" y="67465"/>
                  </a:cubicBezTo>
                  <a:cubicBezTo>
                    <a:pt x="51170" y="67179"/>
                    <a:pt x="58603" y="57745"/>
                    <a:pt x="58603" y="42309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5" name="Freihandform: Form 214">
              <a:extLst>
                <a:ext uri="{FF2B5EF4-FFF2-40B4-BE49-F238E27FC236}">
                  <a16:creationId xmlns:a16="http://schemas.microsoft.com/office/drawing/2014/main" id="{629B3326-D8C1-4221-9C9C-D9609C794873}"/>
                </a:ext>
              </a:extLst>
            </p:cNvPr>
            <p:cNvSpPr/>
            <p:nvPr/>
          </p:nvSpPr>
          <p:spPr>
            <a:xfrm>
              <a:off x="3082826" y="237352"/>
              <a:ext cx="74611" cy="114347"/>
            </a:xfrm>
            <a:custGeom>
              <a:avLst/>
              <a:gdLst>
                <a:gd name="connsiteX0" fmla="*/ 21440 w 74611"/>
                <a:gd name="connsiteY0" fmla="*/ 99768 h 114347"/>
                <a:gd name="connsiteX1" fmla="*/ 25442 w 74611"/>
                <a:gd name="connsiteY1" fmla="*/ 99482 h 114347"/>
                <a:gd name="connsiteX2" fmla="*/ 56316 w 74611"/>
                <a:gd name="connsiteY2" fmla="*/ 76613 h 114347"/>
                <a:gd name="connsiteX3" fmla="*/ 56316 w 74611"/>
                <a:gd name="connsiteY3" fmla="*/ 71467 h 114347"/>
                <a:gd name="connsiteX4" fmla="*/ 56030 w 74611"/>
                <a:gd name="connsiteY4" fmla="*/ 71467 h 114347"/>
                <a:gd name="connsiteX5" fmla="*/ 31731 w 74611"/>
                <a:gd name="connsiteY5" fmla="*/ 82616 h 114347"/>
                <a:gd name="connsiteX6" fmla="*/ 0 w 74611"/>
                <a:gd name="connsiteY6" fmla="*/ 42023 h 114347"/>
                <a:gd name="connsiteX7" fmla="*/ 32589 w 74611"/>
                <a:gd name="connsiteY7" fmla="*/ 0 h 114347"/>
                <a:gd name="connsiteX8" fmla="*/ 56030 w 74611"/>
                <a:gd name="connsiteY8" fmla="*/ 11149 h 114347"/>
                <a:gd name="connsiteX9" fmla="*/ 56316 w 74611"/>
                <a:gd name="connsiteY9" fmla="*/ 11149 h 114347"/>
                <a:gd name="connsiteX10" fmla="*/ 56316 w 74611"/>
                <a:gd name="connsiteY10" fmla="*/ 2001 h 114347"/>
                <a:gd name="connsiteX11" fmla="*/ 74611 w 74611"/>
                <a:gd name="connsiteY11" fmla="*/ 2001 h 114347"/>
                <a:gd name="connsiteX12" fmla="*/ 74611 w 74611"/>
                <a:gd name="connsiteY12" fmla="*/ 73754 h 114347"/>
                <a:gd name="connsiteX13" fmla="*/ 26586 w 74611"/>
                <a:gd name="connsiteY13" fmla="*/ 114061 h 114347"/>
                <a:gd name="connsiteX14" fmla="*/ 22583 w 74611"/>
                <a:gd name="connsiteY14" fmla="*/ 114347 h 114347"/>
                <a:gd name="connsiteX15" fmla="*/ 21440 w 74611"/>
                <a:gd name="connsiteY15" fmla="*/ 99768 h 114347"/>
                <a:gd name="connsiteX16" fmla="*/ 18867 w 74611"/>
                <a:gd name="connsiteY16" fmla="*/ 41737 h 114347"/>
                <a:gd name="connsiteX17" fmla="*/ 37449 w 74611"/>
                <a:gd name="connsiteY17" fmla="*/ 66607 h 114347"/>
                <a:gd name="connsiteX18" fmla="*/ 56316 w 74611"/>
                <a:gd name="connsiteY18" fmla="*/ 56030 h 114347"/>
                <a:gd name="connsiteX19" fmla="*/ 56316 w 74611"/>
                <a:gd name="connsiteY19" fmla="*/ 27443 h 114347"/>
                <a:gd name="connsiteX20" fmla="*/ 37163 w 74611"/>
                <a:gd name="connsiteY20" fmla="*/ 16866 h 114347"/>
                <a:gd name="connsiteX21" fmla="*/ 18867 w 74611"/>
                <a:gd name="connsiteY21" fmla="*/ 41737 h 114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74611" h="114347">
                  <a:moveTo>
                    <a:pt x="21440" y="99768"/>
                  </a:moveTo>
                  <a:lnTo>
                    <a:pt x="25442" y="99482"/>
                  </a:lnTo>
                  <a:cubicBezTo>
                    <a:pt x="49455" y="98625"/>
                    <a:pt x="56316" y="91764"/>
                    <a:pt x="56316" y="76613"/>
                  </a:cubicBezTo>
                  <a:lnTo>
                    <a:pt x="56316" y="71467"/>
                  </a:lnTo>
                  <a:lnTo>
                    <a:pt x="56030" y="71467"/>
                  </a:lnTo>
                  <a:cubicBezTo>
                    <a:pt x="50313" y="78614"/>
                    <a:pt x="41451" y="82616"/>
                    <a:pt x="31731" y="82616"/>
                  </a:cubicBezTo>
                  <a:cubicBezTo>
                    <a:pt x="12292" y="82616"/>
                    <a:pt x="0" y="66607"/>
                    <a:pt x="0" y="42023"/>
                  </a:cubicBezTo>
                  <a:cubicBezTo>
                    <a:pt x="0" y="16580"/>
                    <a:pt x="13150" y="0"/>
                    <a:pt x="32589" y="0"/>
                  </a:cubicBezTo>
                  <a:cubicBezTo>
                    <a:pt x="42308" y="0"/>
                    <a:pt x="50884" y="4002"/>
                    <a:pt x="56030" y="11149"/>
                  </a:cubicBezTo>
                  <a:lnTo>
                    <a:pt x="56316" y="11149"/>
                  </a:lnTo>
                  <a:lnTo>
                    <a:pt x="56316" y="2001"/>
                  </a:lnTo>
                  <a:lnTo>
                    <a:pt x="74611" y="2001"/>
                  </a:lnTo>
                  <a:lnTo>
                    <a:pt x="74611" y="73754"/>
                  </a:lnTo>
                  <a:cubicBezTo>
                    <a:pt x="74611" y="99768"/>
                    <a:pt x="61462" y="112632"/>
                    <a:pt x="26586" y="114061"/>
                  </a:cubicBezTo>
                  <a:lnTo>
                    <a:pt x="22583" y="114347"/>
                  </a:lnTo>
                  <a:lnTo>
                    <a:pt x="21440" y="99768"/>
                  </a:lnTo>
                  <a:close/>
                  <a:moveTo>
                    <a:pt x="18867" y="41737"/>
                  </a:moveTo>
                  <a:cubicBezTo>
                    <a:pt x="18867" y="57460"/>
                    <a:pt x="25728" y="66607"/>
                    <a:pt x="37449" y="66607"/>
                  </a:cubicBezTo>
                  <a:cubicBezTo>
                    <a:pt x="44595" y="66607"/>
                    <a:pt x="50599" y="63177"/>
                    <a:pt x="56316" y="56030"/>
                  </a:cubicBezTo>
                  <a:lnTo>
                    <a:pt x="56316" y="27443"/>
                  </a:lnTo>
                  <a:cubicBezTo>
                    <a:pt x="50884" y="20583"/>
                    <a:pt x="44595" y="16866"/>
                    <a:pt x="37163" y="16866"/>
                  </a:cubicBezTo>
                  <a:cubicBezTo>
                    <a:pt x="25728" y="16866"/>
                    <a:pt x="18867" y="26014"/>
                    <a:pt x="18867" y="41737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6" name="Freihandform: Form 215">
              <a:extLst>
                <a:ext uri="{FF2B5EF4-FFF2-40B4-BE49-F238E27FC236}">
                  <a16:creationId xmlns:a16="http://schemas.microsoft.com/office/drawing/2014/main" id="{E932421B-13ED-4207-B02A-36CAF0AAF962}"/>
                </a:ext>
              </a:extLst>
            </p:cNvPr>
            <p:cNvSpPr/>
            <p:nvPr/>
          </p:nvSpPr>
          <p:spPr>
            <a:xfrm>
              <a:off x="3180021" y="203905"/>
              <a:ext cx="23727" cy="115490"/>
            </a:xfrm>
            <a:custGeom>
              <a:avLst/>
              <a:gdLst>
                <a:gd name="connsiteX0" fmla="*/ 23727 w 23727"/>
                <a:gd name="connsiteY0" fmla="*/ 11435 h 115490"/>
                <a:gd name="connsiteX1" fmla="*/ 11721 w 23727"/>
                <a:gd name="connsiteY1" fmla="*/ 22869 h 115490"/>
                <a:gd name="connsiteX2" fmla="*/ 0 w 23727"/>
                <a:gd name="connsiteY2" fmla="*/ 11435 h 115490"/>
                <a:gd name="connsiteX3" fmla="*/ 11721 w 23727"/>
                <a:gd name="connsiteY3" fmla="*/ 0 h 115490"/>
                <a:gd name="connsiteX4" fmla="*/ 23727 w 23727"/>
                <a:gd name="connsiteY4" fmla="*/ 11435 h 115490"/>
                <a:gd name="connsiteX5" fmla="*/ 21154 w 23727"/>
                <a:gd name="connsiteY5" fmla="*/ 115491 h 115490"/>
                <a:gd name="connsiteX6" fmla="*/ 2573 w 23727"/>
                <a:gd name="connsiteY6" fmla="*/ 115491 h 115490"/>
                <a:gd name="connsiteX7" fmla="*/ 2573 w 23727"/>
                <a:gd name="connsiteY7" fmla="*/ 35448 h 115490"/>
                <a:gd name="connsiteX8" fmla="*/ 21154 w 23727"/>
                <a:gd name="connsiteY8" fmla="*/ 35448 h 115490"/>
                <a:gd name="connsiteX9" fmla="*/ 21154 w 23727"/>
                <a:gd name="connsiteY9" fmla="*/ 115491 h 115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727" h="115490">
                  <a:moveTo>
                    <a:pt x="23727" y="11435"/>
                  </a:moveTo>
                  <a:cubicBezTo>
                    <a:pt x="23727" y="18010"/>
                    <a:pt x="18295" y="22869"/>
                    <a:pt x="11721" y="22869"/>
                  </a:cubicBezTo>
                  <a:cubicBezTo>
                    <a:pt x="5146" y="22869"/>
                    <a:pt x="0" y="18010"/>
                    <a:pt x="0" y="11435"/>
                  </a:cubicBezTo>
                  <a:cubicBezTo>
                    <a:pt x="0" y="4860"/>
                    <a:pt x="5431" y="0"/>
                    <a:pt x="11721" y="0"/>
                  </a:cubicBezTo>
                  <a:cubicBezTo>
                    <a:pt x="18295" y="0"/>
                    <a:pt x="23727" y="4860"/>
                    <a:pt x="23727" y="11435"/>
                  </a:cubicBezTo>
                  <a:close/>
                  <a:moveTo>
                    <a:pt x="21154" y="115491"/>
                  </a:moveTo>
                  <a:lnTo>
                    <a:pt x="2573" y="115491"/>
                  </a:lnTo>
                  <a:lnTo>
                    <a:pt x="2573" y="35448"/>
                  </a:lnTo>
                  <a:lnTo>
                    <a:pt x="21154" y="35448"/>
                  </a:lnTo>
                  <a:lnTo>
                    <a:pt x="21154" y="11549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7" name="Freihandform: Form 216">
              <a:extLst>
                <a:ext uri="{FF2B5EF4-FFF2-40B4-BE49-F238E27FC236}">
                  <a16:creationId xmlns:a16="http://schemas.microsoft.com/office/drawing/2014/main" id="{318BCC35-943C-4820-A85C-5342A12FEE1B}"/>
                </a:ext>
              </a:extLst>
            </p:cNvPr>
            <p:cNvSpPr/>
            <p:nvPr/>
          </p:nvSpPr>
          <p:spPr>
            <a:xfrm>
              <a:off x="3220900" y="237638"/>
              <a:ext cx="72896" cy="83759"/>
            </a:xfrm>
            <a:custGeom>
              <a:avLst/>
              <a:gdLst>
                <a:gd name="connsiteX0" fmla="*/ 39736 w 72896"/>
                <a:gd name="connsiteY0" fmla="*/ 83759 h 83759"/>
                <a:gd name="connsiteX1" fmla="*/ 0 w 72896"/>
                <a:gd name="connsiteY1" fmla="*/ 41737 h 83759"/>
                <a:gd name="connsiteX2" fmla="*/ 37449 w 72896"/>
                <a:gd name="connsiteY2" fmla="*/ 0 h 83759"/>
                <a:gd name="connsiteX3" fmla="*/ 72896 w 72896"/>
                <a:gd name="connsiteY3" fmla="*/ 40593 h 83759"/>
                <a:gd name="connsiteX4" fmla="*/ 72610 w 72896"/>
                <a:gd name="connsiteY4" fmla="*/ 48312 h 83759"/>
                <a:gd name="connsiteX5" fmla="*/ 18867 w 72896"/>
                <a:gd name="connsiteY5" fmla="*/ 48312 h 83759"/>
                <a:gd name="connsiteX6" fmla="*/ 39736 w 72896"/>
                <a:gd name="connsiteY6" fmla="*/ 67751 h 83759"/>
                <a:gd name="connsiteX7" fmla="*/ 59461 w 72896"/>
                <a:gd name="connsiteY7" fmla="*/ 58317 h 83759"/>
                <a:gd name="connsiteX8" fmla="*/ 71181 w 72896"/>
                <a:gd name="connsiteY8" fmla="*/ 70609 h 83759"/>
                <a:gd name="connsiteX9" fmla="*/ 39736 w 72896"/>
                <a:gd name="connsiteY9" fmla="*/ 83759 h 83759"/>
                <a:gd name="connsiteX10" fmla="*/ 18867 w 72896"/>
                <a:gd name="connsiteY10" fmla="*/ 34590 h 83759"/>
                <a:gd name="connsiteX11" fmla="*/ 55172 w 72896"/>
                <a:gd name="connsiteY11" fmla="*/ 34590 h 83759"/>
                <a:gd name="connsiteX12" fmla="*/ 37449 w 72896"/>
                <a:gd name="connsiteY12" fmla="*/ 15151 h 83759"/>
                <a:gd name="connsiteX13" fmla="*/ 18867 w 72896"/>
                <a:gd name="connsiteY13" fmla="*/ 34590 h 8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2896" h="83759">
                  <a:moveTo>
                    <a:pt x="39736" y="83759"/>
                  </a:moveTo>
                  <a:cubicBezTo>
                    <a:pt x="16009" y="83759"/>
                    <a:pt x="0" y="66893"/>
                    <a:pt x="0" y="41737"/>
                  </a:cubicBezTo>
                  <a:cubicBezTo>
                    <a:pt x="0" y="16866"/>
                    <a:pt x="15151" y="0"/>
                    <a:pt x="37449" y="0"/>
                  </a:cubicBezTo>
                  <a:cubicBezTo>
                    <a:pt x="58889" y="0"/>
                    <a:pt x="72896" y="16009"/>
                    <a:pt x="72896" y="40593"/>
                  </a:cubicBezTo>
                  <a:cubicBezTo>
                    <a:pt x="72896" y="43166"/>
                    <a:pt x="72610" y="46025"/>
                    <a:pt x="72610" y="48312"/>
                  </a:cubicBezTo>
                  <a:lnTo>
                    <a:pt x="18867" y="48312"/>
                  </a:lnTo>
                  <a:cubicBezTo>
                    <a:pt x="20868" y="60604"/>
                    <a:pt x="28301" y="67751"/>
                    <a:pt x="39736" y="67751"/>
                  </a:cubicBezTo>
                  <a:cubicBezTo>
                    <a:pt x="47168" y="67751"/>
                    <a:pt x="53171" y="64892"/>
                    <a:pt x="59461" y="58317"/>
                  </a:cubicBezTo>
                  <a:lnTo>
                    <a:pt x="71181" y="70609"/>
                  </a:lnTo>
                  <a:cubicBezTo>
                    <a:pt x="62033" y="79471"/>
                    <a:pt x="51742" y="83759"/>
                    <a:pt x="39736" y="83759"/>
                  </a:cubicBezTo>
                  <a:close/>
                  <a:moveTo>
                    <a:pt x="18867" y="34590"/>
                  </a:moveTo>
                  <a:lnTo>
                    <a:pt x="55172" y="34590"/>
                  </a:lnTo>
                  <a:cubicBezTo>
                    <a:pt x="54315" y="22298"/>
                    <a:pt x="48026" y="15151"/>
                    <a:pt x="37449" y="15151"/>
                  </a:cubicBezTo>
                  <a:cubicBezTo>
                    <a:pt x="26871" y="15151"/>
                    <a:pt x="20297" y="22298"/>
                    <a:pt x="18867" y="34590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22939165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bil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Textplatzhalter 167">
            <a:extLst>
              <a:ext uri="{FF2B5EF4-FFF2-40B4-BE49-F238E27FC236}">
                <a16:creationId xmlns:a16="http://schemas.microsoft.com/office/drawing/2014/main" id="{91CA67B1-C872-42F5-99A5-C31B319F69A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628775"/>
            <a:ext cx="12192000" cy="5229225"/>
          </a:xfrm>
          <a:gradFill>
            <a:gsLst>
              <a:gs pos="50000">
                <a:schemeClr val="accent4">
                  <a:alpha val="50000"/>
                </a:schemeClr>
              </a:gs>
              <a:gs pos="5000">
                <a:schemeClr val="accent4"/>
              </a:gs>
              <a:gs pos="100000">
                <a:schemeClr val="accent4">
                  <a:alpha val="20000"/>
                </a:schemeClr>
              </a:gs>
            </a:gsLst>
            <a:lin ang="5400000" scaled="1"/>
          </a:gradFill>
        </p:spPr>
        <p:txBody>
          <a:bodyPr vert="horz" wrap="square" lIns="540000" tIns="1188000" rIns="0" bIns="0" rtlCol="0" anchor="t" anchorCtr="0">
            <a:noAutofit/>
          </a:bodyPr>
          <a:lstStyle>
            <a:lvl1pPr>
              <a:defRPr lang="de-DE" sz="4000" b="1" dirty="0"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de-DE" dirty="0"/>
              <a:t> </a:t>
            </a:r>
          </a:p>
        </p:txBody>
      </p:sp>
      <p:sp>
        <p:nvSpPr>
          <p:cNvPr id="165" name="Bildplatzhalter 60">
            <a:extLst>
              <a:ext uri="{FF2B5EF4-FFF2-40B4-BE49-F238E27FC236}">
                <a16:creationId xmlns:a16="http://schemas.microsoft.com/office/drawing/2014/main" id="{F018B551-27B5-4B00-BF39-7527999917A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628775"/>
            <a:ext cx="12192000" cy="5229226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C1DC1BF-B7B9-4143-AFEB-7D1D6C73E8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0163" y="2913731"/>
            <a:ext cx="4979505" cy="1030539"/>
          </a:xfrm>
        </p:spPr>
        <p:txBody>
          <a:bodyPr wrap="none" tIns="0" rIns="0"/>
          <a:lstStyle>
            <a:lvl1pPr algn="l">
              <a:lnSpc>
                <a:spcPct val="110000"/>
              </a:lnSpc>
              <a:defRPr sz="660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Willkommen</a:t>
            </a:r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929994FB-5DBF-40C3-99B7-BCB45F80FCBA}"/>
              </a:ext>
            </a:extLst>
          </p:cNvPr>
          <p:cNvSpPr/>
          <p:nvPr userDrawn="1"/>
        </p:nvSpPr>
        <p:spPr>
          <a:xfrm>
            <a:off x="518400" y="1196733"/>
            <a:ext cx="11676062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Freihandform: Form 5">
            <a:extLst>
              <a:ext uri="{FF2B5EF4-FFF2-40B4-BE49-F238E27FC236}">
                <a16:creationId xmlns:a16="http://schemas.microsoft.com/office/drawing/2014/main" id="{DB0B422D-422E-4796-8EA3-E0C93BC35646}"/>
              </a:ext>
            </a:extLst>
          </p:cNvPr>
          <p:cNvSpPr/>
          <p:nvPr/>
        </p:nvSpPr>
        <p:spPr>
          <a:xfrm>
            <a:off x="10056938" y="300703"/>
            <a:ext cx="1619125" cy="618155"/>
          </a:xfrm>
          <a:custGeom>
            <a:avLst/>
            <a:gdLst>
              <a:gd name="connsiteX0" fmla="*/ 0 w 1456912"/>
              <a:gd name="connsiteY0" fmla="*/ 51854 h 556225"/>
              <a:gd name="connsiteX1" fmla="*/ 28188 w 1456912"/>
              <a:gd name="connsiteY1" fmla="*/ 23666 h 556225"/>
              <a:gd name="connsiteX2" fmla="*/ 28188 w 1456912"/>
              <a:gd name="connsiteY2" fmla="*/ 535557 h 556225"/>
              <a:gd name="connsiteX3" fmla="*/ 0 w 1456912"/>
              <a:gd name="connsiteY3" fmla="*/ 535557 h 556225"/>
              <a:gd name="connsiteX4" fmla="*/ 0 w 1456912"/>
              <a:gd name="connsiteY4" fmla="*/ 51854 h 556225"/>
              <a:gd name="connsiteX5" fmla="*/ 84564 w 1456912"/>
              <a:gd name="connsiteY5" fmla="*/ 28188 h 556225"/>
              <a:gd name="connsiteX6" fmla="*/ 422811 w 1456912"/>
              <a:gd name="connsiteY6" fmla="*/ 28188 h 556225"/>
              <a:gd name="connsiteX7" fmla="*/ 422811 w 1456912"/>
              <a:gd name="connsiteY7" fmla="*/ 0 h 556225"/>
              <a:gd name="connsiteX8" fmla="*/ 56376 w 1456912"/>
              <a:gd name="connsiteY8" fmla="*/ 0 h 556225"/>
              <a:gd name="connsiteX9" fmla="*/ 56376 w 1456912"/>
              <a:gd name="connsiteY9" fmla="*/ 338244 h 556225"/>
              <a:gd name="connsiteX10" fmla="*/ 367711 w 1456912"/>
              <a:gd name="connsiteY10" fmla="*/ 338244 h 556225"/>
              <a:gd name="connsiteX11" fmla="*/ 367711 w 1456912"/>
              <a:gd name="connsiteY11" fmla="*/ 310062 h 556225"/>
              <a:gd name="connsiteX12" fmla="*/ 84564 w 1456912"/>
              <a:gd name="connsiteY12" fmla="*/ 310062 h 556225"/>
              <a:gd name="connsiteX13" fmla="*/ 84564 w 1456912"/>
              <a:gd name="connsiteY13" fmla="*/ 28188 h 556225"/>
              <a:gd name="connsiteX14" fmla="*/ 410152 w 1456912"/>
              <a:gd name="connsiteY14" fmla="*/ 253686 h 556225"/>
              <a:gd name="connsiteX15" fmla="*/ 140937 w 1456912"/>
              <a:gd name="connsiteY15" fmla="*/ 253686 h 556225"/>
              <a:gd name="connsiteX16" fmla="*/ 140937 w 1456912"/>
              <a:gd name="connsiteY16" fmla="*/ 140940 h 556225"/>
              <a:gd name="connsiteX17" fmla="*/ 371171 w 1456912"/>
              <a:gd name="connsiteY17" fmla="*/ 140940 h 556225"/>
              <a:gd name="connsiteX18" fmla="*/ 399359 w 1456912"/>
              <a:gd name="connsiteY18" fmla="*/ 112752 h 556225"/>
              <a:gd name="connsiteX19" fmla="*/ 140937 w 1456912"/>
              <a:gd name="connsiteY19" fmla="*/ 112752 h 556225"/>
              <a:gd name="connsiteX20" fmla="*/ 140937 w 1456912"/>
              <a:gd name="connsiteY20" fmla="*/ 84564 h 556225"/>
              <a:gd name="connsiteX21" fmla="*/ 422811 w 1456912"/>
              <a:gd name="connsiteY21" fmla="*/ 84564 h 556225"/>
              <a:gd name="connsiteX22" fmla="*/ 422811 w 1456912"/>
              <a:gd name="connsiteY22" fmla="*/ 56376 h 556225"/>
              <a:gd name="connsiteX23" fmla="*/ 112749 w 1456912"/>
              <a:gd name="connsiteY23" fmla="*/ 56376 h 556225"/>
              <a:gd name="connsiteX24" fmla="*/ 112749 w 1456912"/>
              <a:gd name="connsiteY24" fmla="*/ 281874 h 556225"/>
              <a:gd name="connsiteX25" fmla="*/ 382334 w 1456912"/>
              <a:gd name="connsiteY25" fmla="*/ 281874 h 556225"/>
              <a:gd name="connsiteX26" fmla="*/ 410152 w 1456912"/>
              <a:gd name="connsiteY26" fmla="*/ 253686 h 556225"/>
              <a:gd name="connsiteX27" fmla="*/ 56376 w 1456912"/>
              <a:gd name="connsiteY27" fmla="*/ 535557 h 556225"/>
              <a:gd name="connsiteX28" fmla="*/ 84564 w 1456912"/>
              <a:gd name="connsiteY28" fmla="*/ 535557 h 556225"/>
              <a:gd name="connsiteX29" fmla="*/ 84564 w 1456912"/>
              <a:gd name="connsiteY29" fmla="*/ 394620 h 556225"/>
              <a:gd name="connsiteX30" fmla="*/ 112752 w 1456912"/>
              <a:gd name="connsiteY30" fmla="*/ 394620 h 556225"/>
              <a:gd name="connsiteX31" fmla="*/ 112752 w 1456912"/>
              <a:gd name="connsiteY31" fmla="*/ 511890 h 556225"/>
              <a:gd name="connsiteX32" fmla="*/ 140940 w 1456912"/>
              <a:gd name="connsiteY32" fmla="*/ 483705 h 556225"/>
              <a:gd name="connsiteX33" fmla="*/ 140940 w 1456912"/>
              <a:gd name="connsiteY33" fmla="*/ 394620 h 556225"/>
              <a:gd name="connsiteX34" fmla="*/ 367714 w 1456912"/>
              <a:gd name="connsiteY34" fmla="*/ 394620 h 556225"/>
              <a:gd name="connsiteX35" fmla="*/ 367714 w 1456912"/>
              <a:gd name="connsiteY35" fmla="*/ 366435 h 556225"/>
              <a:gd name="connsiteX36" fmla="*/ 56376 w 1456912"/>
              <a:gd name="connsiteY36" fmla="*/ 366435 h 556225"/>
              <a:gd name="connsiteX37" fmla="*/ 56376 w 1456912"/>
              <a:gd name="connsiteY37" fmla="*/ 535557 h 556225"/>
              <a:gd name="connsiteX38" fmla="*/ 1428724 w 1456912"/>
              <a:gd name="connsiteY38" fmla="*/ 0 h 556225"/>
              <a:gd name="connsiteX39" fmla="*/ 1428724 w 1456912"/>
              <a:gd name="connsiteY39" fmla="*/ 324156 h 556225"/>
              <a:gd name="connsiteX40" fmla="*/ 1316539 w 1456912"/>
              <a:gd name="connsiteY40" fmla="*/ 514089 h 556225"/>
              <a:gd name="connsiteX41" fmla="*/ 1315903 w 1456912"/>
              <a:gd name="connsiteY41" fmla="*/ 513258 h 556225"/>
              <a:gd name="connsiteX42" fmla="*/ 1400536 w 1456912"/>
              <a:gd name="connsiteY42" fmla="*/ 351869 h 556225"/>
              <a:gd name="connsiteX43" fmla="*/ 1400536 w 1456912"/>
              <a:gd name="connsiteY43" fmla="*/ 3 h 556225"/>
              <a:gd name="connsiteX44" fmla="*/ 1372348 w 1456912"/>
              <a:gd name="connsiteY44" fmla="*/ 3 h 556225"/>
              <a:gd name="connsiteX45" fmla="*/ 1372348 w 1456912"/>
              <a:gd name="connsiteY45" fmla="*/ 351400 h 556225"/>
              <a:gd name="connsiteX46" fmla="*/ 1189132 w 1456912"/>
              <a:gd name="connsiteY46" fmla="*/ 528510 h 556225"/>
              <a:gd name="connsiteX47" fmla="*/ 1005916 w 1456912"/>
              <a:gd name="connsiteY47" fmla="*/ 351400 h 556225"/>
              <a:gd name="connsiteX48" fmla="*/ 1005916 w 1456912"/>
              <a:gd name="connsiteY48" fmla="*/ 23666 h 556225"/>
              <a:gd name="connsiteX49" fmla="*/ 977728 w 1456912"/>
              <a:gd name="connsiteY49" fmla="*/ 51854 h 556225"/>
              <a:gd name="connsiteX50" fmla="*/ 977728 w 1456912"/>
              <a:gd name="connsiteY50" fmla="*/ 351869 h 556225"/>
              <a:gd name="connsiteX51" fmla="*/ 1189132 w 1456912"/>
              <a:gd name="connsiteY51" fmla="*/ 556226 h 556225"/>
              <a:gd name="connsiteX52" fmla="*/ 1217320 w 1456912"/>
              <a:gd name="connsiteY52" fmla="*/ 556226 h 556225"/>
              <a:gd name="connsiteX53" fmla="*/ 1456912 w 1456912"/>
              <a:gd name="connsiteY53" fmla="*/ 324566 h 556225"/>
              <a:gd name="connsiteX54" fmla="*/ 1456912 w 1456912"/>
              <a:gd name="connsiteY54" fmla="*/ 0 h 556225"/>
              <a:gd name="connsiteX55" fmla="*/ 1428724 w 1456912"/>
              <a:gd name="connsiteY55" fmla="*/ 0 h 556225"/>
              <a:gd name="connsiteX56" fmla="*/ 1189132 w 1456912"/>
              <a:gd name="connsiteY56" fmla="*/ 500322 h 556225"/>
              <a:gd name="connsiteX57" fmla="*/ 1344160 w 1456912"/>
              <a:gd name="connsiteY57" fmla="*/ 351400 h 556225"/>
              <a:gd name="connsiteX58" fmla="*/ 1344160 w 1456912"/>
              <a:gd name="connsiteY58" fmla="*/ 351400 h 556225"/>
              <a:gd name="connsiteX59" fmla="*/ 1344160 w 1456912"/>
              <a:gd name="connsiteY59" fmla="*/ 23666 h 556225"/>
              <a:gd name="connsiteX60" fmla="*/ 1315972 w 1456912"/>
              <a:gd name="connsiteY60" fmla="*/ 51854 h 556225"/>
              <a:gd name="connsiteX61" fmla="*/ 1315972 w 1456912"/>
              <a:gd name="connsiteY61" fmla="*/ 324153 h 556225"/>
              <a:gd name="connsiteX62" fmla="*/ 1217317 w 1456912"/>
              <a:gd name="connsiteY62" fmla="*/ 415761 h 556225"/>
              <a:gd name="connsiteX63" fmla="*/ 1118662 w 1456912"/>
              <a:gd name="connsiteY63" fmla="*/ 324153 h 556225"/>
              <a:gd name="connsiteX64" fmla="*/ 1118662 w 1456912"/>
              <a:gd name="connsiteY64" fmla="*/ 3 h 556225"/>
              <a:gd name="connsiteX65" fmla="*/ 1090474 w 1456912"/>
              <a:gd name="connsiteY65" fmla="*/ 3 h 556225"/>
              <a:gd name="connsiteX66" fmla="*/ 1090474 w 1456912"/>
              <a:gd name="connsiteY66" fmla="*/ 324156 h 556225"/>
              <a:gd name="connsiteX67" fmla="*/ 1217317 w 1456912"/>
              <a:gd name="connsiteY67" fmla="*/ 443951 h 556225"/>
              <a:gd name="connsiteX68" fmla="*/ 1304349 w 1456912"/>
              <a:gd name="connsiteY68" fmla="*/ 404889 h 556225"/>
              <a:gd name="connsiteX69" fmla="*/ 1304982 w 1456912"/>
              <a:gd name="connsiteY69" fmla="*/ 405720 h 556225"/>
              <a:gd name="connsiteX70" fmla="*/ 1189129 w 1456912"/>
              <a:gd name="connsiteY70" fmla="*/ 472139 h 556225"/>
              <a:gd name="connsiteX71" fmla="*/ 1062303 w 1456912"/>
              <a:gd name="connsiteY71" fmla="*/ 352344 h 556225"/>
              <a:gd name="connsiteX72" fmla="*/ 1062286 w 1456912"/>
              <a:gd name="connsiteY72" fmla="*/ 352344 h 556225"/>
              <a:gd name="connsiteX73" fmla="*/ 1062286 w 1456912"/>
              <a:gd name="connsiteY73" fmla="*/ 3 h 556225"/>
              <a:gd name="connsiteX74" fmla="*/ 1034098 w 1456912"/>
              <a:gd name="connsiteY74" fmla="*/ 3 h 556225"/>
              <a:gd name="connsiteX75" fmla="*/ 1034098 w 1456912"/>
              <a:gd name="connsiteY75" fmla="*/ 352341 h 556225"/>
              <a:gd name="connsiteX76" fmla="*/ 1034113 w 1456912"/>
              <a:gd name="connsiteY76" fmla="*/ 352341 h 556225"/>
              <a:gd name="connsiteX77" fmla="*/ 1189132 w 1456912"/>
              <a:gd name="connsiteY77" fmla="*/ 500322 h 556225"/>
              <a:gd name="connsiteX78" fmla="*/ 562774 w 1456912"/>
              <a:gd name="connsiteY78" fmla="*/ 366435 h 556225"/>
              <a:gd name="connsiteX79" fmla="*/ 491494 w 1456912"/>
              <a:gd name="connsiteY79" fmla="*/ 535557 h 556225"/>
              <a:gd name="connsiteX80" fmla="*/ 519684 w 1456912"/>
              <a:gd name="connsiteY80" fmla="*/ 535554 h 556225"/>
              <a:gd name="connsiteX81" fmla="*/ 519682 w 1456912"/>
              <a:gd name="connsiteY81" fmla="*/ 535557 h 556225"/>
              <a:gd name="connsiteX82" fmla="*/ 519684 w 1456912"/>
              <a:gd name="connsiteY82" fmla="*/ 535557 h 556225"/>
              <a:gd name="connsiteX83" fmla="*/ 555322 w 1456912"/>
              <a:gd name="connsiteY83" fmla="*/ 450996 h 556225"/>
              <a:gd name="connsiteX84" fmla="*/ 794138 w 1456912"/>
              <a:gd name="connsiteY84" fmla="*/ 450996 h 556225"/>
              <a:gd name="connsiteX85" fmla="*/ 829744 w 1456912"/>
              <a:gd name="connsiteY85" fmla="*/ 535557 h 556225"/>
              <a:gd name="connsiteX86" fmla="*/ 857932 w 1456912"/>
              <a:gd name="connsiteY86" fmla="*/ 535557 h 556225"/>
              <a:gd name="connsiteX87" fmla="*/ 810457 w 1456912"/>
              <a:gd name="connsiteY87" fmla="*/ 422808 h 556225"/>
              <a:gd name="connsiteX88" fmla="*/ 567200 w 1456912"/>
              <a:gd name="connsiteY88" fmla="*/ 422808 h 556225"/>
              <a:gd name="connsiteX89" fmla="*/ 579078 w 1456912"/>
              <a:gd name="connsiteY89" fmla="*/ 394620 h 556225"/>
              <a:gd name="connsiteX90" fmla="*/ 826776 w 1456912"/>
              <a:gd name="connsiteY90" fmla="*/ 394620 h 556225"/>
              <a:gd name="connsiteX91" fmla="*/ 886120 w 1456912"/>
              <a:gd name="connsiteY91" fmla="*/ 535557 h 556225"/>
              <a:gd name="connsiteX92" fmla="*/ 914308 w 1456912"/>
              <a:gd name="connsiteY92" fmla="*/ 535557 h 556225"/>
              <a:gd name="connsiteX93" fmla="*/ 843097 w 1456912"/>
              <a:gd name="connsiteY93" fmla="*/ 366435 h 556225"/>
              <a:gd name="connsiteX94" fmla="*/ 562774 w 1456912"/>
              <a:gd name="connsiteY94" fmla="*/ 366435 h 556225"/>
              <a:gd name="connsiteX95" fmla="*/ 604248 w 1456912"/>
              <a:gd name="connsiteY95" fmla="*/ 0 h 556225"/>
              <a:gd name="connsiteX96" fmla="*/ 397091 w 1456912"/>
              <a:gd name="connsiteY96" fmla="*/ 491374 h 556225"/>
              <a:gd name="connsiteX97" fmla="*/ 415032 w 1456912"/>
              <a:gd name="connsiteY97" fmla="*/ 515732 h 556225"/>
              <a:gd name="connsiteX98" fmla="*/ 632437 w 1456912"/>
              <a:gd name="connsiteY98" fmla="*/ 0 h 556225"/>
              <a:gd name="connsiteX99" fmla="*/ 604248 w 1456912"/>
              <a:gd name="connsiteY99" fmla="*/ 0 h 556225"/>
              <a:gd name="connsiteX100" fmla="*/ 716998 w 1456912"/>
              <a:gd name="connsiteY100" fmla="*/ 3 h 556225"/>
              <a:gd name="connsiteX101" fmla="*/ 934130 w 1456912"/>
              <a:gd name="connsiteY101" fmla="*/ 515735 h 556225"/>
              <a:gd name="connsiteX102" fmla="*/ 952028 w 1456912"/>
              <a:gd name="connsiteY102" fmla="*/ 491377 h 556225"/>
              <a:gd name="connsiteX103" fmla="*/ 745186 w 1456912"/>
              <a:gd name="connsiteY103" fmla="*/ 3 h 556225"/>
              <a:gd name="connsiteX104" fmla="*/ 716998 w 1456912"/>
              <a:gd name="connsiteY104" fmla="*/ 3 h 556225"/>
              <a:gd name="connsiteX105" fmla="*/ 546409 w 1456912"/>
              <a:gd name="connsiteY105" fmla="*/ 338247 h 556225"/>
              <a:gd name="connsiteX106" fmla="*/ 463042 w 1456912"/>
              <a:gd name="connsiteY106" fmla="*/ 535557 h 556225"/>
              <a:gd name="connsiteX107" fmla="*/ 434854 w 1456912"/>
              <a:gd name="connsiteY107" fmla="*/ 535557 h 556225"/>
              <a:gd name="connsiteX108" fmla="*/ 646528 w 1456912"/>
              <a:gd name="connsiteY108" fmla="*/ 33467 h 556225"/>
              <a:gd name="connsiteX109" fmla="*/ 762988 w 1456912"/>
              <a:gd name="connsiteY109" fmla="*/ 310059 h 556225"/>
              <a:gd name="connsiteX110" fmla="*/ 791176 w 1456912"/>
              <a:gd name="connsiteY110" fmla="*/ 310059 h 556225"/>
              <a:gd name="connsiteX111" fmla="*/ 660624 w 1456912"/>
              <a:gd name="connsiteY111" fmla="*/ 3 h 556225"/>
              <a:gd name="connsiteX112" fmla="*/ 688812 w 1456912"/>
              <a:gd name="connsiteY112" fmla="*/ 3 h 556225"/>
              <a:gd name="connsiteX113" fmla="*/ 831231 w 1456912"/>
              <a:gd name="connsiteY113" fmla="*/ 338247 h 556225"/>
              <a:gd name="connsiteX114" fmla="*/ 546409 w 1456912"/>
              <a:gd name="connsiteY114" fmla="*/ 338247 h 556225"/>
              <a:gd name="connsiteX115" fmla="*/ 674788 w 1456912"/>
              <a:gd name="connsiteY115" fmla="*/ 167531 h 556225"/>
              <a:gd name="connsiteX116" fmla="*/ 614721 w 1456912"/>
              <a:gd name="connsiteY116" fmla="*/ 310062 h 556225"/>
              <a:gd name="connsiteX117" fmla="*/ 734800 w 1456912"/>
              <a:gd name="connsiteY117" fmla="*/ 310062 h 556225"/>
              <a:gd name="connsiteX118" fmla="*/ 674788 w 1456912"/>
              <a:gd name="connsiteY118" fmla="*/ 167531 h 556225"/>
              <a:gd name="connsiteX119" fmla="*/ 558275 w 1456912"/>
              <a:gd name="connsiteY119" fmla="*/ 310062 h 556225"/>
              <a:gd name="connsiteX120" fmla="*/ 586535 w 1456912"/>
              <a:gd name="connsiteY120" fmla="*/ 310062 h 556225"/>
              <a:gd name="connsiteX121" fmla="*/ 660703 w 1456912"/>
              <a:gd name="connsiteY121" fmla="*/ 134072 h 556225"/>
              <a:gd name="connsiteX122" fmla="*/ 646588 w 1456912"/>
              <a:gd name="connsiteY122" fmla="*/ 100553 h 556225"/>
              <a:gd name="connsiteX123" fmla="*/ 558275 w 1456912"/>
              <a:gd name="connsiteY123" fmla="*/ 310062 h 556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1456912" h="556225">
                <a:moveTo>
                  <a:pt x="0" y="51854"/>
                </a:moveTo>
                <a:lnTo>
                  <a:pt x="28188" y="23666"/>
                </a:lnTo>
                <a:lnTo>
                  <a:pt x="28188" y="535557"/>
                </a:lnTo>
                <a:lnTo>
                  <a:pt x="0" y="535557"/>
                </a:lnTo>
                <a:lnTo>
                  <a:pt x="0" y="51854"/>
                </a:lnTo>
                <a:close/>
                <a:moveTo>
                  <a:pt x="84564" y="28188"/>
                </a:moveTo>
                <a:lnTo>
                  <a:pt x="422811" y="28188"/>
                </a:lnTo>
                <a:lnTo>
                  <a:pt x="422811" y="0"/>
                </a:lnTo>
                <a:lnTo>
                  <a:pt x="56376" y="0"/>
                </a:lnTo>
                <a:lnTo>
                  <a:pt x="56376" y="338244"/>
                </a:lnTo>
                <a:lnTo>
                  <a:pt x="367711" y="338244"/>
                </a:lnTo>
                <a:lnTo>
                  <a:pt x="367711" y="310062"/>
                </a:lnTo>
                <a:lnTo>
                  <a:pt x="84564" y="310062"/>
                </a:lnTo>
                <a:lnTo>
                  <a:pt x="84564" y="28188"/>
                </a:lnTo>
                <a:close/>
                <a:moveTo>
                  <a:pt x="410152" y="253686"/>
                </a:moveTo>
                <a:lnTo>
                  <a:pt x="140937" y="253686"/>
                </a:lnTo>
                <a:lnTo>
                  <a:pt x="140937" y="140940"/>
                </a:lnTo>
                <a:lnTo>
                  <a:pt x="371171" y="140940"/>
                </a:lnTo>
                <a:lnTo>
                  <a:pt x="399359" y="112752"/>
                </a:lnTo>
                <a:lnTo>
                  <a:pt x="140937" y="112752"/>
                </a:lnTo>
                <a:lnTo>
                  <a:pt x="140937" y="84564"/>
                </a:lnTo>
                <a:lnTo>
                  <a:pt x="422811" y="84564"/>
                </a:lnTo>
                <a:lnTo>
                  <a:pt x="422811" y="56376"/>
                </a:lnTo>
                <a:lnTo>
                  <a:pt x="112749" y="56376"/>
                </a:lnTo>
                <a:lnTo>
                  <a:pt x="112749" y="281874"/>
                </a:lnTo>
                <a:lnTo>
                  <a:pt x="382334" y="281874"/>
                </a:lnTo>
                <a:lnTo>
                  <a:pt x="410152" y="253686"/>
                </a:lnTo>
                <a:close/>
                <a:moveTo>
                  <a:pt x="56376" y="535557"/>
                </a:moveTo>
                <a:lnTo>
                  <a:pt x="84564" y="535557"/>
                </a:lnTo>
                <a:lnTo>
                  <a:pt x="84564" y="394620"/>
                </a:lnTo>
                <a:lnTo>
                  <a:pt x="112752" y="394620"/>
                </a:lnTo>
                <a:lnTo>
                  <a:pt x="112752" y="511890"/>
                </a:lnTo>
                <a:lnTo>
                  <a:pt x="140940" y="483705"/>
                </a:lnTo>
                <a:lnTo>
                  <a:pt x="140940" y="394620"/>
                </a:lnTo>
                <a:lnTo>
                  <a:pt x="367714" y="394620"/>
                </a:lnTo>
                <a:lnTo>
                  <a:pt x="367714" y="366435"/>
                </a:lnTo>
                <a:lnTo>
                  <a:pt x="56376" y="366435"/>
                </a:lnTo>
                <a:lnTo>
                  <a:pt x="56376" y="535557"/>
                </a:lnTo>
                <a:close/>
                <a:moveTo>
                  <a:pt x="1428724" y="0"/>
                </a:moveTo>
                <a:lnTo>
                  <a:pt x="1428724" y="324156"/>
                </a:lnTo>
                <a:cubicBezTo>
                  <a:pt x="1428724" y="399584"/>
                  <a:pt x="1395069" y="464387"/>
                  <a:pt x="1316539" y="514089"/>
                </a:cubicBezTo>
                <a:lnTo>
                  <a:pt x="1315903" y="513258"/>
                </a:lnTo>
                <a:cubicBezTo>
                  <a:pt x="1367503" y="472336"/>
                  <a:pt x="1400536" y="419773"/>
                  <a:pt x="1400536" y="351869"/>
                </a:cubicBezTo>
                <a:lnTo>
                  <a:pt x="1400536" y="3"/>
                </a:lnTo>
                <a:lnTo>
                  <a:pt x="1372348" y="3"/>
                </a:lnTo>
                <a:lnTo>
                  <a:pt x="1372348" y="351400"/>
                </a:lnTo>
                <a:cubicBezTo>
                  <a:pt x="1372348" y="452590"/>
                  <a:pt x="1290318" y="528510"/>
                  <a:pt x="1189132" y="528510"/>
                </a:cubicBezTo>
                <a:cubicBezTo>
                  <a:pt x="1087946" y="528510"/>
                  <a:pt x="1005916" y="452587"/>
                  <a:pt x="1005916" y="351400"/>
                </a:cubicBezTo>
                <a:lnTo>
                  <a:pt x="1005916" y="23666"/>
                </a:lnTo>
                <a:lnTo>
                  <a:pt x="977728" y="51854"/>
                </a:lnTo>
                <a:lnTo>
                  <a:pt x="977728" y="351869"/>
                </a:lnTo>
                <a:cubicBezTo>
                  <a:pt x="977728" y="468625"/>
                  <a:pt x="1072376" y="556226"/>
                  <a:pt x="1189132" y="556226"/>
                </a:cubicBezTo>
                <a:cubicBezTo>
                  <a:pt x="1191834" y="556226"/>
                  <a:pt x="1217320" y="556226"/>
                  <a:pt x="1217320" y="556226"/>
                </a:cubicBezTo>
                <a:cubicBezTo>
                  <a:pt x="1332291" y="556226"/>
                  <a:pt x="1456912" y="471321"/>
                  <a:pt x="1456912" y="324566"/>
                </a:cubicBezTo>
                <a:cubicBezTo>
                  <a:pt x="1456912" y="324428"/>
                  <a:pt x="1456912" y="0"/>
                  <a:pt x="1456912" y="0"/>
                </a:cubicBezTo>
                <a:lnTo>
                  <a:pt x="1428724" y="0"/>
                </a:lnTo>
                <a:close/>
                <a:moveTo>
                  <a:pt x="1189132" y="500322"/>
                </a:moveTo>
                <a:cubicBezTo>
                  <a:pt x="1274706" y="500322"/>
                  <a:pt x="1344082" y="436948"/>
                  <a:pt x="1344160" y="351400"/>
                </a:cubicBezTo>
                <a:lnTo>
                  <a:pt x="1344160" y="351400"/>
                </a:lnTo>
                <a:lnTo>
                  <a:pt x="1344160" y="23666"/>
                </a:lnTo>
                <a:lnTo>
                  <a:pt x="1315972" y="51854"/>
                </a:lnTo>
                <a:lnTo>
                  <a:pt x="1315972" y="324153"/>
                </a:lnTo>
                <a:cubicBezTo>
                  <a:pt x="1315972" y="378637"/>
                  <a:pt x="1271801" y="415761"/>
                  <a:pt x="1217317" y="415761"/>
                </a:cubicBezTo>
                <a:cubicBezTo>
                  <a:pt x="1162833" y="415761"/>
                  <a:pt x="1118662" y="378637"/>
                  <a:pt x="1118662" y="324153"/>
                </a:cubicBezTo>
                <a:lnTo>
                  <a:pt x="1118662" y="3"/>
                </a:lnTo>
                <a:lnTo>
                  <a:pt x="1090474" y="3"/>
                </a:lnTo>
                <a:lnTo>
                  <a:pt x="1090474" y="324156"/>
                </a:lnTo>
                <a:cubicBezTo>
                  <a:pt x="1090474" y="394209"/>
                  <a:pt x="1147264" y="443951"/>
                  <a:pt x="1217317" y="443951"/>
                </a:cubicBezTo>
                <a:cubicBezTo>
                  <a:pt x="1245962" y="443951"/>
                  <a:pt x="1280732" y="429800"/>
                  <a:pt x="1304349" y="404889"/>
                </a:cubicBezTo>
                <a:lnTo>
                  <a:pt x="1304982" y="405720"/>
                </a:lnTo>
                <a:cubicBezTo>
                  <a:pt x="1282838" y="446784"/>
                  <a:pt x="1241907" y="472139"/>
                  <a:pt x="1189129" y="472139"/>
                </a:cubicBezTo>
                <a:cubicBezTo>
                  <a:pt x="1119507" y="472139"/>
                  <a:pt x="1062992" y="421734"/>
                  <a:pt x="1062303" y="352344"/>
                </a:cubicBezTo>
                <a:lnTo>
                  <a:pt x="1062286" y="352344"/>
                </a:lnTo>
                <a:lnTo>
                  <a:pt x="1062286" y="3"/>
                </a:lnTo>
                <a:lnTo>
                  <a:pt x="1034098" y="3"/>
                </a:lnTo>
                <a:lnTo>
                  <a:pt x="1034098" y="352341"/>
                </a:lnTo>
                <a:lnTo>
                  <a:pt x="1034113" y="352341"/>
                </a:lnTo>
                <a:cubicBezTo>
                  <a:pt x="1034703" y="437411"/>
                  <a:pt x="1103877" y="500322"/>
                  <a:pt x="1189132" y="500322"/>
                </a:cubicBezTo>
                <a:close/>
                <a:moveTo>
                  <a:pt x="562774" y="366435"/>
                </a:moveTo>
                <a:lnTo>
                  <a:pt x="491494" y="535557"/>
                </a:lnTo>
                <a:lnTo>
                  <a:pt x="519684" y="535554"/>
                </a:lnTo>
                <a:lnTo>
                  <a:pt x="519682" y="535557"/>
                </a:lnTo>
                <a:lnTo>
                  <a:pt x="519684" y="535557"/>
                </a:lnTo>
                <a:lnTo>
                  <a:pt x="555322" y="450996"/>
                </a:lnTo>
                <a:lnTo>
                  <a:pt x="794138" y="450996"/>
                </a:lnTo>
                <a:lnTo>
                  <a:pt x="829744" y="535557"/>
                </a:lnTo>
                <a:lnTo>
                  <a:pt x="857932" y="535557"/>
                </a:lnTo>
                <a:lnTo>
                  <a:pt x="810457" y="422808"/>
                </a:lnTo>
                <a:lnTo>
                  <a:pt x="567200" y="422808"/>
                </a:lnTo>
                <a:lnTo>
                  <a:pt x="579078" y="394620"/>
                </a:lnTo>
                <a:lnTo>
                  <a:pt x="826776" y="394620"/>
                </a:lnTo>
                <a:lnTo>
                  <a:pt x="886120" y="535557"/>
                </a:lnTo>
                <a:lnTo>
                  <a:pt x="914308" y="535557"/>
                </a:lnTo>
                <a:lnTo>
                  <a:pt x="843097" y="366435"/>
                </a:lnTo>
                <a:lnTo>
                  <a:pt x="562774" y="366435"/>
                </a:lnTo>
                <a:close/>
                <a:moveTo>
                  <a:pt x="604248" y="0"/>
                </a:moveTo>
                <a:lnTo>
                  <a:pt x="397091" y="491374"/>
                </a:lnTo>
                <a:lnTo>
                  <a:pt x="415032" y="515732"/>
                </a:lnTo>
                <a:lnTo>
                  <a:pt x="632437" y="0"/>
                </a:lnTo>
                <a:lnTo>
                  <a:pt x="604248" y="0"/>
                </a:lnTo>
                <a:close/>
                <a:moveTo>
                  <a:pt x="716998" y="3"/>
                </a:moveTo>
                <a:lnTo>
                  <a:pt x="934130" y="515735"/>
                </a:lnTo>
                <a:lnTo>
                  <a:pt x="952028" y="491377"/>
                </a:lnTo>
                <a:lnTo>
                  <a:pt x="745186" y="3"/>
                </a:lnTo>
                <a:lnTo>
                  <a:pt x="716998" y="3"/>
                </a:lnTo>
                <a:close/>
                <a:moveTo>
                  <a:pt x="546409" y="338247"/>
                </a:moveTo>
                <a:lnTo>
                  <a:pt x="463042" y="535557"/>
                </a:lnTo>
                <a:lnTo>
                  <a:pt x="434854" y="535557"/>
                </a:lnTo>
                <a:lnTo>
                  <a:pt x="646528" y="33467"/>
                </a:lnTo>
                <a:lnTo>
                  <a:pt x="762988" y="310059"/>
                </a:lnTo>
                <a:lnTo>
                  <a:pt x="791176" y="310059"/>
                </a:lnTo>
                <a:lnTo>
                  <a:pt x="660624" y="3"/>
                </a:lnTo>
                <a:lnTo>
                  <a:pt x="688812" y="3"/>
                </a:lnTo>
                <a:lnTo>
                  <a:pt x="831231" y="338247"/>
                </a:lnTo>
                <a:lnTo>
                  <a:pt x="546409" y="338247"/>
                </a:lnTo>
                <a:close/>
                <a:moveTo>
                  <a:pt x="674788" y="167531"/>
                </a:moveTo>
                <a:lnTo>
                  <a:pt x="614721" y="310062"/>
                </a:lnTo>
                <a:lnTo>
                  <a:pt x="734800" y="310062"/>
                </a:lnTo>
                <a:lnTo>
                  <a:pt x="674788" y="167531"/>
                </a:lnTo>
                <a:close/>
                <a:moveTo>
                  <a:pt x="558275" y="310062"/>
                </a:moveTo>
                <a:lnTo>
                  <a:pt x="586535" y="310062"/>
                </a:lnTo>
                <a:lnTo>
                  <a:pt x="660703" y="134072"/>
                </a:lnTo>
                <a:lnTo>
                  <a:pt x="646588" y="100553"/>
                </a:lnTo>
                <a:lnTo>
                  <a:pt x="558275" y="310062"/>
                </a:lnTo>
                <a:close/>
              </a:path>
            </a:pathLst>
          </a:custGeom>
          <a:solidFill>
            <a:schemeClr val="tx1"/>
          </a:solidFill>
          <a:ln w="2892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grpSp>
        <p:nvGrpSpPr>
          <p:cNvPr id="57" name="Gruppieren 56">
            <a:extLst>
              <a:ext uri="{FF2B5EF4-FFF2-40B4-BE49-F238E27FC236}">
                <a16:creationId xmlns:a16="http://schemas.microsoft.com/office/drawing/2014/main" id="{A67BB0E1-5E7F-46E5-9D87-74249FA80151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58" name="Gerader Verbinder 57">
              <a:extLst>
                <a:ext uri="{FF2B5EF4-FFF2-40B4-BE49-F238E27FC236}">
                  <a16:creationId xmlns:a16="http://schemas.microsoft.com/office/drawing/2014/main" id="{735EC3F0-D52F-43D8-9D20-FC4F70B1922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feld 58">
              <a:extLst>
                <a:ext uri="{FF2B5EF4-FFF2-40B4-BE49-F238E27FC236}">
                  <a16:creationId xmlns:a16="http://schemas.microsoft.com/office/drawing/2014/main" id="{D73E6E84-A759-4118-9971-2B614D3FE504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60" name="Gruppieren 59">
            <a:extLst>
              <a:ext uri="{FF2B5EF4-FFF2-40B4-BE49-F238E27FC236}">
                <a16:creationId xmlns:a16="http://schemas.microsoft.com/office/drawing/2014/main" id="{F1FCC803-A93B-423F-B835-B52876B2721B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61" name="Gerader Verbinder 60">
              <a:extLst>
                <a:ext uri="{FF2B5EF4-FFF2-40B4-BE49-F238E27FC236}">
                  <a16:creationId xmlns:a16="http://schemas.microsoft.com/office/drawing/2014/main" id="{94D29247-DB20-40F1-888F-155F9E5ABC8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feld 61">
              <a:extLst>
                <a:ext uri="{FF2B5EF4-FFF2-40B4-BE49-F238E27FC236}">
                  <a16:creationId xmlns:a16="http://schemas.microsoft.com/office/drawing/2014/main" id="{5E32A3F3-E989-43F3-A16F-94173C632533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63" name="Gruppieren 62">
            <a:extLst>
              <a:ext uri="{FF2B5EF4-FFF2-40B4-BE49-F238E27FC236}">
                <a16:creationId xmlns:a16="http://schemas.microsoft.com/office/drawing/2014/main" id="{44D22F83-A0F5-4FE2-9D6C-012542F7E2B8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64" name="Gerader Verbinder 63">
              <a:extLst>
                <a:ext uri="{FF2B5EF4-FFF2-40B4-BE49-F238E27FC236}">
                  <a16:creationId xmlns:a16="http://schemas.microsoft.com/office/drawing/2014/main" id="{BA2BC1BF-6FE4-4475-BE69-6D37CBD5164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Textfeld 64">
              <a:extLst>
                <a:ext uri="{FF2B5EF4-FFF2-40B4-BE49-F238E27FC236}">
                  <a16:creationId xmlns:a16="http://schemas.microsoft.com/office/drawing/2014/main" id="{88D7DDBE-C865-4F05-B6F5-3E2BBB15FDA7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66" name="Gruppieren 65">
            <a:extLst>
              <a:ext uri="{FF2B5EF4-FFF2-40B4-BE49-F238E27FC236}">
                <a16:creationId xmlns:a16="http://schemas.microsoft.com/office/drawing/2014/main" id="{5BF365C6-4DF1-469F-A081-5BB981472333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67" name="Gerader Verbinder 66">
              <a:extLst>
                <a:ext uri="{FF2B5EF4-FFF2-40B4-BE49-F238E27FC236}">
                  <a16:creationId xmlns:a16="http://schemas.microsoft.com/office/drawing/2014/main" id="{9CA1C573-E95F-4CC5-A4BE-0E74960DBC2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Textfeld 67">
              <a:extLst>
                <a:ext uri="{FF2B5EF4-FFF2-40B4-BE49-F238E27FC236}">
                  <a16:creationId xmlns:a16="http://schemas.microsoft.com/office/drawing/2014/main" id="{02A35681-195F-407A-BB6C-7E3B4E241132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69" name="Gruppieren 68">
            <a:extLst>
              <a:ext uri="{FF2B5EF4-FFF2-40B4-BE49-F238E27FC236}">
                <a16:creationId xmlns:a16="http://schemas.microsoft.com/office/drawing/2014/main" id="{BF6DC0B3-1B79-4824-B73B-DC9B7AA77A08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70" name="Gerader Verbinder 69">
              <a:extLst>
                <a:ext uri="{FF2B5EF4-FFF2-40B4-BE49-F238E27FC236}">
                  <a16:creationId xmlns:a16="http://schemas.microsoft.com/office/drawing/2014/main" id="{439D9EA3-D6F8-4D8A-8C91-B7BCDD4883C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Textfeld 70">
              <a:extLst>
                <a:ext uri="{FF2B5EF4-FFF2-40B4-BE49-F238E27FC236}">
                  <a16:creationId xmlns:a16="http://schemas.microsoft.com/office/drawing/2014/main" id="{EF8776E0-353D-4DBE-918C-2BE4D9ED22C0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72" name="Gruppieren 71">
            <a:extLst>
              <a:ext uri="{FF2B5EF4-FFF2-40B4-BE49-F238E27FC236}">
                <a16:creationId xmlns:a16="http://schemas.microsoft.com/office/drawing/2014/main" id="{EB1A981A-C15F-48BC-856D-45BFDE402164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73" name="Gerader Verbinder 72">
              <a:extLst>
                <a:ext uri="{FF2B5EF4-FFF2-40B4-BE49-F238E27FC236}">
                  <a16:creationId xmlns:a16="http://schemas.microsoft.com/office/drawing/2014/main" id="{CA1B7D91-52B4-4C4E-9872-DAE627C5BDA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Textfeld 73">
              <a:extLst>
                <a:ext uri="{FF2B5EF4-FFF2-40B4-BE49-F238E27FC236}">
                  <a16:creationId xmlns:a16="http://schemas.microsoft.com/office/drawing/2014/main" id="{DD5301F3-CDC0-4F62-A7F3-64DF1FAFB6C3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75" name="Gruppieren 74">
            <a:extLst>
              <a:ext uri="{FF2B5EF4-FFF2-40B4-BE49-F238E27FC236}">
                <a16:creationId xmlns:a16="http://schemas.microsoft.com/office/drawing/2014/main" id="{C5363AC9-A7FE-4ED9-A4AE-BF1F41479440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76" name="Gerader Verbinder 75">
              <a:extLst>
                <a:ext uri="{FF2B5EF4-FFF2-40B4-BE49-F238E27FC236}">
                  <a16:creationId xmlns:a16="http://schemas.microsoft.com/office/drawing/2014/main" id="{A5C058E5-1B77-4F37-8A90-6C2DB0C9F0D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Textfeld 76">
              <a:extLst>
                <a:ext uri="{FF2B5EF4-FFF2-40B4-BE49-F238E27FC236}">
                  <a16:creationId xmlns:a16="http://schemas.microsoft.com/office/drawing/2014/main" id="{3F3FD432-7B0C-441D-887D-260F088129D6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78" name="Gruppieren 77">
            <a:extLst>
              <a:ext uri="{FF2B5EF4-FFF2-40B4-BE49-F238E27FC236}">
                <a16:creationId xmlns:a16="http://schemas.microsoft.com/office/drawing/2014/main" id="{11D3348D-CD05-48E5-89ED-528A62DA8118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79" name="Gerader Verbinder 78">
              <a:extLst>
                <a:ext uri="{FF2B5EF4-FFF2-40B4-BE49-F238E27FC236}">
                  <a16:creationId xmlns:a16="http://schemas.microsoft.com/office/drawing/2014/main" id="{8C904B9B-CFB8-4878-BE89-64B7783A68C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Textfeld 79">
              <a:extLst>
                <a:ext uri="{FF2B5EF4-FFF2-40B4-BE49-F238E27FC236}">
                  <a16:creationId xmlns:a16="http://schemas.microsoft.com/office/drawing/2014/main" id="{C15810B6-1DFF-43DE-849F-E24988A1AC21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81" name="Gruppieren 80">
            <a:extLst>
              <a:ext uri="{FF2B5EF4-FFF2-40B4-BE49-F238E27FC236}">
                <a16:creationId xmlns:a16="http://schemas.microsoft.com/office/drawing/2014/main" id="{CFDE3FDD-B76C-49E7-81B4-7302EAE01430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82" name="Gerader Verbinder 81">
              <a:extLst>
                <a:ext uri="{FF2B5EF4-FFF2-40B4-BE49-F238E27FC236}">
                  <a16:creationId xmlns:a16="http://schemas.microsoft.com/office/drawing/2014/main" id="{CC2966EC-F4C0-41FC-88ED-2E5F725EA0B2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Textfeld 82">
              <a:extLst>
                <a:ext uri="{FF2B5EF4-FFF2-40B4-BE49-F238E27FC236}">
                  <a16:creationId xmlns:a16="http://schemas.microsoft.com/office/drawing/2014/main" id="{92230FDE-430C-429C-A396-DFCEF2CE147E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84" name="Gerader Verbinder 83">
            <a:extLst>
              <a:ext uri="{FF2B5EF4-FFF2-40B4-BE49-F238E27FC236}">
                <a16:creationId xmlns:a16="http://schemas.microsoft.com/office/drawing/2014/main" id="{53056242-C21F-4347-8E6E-305C959935E8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5" name="Gruppieren 84">
            <a:extLst>
              <a:ext uri="{FF2B5EF4-FFF2-40B4-BE49-F238E27FC236}">
                <a16:creationId xmlns:a16="http://schemas.microsoft.com/office/drawing/2014/main" id="{A954A2AB-7A1B-4F20-8556-0C283B584BE2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86" name="Gerader Verbinder 85">
              <a:extLst>
                <a:ext uri="{FF2B5EF4-FFF2-40B4-BE49-F238E27FC236}">
                  <a16:creationId xmlns:a16="http://schemas.microsoft.com/office/drawing/2014/main" id="{C31D32E9-A207-4C49-AAE0-5A541EE5B56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Textfeld 86">
              <a:extLst>
                <a:ext uri="{FF2B5EF4-FFF2-40B4-BE49-F238E27FC236}">
                  <a16:creationId xmlns:a16="http://schemas.microsoft.com/office/drawing/2014/main" id="{0027A521-04C3-4807-A55B-38087BBBA705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150" name="Grafik 3">
            <a:extLst>
              <a:ext uri="{FF2B5EF4-FFF2-40B4-BE49-F238E27FC236}">
                <a16:creationId xmlns:a16="http://schemas.microsoft.com/office/drawing/2014/main" id="{ED3A60E3-070D-4FFE-ACC5-82C7C78F99CD}"/>
              </a:ext>
            </a:extLst>
          </p:cNvPr>
          <p:cNvGrpSpPr/>
          <p:nvPr userDrawn="1"/>
        </p:nvGrpSpPr>
        <p:grpSpPr>
          <a:xfrm>
            <a:off x="520163" y="293688"/>
            <a:ext cx="2654043" cy="328339"/>
            <a:chOff x="2090737" y="2524124"/>
            <a:chExt cx="7860982" cy="972502"/>
          </a:xfrm>
          <a:solidFill>
            <a:schemeClr val="tx1"/>
          </a:solidFill>
        </p:grpSpPr>
        <p:sp>
          <p:nvSpPr>
            <p:cNvPr id="151" name="Freihandform: Form 150">
              <a:extLst>
                <a:ext uri="{FF2B5EF4-FFF2-40B4-BE49-F238E27FC236}">
                  <a16:creationId xmlns:a16="http://schemas.microsoft.com/office/drawing/2014/main" id="{1378A6E8-5E61-40A1-ADC7-BB8241D78CAB}"/>
                </a:ext>
              </a:extLst>
            </p:cNvPr>
            <p:cNvSpPr/>
            <p:nvPr/>
          </p:nvSpPr>
          <p:spPr>
            <a:xfrm>
              <a:off x="2090737" y="2545079"/>
              <a:ext cx="231457" cy="369569"/>
            </a:xfrm>
            <a:custGeom>
              <a:avLst/>
              <a:gdLst>
                <a:gd name="connsiteX0" fmla="*/ 231458 w 231457"/>
                <a:gd name="connsiteY0" fmla="*/ 60960 h 369569"/>
                <a:gd name="connsiteX1" fmla="*/ 65723 w 231457"/>
                <a:gd name="connsiteY1" fmla="*/ 60960 h 369569"/>
                <a:gd name="connsiteX2" fmla="*/ 65723 w 231457"/>
                <a:gd name="connsiteY2" fmla="*/ 152400 h 369569"/>
                <a:gd name="connsiteX3" fmla="*/ 189548 w 231457"/>
                <a:gd name="connsiteY3" fmla="*/ 152400 h 369569"/>
                <a:gd name="connsiteX4" fmla="*/ 189548 w 231457"/>
                <a:gd name="connsiteY4" fmla="*/ 212408 h 369569"/>
                <a:gd name="connsiteX5" fmla="*/ 65723 w 231457"/>
                <a:gd name="connsiteY5" fmla="*/ 212408 h 369569"/>
                <a:gd name="connsiteX6" fmla="*/ 65723 w 231457"/>
                <a:gd name="connsiteY6" fmla="*/ 369570 h 369569"/>
                <a:gd name="connsiteX7" fmla="*/ 0 w 231457"/>
                <a:gd name="connsiteY7" fmla="*/ 369570 h 369569"/>
                <a:gd name="connsiteX8" fmla="*/ 0 w 231457"/>
                <a:gd name="connsiteY8" fmla="*/ 0 h 369569"/>
                <a:gd name="connsiteX9" fmla="*/ 231458 w 231457"/>
                <a:gd name="connsiteY9" fmla="*/ 0 h 369569"/>
                <a:gd name="connsiteX10" fmla="*/ 231458 w 231457"/>
                <a:gd name="connsiteY10" fmla="*/ 60960 h 36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1457" h="369569">
                  <a:moveTo>
                    <a:pt x="231458" y="60960"/>
                  </a:moveTo>
                  <a:lnTo>
                    <a:pt x="65723" y="60960"/>
                  </a:lnTo>
                  <a:lnTo>
                    <a:pt x="65723" y="152400"/>
                  </a:lnTo>
                  <a:lnTo>
                    <a:pt x="189548" y="152400"/>
                  </a:lnTo>
                  <a:lnTo>
                    <a:pt x="189548" y="212408"/>
                  </a:lnTo>
                  <a:lnTo>
                    <a:pt x="65723" y="212408"/>
                  </a:lnTo>
                  <a:lnTo>
                    <a:pt x="65723" y="369570"/>
                  </a:lnTo>
                  <a:lnTo>
                    <a:pt x="0" y="369570"/>
                  </a:lnTo>
                  <a:lnTo>
                    <a:pt x="0" y="0"/>
                  </a:lnTo>
                  <a:lnTo>
                    <a:pt x="231458" y="0"/>
                  </a:lnTo>
                  <a:lnTo>
                    <a:pt x="231458" y="6096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2" name="Freihandform: Form 151">
              <a:extLst>
                <a:ext uri="{FF2B5EF4-FFF2-40B4-BE49-F238E27FC236}">
                  <a16:creationId xmlns:a16="http://schemas.microsoft.com/office/drawing/2014/main" id="{3479F7BA-6306-4887-99BC-614874E49D1B}"/>
                </a:ext>
              </a:extLst>
            </p:cNvPr>
            <p:cNvSpPr/>
            <p:nvPr/>
          </p:nvSpPr>
          <p:spPr>
            <a:xfrm>
              <a:off x="2357437" y="2641039"/>
              <a:ext cx="161925" cy="272657"/>
            </a:xfrm>
            <a:custGeom>
              <a:avLst/>
              <a:gdLst>
                <a:gd name="connsiteX0" fmla="*/ 161925 w 161925"/>
                <a:gd name="connsiteY0" fmla="*/ 5005 h 272657"/>
                <a:gd name="connsiteX1" fmla="*/ 152400 w 161925"/>
                <a:gd name="connsiteY1" fmla="*/ 68823 h 272657"/>
                <a:gd name="connsiteX2" fmla="*/ 118110 w 161925"/>
                <a:gd name="connsiteY2" fmla="*/ 60250 h 272657"/>
                <a:gd name="connsiteX3" fmla="*/ 63817 w 161925"/>
                <a:gd name="connsiteY3" fmla="*/ 135498 h 272657"/>
                <a:gd name="connsiteX4" fmla="*/ 63817 w 161925"/>
                <a:gd name="connsiteY4" fmla="*/ 272658 h 272657"/>
                <a:gd name="connsiteX5" fmla="*/ 0 w 161925"/>
                <a:gd name="connsiteY5" fmla="*/ 272658 h 272657"/>
                <a:gd name="connsiteX6" fmla="*/ 0 w 161925"/>
                <a:gd name="connsiteY6" fmla="*/ 5958 h 272657"/>
                <a:gd name="connsiteX7" fmla="*/ 60960 w 161925"/>
                <a:gd name="connsiteY7" fmla="*/ 5958 h 272657"/>
                <a:gd name="connsiteX8" fmla="*/ 60960 w 161925"/>
                <a:gd name="connsiteY8" fmla="*/ 40248 h 272657"/>
                <a:gd name="connsiteX9" fmla="*/ 61913 w 161925"/>
                <a:gd name="connsiteY9" fmla="*/ 40248 h 272657"/>
                <a:gd name="connsiteX10" fmla="*/ 131445 w 161925"/>
                <a:gd name="connsiteY10" fmla="*/ 243 h 272657"/>
                <a:gd name="connsiteX11" fmla="*/ 161925 w 161925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925" h="272657">
                  <a:moveTo>
                    <a:pt x="161925" y="5005"/>
                  </a:moveTo>
                  <a:lnTo>
                    <a:pt x="152400" y="68823"/>
                  </a:lnTo>
                  <a:cubicBezTo>
                    <a:pt x="142875" y="64060"/>
                    <a:pt x="131445" y="60250"/>
                    <a:pt x="118110" y="60250"/>
                  </a:cubicBezTo>
                  <a:cubicBezTo>
                    <a:pt x="75248" y="60250"/>
                    <a:pt x="63817" y="94540"/>
                    <a:pt x="63817" y="135498"/>
                  </a:cubicBezTo>
                  <a:lnTo>
                    <a:pt x="63817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970" y="-710"/>
                    <a:pt x="152400" y="1195"/>
                    <a:pt x="161925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3" name="Freihandform: Form 152">
              <a:extLst>
                <a:ext uri="{FF2B5EF4-FFF2-40B4-BE49-F238E27FC236}">
                  <a16:creationId xmlns:a16="http://schemas.microsoft.com/office/drawing/2014/main" id="{EF595D11-B766-48E2-A8A5-40637E510CAF}"/>
                </a:ext>
              </a:extLst>
            </p:cNvPr>
            <p:cNvSpPr/>
            <p:nvPr/>
          </p:nvSpPr>
          <p:spPr>
            <a:xfrm>
              <a:off x="2563176" y="2528887"/>
              <a:ext cx="79057" cy="385762"/>
            </a:xfrm>
            <a:custGeom>
              <a:avLst/>
              <a:gdLst>
                <a:gd name="connsiteX0" fmla="*/ 79058 w 79057"/>
                <a:gd name="connsiteY0" fmla="*/ 38100 h 385762"/>
                <a:gd name="connsiteX1" fmla="*/ 39052 w 79057"/>
                <a:gd name="connsiteY1" fmla="*/ 76200 h 385762"/>
                <a:gd name="connsiteX2" fmla="*/ 0 w 79057"/>
                <a:gd name="connsiteY2" fmla="*/ 38100 h 385762"/>
                <a:gd name="connsiteX3" fmla="*/ 39052 w 79057"/>
                <a:gd name="connsiteY3" fmla="*/ 0 h 385762"/>
                <a:gd name="connsiteX4" fmla="*/ 79058 w 79057"/>
                <a:gd name="connsiteY4" fmla="*/ 38100 h 385762"/>
                <a:gd name="connsiteX5" fmla="*/ 70485 w 79057"/>
                <a:gd name="connsiteY5" fmla="*/ 385763 h 385762"/>
                <a:gd name="connsiteX6" fmla="*/ 8573 w 79057"/>
                <a:gd name="connsiteY6" fmla="*/ 385763 h 385762"/>
                <a:gd name="connsiteX7" fmla="*/ 8573 w 79057"/>
                <a:gd name="connsiteY7" fmla="*/ 119063 h 385762"/>
                <a:gd name="connsiteX8" fmla="*/ 70485 w 79057"/>
                <a:gd name="connsiteY8" fmla="*/ 119063 h 385762"/>
                <a:gd name="connsiteX9" fmla="*/ 70485 w 79057"/>
                <a:gd name="connsiteY9" fmla="*/ 385763 h 385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5762">
                  <a:moveTo>
                    <a:pt x="79058" y="38100"/>
                  </a:moveTo>
                  <a:cubicBezTo>
                    <a:pt x="79058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1913" y="0"/>
                    <a:pt x="79058" y="16193"/>
                    <a:pt x="79058" y="38100"/>
                  </a:cubicBezTo>
                  <a:close/>
                  <a:moveTo>
                    <a:pt x="70485" y="385763"/>
                  </a:moveTo>
                  <a:lnTo>
                    <a:pt x="8573" y="385763"/>
                  </a:lnTo>
                  <a:lnTo>
                    <a:pt x="8573" y="119063"/>
                  </a:lnTo>
                  <a:lnTo>
                    <a:pt x="70485" y="119063"/>
                  </a:lnTo>
                  <a:lnTo>
                    <a:pt x="70485" y="38576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4" name="Freihandform: Form 153">
              <a:extLst>
                <a:ext uri="{FF2B5EF4-FFF2-40B4-BE49-F238E27FC236}">
                  <a16:creationId xmlns:a16="http://schemas.microsoft.com/office/drawing/2014/main" id="{E743C790-A8B5-4A61-98F2-B4924B52D41C}"/>
                </a:ext>
              </a:extLst>
            </p:cNvPr>
            <p:cNvSpPr/>
            <p:nvPr/>
          </p:nvSpPr>
          <p:spPr>
            <a:xfrm>
              <a:off x="2699384" y="2641281"/>
              <a:ext cx="242887" cy="279082"/>
            </a:xfrm>
            <a:custGeom>
              <a:avLst/>
              <a:gdLst>
                <a:gd name="connsiteX0" fmla="*/ 132398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8 w 242887"/>
                <a:gd name="connsiteY6" fmla="*/ 225743 h 279082"/>
                <a:gd name="connsiteX7" fmla="*/ 198120 w 242887"/>
                <a:gd name="connsiteY7" fmla="*/ 194310 h 279082"/>
                <a:gd name="connsiteX8" fmla="*/ 237173 w 242887"/>
                <a:gd name="connsiteY8" fmla="*/ 235268 h 279082"/>
                <a:gd name="connsiteX9" fmla="*/ 132398 w 242887"/>
                <a:gd name="connsiteY9" fmla="*/ 279083 h 279082"/>
                <a:gd name="connsiteX10" fmla="*/ 62865 w 242887"/>
                <a:gd name="connsiteY10" fmla="*/ 115253 h 279082"/>
                <a:gd name="connsiteX11" fmla="*/ 183832 w 242887"/>
                <a:gd name="connsiteY11" fmla="*/ 115253 h 279082"/>
                <a:gd name="connsiteX12" fmla="*/ 124777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8" y="225743"/>
                    <a:pt x="132398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3" y="235268"/>
                  </a:lnTo>
                  <a:cubicBezTo>
                    <a:pt x="206692" y="264795"/>
                    <a:pt x="172402" y="279083"/>
                    <a:pt x="132398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5" name="Freihandform: Form 154">
              <a:extLst>
                <a:ext uri="{FF2B5EF4-FFF2-40B4-BE49-F238E27FC236}">
                  <a16:creationId xmlns:a16="http://schemas.microsoft.com/office/drawing/2014/main" id="{FDE4E84D-F997-44E9-A9A5-0A62D3B0C03B}"/>
                </a:ext>
              </a:extLst>
            </p:cNvPr>
            <p:cNvSpPr/>
            <p:nvPr/>
          </p:nvSpPr>
          <p:spPr>
            <a:xfrm>
              <a:off x="2997516" y="2524124"/>
              <a:ext cx="248602" cy="396239"/>
            </a:xfrm>
            <a:custGeom>
              <a:avLst/>
              <a:gdLst>
                <a:gd name="connsiteX0" fmla="*/ 0 w 248602"/>
                <a:gd name="connsiteY0" fmla="*/ 256223 h 396239"/>
                <a:gd name="connsiteX1" fmla="*/ 108585 w 248602"/>
                <a:gd name="connsiteY1" fmla="*/ 117157 h 396239"/>
                <a:gd name="connsiteX2" fmla="*/ 185738 w 248602"/>
                <a:gd name="connsiteY2" fmla="*/ 153352 h 396239"/>
                <a:gd name="connsiteX3" fmla="*/ 186690 w 248602"/>
                <a:gd name="connsiteY3" fmla="*/ 153352 h 396239"/>
                <a:gd name="connsiteX4" fmla="*/ 186690 w 248602"/>
                <a:gd name="connsiteY4" fmla="*/ 16193 h 396239"/>
                <a:gd name="connsiteX5" fmla="*/ 248603 w 248602"/>
                <a:gd name="connsiteY5" fmla="*/ 0 h 396239"/>
                <a:gd name="connsiteX6" fmla="*/ 248603 w 248602"/>
                <a:gd name="connsiteY6" fmla="*/ 389573 h 396239"/>
                <a:gd name="connsiteX7" fmla="*/ 188595 w 248602"/>
                <a:gd name="connsiteY7" fmla="*/ 389573 h 396239"/>
                <a:gd name="connsiteX8" fmla="*/ 188595 w 248602"/>
                <a:gd name="connsiteY8" fmla="*/ 358140 h 396239"/>
                <a:gd name="connsiteX9" fmla="*/ 187642 w 248602"/>
                <a:gd name="connsiteY9" fmla="*/ 358140 h 396239"/>
                <a:gd name="connsiteX10" fmla="*/ 107633 w 248602"/>
                <a:gd name="connsiteY10" fmla="*/ 396240 h 396239"/>
                <a:gd name="connsiteX11" fmla="*/ 0 w 248602"/>
                <a:gd name="connsiteY11" fmla="*/ 256223 h 396239"/>
                <a:gd name="connsiteX12" fmla="*/ 61913 w 248602"/>
                <a:gd name="connsiteY12" fmla="*/ 256223 h 396239"/>
                <a:gd name="connsiteX13" fmla="*/ 123825 w 248602"/>
                <a:gd name="connsiteY13" fmla="*/ 341948 h 396239"/>
                <a:gd name="connsiteX14" fmla="*/ 187642 w 248602"/>
                <a:gd name="connsiteY14" fmla="*/ 306705 h 396239"/>
                <a:gd name="connsiteX15" fmla="*/ 187642 w 248602"/>
                <a:gd name="connsiteY15" fmla="*/ 208598 h 396239"/>
                <a:gd name="connsiteX16" fmla="*/ 123825 w 248602"/>
                <a:gd name="connsiteY16" fmla="*/ 173355 h 396239"/>
                <a:gd name="connsiteX17" fmla="*/ 61913 w 248602"/>
                <a:gd name="connsiteY17" fmla="*/ 256223 h 39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8602" h="396239">
                  <a:moveTo>
                    <a:pt x="0" y="256223"/>
                  </a:moveTo>
                  <a:cubicBezTo>
                    <a:pt x="0" y="170498"/>
                    <a:pt x="43815" y="117157"/>
                    <a:pt x="108585" y="117157"/>
                  </a:cubicBezTo>
                  <a:cubicBezTo>
                    <a:pt x="141923" y="117157"/>
                    <a:pt x="168592" y="131445"/>
                    <a:pt x="185738" y="153352"/>
                  </a:cubicBezTo>
                  <a:lnTo>
                    <a:pt x="186690" y="153352"/>
                  </a:lnTo>
                  <a:lnTo>
                    <a:pt x="186690" y="16193"/>
                  </a:lnTo>
                  <a:lnTo>
                    <a:pt x="248603" y="0"/>
                  </a:lnTo>
                  <a:lnTo>
                    <a:pt x="248603" y="389573"/>
                  </a:lnTo>
                  <a:lnTo>
                    <a:pt x="188595" y="389573"/>
                  </a:lnTo>
                  <a:lnTo>
                    <a:pt x="188595" y="358140"/>
                  </a:lnTo>
                  <a:lnTo>
                    <a:pt x="187642" y="358140"/>
                  </a:lnTo>
                  <a:cubicBezTo>
                    <a:pt x="168592" y="381953"/>
                    <a:pt x="140970" y="396240"/>
                    <a:pt x="107633" y="396240"/>
                  </a:cubicBezTo>
                  <a:cubicBezTo>
                    <a:pt x="43815" y="396240"/>
                    <a:pt x="0" y="341948"/>
                    <a:pt x="0" y="256223"/>
                  </a:cubicBezTo>
                  <a:close/>
                  <a:moveTo>
                    <a:pt x="61913" y="256223"/>
                  </a:moveTo>
                  <a:cubicBezTo>
                    <a:pt x="61913" y="310515"/>
                    <a:pt x="84773" y="341948"/>
                    <a:pt x="123825" y="341948"/>
                  </a:cubicBezTo>
                  <a:cubicBezTo>
                    <a:pt x="147638" y="341948"/>
                    <a:pt x="167640" y="330517"/>
                    <a:pt x="187642" y="306705"/>
                  </a:cubicBezTo>
                  <a:lnTo>
                    <a:pt x="187642" y="208598"/>
                  </a:lnTo>
                  <a:cubicBezTo>
                    <a:pt x="169545" y="184785"/>
                    <a:pt x="149542" y="173355"/>
                    <a:pt x="123825" y="173355"/>
                  </a:cubicBezTo>
                  <a:cubicBezTo>
                    <a:pt x="82867" y="173355"/>
                    <a:pt x="61913" y="202883"/>
                    <a:pt x="61913" y="25622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6" name="Freihandform: Form 155">
              <a:extLst>
                <a:ext uri="{FF2B5EF4-FFF2-40B4-BE49-F238E27FC236}">
                  <a16:creationId xmlns:a16="http://schemas.microsoft.com/office/drawing/2014/main" id="{6DF73890-C5BF-4AFD-AC1C-B988B716B204}"/>
                </a:ext>
              </a:extLst>
            </p:cNvPr>
            <p:cNvSpPr/>
            <p:nvPr/>
          </p:nvSpPr>
          <p:spPr>
            <a:xfrm>
              <a:off x="3328987" y="2641039"/>
              <a:ext cx="160020" cy="272657"/>
            </a:xfrm>
            <a:custGeom>
              <a:avLst/>
              <a:gdLst>
                <a:gd name="connsiteX0" fmla="*/ 160020 w 160020"/>
                <a:gd name="connsiteY0" fmla="*/ 5005 h 272657"/>
                <a:gd name="connsiteX1" fmla="*/ 150495 w 160020"/>
                <a:gd name="connsiteY1" fmla="*/ 68823 h 272657"/>
                <a:gd name="connsiteX2" fmla="*/ 116205 w 160020"/>
                <a:gd name="connsiteY2" fmla="*/ 60250 h 272657"/>
                <a:gd name="connsiteX3" fmla="*/ 61913 w 160020"/>
                <a:gd name="connsiteY3" fmla="*/ 135498 h 272657"/>
                <a:gd name="connsiteX4" fmla="*/ 61913 w 160020"/>
                <a:gd name="connsiteY4" fmla="*/ 272658 h 272657"/>
                <a:gd name="connsiteX5" fmla="*/ 0 w 160020"/>
                <a:gd name="connsiteY5" fmla="*/ 272658 h 272657"/>
                <a:gd name="connsiteX6" fmla="*/ 0 w 160020"/>
                <a:gd name="connsiteY6" fmla="*/ 5958 h 272657"/>
                <a:gd name="connsiteX7" fmla="*/ 60960 w 160020"/>
                <a:gd name="connsiteY7" fmla="*/ 5958 h 272657"/>
                <a:gd name="connsiteX8" fmla="*/ 60960 w 160020"/>
                <a:gd name="connsiteY8" fmla="*/ 40248 h 272657"/>
                <a:gd name="connsiteX9" fmla="*/ 61913 w 160020"/>
                <a:gd name="connsiteY9" fmla="*/ 40248 h 272657"/>
                <a:gd name="connsiteX10" fmla="*/ 131445 w 160020"/>
                <a:gd name="connsiteY10" fmla="*/ 243 h 272657"/>
                <a:gd name="connsiteX11" fmla="*/ 160020 w 160020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2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7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7" name="Freihandform: Form 156">
              <a:extLst>
                <a:ext uri="{FF2B5EF4-FFF2-40B4-BE49-F238E27FC236}">
                  <a16:creationId xmlns:a16="http://schemas.microsoft.com/office/drawing/2014/main" id="{5F2960B7-B9B3-4301-AF83-0F6EB0017746}"/>
                </a:ext>
              </a:extLst>
            </p:cNvPr>
            <p:cNvSpPr/>
            <p:nvPr/>
          </p:nvSpPr>
          <p:spPr>
            <a:xfrm>
              <a:off x="3533774" y="2528887"/>
              <a:ext cx="79057" cy="385762"/>
            </a:xfrm>
            <a:custGeom>
              <a:avLst/>
              <a:gdLst>
                <a:gd name="connsiteX0" fmla="*/ 79058 w 79057"/>
                <a:gd name="connsiteY0" fmla="*/ 38100 h 385762"/>
                <a:gd name="connsiteX1" fmla="*/ 39053 w 79057"/>
                <a:gd name="connsiteY1" fmla="*/ 76200 h 385762"/>
                <a:gd name="connsiteX2" fmla="*/ 0 w 79057"/>
                <a:gd name="connsiteY2" fmla="*/ 38100 h 385762"/>
                <a:gd name="connsiteX3" fmla="*/ 39053 w 79057"/>
                <a:gd name="connsiteY3" fmla="*/ 0 h 385762"/>
                <a:gd name="connsiteX4" fmla="*/ 79058 w 79057"/>
                <a:gd name="connsiteY4" fmla="*/ 38100 h 385762"/>
                <a:gd name="connsiteX5" fmla="*/ 70485 w 79057"/>
                <a:gd name="connsiteY5" fmla="*/ 385763 h 385762"/>
                <a:gd name="connsiteX6" fmla="*/ 8572 w 79057"/>
                <a:gd name="connsiteY6" fmla="*/ 385763 h 385762"/>
                <a:gd name="connsiteX7" fmla="*/ 8572 w 79057"/>
                <a:gd name="connsiteY7" fmla="*/ 119063 h 385762"/>
                <a:gd name="connsiteX8" fmla="*/ 70485 w 79057"/>
                <a:gd name="connsiteY8" fmla="*/ 119063 h 385762"/>
                <a:gd name="connsiteX9" fmla="*/ 70485 w 79057"/>
                <a:gd name="connsiteY9" fmla="*/ 385763 h 385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5762">
                  <a:moveTo>
                    <a:pt x="79058" y="38100"/>
                  </a:moveTo>
                  <a:cubicBezTo>
                    <a:pt x="79058" y="60007"/>
                    <a:pt x="60960" y="76200"/>
                    <a:pt x="39053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7" y="0"/>
                    <a:pt x="39053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5763"/>
                  </a:moveTo>
                  <a:lnTo>
                    <a:pt x="8572" y="385763"/>
                  </a:lnTo>
                  <a:lnTo>
                    <a:pt x="8572" y="119063"/>
                  </a:lnTo>
                  <a:lnTo>
                    <a:pt x="70485" y="119063"/>
                  </a:lnTo>
                  <a:lnTo>
                    <a:pt x="70485" y="38576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8" name="Freihandform: Form 157">
              <a:extLst>
                <a:ext uri="{FF2B5EF4-FFF2-40B4-BE49-F238E27FC236}">
                  <a16:creationId xmlns:a16="http://schemas.microsoft.com/office/drawing/2014/main" id="{379A8BCB-276B-48DE-8727-8FFE47B56DBA}"/>
                </a:ext>
              </a:extLst>
            </p:cNvPr>
            <p:cNvSpPr/>
            <p:nvPr/>
          </p:nvSpPr>
          <p:spPr>
            <a:xfrm>
              <a:off x="3671887" y="2640329"/>
              <a:ext cx="224790" cy="280034"/>
            </a:xfrm>
            <a:custGeom>
              <a:avLst/>
              <a:gdLst>
                <a:gd name="connsiteX0" fmla="*/ 222885 w 224790"/>
                <a:gd name="connsiteY0" fmla="*/ 237172 h 280034"/>
                <a:gd name="connsiteX1" fmla="*/ 127635 w 224790"/>
                <a:gd name="connsiteY1" fmla="*/ 280035 h 280034"/>
                <a:gd name="connsiteX2" fmla="*/ 0 w 224790"/>
                <a:gd name="connsiteY2" fmla="*/ 140970 h 280034"/>
                <a:gd name="connsiteX3" fmla="*/ 128588 w 224790"/>
                <a:gd name="connsiteY3" fmla="*/ 0 h 280034"/>
                <a:gd name="connsiteX4" fmla="*/ 224790 w 224790"/>
                <a:gd name="connsiteY4" fmla="*/ 45720 h 280034"/>
                <a:gd name="connsiteX5" fmla="*/ 181928 w 224790"/>
                <a:gd name="connsiteY5" fmla="*/ 86678 h 280034"/>
                <a:gd name="connsiteX6" fmla="*/ 128588 w 224790"/>
                <a:gd name="connsiteY6" fmla="*/ 57150 h 280034"/>
                <a:gd name="connsiteX7" fmla="*/ 62865 w 224790"/>
                <a:gd name="connsiteY7" fmla="*/ 140018 h 280034"/>
                <a:gd name="connsiteX8" fmla="*/ 128588 w 224790"/>
                <a:gd name="connsiteY8" fmla="*/ 222885 h 280034"/>
                <a:gd name="connsiteX9" fmla="*/ 183833 w 224790"/>
                <a:gd name="connsiteY9" fmla="*/ 193358 h 280034"/>
                <a:gd name="connsiteX10" fmla="*/ 222885 w 224790"/>
                <a:gd name="connsiteY10" fmla="*/ 237172 h 280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90" h="280034">
                  <a:moveTo>
                    <a:pt x="222885" y="237172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6688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8"/>
                  </a:cubicBezTo>
                  <a:cubicBezTo>
                    <a:pt x="62865" y="189547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3" y="193358"/>
                  </a:cubicBezTo>
                  <a:lnTo>
                    <a:pt x="222885" y="23717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9" name="Freihandform: Form 158">
              <a:extLst>
                <a:ext uri="{FF2B5EF4-FFF2-40B4-BE49-F238E27FC236}">
                  <a16:creationId xmlns:a16="http://schemas.microsoft.com/office/drawing/2014/main" id="{A55528D5-0046-4FF1-9B16-39F1FE9700AA}"/>
                </a:ext>
              </a:extLst>
            </p:cNvPr>
            <p:cNvSpPr/>
            <p:nvPr/>
          </p:nvSpPr>
          <p:spPr>
            <a:xfrm>
              <a:off x="3950016" y="2524124"/>
              <a:ext cx="228600" cy="391477"/>
            </a:xfrm>
            <a:custGeom>
              <a:avLst/>
              <a:gdLst>
                <a:gd name="connsiteX0" fmla="*/ 228600 w 228600"/>
                <a:gd name="connsiteY0" fmla="*/ 390525 h 391477"/>
                <a:gd name="connsiteX1" fmla="*/ 166688 w 228600"/>
                <a:gd name="connsiteY1" fmla="*/ 390525 h 391477"/>
                <a:gd name="connsiteX2" fmla="*/ 166688 w 228600"/>
                <a:gd name="connsiteY2" fmla="*/ 238125 h 391477"/>
                <a:gd name="connsiteX3" fmla="*/ 117158 w 228600"/>
                <a:gd name="connsiteY3" fmla="*/ 173355 h 391477"/>
                <a:gd name="connsiteX4" fmla="*/ 61913 w 228600"/>
                <a:gd name="connsiteY4" fmla="*/ 238125 h 391477"/>
                <a:gd name="connsiteX5" fmla="*/ 61913 w 228600"/>
                <a:gd name="connsiteY5" fmla="*/ 391478 h 391477"/>
                <a:gd name="connsiteX6" fmla="*/ 0 w 228600"/>
                <a:gd name="connsiteY6" fmla="*/ 391478 h 391477"/>
                <a:gd name="connsiteX7" fmla="*/ 0 w 228600"/>
                <a:gd name="connsiteY7" fmla="*/ 16193 h 391477"/>
                <a:gd name="connsiteX8" fmla="*/ 61913 w 228600"/>
                <a:gd name="connsiteY8" fmla="*/ 0 h 391477"/>
                <a:gd name="connsiteX9" fmla="*/ 61913 w 228600"/>
                <a:gd name="connsiteY9" fmla="*/ 155258 h 391477"/>
                <a:gd name="connsiteX10" fmla="*/ 62865 w 228600"/>
                <a:gd name="connsiteY10" fmla="*/ 155258 h 391477"/>
                <a:gd name="connsiteX11" fmla="*/ 140970 w 228600"/>
                <a:gd name="connsiteY11" fmla="*/ 116205 h 391477"/>
                <a:gd name="connsiteX12" fmla="*/ 228600 w 228600"/>
                <a:gd name="connsiteY12" fmla="*/ 223838 h 391477"/>
                <a:gd name="connsiteX13" fmla="*/ 228600 w 228600"/>
                <a:gd name="connsiteY13" fmla="*/ 390525 h 391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391477">
                  <a:moveTo>
                    <a:pt x="228600" y="390525"/>
                  </a:moveTo>
                  <a:lnTo>
                    <a:pt x="166688" y="390525"/>
                  </a:lnTo>
                  <a:lnTo>
                    <a:pt x="166688" y="238125"/>
                  </a:lnTo>
                  <a:cubicBezTo>
                    <a:pt x="166688" y="199073"/>
                    <a:pt x="154305" y="173355"/>
                    <a:pt x="117158" y="173355"/>
                  </a:cubicBezTo>
                  <a:cubicBezTo>
                    <a:pt x="74295" y="173355"/>
                    <a:pt x="61913" y="207645"/>
                    <a:pt x="61913" y="238125"/>
                  </a:cubicBezTo>
                  <a:lnTo>
                    <a:pt x="61913" y="391478"/>
                  </a:lnTo>
                  <a:lnTo>
                    <a:pt x="0" y="391478"/>
                  </a:lnTo>
                  <a:lnTo>
                    <a:pt x="0" y="16193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9052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0" name="Freihandform: Form 159">
              <a:extLst>
                <a:ext uri="{FF2B5EF4-FFF2-40B4-BE49-F238E27FC236}">
                  <a16:creationId xmlns:a16="http://schemas.microsoft.com/office/drawing/2014/main" id="{74277C29-BB8B-49A5-95E2-39DD1E8C3296}"/>
                </a:ext>
              </a:extLst>
            </p:cNvPr>
            <p:cNvSpPr/>
            <p:nvPr/>
          </p:nvSpPr>
          <p:spPr>
            <a:xfrm>
              <a:off x="4251006" y="2721291"/>
              <a:ext cx="130492" cy="59055"/>
            </a:xfrm>
            <a:custGeom>
              <a:avLst/>
              <a:gdLst>
                <a:gd name="connsiteX0" fmla="*/ 130493 w 130492"/>
                <a:gd name="connsiteY0" fmla="*/ 59055 h 59055"/>
                <a:gd name="connsiteX1" fmla="*/ 0 w 130492"/>
                <a:gd name="connsiteY1" fmla="*/ 59055 h 59055"/>
                <a:gd name="connsiteX2" fmla="*/ 0 w 130492"/>
                <a:gd name="connsiteY2" fmla="*/ 0 h 59055"/>
                <a:gd name="connsiteX3" fmla="*/ 130493 w 130492"/>
                <a:gd name="connsiteY3" fmla="*/ 0 h 59055"/>
                <a:gd name="connsiteX4" fmla="*/ 130493 w 130492"/>
                <a:gd name="connsiteY4" fmla="*/ 59055 h 59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492" h="59055">
                  <a:moveTo>
                    <a:pt x="130493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3" y="0"/>
                  </a:lnTo>
                  <a:lnTo>
                    <a:pt x="130493" y="5905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1" name="Freihandform: Form 160">
              <a:extLst>
                <a:ext uri="{FF2B5EF4-FFF2-40B4-BE49-F238E27FC236}">
                  <a16:creationId xmlns:a16="http://schemas.microsoft.com/office/drawing/2014/main" id="{759A52F0-C4D1-4FDA-BD54-BE8E53644C3F}"/>
                </a:ext>
              </a:extLst>
            </p:cNvPr>
            <p:cNvSpPr/>
            <p:nvPr/>
          </p:nvSpPr>
          <p:spPr>
            <a:xfrm>
              <a:off x="4413884" y="2545079"/>
              <a:ext cx="343852" cy="368617"/>
            </a:xfrm>
            <a:custGeom>
              <a:avLst/>
              <a:gdLst>
                <a:gd name="connsiteX0" fmla="*/ 137160 w 343852"/>
                <a:gd name="connsiteY0" fmla="*/ 0 h 368617"/>
                <a:gd name="connsiteX1" fmla="*/ 206693 w 343852"/>
                <a:gd name="connsiteY1" fmla="*/ 0 h 368617"/>
                <a:gd name="connsiteX2" fmla="*/ 343853 w 343852"/>
                <a:gd name="connsiteY2" fmla="*/ 368618 h 368617"/>
                <a:gd name="connsiteX3" fmla="*/ 272415 w 343852"/>
                <a:gd name="connsiteY3" fmla="*/ 368618 h 368617"/>
                <a:gd name="connsiteX4" fmla="*/ 245745 w 343852"/>
                <a:gd name="connsiteY4" fmla="*/ 290512 h 368617"/>
                <a:gd name="connsiteX5" fmla="*/ 96203 w 343852"/>
                <a:gd name="connsiteY5" fmla="*/ 290512 h 368617"/>
                <a:gd name="connsiteX6" fmla="*/ 69533 w 343852"/>
                <a:gd name="connsiteY6" fmla="*/ 368618 h 368617"/>
                <a:gd name="connsiteX7" fmla="*/ 0 w 343852"/>
                <a:gd name="connsiteY7" fmla="*/ 368618 h 368617"/>
                <a:gd name="connsiteX8" fmla="*/ 137160 w 343852"/>
                <a:gd name="connsiteY8" fmla="*/ 0 h 368617"/>
                <a:gd name="connsiteX9" fmla="*/ 116205 w 343852"/>
                <a:gd name="connsiteY9" fmla="*/ 231458 h 368617"/>
                <a:gd name="connsiteX10" fmla="*/ 223838 w 343852"/>
                <a:gd name="connsiteY10" fmla="*/ 231458 h 368617"/>
                <a:gd name="connsiteX11" fmla="*/ 170497 w 343852"/>
                <a:gd name="connsiteY11" fmla="*/ 75247 h 368617"/>
                <a:gd name="connsiteX12" fmla="*/ 169545 w 343852"/>
                <a:gd name="connsiteY12" fmla="*/ 75247 h 368617"/>
                <a:gd name="connsiteX13" fmla="*/ 116205 w 343852"/>
                <a:gd name="connsiteY13" fmla="*/ 231458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43852" h="368617">
                  <a:moveTo>
                    <a:pt x="137160" y="0"/>
                  </a:moveTo>
                  <a:lnTo>
                    <a:pt x="206693" y="0"/>
                  </a:lnTo>
                  <a:lnTo>
                    <a:pt x="343853" y="368618"/>
                  </a:lnTo>
                  <a:lnTo>
                    <a:pt x="272415" y="368618"/>
                  </a:lnTo>
                  <a:lnTo>
                    <a:pt x="245745" y="290512"/>
                  </a:lnTo>
                  <a:lnTo>
                    <a:pt x="96203" y="290512"/>
                  </a:lnTo>
                  <a:lnTo>
                    <a:pt x="69533" y="368618"/>
                  </a:lnTo>
                  <a:lnTo>
                    <a:pt x="0" y="368618"/>
                  </a:lnTo>
                  <a:lnTo>
                    <a:pt x="137160" y="0"/>
                  </a:lnTo>
                  <a:close/>
                  <a:moveTo>
                    <a:pt x="116205" y="231458"/>
                  </a:moveTo>
                  <a:lnTo>
                    <a:pt x="223838" y="231458"/>
                  </a:lnTo>
                  <a:lnTo>
                    <a:pt x="170497" y="75247"/>
                  </a:lnTo>
                  <a:lnTo>
                    <a:pt x="169545" y="75247"/>
                  </a:lnTo>
                  <a:lnTo>
                    <a:pt x="116205" y="231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2" name="Freihandform: Form 161">
              <a:extLst>
                <a:ext uri="{FF2B5EF4-FFF2-40B4-BE49-F238E27FC236}">
                  <a16:creationId xmlns:a16="http://schemas.microsoft.com/office/drawing/2014/main" id="{CC342AEC-6092-465A-AF0C-445D72382700}"/>
                </a:ext>
              </a:extLst>
            </p:cNvPr>
            <p:cNvSpPr/>
            <p:nvPr/>
          </p:nvSpPr>
          <p:spPr>
            <a:xfrm>
              <a:off x="4812029" y="2525076"/>
              <a:ext cx="61912" cy="389572"/>
            </a:xfrm>
            <a:custGeom>
              <a:avLst/>
              <a:gdLst>
                <a:gd name="connsiteX0" fmla="*/ 61913 w 61912"/>
                <a:gd name="connsiteY0" fmla="*/ 389573 h 389572"/>
                <a:gd name="connsiteX1" fmla="*/ 0 w 61912"/>
                <a:gd name="connsiteY1" fmla="*/ 389573 h 389572"/>
                <a:gd name="connsiteX2" fmla="*/ 0 w 61912"/>
                <a:gd name="connsiteY2" fmla="*/ 14288 h 389572"/>
                <a:gd name="connsiteX3" fmla="*/ 61913 w 61912"/>
                <a:gd name="connsiteY3" fmla="*/ 0 h 389572"/>
                <a:gd name="connsiteX4" fmla="*/ 61913 w 61912"/>
                <a:gd name="connsiteY4" fmla="*/ 389573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912" h="389572">
                  <a:moveTo>
                    <a:pt x="61913" y="389573"/>
                  </a:moveTo>
                  <a:lnTo>
                    <a:pt x="0" y="389573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95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3" name="Freihandform: Form 162">
              <a:extLst>
                <a:ext uri="{FF2B5EF4-FFF2-40B4-BE49-F238E27FC236}">
                  <a16:creationId xmlns:a16="http://schemas.microsoft.com/office/drawing/2014/main" id="{9EDFEEFE-C724-49DC-AE55-7A6CECC836C8}"/>
                </a:ext>
              </a:extLst>
            </p:cNvPr>
            <p:cNvSpPr/>
            <p:nvPr/>
          </p:nvSpPr>
          <p:spPr>
            <a:xfrm>
              <a:off x="4941569" y="2641281"/>
              <a:ext cx="242887" cy="279082"/>
            </a:xfrm>
            <a:custGeom>
              <a:avLst/>
              <a:gdLst>
                <a:gd name="connsiteX0" fmla="*/ 132398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3818 w 242887"/>
                <a:gd name="connsiteY5" fmla="*/ 160972 h 279082"/>
                <a:gd name="connsiteX6" fmla="*/ 133350 w 242887"/>
                <a:gd name="connsiteY6" fmla="*/ 225743 h 279082"/>
                <a:gd name="connsiteX7" fmla="*/ 199073 w 242887"/>
                <a:gd name="connsiteY7" fmla="*/ 194310 h 279082"/>
                <a:gd name="connsiteX8" fmla="*/ 238125 w 242887"/>
                <a:gd name="connsiteY8" fmla="*/ 235268 h 279082"/>
                <a:gd name="connsiteX9" fmla="*/ 132398 w 242887"/>
                <a:gd name="connsiteY9" fmla="*/ 279083 h 279082"/>
                <a:gd name="connsiteX10" fmla="*/ 61913 w 242887"/>
                <a:gd name="connsiteY10" fmla="*/ 115253 h 279082"/>
                <a:gd name="connsiteX11" fmla="*/ 182880 w 242887"/>
                <a:gd name="connsiteY11" fmla="*/ 115253 h 279082"/>
                <a:gd name="connsiteX12" fmla="*/ 123825 w 242887"/>
                <a:gd name="connsiteY12" fmla="*/ 50482 h 279082"/>
                <a:gd name="connsiteX13" fmla="*/ 61913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3818" y="160972"/>
                  </a:lnTo>
                  <a:cubicBezTo>
                    <a:pt x="70485" y="201930"/>
                    <a:pt x="95250" y="225743"/>
                    <a:pt x="133350" y="225743"/>
                  </a:cubicBezTo>
                  <a:cubicBezTo>
                    <a:pt x="158115" y="225743"/>
                    <a:pt x="178118" y="216218"/>
                    <a:pt x="199073" y="194310"/>
                  </a:cubicBezTo>
                  <a:lnTo>
                    <a:pt x="238125" y="235268"/>
                  </a:lnTo>
                  <a:cubicBezTo>
                    <a:pt x="206693" y="264795"/>
                    <a:pt x="172403" y="279083"/>
                    <a:pt x="132398" y="279083"/>
                  </a:cubicBezTo>
                  <a:close/>
                  <a:moveTo>
                    <a:pt x="61913" y="115253"/>
                  </a:moveTo>
                  <a:lnTo>
                    <a:pt x="182880" y="115253"/>
                  </a:lnTo>
                  <a:cubicBezTo>
                    <a:pt x="180023" y="74295"/>
                    <a:pt x="159068" y="50482"/>
                    <a:pt x="123825" y="50482"/>
                  </a:cubicBezTo>
                  <a:cubicBezTo>
                    <a:pt x="89535" y="50482"/>
                    <a:pt x="67628" y="74295"/>
                    <a:pt x="61913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4" name="Freihandform: Form 163">
              <a:extLst>
                <a:ext uri="{FF2B5EF4-FFF2-40B4-BE49-F238E27FC236}">
                  <a16:creationId xmlns:a16="http://schemas.microsoft.com/office/drawing/2014/main" id="{2D40B74F-6838-4A8C-B1AE-BAA26E839892}"/>
                </a:ext>
              </a:extLst>
            </p:cNvPr>
            <p:cNvSpPr/>
            <p:nvPr/>
          </p:nvSpPr>
          <p:spPr>
            <a:xfrm>
              <a:off x="5217794" y="2647949"/>
              <a:ext cx="255270" cy="266700"/>
            </a:xfrm>
            <a:custGeom>
              <a:avLst/>
              <a:gdLst>
                <a:gd name="connsiteX0" fmla="*/ 255270 w 255270"/>
                <a:gd name="connsiteY0" fmla="*/ 266700 h 266700"/>
                <a:gd name="connsiteX1" fmla="*/ 183833 w 255270"/>
                <a:gd name="connsiteY1" fmla="*/ 266700 h 266700"/>
                <a:gd name="connsiteX2" fmla="*/ 126683 w 255270"/>
                <a:gd name="connsiteY2" fmla="*/ 174308 h 266700"/>
                <a:gd name="connsiteX3" fmla="*/ 125730 w 255270"/>
                <a:gd name="connsiteY3" fmla="*/ 174308 h 266700"/>
                <a:gd name="connsiteX4" fmla="*/ 70485 w 255270"/>
                <a:gd name="connsiteY4" fmla="*/ 266700 h 266700"/>
                <a:gd name="connsiteX5" fmla="*/ 0 w 255270"/>
                <a:gd name="connsiteY5" fmla="*/ 266700 h 266700"/>
                <a:gd name="connsiteX6" fmla="*/ 91440 w 255270"/>
                <a:gd name="connsiteY6" fmla="*/ 128588 h 266700"/>
                <a:gd name="connsiteX7" fmla="*/ 6668 w 255270"/>
                <a:gd name="connsiteY7" fmla="*/ 0 h 266700"/>
                <a:gd name="connsiteX8" fmla="*/ 77153 w 255270"/>
                <a:gd name="connsiteY8" fmla="*/ 0 h 266700"/>
                <a:gd name="connsiteX9" fmla="*/ 127635 w 255270"/>
                <a:gd name="connsiteY9" fmla="*/ 81915 h 266700"/>
                <a:gd name="connsiteX10" fmla="*/ 128588 w 255270"/>
                <a:gd name="connsiteY10" fmla="*/ 81915 h 266700"/>
                <a:gd name="connsiteX11" fmla="*/ 178118 w 255270"/>
                <a:gd name="connsiteY11" fmla="*/ 0 h 266700"/>
                <a:gd name="connsiteX12" fmla="*/ 247650 w 255270"/>
                <a:gd name="connsiteY12" fmla="*/ 0 h 266700"/>
                <a:gd name="connsiteX13" fmla="*/ 163830 w 255270"/>
                <a:gd name="connsiteY13" fmla="*/ 127635 h 266700"/>
                <a:gd name="connsiteX14" fmla="*/ 255270 w 255270"/>
                <a:gd name="connsiteY14" fmla="*/ 26670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55270" h="266700">
                  <a:moveTo>
                    <a:pt x="255270" y="266700"/>
                  </a:moveTo>
                  <a:lnTo>
                    <a:pt x="183833" y="266700"/>
                  </a:lnTo>
                  <a:lnTo>
                    <a:pt x="126683" y="174308"/>
                  </a:lnTo>
                  <a:lnTo>
                    <a:pt x="125730" y="174308"/>
                  </a:lnTo>
                  <a:lnTo>
                    <a:pt x="70485" y="266700"/>
                  </a:lnTo>
                  <a:lnTo>
                    <a:pt x="0" y="266700"/>
                  </a:lnTo>
                  <a:lnTo>
                    <a:pt x="91440" y="128588"/>
                  </a:lnTo>
                  <a:lnTo>
                    <a:pt x="6668" y="0"/>
                  </a:lnTo>
                  <a:lnTo>
                    <a:pt x="77153" y="0"/>
                  </a:lnTo>
                  <a:lnTo>
                    <a:pt x="127635" y="81915"/>
                  </a:lnTo>
                  <a:lnTo>
                    <a:pt x="128588" y="81915"/>
                  </a:lnTo>
                  <a:lnTo>
                    <a:pt x="178118" y="0"/>
                  </a:lnTo>
                  <a:lnTo>
                    <a:pt x="247650" y="0"/>
                  </a:lnTo>
                  <a:lnTo>
                    <a:pt x="163830" y="127635"/>
                  </a:lnTo>
                  <a:lnTo>
                    <a:pt x="255270" y="26670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6" name="Freihandform: Form 165">
              <a:extLst>
                <a:ext uri="{FF2B5EF4-FFF2-40B4-BE49-F238E27FC236}">
                  <a16:creationId xmlns:a16="http://schemas.microsoft.com/office/drawing/2014/main" id="{6EFE6BDB-32E1-45FD-9979-18D01839B431}"/>
                </a:ext>
              </a:extLst>
            </p:cNvPr>
            <p:cNvSpPr/>
            <p:nvPr/>
          </p:nvSpPr>
          <p:spPr>
            <a:xfrm>
              <a:off x="5506402" y="2641281"/>
              <a:ext cx="225742" cy="279082"/>
            </a:xfrm>
            <a:custGeom>
              <a:avLst/>
              <a:gdLst>
                <a:gd name="connsiteX0" fmla="*/ 114300 w 225742"/>
                <a:gd name="connsiteY0" fmla="*/ 107632 h 279082"/>
                <a:gd name="connsiteX1" fmla="*/ 164782 w 225742"/>
                <a:gd name="connsiteY1" fmla="*/ 113347 h 279082"/>
                <a:gd name="connsiteX2" fmla="*/ 164782 w 225742"/>
                <a:gd name="connsiteY2" fmla="*/ 103822 h 279082"/>
                <a:gd name="connsiteX3" fmla="*/ 105728 w 225742"/>
                <a:gd name="connsiteY3" fmla="*/ 52388 h 279082"/>
                <a:gd name="connsiteX4" fmla="*/ 38100 w 225742"/>
                <a:gd name="connsiteY4" fmla="*/ 67628 h 279082"/>
                <a:gd name="connsiteX5" fmla="*/ 24765 w 225742"/>
                <a:gd name="connsiteY5" fmla="*/ 15240 h 279082"/>
                <a:gd name="connsiteX6" fmla="*/ 112395 w 225742"/>
                <a:gd name="connsiteY6" fmla="*/ 0 h 279082"/>
                <a:gd name="connsiteX7" fmla="*/ 225742 w 225742"/>
                <a:gd name="connsiteY7" fmla="*/ 102870 h 279082"/>
                <a:gd name="connsiteX8" fmla="*/ 225742 w 225742"/>
                <a:gd name="connsiteY8" fmla="*/ 273368 h 279082"/>
                <a:gd name="connsiteX9" fmla="*/ 166688 w 225742"/>
                <a:gd name="connsiteY9" fmla="*/ 273368 h 279082"/>
                <a:gd name="connsiteX10" fmla="*/ 166688 w 225742"/>
                <a:gd name="connsiteY10" fmla="*/ 244793 h 279082"/>
                <a:gd name="connsiteX11" fmla="*/ 165735 w 225742"/>
                <a:gd name="connsiteY11" fmla="*/ 244793 h 279082"/>
                <a:gd name="connsiteX12" fmla="*/ 87630 w 225742"/>
                <a:gd name="connsiteY12" fmla="*/ 279083 h 279082"/>
                <a:gd name="connsiteX13" fmla="*/ 0 w 225742"/>
                <a:gd name="connsiteY13" fmla="*/ 194310 h 279082"/>
                <a:gd name="connsiteX14" fmla="*/ 114300 w 225742"/>
                <a:gd name="connsiteY14" fmla="*/ 107632 h 279082"/>
                <a:gd name="connsiteX15" fmla="*/ 103822 w 225742"/>
                <a:gd name="connsiteY15" fmla="*/ 232410 h 279082"/>
                <a:gd name="connsiteX16" fmla="*/ 164782 w 225742"/>
                <a:gd name="connsiteY16" fmla="*/ 200025 h 279082"/>
                <a:gd name="connsiteX17" fmla="*/ 164782 w 225742"/>
                <a:gd name="connsiteY17" fmla="*/ 154305 h 279082"/>
                <a:gd name="connsiteX18" fmla="*/ 120967 w 225742"/>
                <a:gd name="connsiteY18" fmla="*/ 149543 h 279082"/>
                <a:gd name="connsiteX19" fmla="*/ 59055 w 225742"/>
                <a:gd name="connsiteY19" fmla="*/ 193358 h 279082"/>
                <a:gd name="connsiteX20" fmla="*/ 103822 w 225742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5742" h="279082">
                  <a:moveTo>
                    <a:pt x="114300" y="107632"/>
                  </a:moveTo>
                  <a:cubicBezTo>
                    <a:pt x="131445" y="107632"/>
                    <a:pt x="147638" y="108585"/>
                    <a:pt x="164782" y="113347"/>
                  </a:cubicBezTo>
                  <a:lnTo>
                    <a:pt x="164782" y="103822"/>
                  </a:lnTo>
                  <a:cubicBezTo>
                    <a:pt x="164782" y="69532"/>
                    <a:pt x="144780" y="52388"/>
                    <a:pt x="105728" y="52388"/>
                  </a:cubicBezTo>
                  <a:cubicBezTo>
                    <a:pt x="83820" y="52388"/>
                    <a:pt x="60007" y="57150"/>
                    <a:pt x="38100" y="67628"/>
                  </a:cubicBezTo>
                  <a:lnTo>
                    <a:pt x="24765" y="15240"/>
                  </a:lnTo>
                  <a:cubicBezTo>
                    <a:pt x="49530" y="5715"/>
                    <a:pt x="81915" y="0"/>
                    <a:pt x="112395" y="0"/>
                  </a:cubicBezTo>
                  <a:cubicBezTo>
                    <a:pt x="187642" y="0"/>
                    <a:pt x="225742" y="35243"/>
                    <a:pt x="225742" y="102870"/>
                  </a:cubicBezTo>
                  <a:lnTo>
                    <a:pt x="225742" y="273368"/>
                  </a:lnTo>
                  <a:lnTo>
                    <a:pt x="166688" y="273368"/>
                  </a:lnTo>
                  <a:lnTo>
                    <a:pt x="166688" y="244793"/>
                  </a:lnTo>
                  <a:lnTo>
                    <a:pt x="165735" y="244793"/>
                  </a:lnTo>
                  <a:cubicBezTo>
                    <a:pt x="142875" y="268605"/>
                    <a:pt x="119063" y="279083"/>
                    <a:pt x="87630" y="279083"/>
                  </a:cubicBezTo>
                  <a:cubicBezTo>
                    <a:pt x="34290" y="279083"/>
                    <a:pt x="0" y="245745"/>
                    <a:pt x="0" y="194310"/>
                  </a:cubicBezTo>
                  <a:cubicBezTo>
                    <a:pt x="0" y="138113"/>
                    <a:pt x="40005" y="107632"/>
                    <a:pt x="114300" y="107632"/>
                  </a:cubicBezTo>
                  <a:close/>
                  <a:moveTo>
                    <a:pt x="103822" y="232410"/>
                  </a:moveTo>
                  <a:cubicBezTo>
                    <a:pt x="126682" y="232410"/>
                    <a:pt x="147638" y="220980"/>
                    <a:pt x="164782" y="200025"/>
                  </a:cubicBezTo>
                  <a:lnTo>
                    <a:pt x="164782" y="154305"/>
                  </a:lnTo>
                  <a:cubicBezTo>
                    <a:pt x="150495" y="150495"/>
                    <a:pt x="135255" y="149543"/>
                    <a:pt x="120967" y="149543"/>
                  </a:cubicBezTo>
                  <a:cubicBezTo>
                    <a:pt x="81915" y="149543"/>
                    <a:pt x="59055" y="164783"/>
                    <a:pt x="59055" y="193358"/>
                  </a:cubicBezTo>
                  <a:cubicBezTo>
                    <a:pt x="59055" y="217170"/>
                    <a:pt x="76200" y="232410"/>
                    <a:pt x="103822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7" name="Freihandform: Form 166">
              <a:extLst>
                <a:ext uri="{FF2B5EF4-FFF2-40B4-BE49-F238E27FC236}">
                  <a16:creationId xmlns:a16="http://schemas.microsoft.com/office/drawing/2014/main" id="{5C94FABB-C1B7-47AC-B5FA-ED08372AD0B7}"/>
                </a:ext>
              </a:extLst>
            </p:cNvPr>
            <p:cNvSpPr/>
            <p:nvPr/>
          </p:nvSpPr>
          <p:spPr>
            <a:xfrm>
              <a:off x="5812154" y="2642234"/>
              <a:ext cx="228600" cy="273367"/>
            </a:xfrm>
            <a:custGeom>
              <a:avLst/>
              <a:gdLst>
                <a:gd name="connsiteX0" fmla="*/ 228600 w 228600"/>
                <a:gd name="connsiteY0" fmla="*/ 272415 h 273367"/>
                <a:gd name="connsiteX1" fmla="*/ 166688 w 228600"/>
                <a:gd name="connsiteY1" fmla="*/ 272415 h 273367"/>
                <a:gd name="connsiteX2" fmla="*/ 166688 w 228600"/>
                <a:gd name="connsiteY2" fmla="*/ 120015 h 273367"/>
                <a:gd name="connsiteX3" fmla="*/ 117157 w 228600"/>
                <a:gd name="connsiteY3" fmla="*/ 55245 h 273367"/>
                <a:gd name="connsiteX4" fmla="*/ 61913 w 228600"/>
                <a:gd name="connsiteY4" fmla="*/ 120015 h 273367"/>
                <a:gd name="connsiteX5" fmla="*/ 61913 w 228600"/>
                <a:gd name="connsiteY5" fmla="*/ 273367 h 273367"/>
                <a:gd name="connsiteX6" fmla="*/ 0 w 228600"/>
                <a:gd name="connsiteY6" fmla="*/ 273367 h 273367"/>
                <a:gd name="connsiteX7" fmla="*/ 0 w 228600"/>
                <a:gd name="connsiteY7" fmla="*/ 6667 h 273367"/>
                <a:gd name="connsiteX8" fmla="*/ 61913 w 228600"/>
                <a:gd name="connsiteY8" fmla="*/ 6667 h 273367"/>
                <a:gd name="connsiteX9" fmla="*/ 61913 w 228600"/>
                <a:gd name="connsiteY9" fmla="*/ 39052 h 273367"/>
                <a:gd name="connsiteX10" fmla="*/ 62865 w 228600"/>
                <a:gd name="connsiteY10" fmla="*/ 39052 h 273367"/>
                <a:gd name="connsiteX11" fmla="*/ 140970 w 228600"/>
                <a:gd name="connsiteY11" fmla="*/ 0 h 273367"/>
                <a:gd name="connsiteX12" fmla="*/ 228600 w 228600"/>
                <a:gd name="connsiteY12" fmla="*/ 107632 h 273367"/>
                <a:gd name="connsiteX13" fmla="*/ 228600 w 228600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7" y="55245"/>
                    <a:pt x="117157" y="55245"/>
                  </a:cubicBezTo>
                  <a:cubicBezTo>
                    <a:pt x="73342" y="55245"/>
                    <a:pt x="61913" y="90488"/>
                    <a:pt x="61913" y="120015"/>
                  </a:cubicBezTo>
                  <a:lnTo>
                    <a:pt x="61913" y="273367"/>
                  </a:lnTo>
                  <a:lnTo>
                    <a:pt x="0" y="273367"/>
                  </a:lnTo>
                  <a:lnTo>
                    <a:pt x="0" y="6667"/>
                  </a:lnTo>
                  <a:lnTo>
                    <a:pt x="61913" y="6667"/>
                  </a:lnTo>
                  <a:lnTo>
                    <a:pt x="61913" y="39052"/>
                  </a:lnTo>
                  <a:lnTo>
                    <a:pt x="62865" y="39052"/>
                  </a:lnTo>
                  <a:cubicBezTo>
                    <a:pt x="79057" y="15240"/>
                    <a:pt x="106680" y="0"/>
                    <a:pt x="140970" y="0"/>
                  </a:cubicBezTo>
                  <a:cubicBezTo>
                    <a:pt x="201930" y="0"/>
                    <a:pt x="228600" y="44767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9" name="Freihandform: Form 168">
              <a:extLst>
                <a:ext uri="{FF2B5EF4-FFF2-40B4-BE49-F238E27FC236}">
                  <a16:creationId xmlns:a16="http://schemas.microsoft.com/office/drawing/2014/main" id="{1FF9302D-5100-41CD-9A94-BB9A327F043F}"/>
                </a:ext>
              </a:extLst>
            </p:cNvPr>
            <p:cNvSpPr/>
            <p:nvPr/>
          </p:nvSpPr>
          <p:spPr>
            <a:xfrm>
              <a:off x="6106477" y="2524124"/>
              <a:ext cx="248602" cy="396239"/>
            </a:xfrm>
            <a:custGeom>
              <a:avLst/>
              <a:gdLst>
                <a:gd name="connsiteX0" fmla="*/ 0 w 248602"/>
                <a:gd name="connsiteY0" fmla="*/ 256223 h 396239"/>
                <a:gd name="connsiteX1" fmla="*/ 108585 w 248602"/>
                <a:gd name="connsiteY1" fmla="*/ 117157 h 396239"/>
                <a:gd name="connsiteX2" fmla="*/ 185738 w 248602"/>
                <a:gd name="connsiteY2" fmla="*/ 153352 h 396239"/>
                <a:gd name="connsiteX3" fmla="*/ 186690 w 248602"/>
                <a:gd name="connsiteY3" fmla="*/ 153352 h 396239"/>
                <a:gd name="connsiteX4" fmla="*/ 186690 w 248602"/>
                <a:gd name="connsiteY4" fmla="*/ 16193 h 396239"/>
                <a:gd name="connsiteX5" fmla="*/ 248603 w 248602"/>
                <a:gd name="connsiteY5" fmla="*/ 0 h 396239"/>
                <a:gd name="connsiteX6" fmla="*/ 248603 w 248602"/>
                <a:gd name="connsiteY6" fmla="*/ 389573 h 396239"/>
                <a:gd name="connsiteX7" fmla="*/ 187642 w 248602"/>
                <a:gd name="connsiteY7" fmla="*/ 389573 h 396239"/>
                <a:gd name="connsiteX8" fmla="*/ 187642 w 248602"/>
                <a:gd name="connsiteY8" fmla="*/ 358140 h 396239"/>
                <a:gd name="connsiteX9" fmla="*/ 186690 w 248602"/>
                <a:gd name="connsiteY9" fmla="*/ 358140 h 396239"/>
                <a:gd name="connsiteX10" fmla="*/ 106680 w 248602"/>
                <a:gd name="connsiteY10" fmla="*/ 396240 h 396239"/>
                <a:gd name="connsiteX11" fmla="*/ 0 w 248602"/>
                <a:gd name="connsiteY11" fmla="*/ 256223 h 396239"/>
                <a:gd name="connsiteX12" fmla="*/ 61913 w 248602"/>
                <a:gd name="connsiteY12" fmla="*/ 256223 h 396239"/>
                <a:gd name="connsiteX13" fmla="*/ 123825 w 248602"/>
                <a:gd name="connsiteY13" fmla="*/ 341948 h 396239"/>
                <a:gd name="connsiteX14" fmla="*/ 187642 w 248602"/>
                <a:gd name="connsiteY14" fmla="*/ 306705 h 396239"/>
                <a:gd name="connsiteX15" fmla="*/ 187642 w 248602"/>
                <a:gd name="connsiteY15" fmla="*/ 208598 h 396239"/>
                <a:gd name="connsiteX16" fmla="*/ 123825 w 248602"/>
                <a:gd name="connsiteY16" fmla="*/ 173355 h 396239"/>
                <a:gd name="connsiteX17" fmla="*/ 61913 w 248602"/>
                <a:gd name="connsiteY17" fmla="*/ 256223 h 39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8602" h="396239">
                  <a:moveTo>
                    <a:pt x="0" y="256223"/>
                  </a:moveTo>
                  <a:cubicBezTo>
                    <a:pt x="0" y="170498"/>
                    <a:pt x="43815" y="117157"/>
                    <a:pt x="108585" y="117157"/>
                  </a:cubicBezTo>
                  <a:cubicBezTo>
                    <a:pt x="141922" y="117157"/>
                    <a:pt x="168592" y="131445"/>
                    <a:pt x="185738" y="153352"/>
                  </a:cubicBezTo>
                  <a:lnTo>
                    <a:pt x="186690" y="153352"/>
                  </a:lnTo>
                  <a:lnTo>
                    <a:pt x="186690" y="16193"/>
                  </a:lnTo>
                  <a:lnTo>
                    <a:pt x="248603" y="0"/>
                  </a:lnTo>
                  <a:lnTo>
                    <a:pt x="248603" y="389573"/>
                  </a:lnTo>
                  <a:lnTo>
                    <a:pt x="187642" y="389573"/>
                  </a:lnTo>
                  <a:lnTo>
                    <a:pt x="187642" y="358140"/>
                  </a:lnTo>
                  <a:lnTo>
                    <a:pt x="186690" y="358140"/>
                  </a:lnTo>
                  <a:cubicBezTo>
                    <a:pt x="167640" y="381953"/>
                    <a:pt x="140017" y="396240"/>
                    <a:pt x="106680" y="396240"/>
                  </a:cubicBezTo>
                  <a:cubicBezTo>
                    <a:pt x="43815" y="396240"/>
                    <a:pt x="0" y="341948"/>
                    <a:pt x="0" y="256223"/>
                  </a:cubicBezTo>
                  <a:close/>
                  <a:moveTo>
                    <a:pt x="61913" y="256223"/>
                  </a:moveTo>
                  <a:cubicBezTo>
                    <a:pt x="61913" y="310515"/>
                    <a:pt x="84772" y="341948"/>
                    <a:pt x="123825" y="341948"/>
                  </a:cubicBezTo>
                  <a:cubicBezTo>
                    <a:pt x="147638" y="341948"/>
                    <a:pt x="167640" y="330517"/>
                    <a:pt x="187642" y="306705"/>
                  </a:cubicBezTo>
                  <a:lnTo>
                    <a:pt x="187642" y="208598"/>
                  </a:lnTo>
                  <a:cubicBezTo>
                    <a:pt x="169545" y="184785"/>
                    <a:pt x="149542" y="173355"/>
                    <a:pt x="123825" y="173355"/>
                  </a:cubicBezTo>
                  <a:cubicBezTo>
                    <a:pt x="83820" y="173355"/>
                    <a:pt x="61913" y="202883"/>
                    <a:pt x="61913" y="25622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0" name="Freihandform: Form 169">
              <a:extLst>
                <a:ext uri="{FF2B5EF4-FFF2-40B4-BE49-F238E27FC236}">
                  <a16:creationId xmlns:a16="http://schemas.microsoft.com/office/drawing/2014/main" id="{A61693B6-769C-484A-AF3B-52D595710058}"/>
                </a:ext>
              </a:extLst>
            </p:cNvPr>
            <p:cNvSpPr/>
            <p:nvPr/>
          </p:nvSpPr>
          <p:spPr>
            <a:xfrm>
              <a:off x="6423659" y="2641281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1913 w 242887"/>
                <a:gd name="connsiteY10" fmla="*/ 115253 h 279082"/>
                <a:gd name="connsiteX11" fmla="*/ 182880 w 242887"/>
                <a:gd name="connsiteY11" fmla="*/ 115253 h 279082"/>
                <a:gd name="connsiteX12" fmla="*/ 123825 w 242887"/>
                <a:gd name="connsiteY12" fmla="*/ 50482 h 279082"/>
                <a:gd name="connsiteX13" fmla="*/ 61913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3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3" y="264795"/>
                    <a:pt x="172403" y="279083"/>
                    <a:pt x="132397" y="279083"/>
                  </a:cubicBezTo>
                  <a:close/>
                  <a:moveTo>
                    <a:pt x="61913" y="115253"/>
                  </a:moveTo>
                  <a:lnTo>
                    <a:pt x="182880" y="115253"/>
                  </a:lnTo>
                  <a:cubicBezTo>
                    <a:pt x="180022" y="74295"/>
                    <a:pt x="159068" y="50482"/>
                    <a:pt x="123825" y="50482"/>
                  </a:cubicBezTo>
                  <a:cubicBezTo>
                    <a:pt x="89535" y="50482"/>
                    <a:pt x="67628" y="74295"/>
                    <a:pt x="61913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1" name="Freihandform: Form 170">
              <a:extLst>
                <a:ext uri="{FF2B5EF4-FFF2-40B4-BE49-F238E27FC236}">
                  <a16:creationId xmlns:a16="http://schemas.microsoft.com/office/drawing/2014/main" id="{00650D62-B6A8-41BD-A957-E488D5B8C256}"/>
                </a:ext>
              </a:extLst>
            </p:cNvPr>
            <p:cNvSpPr/>
            <p:nvPr/>
          </p:nvSpPr>
          <p:spPr>
            <a:xfrm>
              <a:off x="6737031" y="2641039"/>
              <a:ext cx="160019" cy="272657"/>
            </a:xfrm>
            <a:custGeom>
              <a:avLst/>
              <a:gdLst>
                <a:gd name="connsiteX0" fmla="*/ 160020 w 160019"/>
                <a:gd name="connsiteY0" fmla="*/ 5005 h 272657"/>
                <a:gd name="connsiteX1" fmla="*/ 150495 w 160019"/>
                <a:gd name="connsiteY1" fmla="*/ 68823 h 272657"/>
                <a:gd name="connsiteX2" fmla="*/ 116205 w 160019"/>
                <a:gd name="connsiteY2" fmla="*/ 60250 h 272657"/>
                <a:gd name="connsiteX3" fmla="*/ 61913 w 160019"/>
                <a:gd name="connsiteY3" fmla="*/ 135498 h 272657"/>
                <a:gd name="connsiteX4" fmla="*/ 61913 w 160019"/>
                <a:gd name="connsiteY4" fmla="*/ 272658 h 272657"/>
                <a:gd name="connsiteX5" fmla="*/ 0 w 160019"/>
                <a:gd name="connsiteY5" fmla="*/ 272658 h 272657"/>
                <a:gd name="connsiteX6" fmla="*/ 0 w 160019"/>
                <a:gd name="connsiteY6" fmla="*/ 5958 h 272657"/>
                <a:gd name="connsiteX7" fmla="*/ 60960 w 160019"/>
                <a:gd name="connsiteY7" fmla="*/ 5958 h 272657"/>
                <a:gd name="connsiteX8" fmla="*/ 60960 w 160019"/>
                <a:gd name="connsiteY8" fmla="*/ 40248 h 272657"/>
                <a:gd name="connsiteX9" fmla="*/ 61913 w 160019"/>
                <a:gd name="connsiteY9" fmla="*/ 40248 h 272657"/>
                <a:gd name="connsiteX10" fmla="*/ 131445 w 160019"/>
                <a:gd name="connsiteY10" fmla="*/ 243 h 272657"/>
                <a:gd name="connsiteX11" fmla="*/ 160020 w 160019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19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39065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2" name="Freihandform: Form 171">
              <a:extLst>
                <a:ext uri="{FF2B5EF4-FFF2-40B4-BE49-F238E27FC236}">
                  <a16:creationId xmlns:a16="http://schemas.microsoft.com/office/drawing/2014/main" id="{83D60748-9F3D-48CB-B7CE-1BC2FFB4FD82}"/>
                </a:ext>
              </a:extLst>
            </p:cNvPr>
            <p:cNvSpPr/>
            <p:nvPr/>
          </p:nvSpPr>
          <p:spPr>
            <a:xfrm>
              <a:off x="6936104" y="2721291"/>
              <a:ext cx="130492" cy="59055"/>
            </a:xfrm>
            <a:custGeom>
              <a:avLst/>
              <a:gdLst>
                <a:gd name="connsiteX0" fmla="*/ 130493 w 130492"/>
                <a:gd name="connsiteY0" fmla="*/ 59055 h 59055"/>
                <a:gd name="connsiteX1" fmla="*/ 0 w 130492"/>
                <a:gd name="connsiteY1" fmla="*/ 59055 h 59055"/>
                <a:gd name="connsiteX2" fmla="*/ 0 w 130492"/>
                <a:gd name="connsiteY2" fmla="*/ 0 h 59055"/>
                <a:gd name="connsiteX3" fmla="*/ 130493 w 130492"/>
                <a:gd name="connsiteY3" fmla="*/ 0 h 59055"/>
                <a:gd name="connsiteX4" fmla="*/ 130493 w 130492"/>
                <a:gd name="connsiteY4" fmla="*/ 59055 h 59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492" h="59055">
                  <a:moveTo>
                    <a:pt x="130493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3" y="0"/>
                  </a:lnTo>
                  <a:lnTo>
                    <a:pt x="130493" y="5905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3" name="Freihandform: Form 172">
              <a:extLst>
                <a:ext uri="{FF2B5EF4-FFF2-40B4-BE49-F238E27FC236}">
                  <a16:creationId xmlns:a16="http://schemas.microsoft.com/office/drawing/2014/main" id="{41A547D1-B041-4771-A00B-E50A5006049F}"/>
                </a:ext>
              </a:extLst>
            </p:cNvPr>
            <p:cNvSpPr/>
            <p:nvPr/>
          </p:nvSpPr>
          <p:spPr>
            <a:xfrm>
              <a:off x="7145654" y="2545079"/>
              <a:ext cx="288607" cy="375284"/>
            </a:xfrm>
            <a:custGeom>
              <a:avLst/>
              <a:gdLst>
                <a:gd name="connsiteX0" fmla="*/ 288607 w 288607"/>
                <a:gd name="connsiteY0" fmla="*/ 222885 h 375284"/>
                <a:gd name="connsiteX1" fmla="*/ 143827 w 288607"/>
                <a:gd name="connsiteY1" fmla="*/ 375285 h 375284"/>
                <a:gd name="connsiteX2" fmla="*/ 0 w 288607"/>
                <a:gd name="connsiteY2" fmla="*/ 222885 h 375284"/>
                <a:gd name="connsiteX3" fmla="*/ 0 w 288607"/>
                <a:gd name="connsiteY3" fmla="*/ 0 h 375284"/>
                <a:gd name="connsiteX4" fmla="*/ 66675 w 288607"/>
                <a:gd name="connsiteY4" fmla="*/ 0 h 375284"/>
                <a:gd name="connsiteX5" fmla="*/ 66675 w 288607"/>
                <a:gd name="connsiteY5" fmla="*/ 219075 h 375284"/>
                <a:gd name="connsiteX6" fmla="*/ 144780 w 288607"/>
                <a:gd name="connsiteY6" fmla="*/ 312420 h 375284"/>
                <a:gd name="connsiteX7" fmla="*/ 220980 w 288607"/>
                <a:gd name="connsiteY7" fmla="*/ 219075 h 375284"/>
                <a:gd name="connsiteX8" fmla="*/ 220980 w 288607"/>
                <a:gd name="connsiteY8" fmla="*/ 0 h 375284"/>
                <a:gd name="connsiteX9" fmla="*/ 287655 w 288607"/>
                <a:gd name="connsiteY9" fmla="*/ 0 h 375284"/>
                <a:gd name="connsiteX10" fmla="*/ 287655 w 288607"/>
                <a:gd name="connsiteY10" fmla="*/ 222885 h 375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88607" h="375284">
                  <a:moveTo>
                    <a:pt x="288607" y="222885"/>
                  </a:moveTo>
                  <a:cubicBezTo>
                    <a:pt x="288607" y="311468"/>
                    <a:pt x="242888" y="375285"/>
                    <a:pt x="143827" y="375285"/>
                  </a:cubicBezTo>
                  <a:cubicBezTo>
                    <a:pt x="45720" y="375285"/>
                    <a:pt x="0" y="312420"/>
                    <a:pt x="0" y="222885"/>
                  </a:cubicBezTo>
                  <a:lnTo>
                    <a:pt x="0" y="0"/>
                  </a:lnTo>
                  <a:lnTo>
                    <a:pt x="66675" y="0"/>
                  </a:lnTo>
                  <a:lnTo>
                    <a:pt x="66675" y="219075"/>
                  </a:lnTo>
                  <a:cubicBezTo>
                    <a:pt x="66675" y="274320"/>
                    <a:pt x="90488" y="312420"/>
                    <a:pt x="144780" y="312420"/>
                  </a:cubicBezTo>
                  <a:cubicBezTo>
                    <a:pt x="199072" y="312420"/>
                    <a:pt x="220980" y="275272"/>
                    <a:pt x="220980" y="219075"/>
                  </a:cubicBezTo>
                  <a:lnTo>
                    <a:pt x="220980" y="0"/>
                  </a:lnTo>
                  <a:lnTo>
                    <a:pt x="287655" y="0"/>
                  </a:lnTo>
                  <a:lnTo>
                    <a:pt x="287655" y="22288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4" name="Freihandform: Form 173">
              <a:extLst>
                <a:ext uri="{FF2B5EF4-FFF2-40B4-BE49-F238E27FC236}">
                  <a16:creationId xmlns:a16="http://schemas.microsoft.com/office/drawing/2014/main" id="{B477AD55-72FE-4E4A-92CF-09386353BBA2}"/>
                </a:ext>
              </a:extLst>
            </p:cNvPr>
            <p:cNvSpPr/>
            <p:nvPr/>
          </p:nvSpPr>
          <p:spPr>
            <a:xfrm>
              <a:off x="7517129" y="2642234"/>
              <a:ext cx="228600" cy="273367"/>
            </a:xfrm>
            <a:custGeom>
              <a:avLst/>
              <a:gdLst>
                <a:gd name="connsiteX0" fmla="*/ 228600 w 228600"/>
                <a:gd name="connsiteY0" fmla="*/ 272415 h 273367"/>
                <a:gd name="connsiteX1" fmla="*/ 166688 w 228600"/>
                <a:gd name="connsiteY1" fmla="*/ 272415 h 273367"/>
                <a:gd name="connsiteX2" fmla="*/ 166688 w 228600"/>
                <a:gd name="connsiteY2" fmla="*/ 120015 h 273367"/>
                <a:gd name="connsiteX3" fmla="*/ 117157 w 228600"/>
                <a:gd name="connsiteY3" fmla="*/ 55245 h 273367"/>
                <a:gd name="connsiteX4" fmla="*/ 61913 w 228600"/>
                <a:gd name="connsiteY4" fmla="*/ 120015 h 273367"/>
                <a:gd name="connsiteX5" fmla="*/ 61913 w 228600"/>
                <a:gd name="connsiteY5" fmla="*/ 273367 h 273367"/>
                <a:gd name="connsiteX6" fmla="*/ 0 w 228600"/>
                <a:gd name="connsiteY6" fmla="*/ 273367 h 273367"/>
                <a:gd name="connsiteX7" fmla="*/ 0 w 228600"/>
                <a:gd name="connsiteY7" fmla="*/ 6667 h 273367"/>
                <a:gd name="connsiteX8" fmla="*/ 61913 w 228600"/>
                <a:gd name="connsiteY8" fmla="*/ 6667 h 273367"/>
                <a:gd name="connsiteX9" fmla="*/ 61913 w 228600"/>
                <a:gd name="connsiteY9" fmla="*/ 39052 h 273367"/>
                <a:gd name="connsiteX10" fmla="*/ 62865 w 228600"/>
                <a:gd name="connsiteY10" fmla="*/ 39052 h 273367"/>
                <a:gd name="connsiteX11" fmla="*/ 140970 w 228600"/>
                <a:gd name="connsiteY11" fmla="*/ 0 h 273367"/>
                <a:gd name="connsiteX12" fmla="*/ 228600 w 228600"/>
                <a:gd name="connsiteY12" fmla="*/ 107632 h 273367"/>
                <a:gd name="connsiteX13" fmla="*/ 228600 w 228600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7" y="55245"/>
                    <a:pt x="117157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7"/>
                  </a:lnTo>
                  <a:lnTo>
                    <a:pt x="0" y="273367"/>
                  </a:lnTo>
                  <a:lnTo>
                    <a:pt x="0" y="6667"/>
                  </a:lnTo>
                  <a:lnTo>
                    <a:pt x="61913" y="6667"/>
                  </a:lnTo>
                  <a:lnTo>
                    <a:pt x="61913" y="39052"/>
                  </a:lnTo>
                  <a:lnTo>
                    <a:pt x="62865" y="39052"/>
                  </a:lnTo>
                  <a:cubicBezTo>
                    <a:pt x="79057" y="15240"/>
                    <a:pt x="106680" y="0"/>
                    <a:pt x="140970" y="0"/>
                  </a:cubicBezTo>
                  <a:cubicBezTo>
                    <a:pt x="201930" y="0"/>
                    <a:pt x="228600" y="44767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5" name="Freihandform: Form 174">
              <a:extLst>
                <a:ext uri="{FF2B5EF4-FFF2-40B4-BE49-F238E27FC236}">
                  <a16:creationId xmlns:a16="http://schemas.microsoft.com/office/drawing/2014/main" id="{E024DD0A-0FBB-4B47-ABC6-6E54E8031F66}"/>
                </a:ext>
              </a:extLst>
            </p:cNvPr>
            <p:cNvSpPr/>
            <p:nvPr/>
          </p:nvSpPr>
          <p:spPr>
            <a:xfrm>
              <a:off x="7816214" y="2528887"/>
              <a:ext cx="79057" cy="385762"/>
            </a:xfrm>
            <a:custGeom>
              <a:avLst/>
              <a:gdLst>
                <a:gd name="connsiteX0" fmla="*/ 79058 w 79057"/>
                <a:gd name="connsiteY0" fmla="*/ 38100 h 385762"/>
                <a:gd name="connsiteX1" fmla="*/ 39053 w 79057"/>
                <a:gd name="connsiteY1" fmla="*/ 76200 h 385762"/>
                <a:gd name="connsiteX2" fmla="*/ 0 w 79057"/>
                <a:gd name="connsiteY2" fmla="*/ 38100 h 385762"/>
                <a:gd name="connsiteX3" fmla="*/ 39053 w 79057"/>
                <a:gd name="connsiteY3" fmla="*/ 0 h 385762"/>
                <a:gd name="connsiteX4" fmla="*/ 79058 w 79057"/>
                <a:gd name="connsiteY4" fmla="*/ 38100 h 385762"/>
                <a:gd name="connsiteX5" fmla="*/ 70485 w 79057"/>
                <a:gd name="connsiteY5" fmla="*/ 385763 h 385762"/>
                <a:gd name="connsiteX6" fmla="*/ 8573 w 79057"/>
                <a:gd name="connsiteY6" fmla="*/ 385763 h 385762"/>
                <a:gd name="connsiteX7" fmla="*/ 8573 w 79057"/>
                <a:gd name="connsiteY7" fmla="*/ 119063 h 385762"/>
                <a:gd name="connsiteX8" fmla="*/ 70485 w 79057"/>
                <a:gd name="connsiteY8" fmla="*/ 119063 h 385762"/>
                <a:gd name="connsiteX9" fmla="*/ 70485 w 79057"/>
                <a:gd name="connsiteY9" fmla="*/ 385763 h 385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5762">
                  <a:moveTo>
                    <a:pt x="79058" y="38100"/>
                  </a:moveTo>
                  <a:cubicBezTo>
                    <a:pt x="79058" y="60007"/>
                    <a:pt x="60960" y="76200"/>
                    <a:pt x="39053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3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5763"/>
                  </a:moveTo>
                  <a:lnTo>
                    <a:pt x="8573" y="385763"/>
                  </a:lnTo>
                  <a:lnTo>
                    <a:pt x="8573" y="119063"/>
                  </a:lnTo>
                  <a:lnTo>
                    <a:pt x="70485" y="119063"/>
                  </a:lnTo>
                  <a:lnTo>
                    <a:pt x="70485" y="38576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6" name="Freihandform: Form 175">
              <a:extLst>
                <a:ext uri="{FF2B5EF4-FFF2-40B4-BE49-F238E27FC236}">
                  <a16:creationId xmlns:a16="http://schemas.microsoft.com/office/drawing/2014/main" id="{55F1AD1F-64BF-48B4-9755-282432ADFACC}"/>
                </a:ext>
              </a:extLst>
            </p:cNvPr>
            <p:cNvSpPr/>
            <p:nvPr/>
          </p:nvSpPr>
          <p:spPr>
            <a:xfrm>
              <a:off x="7940039" y="2647949"/>
              <a:ext cx="259080" cy="266700"/>
            </a:xfrm>
            <a:custGeom>
              <a:avLst/>
              <a:gdLst>
                <a:gd name="connsiteX0" fmla="*/ 259080 w 259080"/>
                <a:gd name="connsiteY0" fmla="*/ 0 h 266700"/>
                <a:gd name="connsiteX1" fmla="*/ 161925 w 259080"/>
                <a:gd name="connsiteY1" fmla="*/ 266700 h 266700"/>
                <a:gd name="connsiteX2" fmla="*/ 97155 w 259080"/>
                <a:gd name="connsiteY2" fmla="*/ 266700 h 266700"/>
                <a:gd name="connsiteX3" fmla="*/ 0 w 259080"/>
                <a:gd name="connsiteY3" fmla="*/ 0 h 266700"/>
                <a:gd name="connsiteX4" fmla="*/ 68580 w 259080"/>
                <a:gd name="connsiteY4" fmla="*/ 0 h 266700"/>
                <a:gd name="connsiteX5" fmla="*/ 129540 w 259080"/>
                <a:gd name="connsiteY5" fmla="*/ 193358 h 266700"/>
                <a:gd name="connsiteX6" fmla="*/ 130493 w 259080"/>
                <a:gd name="connsiteY6" fmla="*/ 193358 h 266700"/>
                <a:gd name="connsiteX7" fmla="*/ 191453 w 259080"/>
                <a:gd name="connsiteY7" fmla="*/ 0 h 266700"/>
                <a:gd name="connsiteX8" fmla="*/ 259080 w 259080"/>
                <a:gd name="connsiteY8" fmla="*/ 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59080" h="266700">
                  <a:moveTo>
                    <a:pt x="259080" y="0"/>
                  </a:moveTo>
                  <a:lnTo>
                    <a:pt x="161925" y="266700"/>
                  </a:lnTo>
                  <a:lnTo>
                    <a:pt x="97155" y="266700"/>
                  </a:lnTo>
                  <a:lnTo>
                    <a:pt x="0" y="0"/>
                  </a:lnTo>
                  <a:lnTo>
                    <a:pt x="68580" y="0"/>
                  </a:lnTo>
                  <a:lnTo>
                    <a:pt x="129540" y="193358"/>
                  </a:lnTo>
                  <a:lnTo>
                    <a:pt x="130493" y="193358"/>
                  </a:lnTo>
                  <a:lnTo>
                    <a:pt x="191453" y="0"/>
                  </a:lnTo>
                  <a:lnTo>
                    <a:pt x="25908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7" name="Freihandform: Form 176">
              <a:extLst>
                <a:ext uri="{FF2B5EF4-FFF2-40B4-BE49-F238E27FC236}">
                  <a16:creationId xmlns:a16="http://schemas.microsoft.com/office/drawing/2014/main" id="{FDB4DDC7-6C61-4939-92CA-01D3FB477652}"/>
                </a:ext>
              </a:extLst>
            </p:cNvPr>
            <p:cNvSpPr/>
            <p:nvPr/>
          </p:nvSpPr>
          <p:spPr>
            <a:xfrm>
              <a:off x="8227694" y="2641281"/>
              <a:ext cx="242887" cy="279082"/>
            </a:xfrm>
            <a:custGeom>
              <a:avLst/>
              <a:gdLst>
                <a:gd name="connsiteX0" fmla="*/ 132398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3818 w 242887"/>
                <a:gd name="connsiteY5" fmla="*/ 160972 h 279082"/>
                <a:gd name="connsiteX6" fmla="*/ 133350 w 242887"/>
                <a:gd name="connsiteY6" fmla="*/ 225743 h 279082"/>
                <a:gd name="connsiteX7" fmla="*/ 199073 w 242887"/>
                <a:gd name="connsiteY7" fmla="*/ 194310 h 279082"/>
                <a:gd name="connsiteX8" fmla="*/ 238125 w 242887"/>
                <a:gd name="connsiteY8" fmla="*/ 235268 h 279082"/>
                <a:gd name="connsiteX9" fmla="*/ 132398 w 242887"/>
                <a:gd name="connsiteY9" fmla="*/ 279083 h 279082"/>
                <a:gd name="connsiteX10" fmla="*/ 61913 w 242887"/>
                <a:gd name="connsiteY10" fmla="*/ 115253 h 279082"/>
                <a:gd name="connsiteX11" fmla="*/ 182880 w 242887"/>
                <a:gd name="connsiteY11" fmla="*/ 115253 h 279082"/>
                <a:gd name="connsiteX12" fmla="*/ 123825 w 242887"/>
                <a:gd name="connsiteY12" fmla="*/ 50482 h 279082"/>
                <a:gd name="connsiteX13" fmla="*/ 61913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3818" y="160972"/>
                  </a:lnTo>
                  <a:cubicBezTo>
                    <a:pt x="70485" y="201930"/>
                    <a:pt x="95250" y="225743"/>
                    <a:pt x="133350" y="225743"/>
                  </a:cubicBezTo>
                  <a:cubicBezTo>
                    <a:pt x="158115" y="225743"/>
                    <a:pt x="178118" y="216218"/>
                    <a:pt x="199073" y="194310"/>
                  </a:cubicBezTo>
                  <a:lnTo>
                    <a:pt x="238125" y="235268"/>
                  </a:lnTo>
                  <a:cubicBezTo>
                    <a:pt x="206693" y="264795"/>
                    <a:pt x="172403" y="279083"/>
                    <a:pt x="132398" y="279083"/>
                  </a:cubicBezTo>
                  <a:close/>
                  <a:moveTo>
                    <a:pt x="61913" y="115253"/>
                  </a:moveTo>
                  <a:lnTo>
                    <a:pt x="182880" y="115253"/>
                  </a:lnTo>
                  <a:cubicBezTo>
                    <a:pt x="180023" y="74295"/>
                    <a:pt x="159068" y="50482"/>
                    <a:pt x="123825" y="50482"/>
                  </a:cubicBezTo>
                  <a:cubicBezTo>
                    <a:pt x="89535" y="50482"/>
                    <a:pt x="67628" y="74295"/>
                    <a:pt x="61913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8" name="Freihandform: Form 177">
              <a:extLst>
                <a:ext uri="{FF2B5EF4-FFF2-40B4-BE49-F238E27FC236}">
                  <a16:creationId xmlns:a16="http://schemas.microsoft.com/office/drawing/2014/main" id="{60736FBD-FA52-4AE9-8827-E3DF4E4F7CF5}"/>
                </a:ext>
              </a:extLst>
            </p:cNvPr>
            <p:cNvSpPr/>
            <p:nvPr/>
          </p:nvSpPr>
          <p:spPr>
            <a:xfrm>
              <a:off x="8539162" y="2641039"/>
              <a:ext cx="161925" cy="272657"/>
            </a:xfrm>
            <a:custGeom>
              <a:avLst/>
              <a:gdLst>
                <a:gd name="connsiteX0" fmla="*/ 161925 w 161925"/>
                <a:gd name="connsiteY0" fmla="*/ 5005 h 272657"/>
                <a:gd name="connsiteX1" fmla="*/ 152400 w 161925"/>
                <a:gd name="connsiteY1" fmla="*/ 68823 h 272657"/>
                <a:gd name="connsiteX2" fmla="*/ 118110 w 161925"/>
                <a:gd name="connsiteY2" fmla="*/ 60250 h 272657"/>
                <a:gd name="connsiteX3" fmla="*/ 63818 w 161925"/>
                <a:gd name="connsiteY3" fmla="*/ 135498 h 272657"/>
                <a:gd name="connsiteX4" fmla="*/ 63818 w 161925"/>
                <a:gd name="connsiteY4" fmla="*/ 272658 h 272657"/>
                <a:gd name="connsiteX5" fmla="*/ 0 w 161925"/>
                <a:gd name="connsiteY5" fmla="*/ 272658 h 272657"/>
                <a:gd name="connsiteX6" fmla="*/ 0 w 161925"/>
                <a:gd name="connsiteY6" fmla="*/ 5958 h 272657"/>
                <a:gd name="connsiteX7" fmla="*/ 60960 w 161925"/>
                <a:gd name="connsiteY7" fmla="*/ 5958 h 272657"/>
                <a:gd name="connsiteX8" fmla="*/ 60960 w 161925"/>
                <a:gd name="connsiteY8" fmla="*/ 40248 h 272657"/>
                <a:gd name="connsiteX9" fmla="*/ 61913 w 161925"/>
                <a:gd name="connsiteY9" fmla="*/ 40248 h 272657"/>
                <a:gd name="connsiteX10" fmla="*/ 131445 w 161925"/>
                <a:gd name="connsiteY10" fmla="*/ 243 h 272657"/>
                <a:gd name="connsiteX11" fmla="*/ 161925 w 161925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925" h="272657">
                  <a:moveTo>
                    <a:pt x="161925" y="5005"/>
                  </a:moveTo>
                  <a:lnTo>
                    <a:pt x="152400" y="68823"/>
                  </a:lnTo>
                  <a:cubicBezTo>
                    <a:pt x="142875" y="64060"/>
                    <a:pt x="131445" y="60250"/>
                    <a:pt x="118110" y="60250"/>
                  </a:cubicBezTo>
                  <a:cubicBezTo>
                    <a:pt x="75248" y="60250"/>
                    <a:pt x="63818" y="94540"/>
                    <a:pt x="63818" y="135498"/>
                  </a:cubicBezTo>
                  <a:lnTo>
                    <a:pt x="63818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970" y="-710"/>
                    <a:pt x="152400" y="1195"/>
                    <a:pt x="161925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9" name="Freihandform: Form 178">
              <a:extLst>
                <a:ext uri="{FF2B5EF4-FFF2-40B4-BE49-F238E27FC236}">
                  <a16:creationId xmlns:a16="http://schemas.microsoft.com/office/drawing/2014/main" id="{07BCB843-3BB9-46FF-B90F-800B2292D37A}"/>
                </a:ext>
              </a:extLst>
            </p:cNvPr>
            <p:cNvSpPr/>
            <p:nvPr/>
          </p:nvSpPr>
          <p:spPr>
            <a:xfrm>
              <a:off x="8729662" y="2640329"/>
              <a:ext cx="205739" cy="280034"/>
            </a:xfrm>
            <a:custGeom>
              <a:avLst/>
              <a:gdLst>
                <a:gd name="connsiteX0" fmla="*/ 29527 w 205739"/>
                <a:gd name="connsiteY0" fmla="*/ 198120 h 280034"/>
                <a:gd name="connsiteX1" fmla="*/ 104775 w 205739"/>
                <a:gd name="connsiteY1" fmla="*/ 227647 h 280034"/>
                <a:gd name="connsiteX2" fmla="*/ 143827 w 205739"/>
                <a:gd name="connsiteY2" fmla="*/ 200978 h 280034"/>
                <a:gd name="connsiteX3" fmla="*/ 10477 w 205739"/>
                <a:gd name="connsiteY3" fmla="*/ 82868 h 280034"/>
                <a:gd name="connsiteX4" fmla="*/ 111443 w 205739"/>
                <a:gd name="connsiteY4" fmla="*/ 0 h 280034"/>
                <a:gd name="connsiteX5" fmla="*/ 203835 w 205739"/>
                <a:gd name="connsiteY5" fmla="*/ 27622 h 280034"/>
                <a:gd name="connsiteX6" fmla="*/ 174307 w 205739"/>
                <a:gd name="connsiteY6" fmla="*/ 76200 h 280034"/>
                <a:gd name="connsiteX7" fmla="*/ 110490 w 205739"/>
                <a:gd name="connsiteY7" fmla="*/ 52387 h 280034"/>
                <a:gd name="connsiteX8" fmla="*/ 72390 w 205739"/>
                <a:gd name="connsiteY8" fmla="*/ 77153 h 280034"/>
                <a:gd name="connsiteX9" fmla="*/ 205740 w 205739"/>
                <a:gd name="connsiteY9" fmla="*/ 195262 h 280034"/>
                <a:gd name="connsiteX10" fmla="*/ 102870 w 205739"/>
                <a:gd name="connsiteY10" fmla="*/ 280035 h 280034"/>
                <a:gd name="connsiteX11" fmla="*/ 0 w 205739"/>
                <a:gd name="connsiteY11" fmla="*/ 247650 h 280034"/>
                <a:gd name="connsiteX12" fmla="*/ 29527 w 205739"/>
                <a:gd name="connsiteY12" fmla="*/ 198120 h 280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39" h="280034">
                  <a:moveTo>
                    <a:pt x="29527" y="198120"/>
                  </a:moveTo>
                  <a:cubicBezTo>
                    <a:pt x="56198" y="218122"/>
                    <a:pt x="80963" y="227647"/>
                    <a:pt x="104775" y="227647"/>
                  </a:cubicBezTo>
                  <a:cubicBezTo>
                    <a:pt x="127635" y="227647"/>
                    <a:pt x="143827" y="217170"/>
                    <a:pt x="143827" y="200978"/>
                  </a:cubicBezTo>
                  <a:cubicBezTo>
                    <a:pt x="143827" y="155258"/>
                    <a:pt x="10477" y="171450"/>
                    <a:pt x="10477" y="82868"/>
                  </a:cubicBezTo>
                  <a:cubicBezTo>
                    <a:pt x="10477" y="33338"/>
                    <a:pt x="51435" y="0"/>
                    <a:pt x="111443" y="0"/>
                  </a:cubicBezTo>
                  <a:cubicBezTo>
                    <a:pt x="143827" y="0"/>
                    <a:pt x="175260" y="9525"/>
                    <a:pt x="203835" y="27622"/>
                  </a:cubicBezTo>
                  <a:lnTo>
                    <a:pt x="174307" y="76200"/>
                  </a:lnTo>
                  <a:cubicBezTo>
                    <a:pt x="151448" y="60007"/>
                    <a:pt x="130493" y="52387"/>
                    <a:pt x="110490" y="52387"/>
                  </a:cubicBezTo>
                  <a:cubicBezTo>
                    <a:pt x="87630" y="52387"/>
                    <a:pt x="72390" y="61912"/>
                    <a:pt x="72390" y="77153"/>
                  </a:cubicBezTo>
                  <a:cubicBezTo>
                    <a:pt x="72390" y="120968"/>
                    <a:pt x="205740" y="105728"/>
                    <a:pt x="205740" y="195262"/>
                  </a:cubicBezTo>
                  <a:cubicBezTo>
                    <a:pt x="205740" y="245745"/>
                    <a:pt x="164782" y="280035"/>
                    <a:pt x="102870" y="280035"/>
                  </a:cubicBezTo>
                  <a:cubicBezTo>
                    <a:pt x="67627" y="280035"/>
                    <a:pt x="31432" y="268605"/>
                    <a:pt x="0" y="247650"/>
                  </a:cubicBezTo>
                  <a:lnTo>
                    <a:pt x="29527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0" name="Freihandform: Form 179">
              <a:extLst>
                <a:ext uri="{FF2B5EF4-FFF2-40B4-BE49-F238E27FC236}">
                  <a16:creationId xmlns:a16="http://schemas.microsoft.com/office/drawing/2014/main" id="{C7782F49-F363-4B9F-91EA-64E42DC9C684}"/>
                </a:ext>
              </a:extLst>
            </p:cNvPr>
            <p:cNvSpPr/>
            <p:nvPr/>
          </p:nvSpPr>
          <p:spPr>
            <a:xfrm>
              <a:off x="8993504" y="2528887"/>
              <a:ext cx="79057" cy="385762"/>
            </a:xfrm>
            <a:custGeom>
              <a:avLst/>
              <a:gdLst>
                <a:gd name="connsiteX0" fmla="*/ 79057 w 79057"/>
                <a:gd name="connsiteY0" fmla="*/ 38100 h 385762"/>
                <a:gd name="connsiteX1" fmla="*/ 39052 w 79057"/>
                <a:gd name="connsiteY1" fmla="*/ 76200 h 385762"/>
                <a:gd name="connsiteX2" fmla="*/ 0 w 79057"/>
                <a:gd name="connsiteY2" fmla="*/ 38100 h 385762"/>
                <a:gd name="connsiteX3" fmla="*/ 39052 w 79057"/>
                <a:gd name="connsiteY3" fmla="*/ 0 h 385762"/>
                <a:gd name="connsiteX4" fmla="*/ 79057 w 79057"/>
                <a:gd name="connsiteY4" fmla="*/ 38100 h 385762"/>
                <a:gd name="connsiteX5" fmla="*/ 70485 w 79057"/>
                <a:gd name="connsiteY5" fmla="*/ 385763 h 385762"/>
                <a:gd name="connsiteX6" fmla="*/ 8572 w 79057"/>
                <a:gd name="connsiteY6" fmla="*/ 385763 h 385762"/>
                <a:gd name="connsiteX7" fmla="*/ 8572 w 79057"/>
                <a:gd name="connsiteY7" fmla="*/ 119063 h 385762"/>
                <a:gd name="connsiteX8" fmla="*/ 70485 w 79057"/>
                <a:gd name="connsiteY8" fmla="*/ 119063 h 385762"/>
                <a:gd name="connsiteX9" fmla="*/ 70485 w 79057"/>
                <a:gd name="connsiteY9" fmla="*/ 385763 h 385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5762">
                  <a:moveTo>
                    <a:pt x="79057" y="38100"/>
                  </a:moveTo>
                  <a:cubicBezTo>
                    <a:pt x="79057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7" y="0"/>
                    <a:pt x="39052" y="0"/>
                  </a:cubicBezTo>
                  <a:cubicBezTo>
                    <a:pt x="60960" y="0"/>
                    <a:pt x="79057" y="16193"/>
                    <a:pt x="79057" y="38100"/>
                  </a:cubicBezTo>
                  <a:close/>
                  <a:moveTo>
                    <a:pt x="70485" y="385763"/>
                  </a:moveTo>
                  <a:lnTo>
                    <a:pt x="8572" y="385763"/>
                  </a:lnTo>
                  <a:lnTo>
                    <a:pt x="8572" y="119063"/>
                  </a:lnTo>
                  <a:lnTo>
                    <a:pt x="70485" y="119063"/>
                  </a:lnTo>
                  <a:lnTo>
                    <a:pt x="70485" y="38576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1" name="Freihandform: Form 180">
              <a:extLst>
                <a:ext uri="{FF2B5EF4-FFF2-40B4-BE49-F238E27FC236}">
                  <a16:creationId xmlns:a16="http://schemas.microsoft.com/office/drawing/2014/main" id="{8C8522A1-4FCD-4897-8EE8-FD8178D4BBE6}"/>
                </a:ext>
              </a:extLst>
            </p:cNvPr>
            <p:cNvSpPr/>
            <p:nvPr/>
          </p:nvSpPr>
          <p:spPr>
            <a:xfrm>
              <a:off x="9117329" y="2562224"/>
              <a:ext cx="165734" cy="358139"/>
            </a:xfrm>
            <a:custGeom>
              <a:avLst/>
              <a:gdLst>
                <a:gd name="connsiteX0" fmla="*/ 165735 w 165734"/>
                <a:gd name="connsiteY0" fmla="*/ 295275 h 358139"/>
                <a:gd name="connsiteX1" fmla="*/ 165735 w 165734"/>
                <a:gd name="connsiteY1" fmla="*/ 348615 h 358139"/>
                <a:gd name="connsiteX2" fmla="*/ 113347 w 165734"/>
                <a:gd name="connsiteY2" fmla="*/ 358140 h 358139"/>
                <a:gd name="connsiteX3" fmla="*/ 40957 w 165734"/>
                <a:gd name="connsiteY3" fmla="*/ 282892 h 358139"/>
                <a:gd name="connsiteX4" fmla="*/ 40957 w 165734"/>
                <a:gd name="connsiteY4" fmla="*/ 137160 h 358139"/>
                <a:gd name="connsiteX5" fmla="*/ 0 w 165734"/>
                <a:gd name="connsiteY5" fmla="*/ 137160 h 358139"/>
                <a:gd name="connsiteX6" fmla="*/ 0 w 165734"/>
                <a:gd name="connsiteY6" fmla="*/ 85725 h 358139"/>
                <a:gd name="connsiteX7" fmla="*/ 40005 w 165734"/>
                <a:gd name="connsiteY7" fmla="*/ 85725 h 358139"/>
                <a:gd name="connsiteX8" fmla="*/ 40005 w 165734"/>
                <a:gd name="connsiteY8" fmla="*/ 13335 h 358139"/>
                <a:gd name="connsiteX9" fmla="*/ 101918 w 165734"/>
                <a:gd name="connsiteY9" fmla="*/ 0 h 358139"/>
                <a:gd name="connsiteX10" fmla="*/ 101918 w 165734"/>
                <a:gd name="connsiteY10" fmla="*/ 86677 h 358139"/>
                <a:gd name="connsiteX11" fmla="*/ 165735 w 165734"/>
                <a:gd name="connsiteY11" fmla="*/ 86677 h 358139"/>
                <a:gd name="connsiteX12" fmla="*/ 165735 w 165734"/>
                <a:gd name="connsiteY12" fmla="*/ 138113 h 358139"/>
                <a:gd name="connsiteX13" fmla="*/ 101918 w 165734"/>
                <a:gd name="connsiteY13" fmla="*/ 138113 h 358139"/>
                <a:gd name="connsiteX14" fmla="*/ 101918 w 165734"/>
                <a:gd name="connsiteY14" fmla="*/ 269558 h 358139"/>
                <a:gd name="connsiteX15" fmla="*/ 130493 w 165734"/>
                <a:gd name="connsiteY15" fmla="*/ 304800 h 358139"/>
                <a:gd name="connsiteX16" fmla="*/ 165735 w 165734"/>
                <a:gd name="connsiteY16" fmla="*/ 295275 h 358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39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3"/>
                    <a:pt x="110490" y="304800"/>
                    <a:pt x="130493" y="304800"/>
                  </a:cubicBezTo>
                  <a:cubicBezTo>
                    <a:pt x="142875" y="303848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2" name="Freihandform: Form 181">
              <a:extLst>
                <a:ext uri="{FF2B5EF4-FFF2-40B4-BE49-F238E27FC236}">
                  <a16:creationId xmlns:a16="http://schemas.microsoft.com/office/drawing/2014/main" id="{2271EE6F-F879-402E-AB11-5499794221EB}"/>
                </a:ext>
              </a:extLst>
            </p:cNvPr>
            <p:cNvSpPr/>
            <p:nvPr/>
          </p:nvSpPr>
          <p:spPr>
            <a:xfrm>
              <a:off x="9331642" y="2533649"/>
              <a:ext cx="225742" cy="386714"/>
            </a:xfrm>
            <a:custGeom>
              <a:avLst/>
              <a:gdLst>
                <a:gd name="connsiteX0" fmla="*/ 114300 w 225742"/>
                <a:gd name="connsiteY0" fmla="*/ 215265 h 386714"/>
                <a:gd name="connsiteX1" fmla="*/ 164782 w 225742"/>
                <a:gd name="connsiteY1" fmla="*/ 220980 h 386714"/>
                <a:gd name="connsiteX2" fmla="*/ 164782 w 225742"/>
                <a:gd name="connsiteY2" fmla="*/ 211455 h 386714"/>
                <a:gd name="connsiteX3" fmla="*/ 105727 w 225742"/>
                <a:gd name="connsiteY3" fmla="*/ 160020 h 386714"/>
                <a:gd name="connsiteX4" fmla="*/ 38100 w 225742"/>
                <a:gd name="connsiteY4" fmla="*/ 175260 h 386714"/>
                <a:gd name="connsiteX5" fmla="*/ 24765 w 225742"/>
                <a:gd name="connsiteY5" fmla="*/ 122873 h 386714"/>
                <a:gd name="connsiteX6" fmla="*/ 112395 w 225742"/>
                <a:gd name="connsiteY6" fmla="*/ 107632 h 386714"/>
                <a:gd name="connsiteX7" fmla="*/ 225743 w 225742"/>
                <a:gd name="connsiteY7" fmla="*/ 210502 h 386714"/>
                <a:gd name="connsiteX8" fmla="*/ 225743 w 225742"/>
                <a:gd name="connsiteY8" fmla="*/ 381000 h 386714"/>
                <a:gd name="connsiteX9" fmla="*/ 166688 w 225742"/>
                <a:gd name="connsiteY9" fmla="*/ 381000 h 386714"/>
                <a:gd name="connsiteX10" fmla="*/ 166688 w 225742"/>
                <a:gd name="connsiteY10" fmla="*/ 352425 h 386714"/>
                <a:gd name="connsiteX11" fmla="*/ 165735 w 225742"/>
                <a:gd name="connsiteY11" fmla="*/ 352425 h 386714"/>
                <a:gd name="connsiteX12" fmla="*/ 87630 w 225742"/>
                <a:gd name="connsiteY12" fmla="*/ 386715 h 386714"/>
                <a:gd name="connsiteX13" fmla="*/ 0 w 225742"/>
                <a:gd name="connsiteY13" fmla="*/ 301942 h 386714"/>
                <a:gd name="connsiteX14" fmla="*/ 114300 w 225742"/>
                <a:gd name="connsiteY14" fmla="*/ 215265 h 386714"/>
                <a:gd name="connsiteX15" fmla="*/ 63818 w 225742"/>
                <a:gd name="connsiteY15" fmla="*/ 72390 h 386714"/>
                <a:gd name="connsiteX16" fmla="*/ 26670 w 225742"/>
                <a:gd name="connsiteY16" fmla="*/ 36195 h 386714"/>
                <a:gd name="connsiteX17" fmla="*/ 63818 w 225742"/>
                <a:gd name="connsiteY17" fmla="*/ 0 h 386714"/>
                <a:gd name="connsiteX18" fmla="*/ 100965 w 225742"/>
                <a:gd name="connsiteY18" fmla="*/ 36195 h 386714"/>
                <a:gd name="connsiteX19" fmla="*/ 63818 w 225742"/>
                <a:gd name="connsiteY19" fmla="*/ 72390 h 386714"/>
                <a:gd name="connsiteX20" fmla="*/ 104775 w 225742"/>
                <a:gd name="connsiteY20" fmla="*/ 340042 h 386714"/>
                <a:gd name="connsiteX21" fmla="*/ 165735 w 225742"/>
                <a:gd name="connsiteY21" fmla="*/ 307658 h 386714"/>
                <a:gd name="connsiteX22" fmla="*/ 165735 w 225742"/>
                <a:gd name="connsiteY22" fmla="*/ 261938 h 386714"/>
                <a:gd name="connsiteX23" fmla="*/ 121920 w 225742"/>
                <a:gd name="connsiteY23" fmla="*/ 257175 h 386714"/>
                <a:gd name="connsiteX24" fmla="*/ 60007 w 225742"/>
                <a:gd name="connsiteY24" fmla="*/ 300990 h 386714"/>
                <a:gd name="connsiteX25" fmla="*/ 104775 w 225742"/>
                <a:gd name="connsiteY25" fmla="*/ 340042 h 386714"/>
                <a:gd name="connsiteX26" fmla="*/ 173355 w 225742"/>
                <a:gd name="connsiteY26" fmla="*/ 72390 h 386714"/>
                <a:gd name="connsiteX27" fmla="*/ 136207 w 225742"/>
                <a:gd name="connsiteY27" fmla="*/ 36195 h 386714"/>
                <a:gd name="connsiteX28" fmla="*/ 173355 w 225742"/>
                <a:gd name="connsiteY28" fmla="*/ 0 h 386714"/>
                <a:gd name="connsiteX29" fmla="*/ 210502 w 225742"/>
                <a:gd name="connsiteY29" fmla="*/ 36195 h 386714"/>
                <a:gd name="connsiteX30" fmla="*/ 173355 w 225742"/>
                <a:gd name="connsiteY30" fmla="*/ 72390 h 386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25742" h="386714">
                  <a:moveTo>
                    <a:pt x="114300" y="215265"/>
                  </a:moveTo>
                  <a:cubicBezTo>
                    <a:pt x="131445" y="215265"/>
                    <a:pt x="147638" y="216217"/>
                    <a:pt x="164782" y="220980"/>
                  </a:cubicBezTo>
                  <a:lnTo>
                    <a:pt x="164782" y="211455"/>
                  </a:lnTo>
                  <a:cubicBezTo>
                    <a:pt x="164782" y="177165"/>
                    <a:pt x="144780" y="160020"/>
                    <a:pt x="105727" y="160020"/>
                  </a:cubicBezTo>
                  <a:cubicBezTo>
                    <a:pt x="83820" y="160020"/>
                    <a:pt x="60007" y="164783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2"/>
                    <a:pt x="112395" y="107632"/>
                  </a:cubicBezTo>
                  <a:cubicBezTo>
                    <a:pt x="187643" y="107632"/>
                    <a:pt x="225743" y="142875"/>
                    <a:pt x="225743" y="210502"/>
                  </a:cubicBezTo>
                  <a:lnTo>
                    <a:pt x="225743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8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8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8" y="72390"/>
                  </a:cubicBezTo>
                  <a:close/>
                  <a:moveTo>
                    <a:pt x="104775" y="340042"/>
                  </a:moveTo>
                  <a:cubicBezTo>
                    <a:pt x="127635" y="340042"/>
                    <a:pt x="148590" y="328613"/>
                    <a:pt x="165735" y="307658"/>
                  </a:cubicBezTo>
                  <a:lnTo>
                    <a:pt x="165735" y="261938"/>
                  </a:lnTo>
                  <a:cubicBezTo>
                    <a:pt x="151447" y="258127"/>
                    <a:pt x="136207" y="257175"/>
                    <a:pt x="121920" y="257175"/>
                  </a:cubicBezTo>
                  <a:cubicBezTo>
                    <a:pt x="82868" y="257175"/>
                    <a:pt x="60007" y="272415"/>
                    <a:pt x="60007" y="300990"/>
                  </a:cubicBezTo>
                  <a:cubicBezTo>
                    <a:pt x="60007" y="324803"/>
                    <a:pt x="77152" y="340042"/>
                    <a:pt x="104775" y="340042"/>
                  </a:cubicBezTo>
                  <a:close/>
                  <a:moveTo>
                    <a:pt x="173355" y="72390"/>
                  </a:moveTo>
                  <a:cubicBezTo>
                    <a:pt x="153352" y="72390"/>
                    <a:pt x="136207" y="55245"/>
                    <a:pt x="136207" y="36195"/>
                  </a:cubicBezTo>
                  <a:cubicBezTo>
                    <a:pt x="136207" y="17145"/>
                    <a:pt x="153352" y="0"/>
                    <a:pt x="173355" y="0"/>
                  </a:cubicBezTo>
                  <a:cubicBezTo>
                    <a:pt x="193357" y="0"/>
                    <a:pt x="210502" y="17145"/>
                    <a:pt x="210502" y="36195"/>
                  </a:cubicBezTo>
                  <a:cubicBezTo>
                    <a:pt x="210502" y="56198"/>
                    <a:pt x="192405" y="72390"/>
                    <a:pt x="173355" y="723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3" name="Freihandform: Form 182">
              <a:extLst>
                <a:ext uri="{FF2B5EF4-FFF2-40B4-BE49-F238E27FC236}">
                  <a16:creationId xmlns:a16="http://schemas.microsoft.com/office/drawing/2014/main" id="{8539204C-F873-49CD-BB1D-7FA2F432F701}"/>
                </a:ext>
              </a:extLst>
            </p:cNvPr>
            <p:cNvSpPr/>
            <p:nvPr/>
          </p:nvSpPr>
          <p:spPr>
            <a:xfrm>
              <a:off x="9605962" y="2562224"/>
              <a:ext cx="166687" cy="358139"/>
            </a:xfrm>
            <a:custGeom>
              <a:avLst/>
              <a:gdLst>
                <a:gd name="connsiteX0" fmla="*/ 166688 w 166687"/>
                <a:gd name="connsiteY0" fmla="*/ 295275 h 358139"/>
                <a:gd name="connsiteX1" fmla="*/ 166688 w 166687"/>
                <a:gd name="connsiteY1" fmla="*/ 348615 h 358139"/>
                <a:gd name="connsiteX2" fmla="*/ 114300 w 166687"/>
                <a:gd name="connsiteY2" fmla="*/ 358140 h 358139"/>
                <a:gd name="connsiteX3" fmla="*/ 41910 w 166687"/>
                <a:gd name="connsiteY3" fmla="*/ 282892 h 358139"/>
                <a:gd name="connsiteX4" fmla="*/ 41910 w 166687"/>
                <a:gd name="connsiteY4" fmla="*/ 137160 h 358139"/>
                <a:gd name="connsiteX5" fmla="*/ 0 w 166687"/>
                <a:gd name="connsiteY5" fmla="*/ 137160 h 358139"/>
                <a:gd name="connsiteX6" fmla="*/ 0 w 166687"/>
                <a:gd name="connsiteY6" fmla="*/ 85725 h 358139"/>
                <a:gd name="connsiteX7" fmla="*/ 40005 w 166687"/>
                <a:gd name="connsiteY7" fmla="*/ 85725 h 358139"/>
                <a:gd name="connsiteX8" fmla="*/ 40005 w 166687"/>
                <a:gd name="connsiteY8" fmla="*/ 13335 h 358139"/>
                <a:gd name="connsiteX9" fmla="*/ 101918 w 166687"/>
                <a:gd name="connsiteY9" fmla="*/ 0 h 358139"/>
                <a:gd name="connsiteX10" fmla="*/ 101918 w 166687"/>
                <a:gd name="connsiteY10" fmla="*/ 86677 h 358139"/>
                <a:gd name="connsiteX11" fmla="*/ 165735 w 166687"/>
                <a:gd name="connsiteY11" fmla="*/ 86677 h 358139"/>
                <a:gd name="connsiteX12" fmla="*/ 165735 w 166687"/>
                <a:gd name="connsiteY12" fmla="*/ 138113 h 358139"/>
                <a:gd name="connsiteX13" fmla="*/ 101918 w 166687"/>
                <a:gd name="connsiteY13" fmla="*/ 138113 h 358139"/>
                <a:gd name="connsiteX14" fmla="*/ 101918 w 166687"/>
                <a:gd name="connsiteY14" fmla="*/ 269558 h 358139"/>
                <a:gd name="connsiteX15" fmla="*/ 130493 w 166687"/>
                <a:gd name="connsiteY15" fmla="*/ 304800 h 358139"/>
                <a:gd name="connsiteX16" fmla="*/ 166688 w 166687"/>
                <a:gd name="connsiteY16" fmla="*/ 295275 h 358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6687" h="358139">
                  <a:moveTo>
                    <a:pt x="166688" y="295275"/>
                  </a:moveTo>
                  <a:lnTo>
                    <a:pt x="166688" y="348615"/>
                  </a:lnTo>
                  <a:cubicBezTo>
                    <a:pt x="153352" y="355283"/>
                    <a:pt x="132398" y="358140"/>
                    <a:pt x="114300" y="358140"/>
                  </a:cubicBezTo>
                  <a:cubicBezTo>
                    <a:pt x="67627" y="358140"/>
                    <a:pt x="41910" y="331470"/>
                    <a:pt x="41910" y="282892"/>
                  </a:cubicBezTo>
                  <a:lnTo>
                    <a:pt x="41910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3"/>
                    <a:pt x="110490" y="304800"/>
                    <a:pt x="130493" y="304800"/>
                  </a:cubicBezTo>
                  <a:cubicBezTo>
                    <a:pt x="143827" y="303848"/>
                    <a:pt x="156210" y="300038"/>
                    <a:pt x="166688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4" name="Freihandform: Form 183">
              <a:extLst>
                <a:ext uri="{FF2B5EF4-FFF2-40B4-BE49-F238E27FC236}">
                  <a16:creationId xmlns:a16="http://schemas.microsoft.com/office/drawing/2014/main" id="{791F0BE6-8EDF-47A0-8EF3-57702EEAABBE}"/>
                </a:ext>
              </a:extLst>
            </p:cNvPr>
            <p:cNvSpPr/>
            <p:nvPr/>
          </p:nvSpPr>
          <p:spPr>
            <a:xfrm>
              <a:off x="2090737" y="3122294"/>
              <a:ext cx="231457" cy="368617"/>
            </a:xfrm>
            <a:custGeom>
              <a:avLst/>
              <a:gdLst>
                <a:gd name="connsiteX0" fmla="*/ 231458 w 231457"/>
                <a:gd name="connsiteY0" fmla="*/ 60007 h 368617"/>
                <a:gd name="connsiteX1" fmla="*/ 65723 w 231457"/>
                <a:gd name="connsiteY1" fmla="*/ 60007 h 368617"/>
                <a:gd name="connsiteX2" fmla="*/ 65723 w 231457"/>
                <a:gd name="connsiteY2" fmla="*/ 151447 h 368617"/>
                <a:gd name="connsiteX3" fmla="*/ 189548 w 231457"/>
                <a:gd name="connsiteY3" fmla="*/ 151447 h 368617"/>
                <a:gd name="connsiteX4" fmla="*/ 189548 w 231457"/>
                <a:gd name="connsiteY4" fmla="*/ 211455 h 368617"/>
                <a:gd name="connsiteX5" fmla="*/ 65723 w 231457"/>
                <a:gd name="connsiteY5" fmla="*/ 211455 h 368617"/>
                <a:gd name="connsiteX6" fmla="*/ 65723 w 231457"/>
                <a:gd name="connsiteY6" fmla="*/ 368617 h 368617"/>
                <a:gd name="connsiteX7" fmla="*/ 0 w 231457"/>
                <a:gd name="connsiteY7" fmla="*/ 368617 h 368617"/>
                <a:gd name="connsiteX8" fmla="*/ 0 w 231457"/>
                <a:gd name="connsiteY8" fmla="*/ 0 h 368617"/>
                <a:gd name="connsiteX9" fmla="*/ 231458 w 231457"/>
                <a:gd name="connsiteY9" fmla="*/ 0 h 368617"/>
                <a:gd name="connsiteX10" fmla="*/ 231458 w 231457"/>
                <a:gd name="connsiteY10" fmla="*/ 60007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1457" h="368617">
                  <a:moveTo>
                    <a:pt x="231458" y="60007"/>
                  </a:moveTo>
                  <a:lnTo>
                    <a:pt x="65723" y="60007"/>
                  </a:lnTo>
                  <a:lnTo>
                    <a:pt x="65723" y="151447"/>
                  </a:lnTo>
                  <a:lnTo>
                    <a:pt x="189548" y="151447"/>
                  </a:lnTo>
                  <a:lnTo>
                    <a:pt x="189548" y="211455"/>
                  </a:lnTo>
                  <a:lnTo>
                    <a:pt x="65723" y="211455"/>
                  </a:lnTo>
                  <a:lnTo>
                    <a:pt x="65723" y="368617"/>
                  </a:lnTo>
                  <a:lnTo>
                    <a:pt x="0" y="368617"/>
                  </a:lnTo>
                  <a:lnTo>
                    <a:pt x="0" y="0"/>
                  </a:lnTo>
                  <a:lnTo>
                    <a:pt x="231458" y="0"/>
                  </a:lnTo>
                  <a:lnTo>
                    <a:pt x="231458" y="6000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5" name="Freihandform: Form 184">
              <a:extLst>
                <a:ext uri="{FF2B5EF4-FFF2-40B4-BE49-F238E27FC236}">
                  <a16:creationId xmlns:a16="http://schemas.microsoft.com/office/drawing/2014/main" id="{CF9B2426-8D02-456C-82ED-0D82B829369C}"/>
                </a:ext>
              </a:extLst>
            </p:cNvPr>
            <p:cNvSpPr/>
            <p:nvPr/>
          </p:nvSpPr>
          <p:spPr>
            <a:xfrm>
              <a:off x="2334560" y="3217544"/>
              <a:ext cx="225758" cy="279082"/>
            </a:xfrm>
            <a:custGeom>
              <a:avLst/>
              <a:gdLst>
                <a:gd name="connsiteX0" fmla="*/ 114316 w 225758"/>
                <a:gd name="connsiteY0" fmla="*/ 107633 h 279082"/>
                <a:gd name="connsiteX1" fmla="*/ 164799 w 225758"/>
                <a:gd name="connsiteY1" fmla="*/ 113347 h 279082"/>
                <a:gd name="connsiteX2" fmla="*/ 164799 w 225758"/>
                <a:gd name="connsiteY2" fmla="*/ 103822 h 279082"/>
                <a:gd name="connsiteX3" fmla="*/ 105744 w 225758"/>
                <a:gd name="connsiteY3" fmla="*/ 52388 h 279082"/>
                <a:gd name="connsiteX4" fmla="*/ 38116 w 225758"/>
                <a:gd name="connsiteY4" fmla="*/ 67627 h 279082"/>
                <a:gd name="connsiteX5" fmla="*/ 24781 w 225758"/>
                <a:gd name="connsiteY5" fmla="*/ 15240 h 279082"/>
                <a:gd name="connsiteX6" fmla="*/ 112411 w 225758"/>
                <a:gd name="connsiteY6" fmla="*/ 0 h 279082"/>
                <a:gd name="connsiteX7" fmla="*/ 225759 w 225758"/>
                <a:gd name="connsiteY7" fmla="*/ 102870 h 279082"/>
                <a:gd name="connsiteX8" fmla="*/ 225759 w 225758"/>
                <a:gd name="connsiteY8" fmla="*/ 273367 h 279082"/>
                <a:gd name="connsiteX9" fmla="*/ 166704 w 225758"/>
                <a:gd name="connsiteY9" fmla="*/ 273367 h 279082"/>
                <a:gd name="connsiteX10" fmla="*/ 166704 w 225758"/>
                <a:gd name="connsiteY10" fmla="*/ 244792 h 279082"/>
                <a:gd name="connsiteX11" fmla="*/ 165751 w 225758"/>
                <a:gd name="connsiteY11" fmla="*/ 244792 h 279082"/>
                <a:gd name="connsiteX12" fmla="*/ 87646 w 225758"/>
                <a:gd name="connsiteY12" fmla="*/ 279083 h 279082"/>
                <a:gd name="connsiteX13" fmla="*/ 16 w 225758"/>
                <a:gd name="connsiteY13" fmla="*/ 194310 h 279082"/>
                <a:gd name="connsiteX14" fmla="*/ 114316 w 225758"/>
                <a:gd name="connsiteY14" fmla="*/ 107633 h 279082"/>
                <a:gd name="connsiteX15" fmla="*/ 103839 w 225758"/>
                <a:gd name="connsiteY15" fmla="*/ 232410 h 279082"/>
                <a:gd name="connsiteX16" fmla="*/ 164799 w 225758"/>
                <a:gd name="connsiteY16" fmla="*/ 200025 h 279082"/>
                <a:gd name="connsiteX17" fmla="*/ 164799 w 225758"/>
                <a:gd name="connsiteY17" fmla="*/ 153352 h 279082"/>
                <a:gd name="connsiteX18" fmla="*/ 120984 w 225758"/>
                <a:gd name="connsiteY18" fmla="*/ 148590 h 279082"/>
                <a:gd name="connsiteX19" fmla="*/ 59071 w 225758"/>
                <a:gd name="connsiteY19" fmla="*/ 192405 h 279082"/>
                <a:gd name="connsiteX20" fmla="*/ 103839 w 225758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5758" h="279082">
                  <a:moveTo>
                    <a:pt x="114316" y="107633"/>
                  </a:moveTo>
                  <a:cubicBezTo>
                    <a:pt x="131461" y="107633"/>
                    <a:pt x="147654" y="108585"/>
                    <a:pt x="164799" y="113347"/>
                  </a:cubicBezTo>
                  <a:lnTo>
                    <a:pt x="164799" y="103822"/>
                  </a:lnTo>
                  <a:cubicBezTo>
                    <a:pt x="164799" y="69532"/>
                    <a:pt x="144796" y="52388"/>
                    <a:pt x="105744" y="52388"/>
                  </a:cubicBezTo>
                  <a:cubicBezTo>
                    <a:pt x="83836" y="52388"/>
                    <a:pt x="60024" y="57150"/>
                    <a:pt x="38116" y="67627"/>
                  </a:cubicBezTo>
                  <a:lnTo>
                    <a:pt x="24781" y="15240"/>
                  </a:lnTo>
                  <a:cubicBezTo>
                    <a:pt x="49546" y="5715"/>
                    <a:pt x="81931" y="0"/>
                    <a:pt x="112411" y="0"/>
                  </a:cubicBezTo>
                  <a:cubicBezTo>
                    <a:pt x="187659" y="0"/>
                    <a:pt x="225759" y="35242"/>
                    <a:pt x="225759" y="102870"/>
                  </a:cubicBezTo>
                  <a:lnTo>
                    <a:pt x="225759" y="273367"/>
                  </a:lnTo>
                  <a:lnTo>
                    <a:pt x="166704" y="273367"/>
                  </a:lnTo>
                  <a:lnTo>
                    <a:pt x="166704" y="244792"/>
                  </a:lnTo>
                  <a:lnTo>
                    <a:pt x="165751" y="244792"/>
                  </a:lnTo>
                  <a:cubicBezTo>
                    <a:pt x="142891" y="268605"/>
                    <a:pt x="119079" y="279083"/>
                    <a:pt x="87646" y="279083"/>
                  </a:cubicBezTo>
                  <a:cubicBezTo>
                    <a:pt x="34306" y="279083"/>
                    <a:pt x="16" y="245745"/>
                    <a:pt x="16" y="194310"/>
                  </a:cubicBezTo>
                  <a:cubicBezTo>
                    <a:pt x="-936" y="138113"/>
                    <a:pt x="40021" y="107633"/>
                    <a:pt x="114316" y="107633"/>
                  </a:cubicBezTo>
                  <a:close/>
                  <a:moveTo>
                    <a:pt x="103839" y="232410"/>
                  </a:moveTo>
                  <a:cubicBezTo>
                    <a:pt x="126699" y="232410"/>
                    <a:pt x="147654" y="220980"/>
                    <a:pt x="164799" y="200025"/>
                  </a:cubicBezTo>
                  <a:lnTo>
                    <a:pt x="164799" y="153352"/>
                  </a:lnTo>
                  <a:cubicBezTo>
                    <a:pt x="150511" y="149542"/>
                    <a:pt x="135271" y="148590"/>
                    <a:pt x="120984" y="148590"/>
                  </a:cubicBezTo>
                  <a:cubicBezTo>
                    <a:pt x="81931" y="148590"/>
                    <a:pt x="59071" y="163830"/>
                    <a:pt x="59071" y="192405"/>
                  </a:cubicBezTo>
                  <a:cubicBezTo>
                    <a:pt x="59071" y="217170"/>
                    <a:pt x="76216" y="232410"/>
                    <a:pt x="103839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6" name="Freihandform: Form 185">
              <a:extLst>
                <a:ext uri="{FF2B5EF4-FFF2-40B4-BE49-F238E27FC236}">
                  <a16:creationId xmlns:a16="http://schemas.microsoft.com/office/drawing/2014/main" id="{678B72D6-DAAB-43BC-B5FC-70A00DBF703C}"/>
                </a:ext>
              </a:extLst>
            </p:cNvPr>
            <p:cNvSpPr/>
            <p:nvPr/>
          </p:nvSpPr>
          <p:spPr>
            <a:xfrm>
              <a:off x="2625089" y="3216591"/>
              <a:ext cx="224789" cy="280035"/>
            </a:xfrm>
            <a:custGeom>
              <a:avLst/>
              <a:gdLst>
                <a:gd name="connsiteX0" fmla="*/ 222885 w 224789"/>
                <a:gd name="connsiteY0" fmla="*/ 237173 h 280035"/>
                <a:gd name="connsiteX1" fmla="*/ 127635 w 224789"/>
                <a:gd name="connsiteY1" fmla="*/ 280035 h 280035"/>
                <a:gd name="connsiteX2" fmla="*/ 0 w 224789"/>
                <a:gd name="connsiteY2" fmla="*/ 140970 h 280035"/>
                <a:gd name="connsiteX3" fmla="*/ 128588 w 224789"/>
                <a:gd name="connsiteY3" fmla="*/ 0 h 280035"/>
                <a:gd name="connsiteX4" fmla="*/ 224790 w 224789"/>
                <a:gd name="connsiteY4" fmla="*/ 45720 h 280035"/>
                <a:gd name="connsiteX5" fmla="*/ 181927 w 224789"/>
                <a:gd name="connsiteY5" fmla="*/ 86678 h 280035"/>
                <a:gd name="connsiteX6" fmla="*/ 128588 w 224789"/>
                <a:gd name="connsiteY6" fmla="*/ 57150 h 280035"/>
                <a:gd name="connsiteX7" fmla="*/ 62865 w 224789"/>
                <a:gd name="connsiteY7" fmla="*/ 140017 h 280035"/>
                <a:gd name="connsiteX8" fmla="*/ 128588 w 224789"/>
                <a:gd name="connsiteY8" fmla="*/ 222885 h 280035"/>
                <a:gd name="connsiteX9" fmla="*/ 183833 w 224789"/>
                <a:gd name="connsiteY9" fmla="*/ 193358 h 280035"/>
                <a:gd name="connsiteX10" fmla="*/ 222885 w 224789"/>
                <a:gd name="connsiteY10" fmla="*/ 237173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89" h="280035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3" y="0"/>
                    <a:pt x="200977" y="15240"/>
                    <a:pt x="224790" y="45720"/>
                  </a:cubicBezTo>
                  <a:lnTo>
                    <a:pt x="181927" y="86678"/>
                  </a:lnTo>
                  <a:cubicBezTo>
                    <a:pt x="166688" y="66675"/>
                    <a:pt x="149543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3" y="222885"/>
                    <a:pt x="166688" y="213360"/>
                    <a:pt x="183833" y="193358"/>
                  </a:cubicBezTo>
                  <a:lnTo>
                    <a:pt x="222885" y="2371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7" name="Freihandform: Form 186">
              <a:extLst>
                <a:ext uri="{FF2B5EF4-FFF2-40B4-BE49-F238E27FC236}">
                  <a16:creationId xmlns:a16="http://schemas.microsoft.com/office/drawing/2014/main" id="{CC8B66ED-8DF7-470E-AF97-15561A3B2CFF}"/>
                </a:ext>
              </a:extLst>
            </p:cNvPr>
            <p:cNvSpPr/>
            <p:nvPr/>
          </p:nvSpPr>
          <p:spPr>
            <a:xfrm>
              <a:off x="2904172" y="3100387"/>
              <a:ext cx="228599" cy="390525"/>
            </a:xfrm>
            <a:custGeom>
              <a:avLst/>
              <a:gdLst>
                <a:gd name="connsiteX0" fmla="*/ 228600 w 228599"/>
                <a:gd name="connsiteY0" fmla="*/ 390525 h 390525"/>
                <a:gd name="connsiteX1" fmla="*/ 166687 w 228599"/>
                <a:gd name="connsiteY1" fmla="*/ 390525 h 390525"/>
                <a:gd name="connsiteX2" fmla="*/ 166687 w 228599"/>
                <a:gd name="connsiteY2" fmla="*/ 238125 h 390525"/>
                <a:gd name="connsiteX3" fmla="*/ 117157 w 228599"/>
                <a:gd name="connsiteY3" fmla="*/ 173355 h 390525"/>
                <a:gd name="connsiteX4" fmla="*/ 61913 w 228599"/>
                <a:gd name="connsiteY4" fmla="*/ 238125 h 390525"/>
                <a:gd name="connsiteX5" fmla="*/ 61913 w 228599"/>
                <a:gd name="connsiteY5" fmla="*/ 390525 h 390525"/>
                <a:gd name="connsiteX6" fmla="*/ 0 w 228599"/>
                <a:gd name="connsiteY6" fmla="*/ 390525 h 390525"/>
                <a:gd name="connsiteX7" fmla="*/ 0 w 228599"/>
                <a:gd name="connsiteY7" fmla="*/ 16192 h 390525"/>
                <a:gd name="connsiteX8" fmla="*/ 61913 w 228599"/>
                <a:gd name="connsiteY8" fmla="*/ 0 h 390525"/>
                <a:gd name="connsiteX9" fmla="*/ 61913 w 228599"/>
                <a:gd name="connsiteY9" fmla="*/ 155258 h 390525"/>
                <a:gd name="connsiteX10" fmla="*/ 62865 w 228599"/>
                <a:gd name="connsiteY10" fmla="*/ 155258 h 390525"/>
                <a:gd name="connsiteX11" fmla="*/ 140970 w 228599"/>
                <a:gd name="connsiteY11" fmla="*/ 116205 h 390525"/>
                <a:gd name="connsiteX12" fmla="*/ 228600 w 228599"/>
                <a:gd name="connsiteY12" fmla="*/ 223838 h 390525"/>
                <a:gd name="connsiteX13" fmla="*/ 228600 w 228599"/>
                <a:gd name="connsiteY13" fmla="*/ 390525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599" h="390525">
                  <a:moveTo>
                    <a:pt x="228600" y="390525"/>
                  </a:moveTo>
                  <a:lnTo>
                    <a:pt x="166687" y="390525"/>
                  </a:lnTo>
                  <a:lnTo>
                    <a:pt x="166687" y="238125"/>
                  </a:lnTo>
                  <a:cubicBezTo>
                    <a:pt x="166687" y="199073"/>
                    <a:pt x="154305" y="173355"/>
                    <a:pt x="117157" y="173355"/>
                  </a:cubicBezTo>
                  <a:cubicBezTo>
                    <a:pt x="74295" y="173355"/>
                    <a:pt x="61913" y="207645"/>
                    <a:pt x="61913" y="238125"/>
                  </a:cubicBezTo>
                  <a:lnTo>
                    <a:pt x="61913" y="390525"/>
                  </a:lnTo>
                  <a:lnTo>
                    <a:pt x="0" y="390525"/>
                  </a:lnTo>
                  <a:lnTo>
                    <a:pt x="0" y="16192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7" y="116205"/>
                    <a:pt x="140970" y="116205"/>
                  </a:cubicBezTo>
                  <a:cubicBezTo>
                    <a:pt x="202882" y="116205"/>
                    <a:pt x="228600" y="161925"/>
                    <a:pt x="228600" y="223838"/>
                  </a:cubicBezTo>
                  <a:lnTo>
                    <a:pt x="228600" y="39052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8" name="Freihandform: Form 187">
              <a:extLst>
                <a:ext uri="{FF2B5EF4-FFF2-40B4-BE49-F238E27FC236}">
                  <a16:creationId xmlns:a16="http://schemas.microsoft.com/office/drawing/2014/main" id="{F93C31A0-CEEF-4EFA-A781-8C3C43727832}"/>
                </a:ext>
              </a:extLst>
            </p:cNvPr>
            <p:cNvSpPr/>
            <p:nvPr/>
          </p:nvSpPr>
          <p:spPr>
            <a:xfrm>
              <a:off x="3211829" y="3099434"/>
              <a:ext cx="249554" cy="397192"/>
            </a:xfrm>
            <a:custGeom>
              <a:avLst/>
              <a:gdLst>
                <a:gd name="connsiteX0" fmla="*/ 249555 w 249554"/>
                <a:gd name="connsiteY0" fmla="*/ 256223 h 397192"/>
                <a:gd name="connsiteX1" fmla="*/ 140970 w 249554"/>
                <a:gd name="connsiteY1" fmla="*/ 397193 h 397192"/>
                <a:gd name="connsiteX2" fmla="*/ 61913 w 249554"/>
                <a:gd name="connsiteY2" fmla="*/ 360045 h 397192"/>
                <a:gd name="connsiteX3" fmla="*/ 60008 w 249554"/>
                <a:gd name="connsiteY3" fmla="*/ 360045 h 397192"/>
                <a:gd name="connsiteX4" fmla="*/ 60008 w 249554"/>
                <a:gd name="connsiteY4" fmla="*/ 390525 h 397192"/>
                <a:gd name="connsiteX5" fmla="*/ 0 w 249554"/>
                <a:gd name="connsiteY5" fmla="*/ 390525 h 397192"/>
                <a:gd name="connsiteX6" fmla="*/ 0 w 249554"/>
                <a:gd name="connsiteY6" fmla="*/ 16192 h 397192"/>
                <a:gd name="connsiteX7" fmla="*/ 61913 w 249554"/>
                <a:gd name="connsiteY7" fmla="*/ 0 h 397192"/>
                <a:gd name="connsiteX8" fmla="*/ 61913 w 249554"/>
                <a:gd name="connsiteY8" fmla="*/ 154305 h 397192"/>
                <a:gd name="connsiteX9" fmla="*/ 62865 w 249554"/>
                <a:gd name="connsiteY9" fmla="*/ 154305 h 397192"/>
                <a:gd name="connsiteX10" fmla="*/ 140970 w 249554"/>
                <a:gd name="connsiteY10" fmla="*/ 116205 h 397192"/>
                <a:gd name="connsiteX11" fmla="*/ 249555 w 249554"/>
                <a:gd name="connsiteY11" fmla="*/ 256223 h 397192"/>
                <a:gd name="connsiteX12" fmla="*/ 187642 w 249554"/>
                <a:gd name="connsiteY12" fmla="*/ 257175 h 397192"/>
                <a:gd name="connsiteX13" fmla="*/ 125730 w 249554"/>
                <a:gd name="connsiteY13" fmla="*/ 173355 h 397192"/>
                <a:gd name="connsiteX14" fmla="*/ 62865 w 249554"/>
                <a:gd name="connsiteY14" fmla="*/ 207645 h 397192"/>
                <a:gd name="connsiteX15" fmla="*/ 62865 w 249554"/>
                <a:gd name="connsiteY15" fmla="*/ 305753 h 397192"/>
                <a:gd name="connsiteX16" fmla="*/ 126683 w 249554"/>
                <a:gd name="connsiteY16" fmla="*/ 341948 h 397192"/>
                <a:gd name="connsiteX17" fmla="*/ 187642 w 249554"/>
                <a:gd name="connsiteY17" fmla="*/ 257175 h 397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9554" h="397192">
                  <a:moveTo>
                    <a:pt x="249555" y="256223"/>
                  </a:moveTo>
                  <a:cubicBezTo>
                    <a:pt x="249555" y="341948"/>
                    <a:pt x="205740" y="397193"/>
                    <a:pt x="140970" y="397193"/>
                  </a:cubicBezTo>
                  <a:cubicBezTo>
                    <a:pt x="107633" y="397193"/>
                    <a:pt x="80010" y="382905"/>
                    <a:pt x="61913" y="360045"/>
                  </a:cubicBezTo>
                  <a:lnTo>
                    <a:pt x="60008" y="360045"/>
                  </a:lnTo>
                  <a:lnTo>
                    <a:pt x="60008" y="390525"/>
                  </a:lnTo>
                  <a:lnTo>
                    <a:pt x="0" y="390525"/>
                  </a:lnTo>
                  <a:lnTo>
                    <a:pt x="0" y="16192"/>
                  </a:lnTo>
                  <a:lnTo>
                    <a:pt x="61913" y="0"/>
                  </a:lnTo>
                  <a:lnTo>
                    <a:pt x="61913" y="154305"/>
                  </a:lnTo>
                  <a:lnTo>
                    <a:pt x="62865" y="154305"/>
                  </a:lnTo>
                  <a:cubicBezTo>
                    <a:pt x="80963" y="130492"/>
                    <a:pt x="107633" y="116205"/>
                    <a:pt x="140970" y="116205"/>
                  </a:cubicBezTo>
                  <a:cubicBezTo>
                    <a:pt x="205740" y="117157"/>
                    <a:pt x="249555" y="169545"/>
                    <a:pt x="249555" y="256223"/>
                  </a:cubicBezTo>
                  <a:close/>
                  <a:moveTo>
                    <a:pt x="187642" y="257175"/>
                  </a:moveTo>
                  <a:cubicBezTo>
                    <a:pt x="187642" y="201930"/>
                    <a:pt x="164783" y="173355"/>
                    <a:pt x="125730" y="173355"/>
                  </a:cubicBezTo>
                  <a:cubicBezTo>
                    <a:pt x="101917" y="173355"/>
                    <a:pt x="81915" y="183832"/>
                    <a:pt x="62865" y="207645"/>
                  </a:cubicBezTo>
                  <a:lnTo>
                    <a:pt x="62865" y="305753"/>
                  </a:lnTo>
                  <a:cubicBezTo>
                    <a:pt x="80963" y="329565"/>
                    <a:pt x="100965" y="341948"/>
                    <a:pt x="126683" y="341948"/>
                  </a:cubicBezTo>
                  <a:cubicBezTo>
                    <a:pt x="166688" y="341948"/>
                    <a:pt x="187642" y="310515"/>
                    <a:pt x="187642" y="2571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9" name="Freihandform: Form 188">
              <a:extLst>
                <a:ext uri="{FF2B5EF4-FFF2-40B4-BE49-F238E27FC236}">
                  <a16:creationId xmlns:a16="http://schemas.microsoft.com/office/drawing/2014/main" id="{BF598C7C-6BCA-413D-822D-430B04602F55}"/>
                </a:ext>
              </a:extLst>
            </p:cNvPr>
            <p:cNvSpPr/>
            <p:nvPr/>
          </p:nvSpPr>
          <p:spPr>
            <a:xfrm>
              <a:off x="3515677" y="3217544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2 h 279082"/>
                <a:gd name="connsiteX7" fmla="*/ 198120 w 242887"/>
                <a:gd name="connsiteY7" fmla="*/ 194310 h 279082"/>
                <a:gd name="connsiteX8" fmla="*/ 237172 w 242887"/>
                <a:gd name="connsiteY8" fmla="*/ 235267 h 279082"/>
                <a:gd name="connsiteX9" fmla="*/ 132397 w 242887"/>
                <a:gd name="connsiteY9" fmla="*/ 279083 h 279082"/>
                <a:gd name="connsiteX10" fmla="*/ 62865 w 242887"/>
                <a:gd name="connsiteY10" fmla="*/ 115252 h 279082"/>
                <a:gd name="connsiteX11" fmla="*/ 183832 w 242887"/>
                <a:gd name="connsiteY11" fmla="*/ 115252 h 279082"/>
                <a:gd name="connsiteX12" fmla="*/ 124777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2"/>
                    <a:pt x="132397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2" y="235267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2865" y="115252"/>
                  </a:moveTo>
                  <a:lnTo>
                    <a:pt x="183832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0" name="Freihandform: Form 189">
              <a:extLst>
                <a:ext uri="{FF2B5EF4-FFF2-40B4-BE49-F238E27FC236}">
                  <a16:creationId xmlns:a16="http://schemas.microsoft.com/office/drawing/2014/main" id="{812EE47B-93BE-4CB3-ABF3-9C85D3BC3E6F}"/>
                </a:ext>
              </a:extLst>
            </p:cNvPr>
            <p:cNvSpPr/>
            <p:nvPr/>
          </p:nvSpPr>
          <p:spPr>
            <a:xfrm>
              <a:off x="3829049" y="3217301"/>
              <a:ext cx="160020" cy="273610"/>
            </a:xfrm>
            <a:custGeom>
              <a:avLst/>
              <a:gdLst>
                <a:gd name="connsiteX0" fmla="*/ 160020 w 160020"/>
                <a:gd name="connsiteY0" fmla="*/ 5005 h 273610"/>
                <a:gd name="connsiteX1" fmla="*/ 150495 w 160020"/>
                <a:gd name="connsiteY1" fmla="*/ 68823 h 273610"/>
                <a:gd name="connsiteX2" fmla="*/ 116205 w 160020"/>
                <a:gd name="connsiteY2" fmla="*/ 60250 h 273610"/>
                <a:gd name="connsiteX3" fmla="*/ 61913 w 160020"/>
                <a:gd name="connsiteY3" fmla="*/ 135498 h 273610"/>
                <a:gd name="connsiteX4" fmla="*/ 61913 w 160020"/>
                <a:gd name="connsiteY4" fmla="*/ 273610 h 273610"/>
                <a:gd name="connsiteX5" fmla="*/ 0 w 160020"/>
                <a:gd name="connsiteY5" fmla="*/ 273610 h 273610"/>
                <a:gd name="connsiteX6" fmla="*/ 0 w 160020"/>
                <a:gd name="connsiteY6" fmla="*/ 6910 h 273610"/>
                <a:gd name="connsiteX7" fmla="*/ 60960 w 160020"/>
                <a:gd name="connsiteY7" fmla="*/ 6910 h 273610"/>
                <a:gd name="connsiteX8" fmla="*/ 60960 w 160020"/>
                <a:gd name="connsiteY8" fmla="*/ 40248 h 273610"/>
                <a:gd name="connsiteX9" fmla="*/ 61913 w 160020"/>
                <a:gd name="connsiteY9" fmla="*/ 40248 h 273610"/>
                <a:gd name="connsiteX10" fmla="*/ 131445 w 160020"/>
                <a:gd name="connsiteY10" fmla="*/ 243 h 273610"/>
                <a:gd name="connsiteX11" fmla="*/ 160020 w 160020"/>
                <a:gd name="connsiteY11" fmla="*/ 5005 h 273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3610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2" y="60250"/>
                    <a:pt x="61913" y="94540"/>
                    <a:pt x="61913" y="135498"/>
                  </a:cubicBezTo>
                  <a:lnTo>
                    <a:pt x="61913" y="273610"/>
                  </a:lnTo>
                  <a:lnTo>
                    <a:pt x="0" y="273610"/>
                  </a:lnTo>
                  <a:lnTo>
                    <a:pt x="0" y="6910"/>
                  </a:lnTo>
                  <a:lnTo>
                    <a:pt x="60960" y="6910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39065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1" name="Freihandform: Form 190">
              <a:extLst>
                <a:ext uri="{FF2B5EF4-FFF2-40B4-BE49-F238E27FC236}">
                  <a16:creationId xmlns:a16="http://schemas.microsoft.com/office/drawing/2014/main" id="{4A46CF7E-ACE6-4F69-9FEF-F609D6841E74}"/>
                </a:ext>
              </a:extLst>
            </p:cNvPr>
            <p:cNvSpPr/>
            <p:nvPr/>
          </p:nvSpPr>
          <p:spPr>
            <a:xfrm>
              <a:off x="4022407" y="3217544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7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2 h 279082"/>
                <a:gd name="connsiteX7" fmla="*/ 198120 w 242887"/>
                <a:gd name="connsiteY7" fmla="*/ 194310 h 279082"/>
                <a:gd name="connsiteX8" fmla="*/ 237173 w 242887"/>
                <a:gd name="connsiteY8" fmla="*/ 235267 h 279082"/>
                <a:gd name="connsiteX9" fmla="*/ 132397 w 242887"/>
                <a:gd name="connsiteY9" fmla="*/ 279083 h 279082"/>
                <a:gd name="connsiteX10" fmla="*/ 62865 w 242887"/>
                <a:gd name="connsiteY10" fmla="*/ 115252 h 279082"/>
                <a:gd name="connsiteX11" fmla="*/ 183833 w 242887"/>
                <a:gd name="connsiteY11" fmla="*/ 115252 h 279082"/>
                <a:gd name="connsiteX12" fmla="*/ 124777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7" y="0"/>
                  </a:cubicBezTo>
                  <a:cubicBezTo>
                    <a:pt x="196215" y="0"/>
                    <a:pt x="242887" y="53340"/>
                    <a:pt x="242887" y="135255"/>
                  </a:cubicBezTo>
                  <a:cubicBezTo>
                    <a:pt x="242887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3" y="201930"/>
                    <a:pt x="94297" y="225742"/>
                    <a:pt x="132397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3" y="235267"/>
                  </a:lnTo>
                  <a:cubicBezTo>
                    <a:pt x="207645" y="264795"/>
                    <a:pt x="173355" y="279083"/>
                    <a:pt x="132397" y="279083"/>
                  </a:cubicBezTo>
                  <a:close/>
                  <a:moveTo>
                    <a:pt x="62865" y="115252"/>
                  </a:moveTo>
                  <a:lnTo>
                    <a:pt x="183833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90488" y="50482"/>
                    <a:pt x="68580" y="74295"/>
                    <a:pt x="62865" y="115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2" name="Freihandform: Form 191">
              <a:extLst>
                <a:ext uri="{FF2B5EF4-FFF2-40B4-BE49-F238E27FC236}">
                  <a16:creationId xmlns:a16="http://schemas.microsoft.com/office/drawing/2014/main" id="{A1CB58E5-0337-4D78-973D-EB4C187D65E1}"/>
                </a:ext>
              </a:extLst>
            </p:cNvPr>
            <p:cNvSpPr/>
            <p:nvPr/>
          </p:nvSpPr>
          <p:spPr>
            <a:xfrm>
              <a:off x="4325302" y="3105149"/>
              <a:ext cx="79057" cy="385762"/>
            </a:xfrm>
            <a:custGeom>
              <a:avLst/>
              <a:gdLst>
                <a:gd name="connsiteX0" fmla="*/ 79057 w 79057"/>
                <a:gd name="connsiteY0" fmla="*/ 38100 h 385762"/>
                <a:gd name="connsiteX1" fmla="*/ 39053 w 79057"/>
                <a:gd name="connsiteY1" fmla="*/ 76200 h 385762"/>
                <a:gd name="connsiteX2" fmla="*/ 0 w 79057"/>
                <a:gd name="connsiteY2" fmla="*/ 38100 h 385762"/>
                <a:gd name="connsiteX3" fmla="*/ 39053 w 79057"/>
                <a:gd name="connsiteY3" fmla="*/ 0 h 385762"/>
                <a:gd name="connsiteX4" fmla="*/ 79057 w 79057"/>
                <a:gd name="connsiteY4" fmla="*/ 38100 h 385762"/>
                <a:gd name="connsiteX5" fmla="*/ 71438 w 79057"/>
                <a:gd name="connsiteY5" fmla="*/ 385763 h 385762"/>
                <a:gd name="connsiteX6" fmla="*/ 9525 w 79057"/>
                <a:gd name="connsiteY6" fmla="*/ 385763 h 385762"/>
                <a:gd name="connsiteX7" fmla="*/ 9525 w 79057"/>
                <a:gd name="connsiteY7" fmla="*/ 119063 h 385762"/>
                <a:gd name="connsiteX8" fmla="*/ 71438 w 79057"/>
                <a:gd name="connsiteY8" fmla="*/ 119063 h 385762"/>
                <a:gd name="connsiteX9" fmla="*/ 71438 w 79057"/>
                <a:gd name="connsiteY9" fmla="*/ 385763 h 385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5762">
                  <a:moveTo>
                    <a:pt x="79057" y="38100"/>
                  </a:moveTo>
                  <a:cubicBezTo>
                    <a:pt x="79057" y="60008"/>
                    <a:pt x="60960" y="76200"/>
                    <a:pt x="39053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2"/>
                    <a:pt x="18097" y="0"/>
                    <a:pt x="39053" y="0"/>
                  </a:cubicBezTo>
                  <a:cubicBezTo>
                    <a:pt x="61913" y="0"/>
                    <a:pt x="79057" y="16192"/>
                    <a:pt x="79057" y="38100"/>
                  </a:cubicBezTo>
                  <a:close/>
                  <a:moveTo>
                    <a:pt x="71438" y="385763"/>
                  </a:moveTo>
                  <a:lnTo>
                    <a:pt x="9525" y="385763"/>
                  </a:lnTo>
                  <a:lnTo>
                    <a:pt x="9525" y="119063"/>
                  </a:lnTo>
                  <a:lnTo>
                    <a:pt x="71438" y="119063"/>
                  </a:lnTo>
                  <a:lnTo>
                    <a:pt x="71438" y="38576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3" name="Freihandform: Form 192">
              <a:extLst>
                <a:ext uri="{FF2B5EF4-FFF2-40B4-BE49-F238E27FC236}">
                  <a16:creationId xmlns:a16="http://schemas.microsoft.com/office/drawing/2014/main" id="{2E40E8D8-E199-40E6-8690-1DE14E0E527A}"/>
                </a:ext>
              </a:extLst>
            </p:cNvPr>
            <p:cNvSpPr/>
            <p:nvPr/>
          </p:nvSpPr>
          <p:spPr>
            <a:xfrm>
              <a:off x="4463414" y="3216591"/>
              <a:ext cx="224790" cy="280035"/>
            </a:xfrm>
            <a:custGeom>
              <a:avLst/>
              <a:gdLst>
                <a:gd name="connsiteX0" fmla="*/ 222885 w 224790"/>
                <a:gd name="connsiteY0" fmla="*/ 237173 h 280035"/>
                <a:gd name="connsiteX1" fmla="*/ 127635 w 224790"/>
                <a:gd name="connsiteY1" fmla="*/ 280035 h 280035"/>
                <a:gd name="connsiteX2" fmla="*/ 0 w 224790"/>
                <a:gd name="connsiteY2" fmla="*/ 140970 h 280035"/>
                <a:gd name="connsiteX3" fmla="*/ 128588 w 224790"/>
                <a:gd name="connsiteY3" fmla="*/ 0 h 280035"/>
                <a:gd name="connsiteX4" fmla="*/ 224790 w 224790"/>
                <a:gd name="connsiteY4" fmla="*/ 45720 h 280035"/>
                <a:gd name="connsiteX5" fmla="*/ 181928 w 224790"/>
                <a:gd name="connsiteY5" fmla="*/ 86678 h 280035"/>
                <a:gd name="connsiteX6" fmla="*/ 128588 w 224790"/>
                <a:gd name="connsiteY6" fmla="*/ 57150 h 280035"/>
                <a:gd name="connsiteX7" fmla="*/ 62865 w 224790"/>
                <a:gd name="connsiteY7" fmla="*/ 140017 h 280035"/>
                <a:gd name="connsiteX8" fmla="*/ 128588 w 224790"/>
                <a:gd name="connsiteY8" fmla="*/ 222885 h 280035"/>
                <a:gd name="connsiteX9" fmla="*/ 183832 w 224790"/>
                <a:gd name="connsiteY9" fmla="*/ 193358 h 280035"/>
                <a:gd name="connsiteX10" fmla="*/ 222885 w 224790"/>
                <a:gd name="connsiteY10" fmla="*/ 237173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90" h="280035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6688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2" y="193358"/>
                  </a:cubicBezTo>
                  <a:lnTo>
                    <a:pt x="222885" y="2371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4" name="Freihandform: Form 193">
              <a:extLst>
                <a:ext uri="{FF2B5EF4-FFF2-40B4-BE49-F238E27FC236}">
                  <a16:creationId xmlns:a16="http://schemas.microsoft.com/office/drawing/2014/main" id="{7DFCBBCB-6A89-4252-AF71-8A399106D1F1}"/>
                </a:ext>
              </a:extLst>
            </p:cNvPr>
            <p:cNvSpPr/>
            <p:nvPr/>
          </p:nvSpPr>
          <p:spPr>
            <a:xfrm>
              <a:off x="4742496" y="3100387"/>
              <a:ext cx="228600" cy="390525"/>
            </a:xfrm>
            <a:custGeom>
              <a:avLst/>
              <a:gdLst>
                <a:gd name="connsiteX0" fmla="*/ 228600 w 228600"/>
                <a:gd name="connsiteY0" fmla="*/ 390525 h 390525"/>
                <a:gd name="connsiteX1" fmla="*/ 166688 w 228600"/>
                <a:gd name="connsiteY1" fmla="*/ 390525 h 390525"/>
                <a:gd name="connsiteX2" fmla="*/ 166688 w 228600"/>
                <a:gd name="connsiteY2" fmla="*/ 238125 h 390525"/>
                <a:gd name="connsiteX3" fmla="*/ 117158 w 228600"/>
                <a:gd name="connsiteY3" fmla="*/ 173355 h 390525"/>
                <a:gd name="connsiteX4" fmla="*/ 61913 w 228600"/>
                <a:gd name="connsiteY4" fmla="*/ 238125 h 390525"/>
                <a:gd name="connsiteX5" fmla="*/ 61913 w 228600"/>
                <a:gd name="connsiteY5" fmla="*/ 390525 h 390525"/>
                <a:gd name="connsiteX6" fmla="*/ 0 w 228600"/>
                <a:gd name="connsiteY6" fmla="*/ 390525 h 390525"/>
                <a:gd name="connsiteX7" fmla="*/ 0 w 228600"/>
                <a:gd name="connsiteY7" fmla="*/ 16192 h 390525"/>
                <a:gd name="connsiteX8" fmla="*/ 61913 w 228600"/>
                <a:gd name="connsiteY8" fmla="*/ 0 h 390525"/>
                <a:gd name="connsiteX9" fmla="*/ 61913 w 228600"/>
                <a:gd name="connsiteY9" fmla="*/ 155258 h 390525"/>
                <a:gd name="connsiteX10" fmla="*/ 62865 w 228600"/>
                <a:gd name="connsiteY10" fmla="*/ 155258 h 390525"/>
                <a:gd name="connsiteX11" fmla="*/ 140970 w 228600"/>
                <a:gd name="connsiteY11" fmla="*/ 116205 h 390525"/>
                <a:gd name="connsiteX12" fmla="*/ 228600 w 228600"/>
                <a:gd name="connsiteY12" fmla="*/ 223838 h 390525"/>
                <a:gd name="connsiteX13" fmla="*/ 228600 w 228600"/>
                <a:gd name="connsiteY13" fmla="*/ 390525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390525">
                  <a:moveTo>
                    <a:pt x="228600" y="390525"/>
                  </a:moveTo>
                  <a:lnTo>
                    <a:pt x="166688" y="390525"/>
                  </a:lnTo>
                  <a:lnTo>
                    <a:pt x="166688" y="238125"/>
                  </a:lnTo>
                  <a:cubicBezTo>
                    <a:pt x="166688" y="199073"/>
                    <a:pt x="154305" y="173355"/>
                    <a:pt x="117158" y="173355"/>
                  </a:cubicBezTo>
                  <a:cubicBezTo>
                    <a:pt x="74295" y="173355"/>
                    <a:pt x="61913" y="207645"/>
                    <a:pt x="61913" y="238125"/>
                  </a:cubicBezTo>
                  <a:lnTo>
                    <a:pt x="61913" y="390525"/>
                  </a:lnTo>
                  <a:lnTo>
                    <a:pt x="0" y="390525"/>
                  </a:lnTo>
                  <a:lnTo>
                    <a:pt x="0" y="16192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9052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5" name="Freihandform: Form 194">
              <a:extLst>
                <a:ext uri="{FF2B5EF4-FFF2-40B4-BE49-F238E27FC236}">
                  <a16:creationId xmlns:a16="http://schemas.microsoft.com/office/drawing/2014/main" id="{D044F98B-5734-42E9-BBDC-067BF4F1A0C8}"/>
                </a:ext>
              </a:extLst>
            </p:cNvPr>
            <p:cNvSpPr/>
            <p:nvPr/>
          </p:nvSpPr>
          <p:spPr>
            <a:xfrm>
              <a:off x="5209221" y="3122294"/>
              <a:ext cx="273367" cy="368617"/>
            </a:xfrm>
            <a:custGeom>
              <a:avLst/>
              <a:gdLst>
                <a:gd name="connsiteX0" fmla="*/ 64770 w 273367"/>
                <a:gd name="connsiteY0" fmla="*/ 368617 h 368617"/>
                <a:gd name="connsiteX1" fmla="*/ 0 w 273367"/>
                <a:gd name="connsiteY1" fmla="*/ 368617 h 368617"/>
                <a:gd name="connsiteX2" fmla="*/ 0 w 273367"/>
                <a:gd name="connsiteY2" fmla="*/ 0 h 368617"/>
                <a:gd name="connsiteX3" fmla="*/ 137160 w 273367"/>
                <a:gd name="connsiteY3" fmla="*/ 0 h 368617"/>
                <a:gd name="connsiteX4" fmla="*/ 263843 w 273367"/>
                <a:gd name="connsiteY4" fmla="*/ 108585 h 368617"/>
                <a:gd name="connsiteX5" fmla="*/ 188595 w 273367"/>
                <a:gd name="connsiteY5" fmla="*/ 214313 h 368617"/>
                <a:gd name="connsiteX6" fmla="*/ 273368 w 273367"/>
                <a:gd name="connsiteY6" fmla="*/ 368617 h 368617"/>
                <a:gd name="connsiteX7" fmla="*/ 196215 w 273367"/>
                <a:gd name="connsiteY7" fmla="*/ 368617 h 368617"/>
                <a:gd name="connsiteX8" fmla="*/ 120015 w 273367"/>
                <a:gd name="connsiteY8" fmla="*/ 220980 h 368617"/>
                <a:gd name="connsiteX9" fmla="*/ 63818 w 273367"/>
                <a:gd name="connsiteY9" fmla="*/ 220980 h 368617"/>
                <a:gd name="connsiteX10" fmla="*/ 63818 w 273367"/>
                <a:gd name="connsiteY10" fmla="*/ 368617 h 368617"/>
                <a:gd name="connsiteX11" fmla="*/ 197168 w 273367"/>
                <a:gd name="connsiteY11" fmla="*/ 110490 h 368617"/>
                <a:gd name="connsiteX12" fmla="*/ 131445 w 273367"/>
                <a:gd name="connsiteY12" fmla="*/ 57150 h 368617"/>
                <a:gd name="connsiteX13" fmla="*/ 64770 w 273367"/>
                <a:gd name="connsiteY13" fmla="*/ 57150 h 368617"/>
                <a:gd name="connsiteX14" fmla="*/ 64770 w 273367"/>
                <a:gd name="connsiteY14" fmla="*/ 164782 h 368617"/>
                <a:gd name="connsiteX15" fmla="*/ 128588 w 273367"/>
                <a:gd name="connsiteY15" fmla="*/ 164782 h 368617"/>
                <a:gd name="connsiteX16" fmla="*/ 197168 w 273367"/>
                <a:gd name="connsiteY16" fmla="*/ 110490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73367" h="368617">
                  <a:moveTo>
                    <a:pt x="64770" y="368617"/>
                  </a:moveTo>
                  <a:lnTo>
                    <a:pt x="0" y="368617"/>
                  </a:lnTo>
                  <a:lnTo>
                    <a:pt x="0" y="0"/>
                  </a:lnTo>
                  <a:lnTo>
                    <a:pt x="137160" y="0"/>
                  </a:lnTo>
                  <a:cubicBezTo>
                    <a:pt x="215265" y="0"/>
                    <a:pt x="263843" y="36195"/>
                    <a:pt x="263843" y="108585"/>
                  </a:cubicBezTo>
                  <a:cubicBezTo>
                    <a:pt x="263843" y="164782"/>
                    <a:pt x="235268" y="200025"/>
                    <a:pt x="188595" y="214313"/>
                  </a:cubicBezTo>
                  <a:lnTo>
                    <a:pt x="273368" y="368617"/>
                  </a:lnTo>
                  <a:lnTo>
                    <a:pt x="196215" y="368617"/>
                  </a:lnTo>
                  <a:lnTo>
                    <a:pt x="120015" y="220980"/>
                  </a:lnTo>
                  <a:lnTo>
                    <a:pt x="63818" y="220980"/>
                  </a:lnTo>
                  <a:lnTo>
                    <a:pt x="63818" y="368617"/>
                  </a:lnTo>
                  <a:close/>
                  <a:moveTo>
                    <a:pt x="197168" y="110490"/>
                  </a:moveTo>
                  <a:cubicBezTo>
                    <a:pt x="197168" y="74295"/>
                    <a:pt x="174308" y="57150"/>
                    <a:pt x="131445" y="57150"/>
                  </a:cubicBezTo>
                  <a:lnTo>
                    <a:pt x="64770" y="57150"/>
                  </a:lnTo>
                  <a:lnTo>
                    <a:pt x="64770" y="164782"/>
                  </a:lnTo>
                  <a:lnTo>
                    <a:pt x="128588" y="164782"/>
                  </a:lnTo>
                  <a:cubicBezTo>
                    <a:pt x="173355" y="164782"/>
                    <a:pt x="197168" y="146685"/>
                    <a:pt x="197168" y="1104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6" name="Freihandform: Form 195">
              <a:extLst>
                <a:ext uri="{FF2B5EF4-FFF2-40B4-BE49-F238E27FC236}">
                  <a16:creationId xmlns:a16="http://schemas.microsoft.com/office/drawing/2014/main" id="{E8E11B17-21F7-4146-9AEE-EA09D477F64C}"/>
                </a:ext>
              </a:extLst>
            </p:cNvPr>
            <p:cNvSpPr/>
            <p:nvPr/>
          </p:nvSpPr>
          <p:spPr>
            <a:xfrm>
              <a:off x="5523546" y="3217544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2 h 279082"/>
                <a:gd name="connsiteX7" fmla="*/ 198120 w 242887"/>
                <a:gd name="connsiteY7" fmla="*/ 194310 h 279082"/>
                <a:gd name="connsiteX8" fmla="*/ 237172 w 242887"/>
                <a:gd name="connsiteY8" fmla="*/ 235267 h 279082"/>
                <a:gd name="connsiteX9" fmla="*/ 132397 w 242887"/>
                <a:gd name="connsiteY9" fmla="*/ 279083 h 279082"/>
                <a:gd name="connsiteX10" fmla="*/ 62865 w 242887"/>
                <a:gd name="connsiteY10" fmla="*/ 115252 h 279082"/>
                <a:gd name="connsiteX11" fmla="*/ 183833 w 242887"/>
                <a:gd name="connsiteY11" fmla="*/ 115252 h 279082"/>
                <a:gd name="connsiteX12" fmla="*/ 124778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3" y="201930"/>
                    <a:pt x="94297" y="225742"/>
                    <a:pt x="132397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2" y="235267"/>
                  </a:lnTo>
                  <a:cubicBezTo>
                    <a:pt x="206693" y="264795"/>
                    <a:pt x="173355" y="279083"/>
                    <a:pt x="132397" y="279083"/>
                  </a:cubicBezTo>
                  <a:close/>
                  <a:moveTo>
                    <a:pt x="62865" y="115252"/>
                  </a:moveTo>
                  <a:lnTo>
                    <a:pt x="183833" y="115252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8580" y="74295"/>
                    <a:pt x="62865" y="115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7" name="Freihandform: Form 196">
              <a:extLst>
                <a:ext uri="{FF2B5EF4-FFF2-40B4-BE49-F238E27FC236}">
                  <a16:creationId xmlns:a16="http://schemas.microsoft.com/office/drawing/2014/main" id="{F60207F7-354C-4DC5-B567-13E1323DA64D}"/>
                </a:ext>
              </a:extLst>
            </p:cNvPr>
            <p:cNvSpPr/>
            <p:nvPr/>
          </p:nvSpPr>
          <p:spPr>
            <a:xfrm>
              <a:off x="5821679" y="3216591"/>
              <a:ext cx="224789" cy="280035"/>
            </a:xfrm>
            <a:custGeom>
              <a:avLst/>
              <a:gdLst>
                <a:gd name="connsiteX0" fmla="*/ 222885 w 224789"/>
                <a:gd name="connsiteY0" fmla="*/ 237173 h 280035"/>
                <a:gd name="connsiteX1" fmla="*/ 127635 w 224789"/>
                <a:gd name="connsiteY1" fmla="*/ 280035 h 280035"/>
                <a:gd name="connsiteX2" fmla="*/ 0 w 224789"/>
                <a:gd name="connsiteY2" fmla="*/ 140970 h 280035"/>
                <a:gd name="connsiteX3" fmla="*/ 128588 w 224789"/>
                <a:gd name="connsiteY3" fmla="*/ 0 h 280035"/>
                <a:gd name="connsiteX4" fmla="*/ 224790 w 224789"/>
                <a:gd name="connsiteY4" fmla="*/ 45720 h 280035"/>
                <a:gd name="connsiteX5" fmla="*/ 181927 w 224789"/>
                <a:gd name="connsiteY5" fmla="*/ 86678 h 280035"/>
                <a:gd name="connsiteX6" fmla="*/ 128588 w 224789"/>
                <a:gd name="connsiteY6" fmla="*/ 57150 h 280035"/>
                <a:gd name="connsiteX7" fmla="*/ 62865 w 224789"/>
                <a:gd name="connsiteY7" fmla="*/ 140017 h 280035"/>
                <a:gd name="connsiteX8" fmla="*/ 128588 w 224789"/>
                <a:gd name="connsiteY8" fmla="*/ 222885 h 280035"/>
                <a:gd name="connsiteX9" fmla="*/ 183832 w 224789"/>
                <a:gd name="connsiteY9" fmla="*/ 193358 h 280035"/>
                <a:gd name="connsiteX10" fmla="*/ 222885 w 224789"/>
                <a:gd name="connsiteY10" fmla="*/ 237173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89" h="280035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7" y="15240"/>
                    <a:pt x="224790" y="45720"/>
                  </a:cubicBezTo>
                  <a:lnTo>
                    <a:pt x="181927" y="86678"/>
                  </a:lnTo>
                  <a:cubicBezTo>
                    <a:pt x="166688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2" y="193358"/>
                  </a:cubicBezTo>
                  <a:lnTo>
                    <a:pt x="222885" y="2371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8" name="Freihandform: Form 197">
              <a:extLst>
                <a:ext uri="{FF2B5EF4-FFF2-40B4-BE49-F238E27FC236}">
                  <a16:creationId xmlns:a16="http://schemas.microsoft.com/office/drawing/2014/main" id="{BD7EF543-609B-464D-AB24-9183FF26AC61}"/>
                </a:ext>
              </a:extLst>
            </p:cNvPr>
            <p:cNvSpPr/>
            <p:nvPr/>
          </p:nvSpPr>
          <p:spPr>
            <a:xfrm>
              <a:off x="6099809" y="3100387"/>
              <a:ext cx="228600" cy="390525"/>
            </a:xfrm>
            <a:custGeom>
              <a:avLst/>
              <a:gdLst>
                <a:gd name="connsiteX0" fmla="*/ 228600 w 228600"/>
                <a:gd name="connsiteY0" fmla="*/ 390525 h 390525"/>
                <a:gd name="connsiteX1" fmla="*/ 166688 w 228600"/>
                <a:gd name="connsiteY1" fmla="*/ 390525 h 390525"/>
                <a:gd name="connsiteX2" fmla="*/ 166688 w 228600"/>
                <a:gd name="connsiteY2" fmla="*/ 238125 h 390525"/>
                <a:gd name="connsiteX3" fmla="*/ 117158 w 228600"/>
                <a:gd name="connsiteY3" fmla="*/ 173355 h 390525"/>
                <a:gd name="connsiteX4" fmla="*/ 61913 w 228600"/>
                <a:gd name="connsiteY4" fmla="*/ 238125 h 390525"/>
                <a:gd name="connsiteX5" fmla="*/ 61913 w 228600"/>
                <a:gd name="connsiteY5" fmla="*/ 390525 h 390525"/>
                <a:gd name="connsiteX6" fmla="*/ 0 w 228600"/>
                <a:gd name="connsiteY6" fmla="*/ 390525 h 390525"/>
                <a:gd name="connsiteX7" fmla="*/ 0 w 228600"/>
                <a:gd name="connsiteY7" fmla="*/ 16192 h 390525"/>
                <a:gd name="connsiteX8" fmla="*/ 61913 w 228600"/>
                <a:gd name="connsiteY8" fmla="*/ 0 h 390525"/>
                <a:gd name="connsiteX9" fmla="*/ 61913 w 228600"/>
                <a:gd name="connsiteY9" fmla="*/ 155258 h 390525"/>
                <a:gd name="connsiteX10" fmla="*/ 62865 w 228600"/>
                <a:gd name="connsiteY10" fmla="*/ 155258 h 390525"/>
                <a:gd name="connsiteX11" fmla="*/ 140970 w 228600"/>
                <a:gd name="connsiteY11" fmla="*/ 116205 h 390525"/>
                <a:gd name="connsiteX12" fmla="*/ 228600 w 228600"/>
                <a:gd name="connsiteY12" fmla="*/ 223838 h 390525"/>
                <a:gd name="connsiteX13" fmla="*/ 228600 w 228600"/>
                <a:gd name="connsiteY13" fmla="*/ 390525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390525">
                  <a:moveTo>
                    <a:pt x="228600" y="390525"/>
                  </a:moveTo>
                  <a:lnTo>
                    <a:pt x="166688" y="390525"/>
                  </a:lnTo>
                  <a:lnTo>
                    <a:pt x="166688" y="238125"/>
                  </a:lnTo>
                  <a:cubicBezTo>
                    <a:pt x="166688" y="199073"/>
                    <a:pt x="154305" y="173355"/>
                    <a:pt x="117158" y="173355"/>
                  </a:cubicBezTo>
                  <a:cubicBezTo>
                    <a:pt x="74295" y="173355"/>
                    <a:pt x="61913" y="207645"/>
                    <a:pt x="61913" y="238125"/>
                  </a:cubicBezTo>
                  <a:lnTo>
                    <a:pt x="61913" y="390525"/>
                  </a:lnTo>
                  <a:lnTo>
                    <a:pt x="0" y="390525"/>
                  </a:lnTo>
                  <a:lnTo>
                    <a:pt x="0" y="16192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9052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9" name="Freihandform: Form 198">
              <a:extLst>
                <a:ext uri="{FF2B5EF4-FFF2-40B4-BE49-F238E27FC236}">
                  <a16:creationId xmlns:a16="http://schemas.microsoft.com/office/drawing/2014/main" id="{41AD4F9E-3A5A-488E-B51D-8A2B38B0CDAA}"/>
                </a:ext>
              </a:extLst>
            </p:cNvPr>
            <p:cNvSpPr/>
            <p:nvPr/>
          </p:nvSpPr>
          <p:spPr>
            <a:xfrm>
              <a:off x="6377939" y="3138487"/>
              <a:ext cx="165734" cy="358140"/>
            </a:xfrm>
            <a:custGeom>
              <a:avLst/>
              <a:gdLst>
                <a:gd name="connsiteX0" fmla="*/ 165735 w 165734"/>
                <a:gd name="connsiteY0" fmla="*/ 295275 h 358140"/>
                <a:gd name="connsiteX1" fmla="*/ 165735 w 165734"/>
                <a:gd name="connsiteY1" fmla="*/ 348615 h 358140"/>
                <a:gd name="connsiteX2" fmla="*/ 113347 w 165734"/>
                <a:gd name="connsiteY2" fmla="*/ 358140 h 358140"/>
                <a:gd name="connsiteX3" fmla="*/ 40957 w 165734"/>
                <a:gd name="connsiteY3" fmla="*/ 282892 h 358140"/>
                <a:gd name="connsiteX4" fmla="*/ 40957 w 165734"/>
                <a:gd name="connsiteY4" fmla="*/ 137160 h 358140"/>
                <a:gd name="connsiteX5" fmla="*/ 0 w 165734"/>
                <a:gd name="connsiteY5" fmla="*/ 137160 h 358140"/>
                <a:gd name="connsiteX6" fmla="*/ 0 w 165734"/>
                <a:gd name="connsiteY6" fmla="*/ 85725 h 358140"/>
                <a:gd name="connsiteX7" fmla="*/ 40005 w 165734"/>
                <a:gd name="connsiteY7" fmla="*/ 85725 h 358140"/>
                <a:gd name="connsiteX8" fmla="*/ 40005 w 165734"/>
                <a:gd name="connsiteY8" fmla="*/ 13335 h 358140"/>
                <a:gd name="connsiteX9" fmla="*/ 101917 w 165734"/>
                <a:gd name="connsiteY9" fmla="*/ 0 h 358140"/>
                <a:gd name="connsiteX10" fmla="*/ 101917 w 165734"/>
                <a:gd name="connsiteY10" fmla="*/ 86677 h 358140"/>
                <a:gd name="connsiteX11" fmla="*/ 165735 w 165734"/>
                <a:gd name="connsiteY11" fmla="*/ 86677 h 358140"/>
                <a:gd name="connsiteX12" fmla="*/ 165735 w 165734"/>
                <a:gd name="connsiteY12" fmla="*/ 138113 h 358140"/>
                <a:gd name="connsiteX13" fmla="*/ 101917 w 165734"/>
                <a:gd name="connsiteY13" fmla="*/ 138113 h 358140"/>
                <a:gd name="connsiteX14" fmla="*/ 101917 w 165734"/>
                <a:gd name="connsiteY14" fmla="*/ 269558 h 358140"/>
                <a:gd name="connsiteX15" fmla="*/ 130492 w 165734"/>
                <a:gd name="connsiteY15" fmla="*/ 304800 h 358140"/>
                <a:gd name="connsiteX16" fmla="*/ 165735 w 165734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7" y="0"/>
                  </a:lnTo>
                  <a:lnTo>
                    <a:pt x="101917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7" y="138113"/>
                  </a:lnTo>
                  <a:lnTo>
                    <a:pt x="101917" y="269558"/>
                  </a:lnTo>
                  <a:cubicBezTo>
                    <a:pt x="101917" y="294322"/>
                    <a:pt x="110490" y="304800"/>
                    <a:pt x="130492" y="304800"/>
                  </a:cubicBezTo>
                  <a:cubicBezTo>
                    <a:pt x="142875" y="303847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0" name="Freihandform: Form 199">
              <a:extLst>
                <a:ext uri="{FF2B5EF4-FFF2-40B4-BE49-F238E27FC236}">
                  <a16:creationId xmlns:a16="http://schemas.microsoft.com/office/drawing/2014/main" id="{25A0CED0-0736-4758-B8A6-67E6234B3EDF}"/>
                </a:ext>
              </a:extLst>
            </p:cNvPr>
            <p:cNvSpPr/>
            <p:nvPr/>
          </p:nvSpPr>
          <p:spPr>
            <a:xfrm>
              <a:off x="6588442" y="3216591"/>
              <a:ext cx="205739" cy="280035"/>
            </a:xfrm>
            <a:custGeom>
              <a:avLst/>
              <a:gdLst>
                <a:gd name="connsiteX0" fmla="*/ 29527 w 205739"/>
                <a:gd name="connsiteY0" fmla="*/ 198120 h 280035"/>
                <a:gd name="connsiteX1" fmla="*/ 104775 w 205739"/>
                <a:gd name="connsiteY1" fmla="*/ 227648 h 280035"/>
                <a:gd name="connsiteX2" fmla="*/ 143827 w 205739"/>
                <a:gd name="connsiteY2" fmla="*/ 200978 h 280035"/>
                <a:gd name="connsiteX3" fmla="*/ 10477 w 205739"/>
                <a:gd name="connsiteY3" fmla="*/ 82868 h 280035"/>
                <a:gd name="connsiteX4" fmla="*/ 111443 w 205739"/>
                <a:gd name="connsiteY4" fmla="*/ 0 h 280035"/>
                <a:gd name="connsiteX5" fmla="*/ 203835 w 205739"/>
                <a:gd name="connsiteY5" fmla="*/ 27623 h 280035"/>
                <a:gd name="connsiteX6" fmla="*/ 174307 w 205739"/>
                <a:gd name="connsiteY6" fmla="*/ 76200 h 280035"/>
                <a:gd name="connsiteX7" fmla="*/ 110490 w 205739"/>
                <a:gd name="connsiteY7" fmla="*/ 52388 h 280035"/>
                <a:gd name="connsiteX8" fmla="*/ 72390 w 205739"/>
                <a:gd name="connsiteY8" fmla="*/ 77153 h 280035"/>
                <a:gd name="connsiteX9" fmla="*/ 205740 w 205739"/>
                <a:gd name="connsiteY9" fmla="*/ 195263 h 280035"/>
                <a:gd name="connsiteX10" fmla="*/ 102870 w 205739"/>
                <a:gd name="connsiteY10" fmla="*/ 280035 h 280035"/>
                <a:gd name="connsiteX11" fmla="*/ 0 w 205739"/>
                <a:gd name="connsiteY11" fmla="*/ 247650 h 280035"/>
                <a:gd name="connsiteX12" fmla="*/ 29527 w 205739"/>
                <a:gd name="connsiteY12" fmla="*/ 198120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39" h="280035">
                  <a:moveTo>
                    <a:pt x="29527" y="198120"/>
                  </a:moveTo>
                  <a:cubicBezTo>
                    <a:pt x="56197" y="218123"/>
                    <a:pt x="80963" y="227648"/>
                    <a:pt x="104775" y="227648"/>
                  </a:cubicBezTo>
                  <a:cubicBezTo>
                    <a:pt x="127635" y="227648"/>
                    <a:pt x="143827" y="217170"/>
                    <a:pt x="143827" y="200978"/>
                  </a:cubicBezTo>
                  <a:cubicBezTo>
                    <a:pt x="143827" y="155258"/>
                    <a:pt x="10477" y="171450"/>
                    <a:pt x="10477" y="82868"/>
                  </a:cubicBezTo>
                  <a:cubicBezTo>
                    <a:pt x="10477" y="33338"/>
                    <a:pt x="51435" y="0"/>
                    <a:pt x="111443" y="0"/>
                  </a:cubicBezTo>
                  <a:cubicBezTo>
                    <a:pt x="143827" y="0"/>
                    <a:pt x="175260" y="9525"/>
                    <a:pt x="203835" y="27623"/>
                  </a:cubicBezTo>
                  <a:lnTo>
                    <a:pt x="174307" y="76200"/>
                  </a:lnTo>
                  <a:cubicBezTo>
                    <a:pt x="151447" y="60008"/>
                    <a:pt x="130493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2" y="280035"/>
                    <a:pt x="102870" y="280035"/>
                  </a:cubicBezTo>
                  <a:cubicBezTo>
                    <a:pt x="67627" y="280035"/>
                    <a:pt x="31432" y="268605"/>
                    <a:pt x="0" y="247650"/>
                  </a:cubicBezTo>
                  <a:lnTo>
                    <a:pt x="29527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1" name="Freihandform: Form 200">
              <a:extLst>
                <a:ext uri="{FF2B5EF4-FFF2-40B4-BE49-F238E27FC236}">
                  <a16:creationId xmlns:a16="http://schemas.microsoft.com/office/drawing/2014/main" id="{D6034CFF-5D81-4E3B-ADF5-49B995423F73}"/>
                </a:ext>
              </a:extLst>
            </p:cNvPr>
            <p:cNvSpPr/>
            <p:nvPr/>
          </p:nvSpPr>
          <p:spPr>
            <a:xfrm>
              <a:off x="6837044" y="3224212"/>
              <a:ext cx="376237" cy="266700"/>
            </a:xfrm>
            <a:custGeom>
              <a:avLst/>
              <a:gdLst>
                <a:gd name="connsiteX0" fmla="*/ 376238 w 376237"/>
                <a:gd name="connsiteY0" fmla="*/ 0 h 266700"/>
                <a:gd name="connsiteX1" fmla="*/ 297180 w 376237"/>
                <a:gd name="connsiteY1" fmla="*/ 266700 h 266700"/>
                <a:gd name="connsiteX2" fmla="*/ 237173 w 376237"/>
                <a:gd name="connsiteY2" fmla="*/ 266700 h 266700"/>
                <a:gd name="connsiteX3" fmla="*/ 188595 w 376237"/>
                <a:gd name="connsiteY3" fmla="*/ 81915 h 266700"/>
                <a:gd name="connsiteX4" fmla="*/ 187643 w 376237"/>
                <a:gd name="connsiteY4" fmla="*/ 81915 h 266700"/>
                <a:gd name="connsiteX5" fmla="*/ 139065 w 376237"/>
                <a:gd name="connsiteY5" fmla="*/ 266700 h 266700"/>
                <a:gd name="connsiteX6" fmla="*/ 79057 w 376237"/>
                <a:gd name="connsiteY6" fmla="*/ 266700 h 266700"/>
                <a:gd name="connsiteX7" fmla="*/ 0 w 376237"/>
                <a:gd name="connsiteY7" fmla="*/ 0 h 266700"/>
                <a:gd name="connsiteX8" fmla="*/ 65723 w 376237"/>
                <a:gd name="connsiteY8" fmla="*/ 0 h 266700"/>
                <a:gd name="connsiteX9" fmla="*/ 111443 w 376237"/>
                <a:gd name="connsiteY9" fmla="*/ 180022 h 266700"/>
                <a:gd name="connsiteX10" fmla="*/ 112395 w 376237"/>
                <a:gd name="connsiteY10" fmla="*/ 180022 h 266700"/>
                <a:gd name="connsiteX11" fmla="*/ 159068 w 376237"/>
                <a:gd name="connsiteY11" fmla="*/ 0 h 266700"/>
                <a:gd name="connsiteX12" fmla="*/ 216218 w 376237"/>
                <a:gd name="connsiteY12" fmla="*/ 0 h 266700"/>
                <a:gd name="connsiteX13" fmla="*/ 264795 w 376237"/>
                <a:gd name="connsiteY13" fmla="*/ 180022 h 266700"/>
                <a:gd name="connsiteX14" fmla="*/ 265748 w 376237"/>
                <a:gd name="connsiteY14" fmla="*/ 180022 h 266700"/>
                <a:gd name="connsiteX15" fmla="*/ 311468 w 376237"/>
                <a:gd name="connsiteY15" fmla="*/ 0 h 266700"/>
                <a:gd name="connsiteX16" fmla="*/ 376238 w 376237"/>
                <a:gd name="connsiteY16" fmla="*/ 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76237" h="266700">
                  <a:moveTo>
                    <a:pt x="376238" y="0"/>
                  </a:moveTo>
                  <a:lnTo>
                    <a:pt x="297180" y="266700"/>
                  </a:lnTo>
                  <a:lnTo>
                    <a:pt x="237173" y="266700"/>
                  </a:lnTo>
                  <a:lnTo>
                    <a:pt x="188595" y="81915"/>
                  </a:lnTo>
                  <a:lnTo>
                    <a:pt x="187643" y="81915"/>
                  </a:lnTo>
                  <a:lnTo>
                    <a:pt x="139065" y="266700"/>
                  </a:lnTo>
                  <a:lnTo>
                    <a:pt x="79057" y="266700"/>
                  </a:lnTo>
                  <a:lnTo>
                    <a:pt x="0" y="0"/>
                  </a:lnTo>
                  <a:lnTo>
                    <a:pt x="65723" y="0"/>
                  </a:lnTo>
                  <a:lnTo>
                    <a:pt x="111443" y="180022"/>
                  </a:lnTo>
                  <a:lnTo>
                    <a:pt x="112395" y="180022"/>
                  </a:lnTo>
                  <a:lnTo>
                    <a:pt x="159068" y="0"/>
                  </a:lnTo>
                  <a:lnTo>
                    <a:pt x="216218" y="0"/>
                  </a:lnTo>
                  <a:lnTo>
                    <a:pt x="264795" y="180022"/>
                  </a:lnTo>
                  <a:lnTo>
                    <a:pt x="265748" y="180022"/>
                  </a:lnTo>
                  <a:lnTo>
                    <a:pt x="311468" y="0"/>
                  </a:lnTo>
                  <a:lnTo>
                    <a:pt x="376238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2" name="Freihandform: Form 201">
              <a:extLst>
                <a:ext uri="{FF2B5EF4-FFF2-40B4-BE49-F238E27FC236}">
                  <a16:creationId xmlns:a16="http://schemas.microsoft.com/office/drawing/2014/main" id="{E15FD32D-BAE8-461A-93DC-08CDBAEF08FB}"/>
                </a:ext>
              </a:extLst>
            </p:cNvPr>
            <p:cNvSpPr/>
            <p:nvPr/>
          </p:nvSpPr>
          <p:spPr>
            <a:xfrm>
              <a:off x="7259954" y="3105149"/>
              <a:ext cx="79057" cy="385762"/>
            </a:xfrm>
            <a:custGeom>
              <a:avLst/>
              <a:gdLst>
                <a:gd name="connsiteX0" fmla="*/ 79057 w 79057"/>
                <a:gd name="connsiteY0" fmla="*/ 38100 h 385762"/>
                <a:gd name="connsiteX1" fmla="*/ 39052 w 79057"/>
                <a:gd name="connsiteY1" fmla="*/ 76200 h 385762"/>
                <a:gd name="connsiteX2" fmla="*/ 0 w 79057"/>
                <a:gd name="connsiteY2" fmla="*/ 38100 h 385762"/>
                <a:gd name="connsiteX3" fmla="*/ 39052 w 79057"/>
                <a:gd name="connsiteY3" fmla="*/ 0 h 385762"/>
                <a:gd name="connsiteX4" fmla="*/ 79057 w 79057"/>
                <a:gd name="connsiteY4" fmla="*/ 38100 h 385762"/>
                <a:gd name="connsiteX5" fmla="*/ 70485 w 79057"/>
                <a:gd name="connsiteY5" fmla="*/ 385763 h 385762"/>
                <a:gd name="connsiteX6" fmla="*/ 8572 w 79057"/>
                <a:gd name="connsiteY6" fmla="*/ 385763 h 385762"/>
                <a:gd name="connsiteX7" fmla="*/ 8572 w 79057"/>
                <a:gd name="connsiteY7" fmla="*/ 119063 h 385762"/>
                <a:gd name="connsiteX8" fmla="*/ 70485 w 79057"/>
                <a:gd name="connsiteY8" fmla="*/ 119063 h 385762"/>
                <a:gd name="connsiteX9" fmla="*/ 70485 w 79057"/>
                <a:gd name="connsiteY9" fmla="*/ 385763 h 385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5762">
                  <a:moveTo>
                    <a:pt x="79057" y="38100"/>
                  </a:moveTo>
                  <a:cubicBezTo>
                    <a:pt x="79057" y="60008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2"/>
                    <a:pt x="18097" y="0"/>
                    <a:pt x="39052" y="0"/>
                  </a:cubicBezTo>
                  <a:cubicBezTo>
                    <a:pt x="61913" y="0"/>
                    <a:pt x="79057" y="16192"/>
                    <a:pt x="79057" y="38100"/>
                  </a:cubicBezTo>
                  <a:close/>
                  <a:moveTo>
                    <a:pt x="70485" y="385763"/>
                  </a:moveTo>
                  <a:lnTo>
                    <a:pt x="8572" y="385763"/>
                  </a:lnTo>
                  <a:lnTo>
                    <a:pt x="8572" y="119063"/>
                  </a:lnTo>
                  <a:lnTo>
                    <a:pt x="70485" y="119063"/>
                  </a:lnTo>
                  <a:lnTo>
                    <a:pt x="70485" y="38576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3" name="Freihandform: Form 202">
              <a:extLst>
                <a:ext uri="{FF2B5EF4-FFF2-40B4-BE49-F238E27FC236}">
                  <a16:creationId xmlns:a16="http://schemas.microsoft.com/office/drawing/2014/main" id="{E969D33B-E173-42C9-8DF1-CC58FEBFF2C5}"/>
                </a:ext>
              </a:extLst>
            </p:cNvPr>
            <p:cNvSpPr/>
            <p:nvPr/>
          </p:nvSpPr>
          <p:spPr>
            <a:xfrm>
              <a:off x="7388542" y="3216591"/>
              <a:ext cx="205739" cy="280035"/>
            </a:xfrm>
            <a:custGeom>
              <a:avLst/>
              <a:gdLst>
                <a:gd name="connsiteX0" fmla="*/ 29527 w 205739"/>
                <a:gd name="connsiteY0" fmla="*/ 198120 h 280035"/>
                <a:gd name="connsiteX1" fmla="*/ 104775 w 205739"/>
                <a:gd name="connsiteY1" fmla="*/ 227648 h 280035"/>
                <a:gd name="connsiteX2" fmla="*/ 143827 w 205739"/>
                <a:gd name="connsiteY2" fmla="*/ 200978 h 280035"/>
                <a:gd name="connsiteX3" fmla="*/ 10477 w 205739"/>
                <a:gd name="connsiteY3" fmla="*/ 82868 h 280035"/>
                <a:gd name="connsiteX4" fmla="*/ 111443 w 205739"/>
                <a:gd name="connsiteY4" fmla="*/ 0 h 280035"/>
                <a:gd name="connsiteX5" fmla="*/ 203835 w 205739"/>
                <a:gd name="connsiteY5" fmla="*/ 27623 h 280035"/>
                <a:gd name="connsiteX6" fmla="*/ 174307 w 205739"/>
                <a:gd name="connsiteY6" fmla="*/ 76200 h 280035"/>
                <a:gd name="connsiteX7" fmla="*/ 110490 w 205739"/>
                <a:gd name="connsiteY7" fmla="*/ 52388 h 280035"/>
                <a:gd name="connsiteX8" fmla="*/ 72390 w 205739"/>
                <a:gd name="connsiteY8" fmla="*/ 77153 h 280035"/>
                <a:gd name="connsiteX9" fmla="*/ 205740 w 205739"/>
                <a:gd name="connsiteY9" fmla="*/ 195263 h 280035"/>
                <a:gd name="connsiteX10" fmla="*/ 102870 w 205739"/>
                <a:gd name="connsiteY10" fmla="*/ 280035 h 280035"/>
                <a:gd name="connsiteX11" fmla="*/ 0 w 205739"/>
                <a:gd name="connsiteY11" fmla="*/ 247650 h 280035"/>
                <a:gd name="connsiteX12" fmla="*/ 29527 w 205739"/>
                <a:gd name="connsiteY12" fmla="*/ 198120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39" h="280035">
                  <a:moveTo>
                    <a:pt x="29527" y="198120"/>
                  </a:moveTo>
                  <a:cubicBezTo>
                    <a:pt x="56197" y="218123"/>
                    <a:pt x="80963" y="227648"/>
                    <a:pt x="104775" y="227648"/>
                  </a:cubicBezTo>
                  <a:cubicBezTo>
                    <a:pt x="127635" y="227648"/>
                    <a:pt x="143827" y="217170"/>
                    <a:pt x="143827" y="200978"/>
                  </a:cubicBezTo>
                  <a:cubicBezTo>
                    <a:pt x="143827" y="155258"/>
                    <a:pt x="10477" y="171450"/>
                    <a:pt x="10477" y="82868"/>
                  </a:cubicBezTo>
                  <a:cubicBezTo>
                    <a:pt x="10477" y="33338"/>
                    <a:pt x="51435" y="0"/>
                    <a:pt x="111443" y="0"/>
                  </a:cubicBezTo>
                  <a:cubicBezTo>
                    <a:pt x="143827" y="0"/>
                    <a:pt x="175260" y="9525"/>
                    <a:pt x="203835" y="27623"/>
                  </a:cubicBezTo>
                  <a:lnTo>
                    <a:pt x="174307" y="76200"/>
                  </a:lnTo>
                  <a:cubicBezTo>
                    <a:pt x="151447" y="60008"/>
                    <a:pt x="130493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2" y="280035"/>
                    <a:pt x="102870" y="280035"/>
                  </a:cubicBezTo>
                  <a:cubicBezTo>
                    <a:pt x="67627" y="280035"/>
                    <a:pt x="31432" y="268605"/>
                    <a:pt x="0" y="247650"/>
                  </a:cubicBezTo>
                  <a:lnTo>
                    <a:pt x="29527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4" name="Freihandform: Form 203">
              <a:extLst>
                <a:ext uri="{FF2B5EF4-FFF2-40B4-BE49-F238E27FC236}">
                  <a16:creationId xmlns:a16="http://schemas.microsoft.com/office/drawing/2014/main" id="{613E92FC-45A9-4270-8118-8D444A59C709}"/>
                </a:ext>
              </a:extLst>
            </p:cNvPr>
            <p:cNvSpPr/>
            <p:nvPr/>
          </p:nvSpPr>
          <p:spPr>
            <a:xfrm>
              <a:off x="7635239" y="3216591"/>
              <a:ext cx="205740" cy="280035"/>
            </a:xfrm>
            <a:custGeom>
              <a:avLst/>
              <a:gdLst>
                <a:gd name="connsiteX0" fmla="*/ 29528 w 205740"/>
                <a:gd name="connsiteY0" fmla="*/ 198120 h 280035"/>
                <a:gd name="connsiteX1" fmla="*/ 104775 w 205740"/>
                <a:gd name="connsiteY1" fmla="*/ 227648 h 280035"/>
                <a:gd name="connsiteX2" fmla="*/ 143828 w 205740"/>
                <a:gd name="connsiteY2" fmla="*/ 200978 h 280035"/>
                <a:gd name="connsiteX3" fmla="*/ 10478 w 205740"/>
                <a:gd name="connsiteY3" fmla="*/ 82868 h 280035"/>
                <a:gd name="connsiteX4" fmla="*/ 111443 w 205740"/>
                <a:gd name="connsiteY4" fmla="*/ 0 h 280035"/>
                <a:gd name="connsiteX5" fmla="*/ 203835 w 205740"/>
                <a:gd name="connsiteY5" fmla="*/ 27623 h 280035"/>
                <a:gd name="connsiteX6" fmla="*/ 174308 w 205740"/>
                <a:gd name="connsiteY6" fmla="*/ 76200 h 280035"/>
                <a:gd name="connsiteX7" fmla="*/ 110490 w 205740"/>
                <a:gd name="connsiteY7" fmla="*/ 52388 h 280035"/>
                <a:gd name="connsiteX8" fmla="*/ 72390 w 205740"/>
                <a:gd name="connsiteY8" fmla="*/ 77153 h 280035"/>
                <a:gd name="connsiteX9" fmla="*/ 205740 w 205740"/>
                <a:gd name="connsiteY9" fmla="*/ 195263 h 280035"/>
                <a:gd name="connsiteX10" fmla="*/ 102870 w 205740"/>
                <a:gd name="connsiteY10" fmla="*/ 280035 h 280035"/>
                <a:gd name="connsiteX11" fmla="*/ 0 w 205740"/>
                <a:gd name="connsiteY11" fmla="*/ 247650 h 280035"/>
                <a:gd name="connsiteX12" fmla="*/ 29528 w 205740"/>
                <a:gd name="connsiteY12" fmla="*/ 198120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40" h="280035">
                  <a:moveTo>
                    <a:pt x="29528" y="198120"/>
                  </a:moveTo>
                  <a:cubicBezTo>
                    <a:pt x="56198" y="218123"/>
                    <a:pt x="80963" y="227648"/>
                    <a:pt x="104775" y="227648"/>
                  </a:cubicBezTo>
                  <a:cubicBezTo>
                    <a:pt x="127635" y="227648"/>
                    <a:pt x="143828" y="217170"/>
                    <a:pt x="143828" y="200978"/>
                  </a:cubicBezTo>
                  <a:cubicBezTo>
                    <a:pt x="143828" y="155258"/>
                    <a:pt x="10478" y="171450"/>
                    <a:pt x="10478" y="82868"/>
                  </a:cubicBezTo>
                  <a:cubicBezTo>
                    <a:pt x="10478" y="33338"/>
                    <a:pt x="51435" y="0"/>
                    <a:pt x="111443" y="0"/>
                  </a:cubicBezTo>
                  <a:cubicBezTo>
                    <a:pt x="143828" y="0"/>
                    <a:pt x="175260" y="9525"/>
                    <a:pt x="203835" y="27623"/>
                  </a:cubicBezTo>
                  <a:lnTo>
                    <a:pt x="174308" y="76200"/>
                  </a:lnTo>
                  <a:cubicBezTo>
                    <a:pt x="151448" y="60008"/>
                    <a:pt x="130493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3" y="280035"/>
                    <a:pt x="102870" y="280035"/>
                  </a:cubicBezTo>
                  <a:cubicBezTo>
                    <a:pt x="67628" y="280035"/>
                    <a:pt x="31433" y="268605"/>
                    <a:pt x="0" y="247650"/>
                  </a:cubicBezTo>
                  <a:lnTo>
                    <a:pt x="29528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5" name="Freihandform: Form 204">
              <a:extLst>
                <a:ext uri="{FF2B5EF4-FFF2-40B4-BE49-F238E27FC236}">
                  <a16:creationId xmlns:a16="http://schemas.microsoft.com/office/drawing/2014/main" id="{424268E4-C7CA-4E6F-A748-A35B009CF8EA}"/>
                </a:ext>
              </a:extLst>
            </p:cNvPr>
            <p:cNvSpPr/>
            <p:nvPr/>
          </p:nvSpPr>
          <p:spPr>
            <a:xfrm>
              <a:off x="7890509" y="3217544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2 h 279082"/>
                <a:gd name="connsiteX7" fmla="*/ 198120 w 242887"/>
                <a:gd name="connsiteY7" fmla="*/ 194310 h 279082"/>
                <a:gd name="connsiteX8" fmla="*/ 237172 w 242887"/>
                <a:gd name="connsiteY8" fmla="*/ 235267 h 279082"/>
                <a:gd name="connsiteX9" fmla="*/ 132397 w 242887"/>
                <a:gd name="connsiteY9" fmla="*/ 279083 h 279082"/>
                <a:gd name="connsiteX10" fmla="*/ 62865 w 242887"/>
                <a:gd name="connsiteY10" fmla="*/ 115252 h 279082"/>
                <a:gd name="connsiteX11" fmla="*/ 183832 w 242887"/>
                <a:gd name="connsiteY11" fmla="*/ 115252 h 279082"/>
                <a:gd name="connsiteX12" fmla="*/ 124777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2"/>
                    <a:pt x="132397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2" y="235267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2865" y="115252"/>
                  </a:moveTo>
                  <a:lnTo>
                    <a:pt x="183832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6" name="Freihandform: Form 205">
              <a:extLst>
                <a:ext uri="{FF2B5EF4-FFF2-40B4-BE49-F238E27FC236}">
                  <a16:creationId xmlns:a16="http://schemas.microsoft.com/office/drawing/2014/main" id="{0B1A7E44-CA7A-4D72-921B-A6BD6BAD08D5}"/>
                </a:ext>
              </a:extLst>
            </p:cNvPr>
            <p:cNvSpPr/>
            <p:nvPr/>
          </p:nvSpPr>
          <p:spPr>
            <a:xfrm>
              <a:off x="8202929" y="3217544"/>
              <a:ext cx="228600" cy="273367"/>
            </a:xfrm>
            <a:custGeom>
              <a:avLst/>
              <a:gdLst>
                <a:gd name="connsiteX0" fmla="*/ 228600 w 228600"/>
                <a:gd name="connsiteY0" fmla="*/ 273367 h 273367"/>
                <a:gd name="connsiteX1" fmla="*/ 166688 w 228600"/>
                <a:gd name="connsiteY1" fmla="*/ 273367 h 273367"/>
                <a:gd name="connsiteX2" fmla="*/ 166688 w 228600"/>
                <a:gd name="connsiteY2" fmla="*/ 120967 h 273367"/>
                <a:gd name="connsiteX3" fmla="*/ 117157 w 228600"/>
                <a:gd name="connsiteY3" fmla="*/ 56197 h 273367"/>
                <a:gd name="connsiteX4" fmla="*/ 61913 w 228600"/>
                <a:gd name="connsiteY4" fmla="*/ 120967 h 273367"/>
                <a:gd name="connsiteX5" fmla="*/ 61913 w 228600"/>
                <a:gd name="connsiteY5" fmla="*/ 273367 h 273367"/>
                <a:gd name="connsiteX6" fmla="*/ 0 w 228600"/>
                <a:gd name="connsiteY6" fmla="*/ 273367 h 273367"/>
                <a:gd name="connsiteX7" fmla="*/ 0 w 228600"/>
                <a:gd name="connsiteY7" fmla="*/ 6667 h 273367"/>
                <a:gd name="connsiteX8" fmla="*/ 61913 w 228600"/>
                <a:gd name="connsiteY8" fmla="*/ 6667 h 273367"/>
                <a:gd name="connsiteX9" fmla="*/ 61913 w 228600"/>
                <a:gd name="connsiteY9" fmla="*/ 39052 h 273367"/>
                <a:gd name="connsiteX10" fmla="*/ 62865 w 228600"/>
                <a:gd name="connsiteY10" fmla="*/ 39052 h 273367"/>
                <a:gd name="connsiteX11" fmla="*/ 140970 w 228600"/>
                <a:gd name="connsiteY11" fmla="*/ 0 h 273367"/>
                <a:gd name="connsiteX12" fmla="*/ 228600 w 228600"/>
                <a:gd name="connsiteY12" fmla="*/ 107633 h 273367"/>
                <a:gd name="connsiteX13" fmla="*/ 228600 w 228600"/>
                <a:gd name="connsiteY13" fmla="*/ 273367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3367"/>
                  </a:moveTo>
                  <a:lnTo>
                    <a:pt x="166688" y="273367"/>
                  </a:lnTo>
                  <a:lnTo>
                    <a:pt x="166688" y="120967"/>
                  </a:lnTo>
                  <a:cubicBezTo>
                    <a:pt x="166688" y="81915"/>
                    <a:pt x="155257" y="56197"/>
                    <a:pt x="117157" y="56197"/>
                  </a:cubicBezTo>
                  <a:cubicBezTo>
                    <a:pt x="73343" y="56197"/>
                    <a:pt x="61913" y="91440"/>
                    <a:pt x="61913" y="120967"/>
                  </a:cubicBezTo>
                  <a:lnTo>
                    <a:pt x="61913" y="273367"/>
                  </a:lnTo>
                  <a:lnTo>
                    <a:pt x="0" y="273367"/>
                  </a:lnTo>
                  <a:lnTo>
                    <a:pt x="0" y="6667"/>
                  </a:lnTo>
                  <a:lnTo>
                    <a:pt x="61913" y="6667"/>
                  </a:lnTo>
                  <a:lnTo>
                    <a:pt x="61913" y="39052"/>
                  </a:lnTo>
                  <a:lnTo>
                    <a:pt x="62865" y="39052"/>
                  </a:lnTo>
                  <a:cubicBezTo>
                    <a:pt x="79057" y="15240"/>
                    <a:pt x="106680" y="0"/>
                    <a:pt x="140970" y="0"/>
                  </a:cubicBezTo>
                  <a:cubicBezTo>
                    <a:pt x="201930" y="0"/>
                    <a:pt x="228600" y="44767"/>
                    <a:pt x="228600" y="107633"/>
                  </a:cubicBezTo>
                  <a:lnTo>
                    <a:pt x="228600" y="27336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7" name="Freihandform: Form 206">
              <a:extLst>
                <a:ext uri="{FF2B5EF4-FFF2-40B4-BE49-F238E27FC236}">
                  <a16:creationId xmlns:a16="http://schemas.microsoft.com/office/drawing/2014/main" id="{48B8BCB8-4E94-4420-8742-33238C69DDAA}"/>
                </a:ext>
              </a:extLst>
            </p:cNvPr>
            <p:cNvSpPr/>
            <p:nvPr/>
          </p:nvSpPr>
          <p:spPr>
            <a:xfrm>
              <a:off x="8487726" y="3216591"/>
              <a:ext cx="205740" cy="280035"/>
            </a:xfrm>
            <a:custGeom>
              <a:avLst/>
              <a:gdLst>
                <a:gd name="connsiteX0" fmla="*/ 29528 w 205740"/>
                <a:gd name="connsiteY0" fmla="*/ 198120 h 280035"/>
                <a:gd name="connsiteX1" fmla="*/ 104775 w 205740"/>
                <a:gd name="connsiteY1" fmla="*/ 227648 h 280035"/>
                <a:gd name="connsiteX2" fmla="*/ 143828 w 205740"/>
                <a:gd name="connsiteY2" fmla="*/ 200978 h 280035"/>
                <a:gd name="connsiteX3" fmla="*/ 10478 w 205740"/>
                <a:gd name="connsiteY3" fmla="*/ 82868 h 280035"/>
                <a:gd name="connsiteX4" fmla="*/ 111443 w 205740"/>
                <a:gd name="connsiteY4" fmla="*/ 0 h 280035"/>
                <a:gd name="connsiteX5" fmla="*/ 203835 w 205740"/>
                <a:gd name="connsiteY5" fmla="*/ 27623 h 280035"/>
                <a:gd name="connsiteX6" fmla="*/ 174308 w 205740"/>
                <a:gd name="connsiteY6" fmla="*/ 76200 h 280035"/>
                <a:gd name="connsiteX7" fmla="*/ 110490 w 205740"/>
                <a:gd name="connsiteY7" fmla="*/ 52388 h 280035"/>
                <a:gd name="connsiteX8" fmla="*/ 72390 w 205740"/>
                <a:gd name="connsiteY8" fmla="*/ 77153 h 280035"/>
                <a:gd name="connsiteX9" fmla="*/ 205740 w 205740"/>
                <a:gd name="connsiteY9" fmla="*/ 195263 h 280035"/>
                <a:gd name="connsiteX10" fmla="*/ 102870 w 205740"/>
                <a:gd name="connsiteY10" fmla="*/ 280035 h 280035"/>
                <a:gd name="connsiteX11" fmla="*/ 0 w 205740"/>
                <a:gd name="connsiteY11" fmla="*/ 247650 h 280035"/>
                <a:gd name="connsiteX12" fmla="*/ 29528 w 205740"/>
                <a:gd name="connsiteY12" fmla="*/ 198120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40" h="280035">
                  <a:moveTo>
                    <a:pt x="29528" y="198120"/>
                  </a:moveTo>
                  <a:cubicBezTo>
                    <a:pt x="56198" y="218123"/>
                    <a:pt x="80963" y="227648"/>
                    <a:pt x="104775" y="227648"/>
                  </a:cubicBezTo>
                  <a:cubicBezTo>
                    <a:pt x="127635" y="227648"/>
                    <a:pt x="143828" y="217170"/>
                    <a:pt x="143828" y="200978"/>
                  </a:cubicBezTo>
                  <a:cubicBezTo>
                    <a:pt x="143828" y="155258"/>
                    <a:pt x="10478" y="171450"/>
                    <a:pt x="10478" y="82868"/>
                  </a:cubicBezTo>
                  <a:cubicBezTo>
                    <a:pt x="10478" y="33338"/>
                    <a:pt x="51435" y="0"/>
                    <a:pt x="111443" y="0"/>
                  </a:cubicBezTo>
                  <a:cubicBezTo>
                    <a:pt x="143828" y="0"/>
                    <a:pt x="175260" y="9525"/>
                    <a:pt x="203835" y="27623"/>
                  </a:cubicBezTo>
                  <a:lnTo>
                    <a:pt x="174308" y="76200"/>
                  </a:lnTo>
                  <a:cubicBezTo>
                    <a:pt x="151448" y="60008"/>
                    <a:pt x="130493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3" y="280035"/>
                    <a:pt x="102870" y="280035"/>
                  </a:cubicBezTo>
                  <a:cubicBezTo>
                    <a:pt x="67628" y="280035"/>
                    <a:pt x="31433" y="268605"/>
                    <a:pt x="0" y="247650"/>
                  </a:cubicBezTo>
                  <a:lnTo>
                    <a:pt x="29528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8" name="Freihandform: Form 207">
              <a:extLst>
                <a:ext uri="{FF2B5EF4-FFF2-40B4-BE49-F238E27FC236}">
                  <a16:creationId xmlns:a16="http://schemas.microsoft.com/office/drawing/2014/main" id="{3A089B16-79B7-4421-8A7B-33771D317057}"/>
                </a:ext>
              </a:extLst>
            </p:cNvPr>
            <p:cNvSpPr/>
            <p:nvPr/>
          </p:nvSpPr>
          <p:spPr>
            <a:xfrm>
              <a:off x="8743949" y="3216591"/>
              <a:ext cx="224789" cy="280035"/>
            </a:xfrm>
            <a:custGeom>
              <a:avLst/>
              <a:gdLst>
                <a:gd name="connsiteX0" fmla="*/ 222885 w 224789"/>
                <a:gd name="connsiteY0" fmla="*/ 237173 h 280035"/>
                <a:gd name="connsiteX1" fmla="*/ 127635 w 224789"/>
                <a:gd name="connsiteY1" fmla="*/ 280035 h 280035"/>
                <a:gd name="connsiteX2" fmla="*/ 0 w 224789"/>
                <a:gd name="connsiteY2" fmla="*/ 140970 h 280035"/>
                <a:gd name="connsiteX3" fmla="*/ 128588 w 224789"/>
                <a:gd name="connsiteY3" fmla="*/ 0 h 280035"/>
                <a:gd name="connsiteX4" fmla="*/ 224790 w 224789"/>
                <a:gd name="connsiteY4" fmla="*/ 45720 h 280035"/>
                <a:gd name="connsiteX5" fmla="*/ 181927 w 224789"/>
                <a:gd name="connsiteY5" fmla="*/ 86678 h 280035"/>
                <a:gd name="connsiteX6" fmla="*/ 128588 w 224789"/>
                <a:gd name="connsiteY6" fmla="*/ 57150 h 280035"/>
                <a:gd name="connsiteX7" fmla="*/ 62865 w 224789"/>
                <a:gd name="connsiteY7" fmla="*/ 140017 h 280035"/>
                <a:gd name="connsiteX8" fmla="*/ 128588 w 224789"/>
                <a:gd name="connsiteY8" fmla="*/ 222885 h 280035"/>
                <a:gd name="connsiteX9" fmla="*/ 183832 w 224789"/>
                <a:gd name="connsiteY9" fmla="*/ 193358 h 280035"/>
                <a:gd name="connsiteX10" fmla="*/ 222885 w 224789"/>
                <a:gd name="connsiteY10" fmla="*/ 237173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89" h="280035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3" y="0"/>
                    <a:pt x="200977" y="15240"/>
                    <a:pt x="224790" y="45720"/>
                  </a:cubicBezTo>
                  <a:lnTo>
                    <a:pt x="181927" y="86678"/>
                  </a:lnTo>
                  <a:cubicBezTo>
                    <a:pt x="166688" y="66675"/>
                    <a:pt x="149543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3" y="222885"/>
                    <a:pt x="166688" y="213360"/>
                    <a:pt x="183832" y="193358"/>
                  </a:cubicBezTo>
                  <a:lnTo>
                    <a:pt x="222885" y="2371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9" name="Freihandform: Form 208">
              <a:extLst>
                <a:ext uri="{FF2B5EF4-FFF2-40B4-BE49-F238E27FC236}">
                  <a16:creationId xmlns:a16="http://schemas.microsoft.com/office/drawing/2014/main" id="{10CDFE04-0DE2-40A3-B8E8-039583FFFFA0}"/>
                </a:ext>
              </a:extLst>
            </p:cNvPr>
            <p:cNvSpPr/>
            <p:nvPr/>
          </p:nvSpPr>
          <p:spPr>
            <a:xfrm>
              <a:off x="9022079" y="3100387"/>
              <a:ext cx="228600" cy="390525"/>
            </a:xfrm>
            <a:custGeom>
              <a:avLst/>
              <a:gdLst>
                <a:gd name="connsiteX0" fmla="*/ 228600 w 228600"/>
                <a:gd name="connsiteY0" fmla="*/ 390525 h 390525"/>
                <a:gd name="connsiteX1" fmla="*/ 166688 w 228600"/>
                <a:gd name="connsiteY1" fmla="*/ 390525 h 390525"/>
                <a:gd name="connsiteX2" fmla="*/ 166688 w 228600"/>
                <a:gd name="connsiteY2" fmla="*/ 238125 h 390525"/>
                <a:gd name="connsiteX3" fmla="*/ 117157 w 228600"/>
                <a:gd name="connsiteY3" fmla="*/ 173355 h 390525"/>
                <a:gd name="connsiteX4" fmla="*/ 61913 w 228600"/>
                <a:gd name="connsiteY4" fmla="*/ 238125 h 390525"/>
                <a:gd name="connsiteX5" fmla="*/ 61913 w 228600"/>
                <a:gd name="connsiteY5" fmla="*/ 390525 h 390525"/>
                <a:gd name="connsiteX6" fmla="*/ 0 w 228600"/>
                <a:gd name="connsiteY6" fmla="*/ 390525 h 390525"/>
                <a:gd name="connsiteX7" fmla="*/ 0 w 228600"/>
                <a:gd name="connsiteY7" fmla="*/ 16192 h 390525"/>
                <a:gd name="connsiteX8" fmla="*/ 61913 w 228600"/>
                <a:gd name="connsiteY8" fmla="*/ 0 h 390525"/>
                <a:gd name="connsiteX9" fmla="*/ 61913 w 228600"/>
                <a:gd name="connsiteY9" fmla="*/ 155258 h 390525"/>
                <a:gd name="connsiteX10" fmla="*/ 62865 w 228600"/>
                <a:gd name="connsiteY10" fmla="*/ 155258 h 390525"/>
                <a:gd name="connsiteX11" fmla="*/ 140970 w 228600"/>
                <a:gd name="connsiteY11" fmla="*/ 116205 h 390525"/>
                <a:gd name="connsiteX12" fmla="*/ 228600 w 228600"/>
                <a:gd name="connsiteY12" fmla="*/ 223838 h 390525"/>
                <a:gd name="connsiteX13" fmla="*/ 228600 w 228600"/>
                <a:gd name="connsiteY13" fmla="*/ 390525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390525">
                  <a:moveTo>
                    <a:pt x="228600" y="390525"/>
                  </a:moveTo>
                  <a:lnTo>
                    <a:pt x="166688" y="390525"/>
                  </a:lnTo>
                  <a:lnTo>
                    <a:pt x="166688" y="238125"/>
                  </a:lnTo>
                  <a:cubicBezTo>
                    <a:pt x="166688" y="199073"/>
                    <a:pt x="154305" y="173355"/>
                    <a:pt x="117157" y="173355"/>
                  </a:cubicBezTo>
                  <a:cubicBezTo>
                    <a:pt x="74295" y="173355"/>
                    <a:pt x="61913" y="207645"/>
                    <a:pt x="61913" y="238125"/>
                  </a:cubicBezTo>
                  <a:lnTo>
                    <a:pt x="61913" y="390525"/>
                  </a:lnTo>
                  <a:lnTo>
                    <a:pt x="0" y="390525"/>
                  </a:lnTo>
                  <a:lnTo>
                    <a:pt x="0" y="16192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7" y="116205"/>
                    <a:pt x="140970" y="116205"/>
                  </a:cubicBezTo>
                  <a:cubicBezTo>
                    <a:pt x="202882" y="116205"/>
                    <a:pt x="228600" y="161925"/>
                    <a:pt x="228600" y="223838"/>
                  </a:cubicBezTo>
                  <a:lnTo>
                    <a:pt x="228600" y="39052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0" name="Freihandform: Form 209">
              <a:extLst>
                <a:ext uri="{FF2B5EF4-FFF2-40B4-BE49-F238E27FC236}">
                  <a16:creationId xmlns:a16="http://schemas.microsoft.com/office/drawing/2014/main" id="{A02586C2-A0C5-4A83-B646-C10FFF020C60}"/>
                </a:ext>
              </a:extLst>
            </p:cNvPr>
            <p:cNvSpPr/>
            <p:nvPr/>
          </p:nvSpPr>
          <p:spPr>
            <a:xfrm>
              <a:off x="9312592" y="3217544"/>
              <a:ext cx="225742" cy="279082"/>
            </a:xfrm>
            <a:custGeom>
              <a:avLst/>
              <a:gdLst>
                <a:gd name="connsiteX0" fmla="*/ 114300 w 225742"/>
                <a:gd name="connsiteY0" fmla="*/ 107633 h 279082"/>
                <a:gd name="connsiteX1" fmla="*/ 164782 w 225742"/>
                <a:gd name="connsiteY1" fmla="*/ 113347 h 279082"/>
                <a:gd name="connsiteX2" fmla="*/ 164782 w 225742"/>
                <a:gd name="connsiteY2" fmla="*/ 103822 h 279082"/>
                <a:gd name="connsiteX3" fmla="*/ 105727 w 225742"/>
                <a:gd name="connsiteY3" fmla="*/ 52388 h 279082"/>
                <a:gd name="connsiteX4" fmla="*/ 38100 w 225742"/>
                <a:gd name="connsiteY4" fmla="*/ 67627 h 279082"/>
                <a:gd name="connsiteX5" fmla="*/ 24765 w 225742"/>
                <a:gd name="connsiteY5" fmla="*/ 15240 h 279082"/>
                <a:gd name="connsiteX6" fmla="*/ 112395 w 225742"/>
                <a:gd name="connsiteY6" fmla="*/ 0 h 279082"/>
                <a:gd name="connsiteX7" fmla="*/ 225743 w 225742"/>
                <a:gd name="connsiteY7" fmla="*/ 102870 h 279082"/>
                <a:gd name="connsiteX8" fmla="*/ 225743 w 225742"/>
                <a:gd name="connsiteY8" fmla="*/ 273367 h 279082"/>
                <a:gd name="connsiteX9" fmla="*/ 166688 w 225742"/>
                <a:gd name="connsiteY9" fmla="*/ 273367 h 279082"/>
                <a:gd name="connsiteX10" fmla="*/ 166688 w 225742"/>
                <a:gd name="connsiteY10" fmla="*/ 244792 h 279082"/>
                <a:gd name="connsiteX11" fmla="*/ 165735 w 225742"/>
                <a:gd name="connsiteY11" fmla="*/ 244792 h 279082"/>
                <a:gd name="connsiteX12" fmla="*/ 87630 w 225742"/>
                <a:gd name="connsiteY12" fmla="*/ 279083 h 279082"/>
                <a:gd name="connsiteX13" fmla="*/ 0 w 225742"/>
                <a:gd name="connsiteY13" fmla="*/ 194310 h 279082"/>
                <a:gd name="connsiteX14" fmla="*/ 114300 w 225742"/>
                <a:gd name="connsiteY14" fmla="*/ 107633 h 279082"/>
                <a:gd name="connsiteX15" fmla="*/ 103822 w 225742"/>
                <a:gd name="connsiteY15" fmla="*/ 232410 h 279082"/>
                <a:gd name="connsiteX16" fmla="*/ 164782 w 225742"/>
                <a:gd name="connsiteY16" fmla="*/ 200025 h 279082"/>
                <a:gd name="connsiteX17" fmla="*/ 164782 w 225742"/>
                <a:gd name="connsiteY17" fmla="*/ 153352 h 279082"/>
                <a:gd name="connsiteX18" fmla="*/ 120968 w 225742"/>
                <a:gd name="connsiteY18" fmla="*/ 148590 h 279082"/>
                <a:gd name="connsiteX19" fmla="*/ 59055 w 225742"/>
                <a:gd name="connsiteY19" fmla="*/ 192405 h 279082"/>
                <a:gd name="connsiteX20" fmla="*/ 103822 w 225742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5742" h="279082">
                  <a:moveTo>
                    <a:pt x="114300" y="107633"/>
                  </a:moveTo>
                  <a:cubicBezTo>
                    <a:pt x="131445" y="107633"/>
                    <a:pt x="147638" y="108585"/>
                    <a:pt x="164782" y="113347"/>
                  </a:cubicBezTo>
                  <a:lnTo>
                    <a:pt x="164782" y="103822"/>
                  </a:lnTo>
                  <a:cubicBezTo>
                    <a:pt x="164782" y="69532"/>
                    <a:pt x="144780" y="52388"/>
                    <a:pt x="105727" y="52388"/>
                  </a:cubicBezTo>
                  <a:cubicBezTo>
                    <a:pt x="83820" y="52388"/>
                    <a:pt x="60007" y="57150"/>
                    <a:pt x="38100" y="67627"/>
                  </a:cubicBezTo>
                  <a:lnTo>
                    <a:pt x="24765" y="15240"/>
                  </a:lnTo>
                  <a:cubicBezTo>
                    <a:pt x="49530" y="5715"/>
                    <a:pt x="81915" y="0"/>
                    <a:pt x="112395" y="0"/>
                  </a:cubicBezTo>
                  <a:cubicBezTo>
                    <a:pt x="187643" y="0"/>
                    <a:pt x="225743" y="35242"/>
                    <a:pt x="225743" y="102870"/>
                  </a:cubicBezTo>
                  <a:lnTo>
                    <a:pt x="225743" y="273367"/>
                  </a:lnTo>
                  <a:lnTo>
                    <a:pt x="166688" y="273367"/>
                  </a:lnTo>
                  <a:lnTo>
                    <a:pt x="166688" y="244792"/>
                  </a:lnTo>
                  <a:lnTo>
                    <a:pt x="165735" y="244792"/>
                  </a:lnTo>
                  <a:cubicBezTo>
                    <a:pt x="142875" y="268605"/>
                    <a:pt x="119063" y="279083"/>
                    <a:pt x="87630" y="279083"/>
                  </a:cubicBezTo>
                  <a:cubicBezTo>
                    <a:pt x="34290" y="279083"/>
                    <a:pt x="0" y="245745"/>
                    <a:pt x="0" y="194310"/>
                  </a:cubicBezTo>
                  <a:cubicBezTo>
                    <a:pt x="0" y="138113"/>
                    <a:pt x="40005" y="107633"/>
                    <a:pt x="114300" y="107633"/>
                  </a:cubicBezTo>
                  <a:close/>
                  <a:moveTo>
                    <a:pt x="103822" y="232410"/>
                  </a:moveTo>
                  <a:cubicBezTo>
                    <a:pt x="126682" y="232410"/>
                    <a:pt x="147638" y="220980"/>
                    <a:pt x="164782" y="200025"/>
                  </a:cubicBezTo>
                  <a:lnTo>
                    <a:pt x="164782" y="153352"/>
                  </a:lnTo>
                  <a:cubicBezTo>
                    <a:pt x="150495" y="149542"/>
                    <a:pt x="135255" y="148590"/>
                    <a:pt x="120968" y="148590"/>
                  </a:cubicBezTo>
                  <a:cubicBezTo>
                    <a:pt x="81915" y="148590"/>
                    <a:pt x="59055" y="163830"/>
                    <a:pt x="59055" y="192405"/>
                  </a:cubicBezTo>
                  <a:cubicBezTo>
                    <a:pt x="60007" y="217170"/>
                    <a:pt x="77152" y="232410"/>
                    <a:pt x="103822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1" name="Freihandform: Form 210">
              <a:extLst>
                <a:ext uri="{FF2B5EF4-FFF2-40B4-BE49-F238E27FC236}">
                  <a16:creationId xmlns:a16="http://schemas.microsoft.com/office/drawing/2014/main" id="{BB25F2AB-0F00-40D3-93FB-A91039D5E6E0}"/>
                </a:ext>
              </a:extLst>
            </p:cNvPr>
            <p:cNvSpPr/>
            <p:nvPr/>
          </p:nvSpPr>
          <p:spPr>
            <a:xfrm>
              <a:off x="9588817" y="3097529"/>
              <a:ext cx="162877" cy="393382"/>
            </a:xfrm>
            <a:custGeom>
              <a:avLst/>
              <a:gdLst>
                <a:gd name="connsiteX0" fmla="*/ 162877 w 162877"/>
                <a:gd name="connsiteY0" fmla="*/ 58103 h 393382"/>
                <a:gd name="connsiteX1" fmla="*/ 135255 w 162877"/>
                <a:gd name="connsiteY1" fmla="*/ 53340 h 393382"/>
                <a:gd name="connsiteX2" fmla="*/ 101918 w 162877"/>
                <a:gd name="connsiteY2" fmla="*/ 90488 h 393382"/>
                <a:gd name="connsiteX3" fmla="*/ 101918 w 162877"/>
                <a:gd name="connsiteY3" fmla="*/ 126683 h 393382"/>
                <a:gd name="connsiteX4" fmla="*/ 155257 w 162877"/>
                <a:gd name="connsiteY4" fmla="*/ 126683 h 393382"/>
                <a:gd name="connsiteX5" fmla="*/ 155257 w 162877"/>
                <a:gd name="connsiteY5" fmla="*/ 178118 h 393382"/>
                <a:gd name="connsiteX6" fmla="*/ 102870 w 162877"/>
                <a:gd name="connsiteY6" fmla="*/ 178118 h 393382"/>
                <a:gd name="connsiteX7" fmla="*/ 102870 w 162877"/>
                <a:gd name="connsiteY7" fmla="*/ 393383 h 393382"/>
                <a:gd name="connsiteX8" fmla="*/ 40957 w 162877"/>
                <a:gd name="connsiteY8" fmla="*/ 393383 h 393382"/>
                <a:gd name="connsiteX9" fmla="*/ 40957 w 162877"/>
                <a:gd name="connsiteY9" fmla="*/ 179070 h 393382"/>
                <a:gd name="connsiteX10" fmla="*/ 0 w 162877"/>
                <a:gd name="connsiteY10" fmla="*/ 179070 h 393382"/>
                <a:gd name="connsiteX11" fmla="*/ 0 w 162877"/>
                <a:gd name="connsiteY11" fmla="*/ 126683 h 393382"/>
                <a:gd name="connsiteX12" fmla="*/ 40957 w 162877"/>
                <a:gd name="connsiteY12" fmla="*/ 126683 h 393382"/>
                <a:gd name="connsiteX13" fmla="*/ 40957 w 162877"/>
                <a:gd name="connsiteY13" fmla="*/ 88583 h 393382"/>
                <a:gd name="connsiteX14" fmla="*/ 125730 w 162877"/>
                <a:gd name="connsiteY14" fmla="*/ 0 h 393382"/>
                <a:gd name="connsiteX15" fmla="*/ 162877 w 162877"/>
                <a:gd name="connsiteY15" fmla="*/ 5715 h 393382"/>
                <a:gd name="connsiteX16" fmla="*/ 162877 w 162877"/>
                <a:gd name="connsiteY16" fmla="*/ 58103 h 393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2877" h="393382">
                  <a:moveTo>
                    <a:pt x="162877" y="58103"/>
                  </a:moveTo>
                  <a:cubicBezTo>
                    <a:pt x="154305" y="54293"/>
                    <a:pt x="144780" y="53340"/>
                    <a:pt x="135255" y="53340"/>
                  </a:cubicBezTo>
                  <a:cubicBezTo>
                    <a:pt x="111443" y="53340"/>
                    <a:pt x="101918" y="65723"/>
                    <a:pt x="101918" y="90488"/>
                  </a:cubicBezTo>
                  <a:lnTo>
                    <a:pt x="101918" y="126683"/>
                  </a:lnTo>
                  <a:lnTo>
                    <a:pt x="155257" y="126683"/>
                  </a:lnTo>
                  <a:lnTo>
                    <a:pt x="155257" y="178118"/>
                  </a:lnTo>
                  <a:lnTo>
                    <a:pt x="102870" y="178118"/>
                  </a:lnTo>
                  <a:lnTo>
                    <a:pt x="102870" y="393383"/>
                  </a:lnTo>
                  <a:lnTo>
                    <a:pt x="40957" y="393383"/>
                  </a:lnTo>
                  <a:lnTo>
                    <a:pt x="40957" y="179070"/>
                  </a:lnTo>
                  <a:lnTo>
                    <a:pt x="0" y="179070"/>
                  </a:lnTo>
                  <a:lnTo>
                    <a:pt x="0" y="126683"/>
                  </a:lnTo>
                  <a:lnTo>
                    <a:pt x="40957" y="126683"/>
                  </a:lnTo>
                  <a:lnTo>
                    <a:pt x="40957" y="88583"/>
                  </a:lnTo>
                  <a:cubicBezTo>
                    <a:pt x="40957" y="33338"/>
                    <a:pt x="65722" y="0"/>
                    <a:pt x="125730" y="0"/>
                  </a:cubicBezTo>
                  <a:cubicBezTo>
                    <a:pt x="139065" y="0"/>
                    <a:pt x="152400" y="1905"/>
                    <a:pt x="162877" y="5715"/>
                  </a:cubicBezTo>
                  <a:lnTo>
                    <a:pt x="162877" y="5810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2" name="Freihandform: Form 211">
              <a:extLst>
                <a:ext uri="{FF2B5EF4-FFF2-40B4-BE49-F238E27FC236}">
                  <a16:creationId xmlns:a16="http://schemas.microsoft.com/office/drawing/2014/main" id="{A09C787C-EDC2-4567-8249-D6C78F28212E}"/>
                </a:ext>
              </a:extLst>
            </p:cNvPr>
            <p:cNvSpPr/>
            <p:nvPr/>
          </p:nvSpPr>
          <p:spPr>
            <a:xfrm>
              <a:off x="9785984" y="3138487"/>
              <a:ext cx="165734" cy="358140"/>
            </a:xfrm>
            <a:custGeom>
              <a:avLst/>
              <a:gdLst>
                <a:gd name="connsiteX0" fmla="*/ 165735 w 165734"/>
                <a:gd name="connsiteY0" fmla="*/ 295275 h 358140"/>
                <a:gd name="connsiteX1" fmla="*/ 165735 w 165734"/>
                <a:gd name="connsiteY1" fmla="*/ 348615 h 358140"/>
                <a:gd name="connsiteX2" fmla="*/ 113347 w 165734"/>
                <a:gd name="connsiteY2" fmla="*/ 358140 h 358140"/>
                <a:gd name="connsiteX3" fmla="*/ 40957 w 165734"/>
                <a:gd name="connsiteY3" fmla="*/ 282892 h 358140"/>
                <a:gd name="connsiteX4" fmla="*/ 40957 w 165734"/>
                <a:gd name="connsiteY4" fmla="*/ 137160 h 358140"/>
                <a:gd name="connsiteX5" fmla="*/ 0 w 165734"/>
                <a:gd name="connsiteY5" fmla="*/ 137160 h 358140"/>
                <a:gd name="connsiteX6" fmla="*/ 0 w 165734"/>
                <a:gd name="connsiteY6" fmla="*/ 85725 h 358140"/>
                <a:gd name="connsiteX7" fmla="*/ 40005 w 165734"/>
                <a:gd name="connsiteY7" fmla="*/ 85725 h 358140"/>
                <a:gd name="connsiteX8" fmla="*/ 40005 w 165734"/>
                <a:gd name="connsiteY8" fmla="*/ 13335 h 358140"/>
                <a:gd name="connsiteX9" fmla="*/ 101917 w 165734"/>
                <a:gd name="connsiteY9" fmla="*/ 0 h 358140"/>
                <a:gd name="connsiteX10" fmla="*/ 101917 w 165734"/>
                <a:gd name="connsiteY10" fmla="*/ 86677 h 358140"/>
                <a:gd name="connsiteX11" fmla="*/ 165735 w 165734"/>
                <a:gd name="connsiteY11" fmla="*/ 86677 h 358140"/>
                <a:gd name="connsiteX12" fmla="*/ 165735 w 165734"/>
                <a:gd name="connsiteY12" fmla="*/ 138113 h 358140"/>
                <a:gd name="connsiteX13" fmla="*/ 101917 w 165734"/>
                <a:gd name="connsiteY13" fmla="*/ 138113 h 358140"/>
                <a:gd name="connsiteX14" fmla="*/ 101917 w 165734"/>
                <a:gd name="connsiteY14" fmla="*/ 269558 h 358140"/>
                <a:gd name="connsiteX15" fmla="*/ 130492 w 165734"/>
                <a:gd name="connsiteY15" fmla="*/ 304800 h 358140"/>
                <a:gd name="connsiteX16" fmla="*/ 165735 w 165734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7" y="0"/>
                  </a:lnTo>
                  <a:lnTo>
                    <a:pt x="101917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7" y="138113"/>
                  </a:lnTo>
                  <a:lnTo>
                    <a:pt x="101917" y="269558"/>
                  </a:lnTo>
                  <a:cubicBezTo>
                    <a:pt x="101917" y="294322"/>
                    <a:pt x="110490" y="304800"/>
                    <a:pt x="130492" y="304800"/>
                  </a:cubicBezTo>
                  <a:cubicBezTo>
                    <a:pt x="141922" y="303847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24985262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DE4EA-1693-7444-9C08-1EF16AE4423C}" type="datetime4">
              <a:rPr lang="de-DE" smtClean="0"/>
              <a:t>8.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0" name="Textplatzhalter 6">
            <a:extLst>
              <a:ext uri="{FF2B5EF4-FFF2-40B4-BE49-F238E27FC236}">
                <a16:creationId xmlns:a16="http://schemas.microsoft.com/office/drawing/2014/main" id="{BF8056C4-F1A1-4860-B863-70A38CCE20D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48060" y="2354711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A4B92765-C038-4DB7-B6CF-33827BB8741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8318" y="2354711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02 </a:t>
            </a:r>
          </a:p>
        </p:txBody>
      </p:sp>
      <p:sp>
        <p:nvSpPr>
          <p:cNvPr id="12" name="Textplatzhalter 6">
            <a:extLst>
              <a:ext uri="{FF2B5EF4-FFF2-40B4-BE49-F238E27FC236}">
                <a16:creationId xmlns:a16="http://schemas.microsoft.com/office/drawing/2014/main" id="{B48DD939-0764-4598-B8A8-5EF7FD589AF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48060" y="452537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13" name="Textplatzhalter 6">
            <a:extLst>
              <a:ext uri="{FF2B5EF4-FFF2-40B4-BE49-F238E27FC236}">
                <a16:creationId xmlns:a16="http://schemas.microsoft.com/office/drawing/2014/main" id="{0169AC75-2D8F-414A-A2F5-470DEC8B533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8318" y="452537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05 </a:t>
            </a:r>
          </a:p>
        </p:txBody>
      </p:sp>
      <p:sp>
        <p:nvSpPr>
          <p:cNvPr id="17" name="Textplatzhalter 6">
            <a:extLst>
              <a:ext uri="{FF2B5EF4-FFF2-40B4-BE49-F238E27FC236}">
                <a16:creationId xmlns:a16="http://schemas.microsoft.com/office/drawing/2014/main" id="{78F9E3F2-C660-4ABB-83AF-3F5B3E2F770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48060" y="307826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18" name="Textplatzhalter 6">
            <a:extLst>
              <a:ext uri="{FF2B5EF4-FFF2-40B4-BE49-F238E27FC236}">
                <a16:creationId xmlns:a16="http://schemas.microsoft.com/office/drawing/2014/main" id="{CAB2683D-D5E7-45B9-9133-F4CFD483FA9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8318" y="307826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03 </a:t>
            </a:r>
          </a:p>
        </p:txBody>
      </p:sp>
      <p:sp>
        <p:nvSpPr>
          <p:cNvPr id="20" name="Textplatzhalter 6">
            <a:extLst>
              <a:ext uri="{FF2B5EF4-FFF2-40B4-BE49-F238E27FC236}">
                <a16:creationId xmlns:a16="http://schemas.microsoft.com/office/drawing/2014/main" id="{952E3AD3-9675-4713-A437-FEFA1B54002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48060" y="3801821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21" name="Textplatzhalter 6">
            <a:extLst>
              <a:ext uri="{FF2B5EF4-FFF2-40B4-BE49-F238E27FC236}">
                <a16:creationId xmlns:a16="http://schemas.microsoft.com/office/drawing/2014/main" id="{1852432A-5FDF-42C2-BC07-F1752012B84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8318" y="3801821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04 </a:t>
            </a:r>
          </a:p>
        </p:txBody>
      </p:sp>
      <p:sp>
        <p:nvSpPr>
          <p:cNvPr id="24" name="Textplatzhalter 6">
            <a:extLst>
              <a:ext uri="{FF2B5EF4-FFF2-40B4-BE49-F238E27FC236}">
                <a16:creationId xmlns:a16="http://schemas.microsoft.com/office/drawing/2014/main" id="{B2468A8B-4816-458C-AEB6-53AB9CF88AF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48060" y="5248930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25" name="Textplatzhalter 6">
            <a:extLst>
              <a:ext uri="{FF2B5EF4-FFF2-40B4-BE49-F238E27FC236}">
                <a16:creationId xmlns:a16="http://schemas.microsoft.com/office/drawing/2014/main" id="{F92C0AC2-BCD1-47F5-99DB-35823E79AB9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18318" y="5248930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06 </a:t>
            </a:r>
          </a:p>
        </p:txBody>
      </p:sp>
      <p:sp>
        <p:nvSpPr>
          <p:cNvPr id="26" name="Textplatzhalter 6">
            <a:extLst>
              <a:ext uri="{FF2B5EF4-FFF2-40B4-BE49-F238E27FC236}">
                <a16:creationId xmlns:a16="http://schemas.microsoft.com/office/drawing/2014/main" id="{6E5C8951-ED83-4B8D-A041-11DC6291DD8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636190" y="1632184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27" name="Textplatzhalter 6">
            <a:extLst>
              <a:ext uri="{FF2B5EF4-FFF2-40B4-BE49-F238E27FC236}">
                <a16:creationId xmlns:a16="http://schemas.microsoft.com/office/drawing/2014/main" id="{7D6B79FA-8C76-4CA9-AF55-F7541503ECB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06332" y="1632184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07 </a:t>
            </a:r>
          </a:p>
        </p:txBody>
      </p:sp>
      <p:sp>
        <p:nvSpPr>
          <p:cNvPr id="28" name="Textplatzhalter 6">
            <a:extLst>
              <a:ext uri="{FF2B5EF4-FFF2-40B4-BE49-F238E27FC236}">
                <a16:creationId xmlns:a16="http://schemas.microsoft.com/office/drawing/2014/main" id="{89249A36-CB58-4007-8E81-30FA75194BA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636190" y="2355533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29" name="Textplatzhalter 6">
            <a:extLst>
              <a:ext uri="{FF2B5EF4-FFF2-40B4-BE49-F238E27FC236}">
                <a16:creationId xmlns:a16="http://schemas.microsoft.com/office/drawing/2014/main" id="{953A9A61-99D0-44B5-89EB-1D1035F914B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06332" y="2355533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08 </a:t>
            </a:r>
          </a:p>
        </p:txBody>
      </p:sp>
      <p:sp>
        <p:nvSpPr>
          <p:cNvPr id="30" name="Textplatzhalter 6">
            <a:extLst>
              <a:ext uri="{FF2B5EF4-FFF2-40B4-BE49-F238E27FC236}">
                <a16:creationId xmlns:a16="http://schemas.microsoft.com/office/drawing/2014/main" id="{E80B7F99-D2A6-486E-BB92-8192AB563EF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636190" y="4525580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31" name="Textplatzhalter 6">
            <a:extLst>
              <a:ext uri="{FF2B5EF4-FFF2-40B4-BE49-F238E27FC236}">
                <a16:creationId xmlns:a16="http://schemas.microsoft.com/office/drawing/2014/main" id="{C08D70F6-D151-42E1-8F5E-DD5ADD0927D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206332" y="4525580"/>
            <a:ext cx="30784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11 </a:t>
            </a:r>
          </a:p>
        </p:txBody>
      </p:sp>
      <p:sp>
        <p:nvSpPr>
          <p:cNvPr id="32" name="Textplatzhalter 6">
            <a:extLst>
              <a:ext uri="{FF2B5EF4-FFF2-40B4-BE49-F238E27FC236}">
                <a16:creationId xmlns:a16="http://schemas.microsoft.com/office/drawing/2014/main" id="{34991AD2-EBFD-4358-9611-2BE7F693C7F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636190" y="3078882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33" name="Textplatzhalter 6">
            <a:extLst>
              <a:ext uri="{FF2B5EF4-FFF2-40B4-BE49-F238E27FC236}">
                <a16:creationId xmlns:a16="http://schemas.microsoft.com/office/drawing/2014/main" id="{E6132B6E-46AD-4F19-ACEF-FC5E2EBEEE7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206332" y="3078882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09 </a:t>
            </a:r>
          </a:p>
        </p:txBody>
      </p:sp>
      <p:sp>
        <p:nvSpPr>
          <p:cNvPr id="34" name="Textplatzhalter 6">
            <a:extLst>
              <a:ext uri="{FF2B5EF4-FFF2-40B4-BE49-F238E27FC236}">
                <a16:creationId xmlns:a16="http://schemas.microsoft.com/office/drawing/2014/main" id="{5B29B58B-9C14-4145-95A8-C62AC51F1A6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636190" y="3802231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35" name="Textplatzhalter 6">
            <a:extLst>
              <a:ext uri="{FF2B5EF4-FFF2-40B4-BE49-F238E27FC236}">
                <a16:creationId xmlns:a16="http://schemas.microsoft.com/office/drawing/2014/main" id="{5E6DB4F9-1F61-4B1E-8694-CF32F6ABEB8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06332" y="3802231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10 </a:t>
            </a:r>
          </a:p>
        </p:txBody>
      </p:sp>
      <p:sp>
        <p:nvSpPr>
          <p:cNvPr id="36" name="Textplatzhalter 6">
            <a:extLst>
              <a:ext uri="{FF2B5EF4-FFF2-40B4-BE49-F238E27FC236}">
                <a16:creationId xmlns:a16="http://schemas.microsoft.com/office/drawing/2014/main" id="{F139CCA6-FA40-4FAD-991E-8F0D932F40B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636190" y="5248930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37" name="Textplatzhalter 6">
            <a:extLst>
              <a:ext uri="{FF2B5EF4-FFF2-40B4-BE49-F238E27FC236}">
                <a16:creationId xmlns:a16="http://schemas.microsoft.com/office/drawing/2014/main" id="{4ABC58A4-2FF6-4DD6-B7CE-07D57A9854B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206332" y="5248930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12 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B83D1D4D-3108-48AF-9002-E2787CA11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18" y="301185"/>
            <a:ext cx="6844385" cy="332399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8" name="Textplatzhalter 9">
            <a:extLst>
              <a:ext uri="{FF2B5EF4-FFF2-40B4-BE49-F238E27FC236}">
                <a16:creationId xmlns:a16="http://schemas.microsoft.com/office/drawing/2014/main" id="{37A4DE60-6537-42AA-B80E-663634EF66B9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39" name="Textplatzhalter 6">
            <a:extLst>
              <a:ext uri="{FF2B5EF4-FFF2-40B4-BE49-F238E27FC236}">
                <a16:creationId xmlns:a16="http://schemas.microsoft.com/office/drawing/2014/main" id="{D6F3326C-A71E-4096-84A9-CBF2623C8CD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48060" y="163115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40" name="Textplatzhalter 6">
            <a:extLst>
              <a:ext uri="{FF2B5EF4-FFF2-40B4-BE49-F238E27FC236}">
                <a16:creationId xmlns:a16="http://schemas.microsoft.com/office/drawing/2014/main" id="{E6C7796D-6ED1-4B91-AD58-8FB5EA6F6F8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8318" y="163115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01 </a:t>
            </a:r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86D31599-AF4C-4469-80F6-AA369A20BF0B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</p:spTree>
    <p:extLst>
      <p:ext uri="{BB962C8B-B14F-4D97-AF65-F5344CB8AC3E}">
        <p14:creationId xmlns:p14="http://schemas.microsoft.com/office/powerpoint/2010/main" val="25194105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|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02D98-8FF0-674B-941A-5CE08EA826E1}" type="datetime4">
              <a:rPr lang="de-DE" smtClean="0"/>
              <a:t>8.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39" name="Bildplatzhalter 8">
            <a:extLst>
              <a:ext uri="{FF2B5EF4-FFF2-40B4-BE49-F238E27FC236}">
                <a16:creationId xmlns:a16="http://schemas.microsoft.com/office/drawing/2014/main" id="{C307E1A8-BB91-4A01-9481-49FD8B5663F9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6206329" y="1631156"/>
            <a:ext cx="5469732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40" name="Textplatzhalter 10">
            <a:extLst>
              <a:ext uri="{FF2B5EF4-FFF2-40B4-BE49-F238E27FC236}">
                <a16:creationId xmlns:a16="http://schemas.microsoft.com/office/drawing/2014/main" id="{7ADEC47A-086D-40D0-ACA4-69135933812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206329" y="5690271"/>
            <a:ext cx="5469732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3" name="Textplatzhalter 6">
            <a:extLst>
              <a:ext uri="{FF2B5EF4-FFF2-40B4-BE49-F238E27FC236}">
                <a16:creationId xmlns:a16="http://schemas.microsoft.com/office/drawing/2014/main" id="{814385D7-3CBE-40E3-B67F-C8C515F3C0E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48060" y="2354711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26" name="Textplatzhalter 6">
            <a:extLst>
              <a:ext uri="{FF2B5EF4-FFF2-40B4-BE49-F238E27FC236}">
                <a16:creationId xmlns:a16="http://schemas.microsoft.com/office/drawing/2014/main" id="{BF0108A6-83E5-4EB1-9FFE-599D1B8CC32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8318" y="2354711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02 </a:t>
            </a:r>
          </a:p>
        </p:txBody>
      </p:sp>
      <p:sp>
        <p:nvSpPr>
          <p:cNvPr id="27" name="Textplatzhalter 6">
            <a:extLst>
              <a:ext uri="{FF2B5EF4-FFF2-40B4-BE49-F238E27FC236}">
                <a16:creationId xmlns:a16="http://schemas.microsoft.com/office/drawing/2014/main" id="{267C2477-3228-475F-AFD7-A441A08AAE5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48060" y="452537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28" name="Textplatzhalter 6">
            <a:extLst>
              <a:ext uri="{FF2B5EF4-FFF2-40B4-BE49-F238E27FC236}">
                <a16:creationId xmlns:a16="http://schemas.microsoft.com/office/drawing/2014/main" id="{372EDABB-0CB3-495E-B38E-EBB187C3F00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8318" y="452537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05 </a:t>
            </a:r>
          </a:p>
        </p:txBody>
      </p:sp>
      <p:sp>
        <p:nvSpPr>
          <p:cNvPr id="29" name="Textplatzhalter 6">
            <a:extLst>
              <a:ext uri="{FF2B5EF4-FFF2-40B4-BE49-F238E27FC236}">
                <a16:creationId xmlns:a16="http://schemas.microsoft.com/office/drawing/2014/main" id="{F8DE391A-D3CD-46A0-9DA6-BE18B632C97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48060" y="307826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30" name="Textplatzhalter 6">
            <a:extLst>
              <a:ext uri="{FF2B5EF4-FFF2-40B4-BE49-F238E27FC236}">
                <a16:creationId xmlns:a16="http://schemas.microsoft.com/office/drawing/2014/main" id="{6D22FFA5-3E37-4F35-A696-49186B6B111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8318" y="307826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03 </a:t>
            </a:r>
          </a:p>
        </p:txBody>
      </p:sp>
      <p:sp>
        <p:nvSpPr>
          <p:cNvPr id="31" name="Textplatzhalter 6">
            <a:extLst>
              <a:ext uri="{FF2B5EF4-FFF2-40B4-BE49-F238E27FC236}">
                <a16:creationId xmlns:a16="http://schemas.microsoft.com/office/drawing/2014/main" id="{BFD50D54-7BD1-4F76-8C9C-C2D77E59243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48060" y="3801821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32" name="Textplatzhalter 6">
            <a:extLst>
              <a:ext uri="{FF2B5EF4-FFF2-40B4-BE49-F238E27FC236}">
                <a16:creationId xmlns:a16="http://schemas.microsoft.com/office/drawing/2014/main" id="{1CB17604-E112-4197-B54C-292891529DF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8318" y="3801821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04 </a:t>
            </a:r>
          </a:p>
        </p:txBody>
      </p:sp>
      <p:sp>
        <p:nvSpPr>
          <p:cNvPr id="33" name="Textplatzhalter 6">
            <a:extLst>
              <a:ext uri="{FF2B5EF4-FFF2-40B4-BE49-F238E27FC236}">
                <a16:creationId xmlns:a16="http://schemas.microsoft.com/office/drawing/2014/main" id="{D30B4D90-1B5E-403E-AD31-C3200403209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48060" y="5248930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34" name="Textplatzhalter 6">
            <a:extLst>
              <a:ext uri="{FF2B5EF4-FFF2-40B4-BE49-F238E27FC236}">
                <a16:creationId xmlns:a16="http://schemas.microsoft.com/office/drawing/2014/main" id="{72B1944A-640B-4200-A785-CFA163F7181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18318" y="5248930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06 </a:t>
            </a:r>
          </a:p>
        </p:txBody>
      </p:sp>
      <p:sp>
        <p:nvSpPr>
          <p:cNvPr id="35" name="Textplatzhalter 6">
            <a:extLst>
              <a:ext uri="{FF2B5EF4-FFF2-40B4-BE49-F238E27FC236}">
                <a16:creationId xmlns:a16="http://schemas.microsoft.com/office/drawing/2014/main" id="{5ECB7BBA-6A53-45DD-882E-1DF6A99780C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48060" y="163115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36" name="Textplatzhalter 6">
            <a:extLst>
              <a:ext uri="{FF2B5EF4-FFF2-40B4-BE49-F238E27FC236}">
                <a16:creationId xmlns:a16="http://schemas.microsoft.com/office/drawing/2014/main" id="{FE56B6C1-047C-44D7-B1DD-8B723581E08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8318" y="163115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01 </a:t>
            </a:r>
          </a:p>
        </p:txBody>
      </p:sp>
      <p:sp>
        <p:nvSpPr>
          <p:cNvPr id="21" name="Bildplatzhalter 6">
            <a:extLst>
              <a:ext uri="{FF2B5EF4-FFF2-40B4-BE49-F238E27FC236}">
                <a16:creationId xmlns:a16="http://schemas.microsoft.com/office/drawing/2014/main" id="{8F4DFED6-EBAA-4D0C-A5C6-CD2902883FB9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65D3C98-AF8F-400F-858D-1D6CD4B95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24" name="Textplatzhalter 9">
            <a:extLst>
              <a:ext uri="{FF2B5EF4-FFF2-40B4-BE49-F238E27FC236}">
                <a16:creationId xmlns:a16="http://schemas.microsoft.com/office/drawing/2014/main" id="{48A61E00-2C71-4160-8106-B46A2E72025C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17600542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trenn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E4048C-0B54-437F-B99C-D178004746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318" y="2875002"/>
            <a:ext cx="11157743" cy="1107996"/>
          </a:xfrm>
        </p:spPr>
        <p:txBody>
          <a:bodyPr anchor="ctr" anchorCtr="0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Kapiteltrenner</a:t>
            </a:r>
            <a:br>
              <a:rPr lang="de-DE" dirty="0"/>
            </a:br>
            <a:r>
              <a:rPr lang="de-DE" dirty="0"/>
              <a:t>Mehrzeilig möglich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0D12848-FB21-3B46-8131-004C1099C46D}" type="datetime4">
              <a:rPr lang="de-DE" smtClean="0"/>
              <a:t>8.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57" name="Rechteck 56">
            <a:extLst>
              <a:ext uri="{FF2B5EF4-FFF2-40B4-BE49-F238E27FC236}">
                <a16:creationId xmlns:a16="http://schemas.microsoft.com/office/drawing/2014/main" id="{87F00BE4-512D-4F35-B132-4E5C5CF1413D}"/>
              </a:ext>
            </a:extLst>
          </p:cNvPr>
          <p:cNvSpPr/>
          <p:nvPr userDrawn="1"/>
        </p:nvSpPr>
        <p:spPr>
          <a:xfrm>
            <a:off x="517200" y="6538526"/>
            <a:ext cx="11674800" cy="10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9" name="Rechteck 58">
            <a:extLst>
              <a:ext uri="{FF2B5EF4-FFF2-40B4-BE49-F238E27FC236}">
                <a16:creationId xmlns:a16="http://schemas.microsoft.com/office/drawing/2014/main" id="{F7987594-F169-42FB-8839-77BF8D405E37}"/>
              </a:ext>
            </a:extLst>
          </p:cNvPr>
          <p:cNvSpPr/>
          <p:nvPr userDrawn="1"/>
        </p:nvSpPr>
        <p:spPr>
          <a:xfrm>
            <a:off x="518400" y="1196733"/>
            <a:ext cx="11676062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0" name="Freihandform: Form 59">
            <a:extLst>
              <a:ext uri="{FF2B5EF4-FFF2-40B4-BE49-F238E27FC236}">
                <a16:creationId xmlns:a16="http://schemas.microsoft.com/office/drawing/2014/main" id="{40F781E3-735A-4333-AF8D-7842FE86295B}"/>
              </a:ext>
            </a:extLst>
          </p:cNvPr>
          <p:cNvSpPr/>
          <p:nvPr userDrawn="1"/>
        </p:nvSpPr>
        <p:spPr>
          <a:xfrm>
            <a:off x="10056938" y="300703"/>
            <a:ext cx="1619125" cy="618155"/>
          </a:xfrm>
          <a:custGeom>
            <a:avLst/>
            <a:gdLst>
              <a:gd name="connsiteX0" fmla="*/ 0 w 1456912"/>
              <a:gd name="connsiteY0" fmla="*/ 51854 h 556225"/>
              <a:gd name="connsiteX1" fmla="*/ 28188 w 1456912"/>
              <a:gd name="connsiteY1" fmla="*/ 23666 h 556225"/>
              <a:gd name="connsiteX2" fmla="*/ 28188 w 1456912"/>
              <a:gd name="connsiteY2" fmla="*/ 535557 h 556225"/>
              <a:gd name="connsiteX3" fmla="*/ 0 w 1456912"/>
              <a:gd name="connsiteY3" fmla="*/ 535557 h 556225"/>
              <a:gd name="connsiteX4" fmla="*/ 0 w 1456912"/>
              <a:gd name="connsiteY4" fmla="*/ 51854 h 556225"/>
              <a:gd name="connsiteX5" fmla="*/ 84564 w 1456912"/>
              <a:gd name="connsiteY5" fmla="*/ 28188 h 556225"/>
              <a:gd name="connsiteX6" fmla="*/ 422811 w 1456912"/>
              <a:gd name="connsiteY6" fmla="*/ 28188 h 556225"/>
              <a:gd name="connsiteX7" fmla="*/ 422811 w 1456912"/>
              <a:gd name="connsiteY7" fmla="*/ 0 h 556225"/>
              <a:gd name="connsiteX8" fmla="*/ 56376 w 1456912"/>
              <a:gd name="connsiteY8" fmla="*/ 0 h 556225"/>
              <a:gd name="connsiteX9" fmla="*/ 56376 w 1456912"/>
              <a:gd name="connsiteY9" fmla="*/ 338244 h 556225"/>
              <a:gd name="connsiteX10" fmla="*/ 367711 w 1456912"/>
              <a:gd name="connsiteY10" fmla="*/ 338244 h 556225"/>
              <a:gd name="connsiteX11" fmla="*/ 367711 w 1456912"/>
              <a:gd name="connsiteY11" fmla="*/ 310062 h 556225"/>
              <a:gd name="connsiteX12" fmla="*/ 84564 w 1456912"/>
              <a:gd name="connsiteY12" fmla="*/ 310062 h 556225"/>
              <a:gd name="connsiteX13" fmla="*/ 84564 w 1456912"/>
              <a:gd name="connsiteY13" fmla="*/ 28188 h 556225"/>
              <a:gd name="connsiteX14" fmla="*/ 410152 w 1456912"/>
              <a:gd name="connsiteY14" fmla="*/ 253686 h 556225"/>
              <a:gd name="connsiteX15" fmla="*/ 140937 w 1456912"/>
              <a:gd name="connsiteY15" fmla="*/ 253686 h 556225"/>
              <a:gd name="connsiteX16" fmla="*/ 140937 w 1456912"/>
              <a:gd name="connsiteY16" fmla="*/ 140940 h 556225"/>
              <a:gd name="connsiteX17" fmla="*/ 371171 w 1456912"/>
              <a:gd name="connsiteY17" fmla="*/ 140940 h 556225"/>
              <a:gd name="connsiteX18" fmla="*/ 399359 w 1456912"/>
              <a:gd name="connsiteY18" fmla="*/ 112752 h 556225"/>
              <a:gd name="connsiteX19" fmla="*/ 140937 w 1456912"/>
              <a:gd name="connsiteY19" fmla="*/ 112752 h 556225"/>
              <a:gd name="connsiteX20" fmla="*/ 140937 w 1456912"/>
              <a:gd name="connsiteY20" fmla="*/ 84564 h 556225"/>
              <a:gd name="connsiteX21" fmla="*/ 422811 w 1456912"/>
              <a:gd name="connsiteY21" fmla="*/ 84564 h 556225"/>
              <a:gd name="connsiteX22" fmla="*/ 422811 w 1456912"/>
              <a:gd name="connsiteY22" fmla="*/ 56376 h 556225"/>
              <a:gd name="connsiteX23" fmla="*/ 112749 w 1456912"/>
              <a:gd name="connsiteY23" fmla="*/ 56376 h 556225"/>
              <a:gd name="connsiteX24" fmla="*/ 112749 w 1456912"/>
              <a:gd name="connsiteY24" fmla="*/ 281874 h 556225"/>
              <a:gd name="connsiteX25" fmla="*/ 382334 w 1456912"/>
              <a:gd name="connsiteY25" fmla="*/ 281874 h 556225"/>
              <a:gd name="connsiteX26" fmla="*/ 410152 w 1456912"/>
              <a:gd name="connsiteY26" fmla="*/ 253686 h 556225"/>
              <a:gd name="connsiteX27" fmla="*/ 56376 w 1456912"/>
              <a:gd name="connsiteY27" fmla="*/ 535557 h 556225"/>
              <a:gd name="connsiteX28" fmla="*/ 84564 w 1456912"/>
              <a:gd name="connsiteY28" fmla="*/ 535557 h 556225"/>
              <a:gd name="connsiteX29" fmla="*/ 84564 w 1456912"/>
              <a:gd name="connsiteY29" fmla="*/ 394620 h 556225"/>
              <a:gd name="connsiteX30" fmla="*/ 112752 w 1456912"/>
              <a:gd name="connsiteY30" fmla="*/ 394620 h 556225"/>
              <a:gd name="connsiteX31" fmla="*/ 112752 w 1456912"/>
              <a:gd name="connsiteY31" fmla="*/ 511890 h 556225"/>
              <a:gd name="connsiteX32" fmla="*/ 140940 w 1456912"/>
              <a:gd name="connsiteY32" fmla="*/ 483705 h 556225"/>
              <a:gd name="connsiteX33" fmla="*/ 140940 w 1456912"/>
              <a:gd name="connsiteY33" fmla="*/ 394620 h 556225"/>
              <a:gd name="connsiteX34" fmla="*/ 367714 w 1456912"/>
              <a:gd name="connsiteY34" fmla="*/ 394620 h 556225"/>
              <a:gd name="connsiteX35" fmla="*/ 367714 w 1456912"/>
              <a:gd name="connsiteY35" fmla="*/ 366435 h 556225"/>
              <a:gd name="connsiteX36" fmla="*/ 56376 w 1456912"/>
              <a:gd name="connsiteY36" fmla="*/ 366435 h 556225"/>
              <a:gd name="connsiteX37" fmla="*/ 56376 w 1456912"/>
              <a:gd name="connsiteY37" fmla="*/ 535557 h 556225"/>
              <a:gd name="connsiteX38" fmla="*/ 1428724 w 1456912"/>
              <a:gd name="connsiteY38" fmla="*/ 0 h 556225"/>
              <a:gd name="connsiteX39" fmla="*/ 1428724 w 1456912"/>
              <a:gd name="connsiteY39" fmla="*/ 324156 h 556225"/>
              <a:gd name="connsiteX40" fmla="*/ 1316539 w 1456912"/>
              <a:gd name="connsiteY40" fmla="*/ 514089 h 556225"/>
              <a:gd name="connsiteX41" fmla="*/ 1315903 w 1456912"/>
              <a:gd name="connsiteY41" fmla="*/ 513258 h 556225"/>
              <a:gd name="connsiteX42" fmla="*/ 1400536 w 1456912"/>
              <a:gd name="connsiteY42" fmla="*/ 351869 h 556225"/>
              <a:gd name="connsiteX43" fmla="*/ 1400536 w 1456912"/>
              <a:gd name="connsiteY43" fmla="*/ 3 h 556225"/>
              <a:gd name="connsiteX44" fmla="*/ 1372348 w 1456912"/>
              <a:gd name="connsiteY44" fmla="*/ 3 h 556225"/>
              <a:gd name="connsiteX45" fmla="*/ 1372348 w 1456912"/>
              <a:gd name="connsiteY45" fmla="*/ 351400 h 556225"/>
              <a:gd name="connsiteX46" fmla="*/ 1189132 w 1456912"/>
              <a:gd name="connsiteY46" fmla="*/ 528510 h 556225"/>
              <a:gd name="connsiteX47" fmla="*/ 1005916 w 1456912"/>
              <a:gd name="connsiteY47" fmla="*/ 351400 h 556225"/>
              <a:gd name="connsiteX48" fmla="*/ 1005916 w 1456912"/>
              <a:gd name="connsiteY48" fmla="*/ 23666 h 556225"/>
              <a:gd name="connsiteX49" fmla="*/ 977728 w 1456912"/>
              <a:gd name="connsiteY49" fmla="*/ 51854 h 556225"/>
              <a:gd name="connsiteX50" fmla="*/ 977728 w 1456912"/>
              <a:gd name="connsiteY50" fmla="*/ 351869 h 556225"/>
              <a:gd name="connsiteX51" fmla="*/ 1189132 w 1456912"/>
              <a:gd name="connsiteY51" fmla="*/ 556226 h 556225"/>
              <a:gd name="connsiteX52" fmla="*/ 1217320 w 1456912"/>
              <a:gd name="connsiteY52" fmla="*/ 556226 h 556225"/>
              <a:gd name="connsiteX53" fmla="*/ 1456912 w 1456912"/>
              <a:gd name="connsiteY53" fmla="*/ 324566 h 556225"/>
              <a:gd name="connsiteX54" fmla="*/ 1456912 w 1456912"/>
              <a:gd name="connsiteY54" fmla="*/ 0 h 556225"/>
              <a:gd name="connsiteX55" fmla="*/ 1428724 w 1456912"/>
              <a:gd name="connsiteY55" fmla="*/ 0 h 556225"/>
              <a:gd name="connsiteX56" fmla="*/ 1189132 w 1456912"/>
              <a:gd name="connsiteY56" fmla="*/ 500322 h 556225"/>
              <a:gd name="connsiteX57" fmla="*/ 1344160 w 1456912"/>
              <a:gd name="connsiteY57" fmla="*/ 351400 h 556225"/>
              <a:gd name="connsiteX58" fmla="*/ 1344160 w 1456912"/>
              <a:gd name="connsiteY58" fmla="*/ 351400 h 556225"/>
              <a:gd name="connsiteX59" fmla="*/ 1344160 w 1456912"/>
              <a:gd name="connsiteY59" fmla="*/ 23666 h 556225"/>
              <a:gd name="connsiteX60" fmla="*/ 1315972 w 1456912"/>
              <a:gd name="connsiteY60" fmla="*/ 51854 h 556225"/>
              <a:gd name="connsiteX61" fmla="*/ 1315972 w 1456912"/>
              <a:gd name="connsiteY61" fmla="*/ 324153 h 556225"/>
              <a:gd name="connsiteX62" fmla="*/ 1217317 w 1456912"/>
              <a:gd name="connsiteY62" fmla="*/ 415761 h 556225"/>
              <a:gd name="connsiteX63" fmla="*/ 1118662 w 1456912"/>
              <a:gd name="connsiteY63" fmla="*/ 324153 h 556225"/>
              <a:gd name="connsiteX64" fmla="*/ 1118662 w 1456912"/>
              <a:gd name="connsiteY64" fmla="*/ 3 h 556225"/>
              <a:gd name="connsiteX65" fmla="*/ 1090474 w 1456912"/>
              <a:gd name="connsiteY65" fmla="*/ 3 h 556225"/>
              <a:gd name="connsiteX66" fmla="*/ 1090474 w 1456912"/>
              <a:gd name="connsiteY66" fmla="*/ 324156 h 556225"/>
              <a:gd name="connsiteX67" fmla="*/ 1217317 w 1456912"/>
              <a:gd name="connsiteY67" fmla="*/ 443951 h 556225"/>
              <a:gd name="connsiteX68" fmla="*/ 1304349 w 1456912"/>
              <a:gd name="connsiteY68" fmla="*/ 404889 h 556225"/>
              <a:gd name="connsiteX69" fmla="*/ 1304982 w 1456912"/>
              <a:gd name="connsiteY69" fmla="*/ 405720 h 556225"/>
              <a:gd name="connsiteX70" fmla="*/ 1189129 w 1456912"/>
              <a:gd name="connsiteY70" fmla="*/ 472139 h 556225"/>
              <a:gd name="connsiteX71" fmla="*/ 1062303 w 1456912"/>
              <a:gd name="connsiteY71" fmla="*/ 352344 h 556225"/>
              <a:gd name="connsiteX72" fmla="*/ 1062286 w 1456912"/>
              <a:gd name="connsiteY72" fmla="*/ 352344 h 556225"/>
              <a:gd name="connsiteX73" fmla="*/ 1062286 w 1456912"/>
              <a:gd name="connsiteY73" fmla="*/ 3 h 556225"/>
              <a:gd name="connsiteX74" fmla="*/ 1034098 w 1456912"/>
              <a:gd name="connsiteY74" fmla="*/ 3 h 556225"/>
              <a:gd name="connsiteX75" fmla="*/ 1034098 w 1456912"/>
              <a:gd name="connsiteY75" fmla="*/ 352341 h 556225"/>
              <a:gd name="connsiteX76" fmla="*/ 1034113 w 1456912"/>
              <a:gd name="connsiteY76" fmla="*/ 352341 h 556225"/>
              <a:gd name="connsiteX77" fmla="*/ 1189132 w 1456912"/>
              <a:gd name="connsiteY77" fmla="*/ 500322 h 556225"/>
              <a:gd name="connsiteX78" fmla="*/ 562774 w 1456912"/>
              <a:gd name="connsiteY78" fmla="*/ 366435 h 556225"/>
              <a:gd name="connsiteX79" fmla="*/ 491494 w 1456912"/>
              <a:gd name="connsiteY79" fmla="*/ 535557 h 556225"/>
              <a:gd name="connsiteX80" fmla="*/ 519684 w 1456912"/>
              <a:gd name="connsiteY80" fmla="*/ 535554 h 556225"/>
              <a:gd name="connsiteX81" fmla="*/ 519682 w 1456912"/>
              <a:gd name="connsiteY81" fmla="*/ 535557 h 556225"/>
              <a:gd name="connsiteX82" fmla="*/ 519684 w 1456912"/>
              <a:gd name="connsiteY82" fmla="*/ 535557 h 556225"/>
              <a:gd name="connsiteX83" fmla="*/ 555322 w 1456912"/>
              <a:gd name="connsiteY83" fmla="*/ 450996 h 556225"/>
              <a:gd name="connsiteX84" fmla="*/ 794138 w 1456912"/>
              <a:gd name="connsiteY84" fmla="*/ 450996 h 556225"/>
              <a:gd name="connsiteX85" fmla="*/ 829744 w 1456912"/>
              <a:gd name="connsiteY85" fmla="*/ 535557 h 556225"/>
              <a:gd name="connsiteX86" fmla="*/ 857932 w 1456912"/>
              <a:gd name="connsiteY86" fmla="*/ 535557 h 556225"/>
              <a:gd name="connsiteX87" fmla="*/ 810457 w 1456912"/>
              <a:gd name="connsiteY87" fmla="*/ 422808 h 556225"/>
              <a:gd name="connsiteX88" fmla="*/ 567200 w 1456912"/>
              <a:gd name="connsiteY88" fmla="*/ 422808 h 556225"/>
              <a:gd name="connsiteX89" fmla="*/ 579078 w 1456912"/>
              <a:gd name="connsiteY89" fmla="*/ 394620 h 556225"/>
              <a:gd name="connsiteX90" fmla="*/ 826776 w 1456912"/>
              <a:gd name="connsiteY90" fmla="*/ 394620 h 556225"/>
              <a:gd name="connsiteX91" fmla="*/ 886120 w 1456912"/>
              <a:gd name="connsiteY91" fmla="*/ 535557 h 556225"/>
              <a:gd name="connsiteX92" fmla="*/ 914308 w 1456912"/>
              <a:gd name="connsiteY92" fmla="*/ 535557 h 556225"/>
              <a:gd name="connsiteX93" fmla="*/ 843097 w 1456912"/>
              <a:gd name="connsiteY93" fmla="*/ 366435 h 556225"/>
              <a:gd name="connsiteX94" fmla="*/ 562774 w 1456912"/>
              <a:gd name="connsiteY94" fmla="*/ 366435 h 556225"/>
              <a:gd name="connsiteX95" fmla="*/ 604248 w 1456912"/>
              <a:gd name="connsiteY95" fmla="*/ 0 h 556225"/>
              <a:gd name="connsiteX96" fmla="*/ 397091 w 1456912"/>
              <a:gd name="connsiteY96" fmla="*/ 491374 h 556225"/>
              <a:gd name="connsiteX97" fmla="*/ 415032 w 1456912"/>
              <a:gd name="connsiteY97" fmla="*/ 515732 h 556225"/>
              <a:gd name="connsiteX98" fmla="*/ 632437 w 1456912"/>
              <a:gd name="connsiteY98" fmla="*/ 0 h 556225"/>
              <a:gd name="connsiteX99" fmla="*/ 604248 w 1456912"/>
              <a:gd name="connsiteY99" fmla="*/ 0 h 556225"/>
              <a:gd name="connsiteX100" fmla="*/ 716998 w 1456912"/>
              <a:gd name="connsiteY100" fmla="*/ 3 h 556225"/>
              <a:gd name="connsiteX101" fmla="*/ 934130 w 1456912"/>
              <a:gd name="connsiteY101" fmla="*/ 515735 h 556225"/>
              <a:gd name="connsiteX102" fmla="*/ 952028 w 1456912"/>
              <a:gd name="connsiteY102" fmla="*/ 491377 h 556225"/>
              <a:gd name="connsiteX103" fmla="*/ 745186 w 1456912"/>
              <a:gd name="connsiteY103" fmla="*/ 3 h 556225"/>
              <a:gd name="connsiteX104" fmla="*/ 716998 w 1456912"/>
              <a:gd name="connsiteY104" fmla="*/ 3 h 556225"/>
              <a:gd name="connsiteX105" fmla="*/ 546409 w 1456912"/>
              <a:gd name="connsiteY105" fmla="*/ 338247 h 556225"/>
              <a:gd name="connsiteX106" fmla="*/ 463042 w 1456912"/>
              <a:gd name="connsiteY106" fmla="*/ 535557 h 556225"/>
              <a:gd name="connsiteX107" fmla="*/ 434854 w 1456912"/>
              <a:gd name="connsiteY107" fmla="*/ 535557 h 556225"/>
              <a:gd name="connsiteX108" fmla="*/ 646528 w 1456912"/>
              <a:gd name="connsiteY108" fmla="*/ 33467 h 556225"/>
              <a:gd name="connsiteX109" fmla="*/ 762988 w 1456912"/>
              <a:gd name="connsiteY109" fmla="*/ 310059 h 556225"/>
              <a:gd name="connsiteX110" fmla="*/ 791176 w 1456912"/>
              <a:gd name="connsiteY110" fmla="*/ 310059 h 556225"/>
              <a:gd name="connsiteX111" fmla="*/ 660624 w 1456912"/>
              <a:gd name="connsiteY111" fmla="*/ 3 h 556225"/>
              <a:gd name="connsiteX112" fmla="*/ 688812 w 1456912"/>
              <a:gd name="connsiteY112" fmla="*/ 3 h 556225"/>
              <a:gd name="connsiteX113" fmla="*/ 831231 w 1456912"/>
              <a:gd name="connsiteY113" fmla="*/ 338247 h 556225"/>
              <a:gd name="connsiteX114" fmla="*/ 546409 w 1456912"/>
              <a:gd name="connsiteY114" fmla="*/ 338247 h 556225"/>
              <a:gd name="connsiteX115" fmla="*/ 674788 w 1456912"/>
              <a:gd name="connsiteY115" fmla="*/ 167531 h 556225"/>
              <a:gd name="connsiteX116" fmla="*/ 614721 w 1456912"/>
              <a:gd name="connsiteY116" fmla="*/ 310062 h 556225"/>
              <a:gd name="connsiteX117" fmla="*/ 734800 w 1456912"/>
              <a:gd name="connsiteY117" fmla="*/ 310062 h 556225"/>
              <a:gd name="connsiteX118" fmla="*/ 674788 w 1456912"/>
              <a:gd name="connsiteY118" fmla="*/ 167531 h 556225"/>
              <a:gd name="connsiteX119" fmla="*/ 558275 w 1456912"/>
              <a:gd name="connsiteY119" fmla="*/ 310062 h 556225"/>
              <a:gd name="connsiteX120" fmla="*/ 586535 w 1456912"/>
              <a:gd name="connsiteY120" fmla="*/ 310062 h 556225"/>
              <a:gd name="connsiteX121" fmla="*/ 660703 w 1456912"/>
              <a:gd name="connsiteY121" fmla="*/ 134072 h 556225"/>
              <a:gd name="connsiteX122" fmla="*/ 646588 w 1456912"/>
              <a:gd name="connsiteY122" fmla="*/ 100553 h 556225"/>
              <a:gd name="connsiteX123" fmla="*/ 558275 w 1456912"/>
              <a:gd name="connsiteY123" fmla="*/ 310062 h 556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1456912" h="556225">
                <a:moveTo>
                  <a:pt x="0" y="51854"/>
                </a:moveTo>
                <a:lnTo>
                  <a:pt x="28188" y="23666"/>
                </a:lnTo>
                <a:lnTo>
                  <a:pt x="28188" y="535557"/>
                </a:lnTo>
                <a:lnTo>
                  <a:pt x="0" y="535557"/>
                </a:lnTo>
                <a:lnTo>
                  <a:pt x="0" y="51854"/>
                </a:lnTo>
                <a:close/>
                <a:moveTo>
                  <a:pt x="84564" y="28188"/>
                </a:moveTo>
                <a:lnTo>
                  <a:pt x="422811" y="28188"/>
                </a:lnTo>
                <a:lnTo>
                  <a:pt x="422811" y="0"/>
                </a:lnTo>
                <a:lnTo>
                  <a:pt x="56376" y="0"/>
                </a:lnTo>
                <a:lnTo>
                  <a:pt x="56376" y="338244"/>
                </a:lnTo>
                <a:lnTo>
                  <a:pt x="367711" y="338244"/>
                </a:lnTo>
                <a:lnTo>
                  <a:pt x="367711" y="310062"/>
                </a:lnTo>
                <a:lnTo>
                  <a:pt x="84564" y="310062"/>
                </a:lnTo>
                <a:lnTo>
                  <a:pt x="84564" y="28188"/>
                </a:lnTo>
                <a:close/>
                <a:moveTo>
                  <a:pt x="410152" y="253686"/>
                </a:moveTo>
                <a:lnTo>
                  <a:pt x="140937" y="253686"/>
                </a:lnTo>
                <a:lnTo>
                  <a:pt x="140937" y="140940"/>
                </a:lnTo>
                <a:lnTo>
                  <a:pt x="371171" y="140940"/>
                </a:lnTo>
                <a:lnTo>
                  <a:pt x="399359" y="112752"/>
                </a:lnTo>
                <a:lnTo>
                  <a:pt x="140937" y="112752"/>
                </a:lnTo>
                <a:lnTo>
                  <a:pt x="140937" y="84564"/>
                </a:lnTo>
                <a:lnTo>
                  <a:pt x="422811" y="84564"/>
                </a:lnTo>
                <a:lnTo>
                  <a:pt x="422811" y="56376"/>
                </a:lnTo>
                <a:lnTo>
                  <a:pt x="112749" y="56376"/>
                </a:lnTo>
                <a:lnTo>
                  <a:pt x="112749" y="281874"/>
                </a:lnTo>
                <a:lnTo>
                  <a:pt x="382334" y="281874"/>
                </a:lnTo>
                <a:lnTo>
                  <a:pt x="410152" y="253686"/>
                </a:lnTo>
                <a:close/>
                <a:moveTo>
                  <a:pt x="56376" y="535557"/>
                </a:moveTo>
                <a:lnTo>
                  <a:pt x="84564" y="535557"/>
                </a:lnTo>
                <a:lnTo>
                  <a:pt x="84564" y="394620"/>
                </a:lnTo>
                <a:lnTo>
                  <a:pt x="112752" y="394620"/>
                </a:lnTo>
                <a:lnTo>
                  <a:pt x="112752" y="511890"/>
                </a:lnTo>
                <a:lnTo>
                  <a:pt x="140940" y="483705"/>
                </a:lnTo>
                <a:lnTo>
                  <a:pt x="140940" y="394620"/>
                </a:lnTo>
                <a:lnTo>
                  <a:pt x="367714" y="394620"/>
                </a:lnTo>
                <a:lnTo>
                  <a:pt x="367714" y="366435"/>
                </a:lnTo>
                <a:lnTo>
                  <a:pt x="56376" y="366435"/>
                </a:lnTo>
                <a:lnTo>
                  <a:pt x="56376" y="535557"/>
                </a:lnTo>
                <a:close/>
                <a:moveTo>
                  <a:pt x="1428724" y="0"/>
                </a:moveTo>
                <a:lnTo>
                  <a:pt x="1428724" y="324156"/>
                </a:lnTo>
                <a:cubicBezTo>
                  <a:pt x="1428724" y="399584"/>
                  <a:pt x="1395069" y="464387"/>
                  <a:pt x="1316539" y="514089"/>
                </a:cubicBezTo>
                <a:lnTo>
                  <a:pt x="1315903" y="513258"/>
                </a:lnTo>
                <a:cubicBezTo>
                  <a:pt x="1367503" y="472336"/>
                  <a:pt x="1400536" y="419773"/>
                  <a:pt x="1400536" y="351869"/>
                </a:cubicBezTo>
                <a:lnTo>
                  <a:pt x="1400536" y="3"/>
                </a:lnTo>
                <a:lnTo>
                  <a:pt x="1372348" y="3"/>
                </a:lnTo>
                <a:lnTo>
                  <a:pt x="1372348" y="351400"/>
                </a:lnTo>
                <a:cubicBezTo>
                  <a:pt x="1372348" y="452590"/>
                  <a:pt x="1290318" y="528510"/>
                  <a:pt x="1189132" y="528510"/>
                </a:cubicBezTo>
                <a:cubicBezTo>
                  <a:pt x="1087946" y="528510"/>
                  <a:pt x="1005916" y="452587"/>
                  <a:pt x="1005916" y="351400"/>
                </a:cubicBezTo>
                <a:lnTo>
                  <a:pt x="1005916" y="23666"/>
                </a:lnTo>
                <a:lnTo>
                  <a:pt x="977728" y="51854"/>
                </a:lnTo>
                <a:lnTo>
                  <a:pt x="977728" y="351869"/>
                </a:lnTo>
                <a:cubicBezTo>
                  <a:pt x="977728" y="468625"/>
                  <a:pt x="1072376" y="556226"/>
                  <a:pt x="1189132" y="556226"/>
                </a:cubicBezTo>
                <a:cubicBezTo>
                  <a:pt x="1191834" y="556226"/>
                  <a:pt x="1217320" y="556226"/>
                  <a:pt x="1217320" y="556226"/>
                </a:cubicBezTo>
                <a:cubicBezTo>
                  <a:pt x="1332291" y="556226"/>
                  <a:pt x="1456912" y="471321"/>
                  <a:pt x="1456912" y="324566"/>
                </a:cubicBezTo>
                <a:cubicBezTo>
                  <a:pt x="1456912" y="324428"/>
                  <a:pt x="1456912" y="0"/>
                  <a:pt x="1456912" y="0"/>
                </a:cubicBezTo>
                <a:lnTo>
                  <a:pt x="1428724" y="0"/>
                </a:lnTo>
                <a:close/>
                <a:moveTo>
                  <a:pt x="1189132" y="500322"/>
                </a:moveTo>
                <a:cubicBezTo>
                  <a:pt x="1274706" y="500322"/>
                  <a:pt x="1344082" y="436948"/>
                  <a:pt x="1344160" y="351400"/>
                </a:cubicBezTo>
                <a:lnTo>
                  <a:pt x="1344160" y="351400"/>
                </a:lnTo>
                <a:lnTo>
                  <a:pt x="1344160" y="23666"/>
                </a:lnTo>
                <a:lnTo>
                  <a:pt x="1315972" y="51854"/>
                </a:lnTo>
                <a:lnTo>
                  <a:pt x="1315972" y="324153"/>
                </a:lnTo>
                <a:cubicBezTo>
                  <a:pt x="1315972" y="378637"/>
                  <a:pt x="1271801" y="415761"/>
                  <a:pt x="1217317" y="415761"/>
                </a:cubicBezTo>
                <a:cubicBezTo>
                  <a:pt x="1162833" y="415761"/>
                  <a:pt x="1118662" y="378637"/>
                  <a:pt x="1118662" y="324153"/>
                </a:cubicBezTo>
                <a:lnTo>
                  <a:pt x="1118662" y="3"/>
                </a:lnTo>
                <a:lnTo>
                  <a:pt x="1090474" y="3"/>
                </a:lnTo>
                <a:lnTo>
                  <a:pt x="1090474" y="324156"/>
                </a:lnTo>
                <a:cubicBezTo>
                  <a:pt x="1090474" y="394209"/>
                  <a:pt x="1147264" y="443951"/>
                  <a:pt x="1217317" y="443951"/>
                </a:cubicBezTo>
                <a:cubicBezTo>
                  <a:pt x="1245962" y="443951"/>
                  <a:pt x="1280732" y="429800"/>
                  <a:pt x="1304349" y="404889"/>
                </a:cubicBezTo>
                <a:lnTo>
                  <a:pt x="1304982" y="405720"/>
                </a:lnTo>
                <a:cubicBezTo>
                  <a:pt x="1282838" y="446784"/>
                  <a:pt x="1241907" y="472139"/>
                  <a:pt x="1189129" y="472139"/>
                </a:cubicBezTo>
                <a:cubicBezTo>
                  <a:pt x="1119507" y="472139"/>
                  <a:pt x="1062992" y="421734"/>
                  <a:pt x="1062303" y="352344"/>
                </a:cubicBezTo>
                <a:lnTo>
                  <a:pt x="1062286" y="352344"/>
                </a:lnTo>
                <a:lnTo>
                  <a:pt x="1062286" y="3"/>
                </a:lnTo>
                <a:lnTo>
                  <a:pt x="1034098" y="3"/>
                </a:lnTo>
                <a:lnTo>
                  <a:pt x="1034098" y="352341"/>
                </a:lnTo>
                <a:lnTo>
                  <a:pt x="1034113" y="352341"/>
                </a:lnTo>
                <a:cubicBezTo>
                  <a:pt x="1034703" y="437411"/>
                  <a:pt x="1103877" y="500322"/>
                  <a:pt x="1189132" y="500322"/>
                </a:cubicBezTo>
                <a:close/>
                <a:moveTo>
                  <a:pt x="562774" y="366435"/>
                </a:moveTo>
                <a:lnTo>
                  <a:pt x="491494" y="535557"/>
                </a:lnTo>
                <a:lnTo>
                  <a:pt x="519684" y="535554"/>
                </a:lnTo>
                <a:lnTo>
                  <a:pt x="519682" y="535557"/>
                </a:lnTo>
                <a:lnTo>
                  <a:pt x="519684" y="535557"/>
                </a:lnTo>
                <a:lnTo>
                  <a:pt x="555322" y="450996"/>
                </a:lnTo>
                <a:lnTo>
                  <a:pt x="794138" y="450996"/>
                </a:lnTo>
                <a:lnTo>
                  <a:pt x="829744" y="535557"/>
                </a:lnTo>
                <a:lnTo>
                  <a:pt x="857932" y="535557"/>
                </a:lnTo>
                <a:lnTo>
                  <a:pt x="810457" y="422808"/>
                </a:lnTo>
                <a:lnTo>
                  <a:pt x="567200" y="422808"/>
                </a:lnTo>
                <a:lnTo>
                  <a:pt x="579078" y="394620"/>
                </a:lnTo>
                <a:lnTo>
                  <a:pt x="826776" y="394620"/>
                </a:lnTo>
                <a:lnTo>
                  <a:pt x="886120" y="535557"/>
                </a:lnTo>
                <a:lnTo>
                  <a:pt x="914308" y="535557"/>
                </a:lnTo>
                <a:lnTo>
                  <a:pt x="843097" y="366435"/>
                </a:lnTo>
                <a:lnTo>
                  <a:pt x="562774" y="366435"/>
                </a:lnTo>
                <a:close/>
                <a:moveTo>
                  <a:pt x="604248" y="0"/>
                </a:moveTo>
                <a:lnTo>
                  <a:pt x="397091" y="491374"/>
                </a:lnTo>
                <a:lnTo>
                  <a:pt x="415032" y="515732"/>
                </a:lnTo>
                <a:lnTo>
                  <a:pt x="632437" y="0"/>
                </a:lnTo>
                <a:lnTo>
                  <a:pt x="604248" y="0"/>
                </a:lnTo>
                <a:close/>
                <a:moveTo>
                  <a:pt x="716998" y="3"/>
                </a:moveTo>
                <a:lnTo>
                  <a:pt x="934130" y="515735"/>
                </a:lnTo>
                <a:lnTo>
                  <a:pt x="952028" y="491377"/>
                </a:lnTo>
                <a:lnTo>
                  <a:pt x="745186" y="3"/>
                </a:lnTo>
                <a:lnTo>
                  <a:pt x="716998" y="3"/>
                </a:lnTo>
                <a:close/>
                <a:moveTo>
                  <a:pt x="546409" y="338247"/>
                </a:moveTo>
                <a:lnTo>
                  <a:pt x="463042" y="535557"/>
                </a:lnTo>
                <a:lnTo>
                  <a:pt x="434854" y="535557"/>
                </a:lnTo>
                <a:lnTo>
                  <a:pt x="646528" y="33467"/>
                </a:lnTo>
                <a:lnTo>
                  <a:pt x="762988" y="310059"/>
                </a:lnTo>
                <a:lnTo>
                  <a:pt x="791176" y="310059"/>
                </a:lnTo>
                <a:lnTo>
                  <a:pt x="660624" y="3"/>
                </a:lnTo>
                <a:lnTo>
                  <a:pt x="688812" y="3"/>
                </a:lnTo>
                <a:lnTo>
                  <a:pt x="831231" y="338247"/>
                </a:lnTo>
                <a:lnTo>
                  <a:pt x="546409" y="338247"/>
                </a:lnTo>
                <a:close/>
                <a:moveTo>
                  <a:pt x="674788" y="167531"/>
                </a:moveTo>
                <a:lnTo>
                  <a:pt x="614721" y="310062"/>
                </a:lnTo>
                <a:lnTo>
                  <a:pt x="734800" y="310062"/>
                </a:lnTo>
                <a:lnTo>
                  <a:pt x="674788" y="167531"/>
                </a:lnTo>
                <a:close/>
                <a:moveTo>
                  <a:pt x="558275" y="310062"/>
                </a:moveTo>
                <a:lnTo>
                  <a:pt x="586535" y="310062"/>
                </a:lnTo>
                <a:lnTo>
                  <a:pt x="660703" y="134072"/>
                </a:lnTo>
                <a:lnTo>
                  <a:pt x="646588" y="100553"/>
                </a:lnTo>
                <a:lnTo>
                  <a:pt x="558275" y="310062"/>
                </a:lnTo>
                <a:close/>
              </a:path>
            </a:pathLst>
          </a:custGeom>
          <a:solidFill>
            <a:schemeClr val="tx1"/>
          </a:solidFill>
          <a:ln w="2892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grpSp>
        <p:nvGrpSpPr>
          <p:cNvPr id="58" name="Gruppieren 57">
            <a:extLst>
              <a:ext uri="{FF2B5EF4-FFF2-40B4-BE49-F238E27FC236}">
                <a16:creationId xmlns:a16="http://schemas.microsoft.com/office/drawing/2014/main" id="{9A6E8BA9-5951-4163-8A80-4621C65DA816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61" name="Gerader Verbinder 60">
              <a:extLst>
                <a:ext uri="{FF2B5EF4-FFF2-40B4-BE49-F238E27FC236}">
                  <a16:creationId xmlns:a16="http://schemas.microsoft.com/office/drawing/2014/main" id="{59DAB7DF-1308-4B09-91FE-7DF38D6584E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feld 61">
              <a:extLst>
                <a:ext uri="{FF2B5EF4-FFF2-40B4-BE49-F238E27FC236}">
                  <a16:creationId xmlns:a16="http://schemas.microsoft.com/office/drawing/2014/main" id="{87654828-5D94-4A05-BD5F-25792A149E05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63" name="Gruppieren 62">
            <a:extLst>
              <a:ext uri="{FF2B5EF4-FFF2-40B4-BE49-F238E27FC236}">
                <a16:creationId xmlns:a16="http://schemas.microsoft.com/office/drawing/2014/main" id="{9D3F2F75-1623-4F64-97FE-EA0C4D9FABDC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64" name="Gerader Verbinder 63">
              <a:extLst>
                <a:ext uri="{FF2B5EF4-FFF2-40B4-BE49-F238E27FC236}">
                  <a16:creationId xmlns:a16="http://schemas.microsoft.com/office/drawing/2014/main" id="{B042E0F0-49A6-465F-A607-A4C2EFB5486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Textfeld 64">
              <a:extLst>
                <a:ext uri="{FF2B5EF4-FFF2-40B4-BE49-F238E27FC236}">
                  <a16:creationId xmlns:a16="http://schemas.microsoft.com/office/drawing/2014/main" id="{9D612980-2A2D-4E94-8238-9C67C608554C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66" name="Gruppieren 65">
            <a:extLst>
              <a:ext uri="{FF2B5EF4-FFF2-40B4-BE49-F238E27FC236}">
                <a16:creationId xmlns:a16="http://schemas.microsoft.com/office/drawing/2014/main" id="{2CE76F8C-9B22-4BB3-B2D6-15EC2A58C7A7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67" name="Gerader Verbinder 66">
              <a:extLst>
                <a:ext uri="{FF2B5EF4-FFF2-40B4-BE49-F238E27FC236}">
                  <a16:creationId xmlns:a16="http://schemas.microsoft.com/office/drawing/2014/main" id="{9C843E82-BEFA-4CF2-BA2F-3C80060D316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Textfeld 67">
              <a:extLst>
                <a:ext uri="{FF2B5EF4-FFF2-40B4-BE49-F238E27FC236}">
                  <a16:creationId xmlns:a16="http://schemas.microsoft.com/office/drawing/2014/main" id="{4762BE88-2459-479F-84FF-4DF483AA142C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69" name="Gruppieren 68">
            <a:extLst>
              <a:ext uri="{FF2B5EF4-FFF2-40B4-BE49-F238E27FC236}">
                <a16:creationId xmlns:a16="http://schemas.microsoft.com/office/drawing/2014/main" id="{104E26F8-EA1A-4C6F-92E1-8F6F98ABFA13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70" name="Gerader Verbinder 69">
              <a:extLst>
                <a:ext uri="{FF2B5EF4-FFF2-40B4-BE49-F238E27FC236}">
                  <a16:creationId xmlns:a16="http://schemas.microsoft.com/office/drawing/2014/main" id="{1A8A854C-301D-4327-AEA2-BCC20A88724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Textfeld 70">
              <a:extLst>
                <a:ext uri="{FF2B5EF4-FFF2-40B4-BE49-F238E27FC236}">
                  <a16:creationId xmlns:a16="http://schemas.microsoft.com/office/drawing/2014/main" id="{5A547124-456E-49C6-8FC8-111D0AAFEB7F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72" name="Gruppieren 71">
            <a:extLst>
              <a:ext uri="{FF2B5EF4-FFF2-40B4-BE49-F238E27FC236}">
                <a16:creationId xmlns:a16="http://schemas.microsoft.com/office/drawing/2014/main" id="{73B26B5D-1FEC-45B5-B34A-6A1B50955F0E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73" name="Gerader Verbinder 72">
              <a:extLst>
                <a:ext uri="{FF2B5EF4-FFF2-40B4-BE49-F238E27FC236}">
                  <a16:creationId xmlns:a16="http://schemas.microsoft.com/office/drawing/2014/main" id="{3423A679-4F5C-456E-AB6C-7A18EA3E5BA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Textfeld 73">
              <a:extLst>
                <a:ext uri="{FF2B5EF4-FFF2-40B4-BE49-F238E27FC236}">
                  <a16:creationId xmlns:a16="http://schemas.microsoft.com/office/drawing/2014/main" id="{69754FAD-5E71-4087-B3E8-0FEC37E0D864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75" name="Gruppieren 74">
            <a:extLst>
              <a:ext uri="{FF2B5EF4-FFF2-40B4-BE49-F238E27FC236}">
                <a16:creationId xmlns:a16="http://schemas.microsoft.com/office/drawing/2014/main" id="{7C156EC4-BDB3-4DEA-9B78-E98FCFD2F54B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76" name="Gerader Verbinder 75">
              <a:extLst>
                <a:ext uri="{FF2B5EF4-FFF2-40B4-BE49-F238E27FC236}">
                  <a16:creationId xmlns:a16="http://schemas.microsoft.com/office/drawing/2014/main" id="{9E9C384D-D46B-429F-9A97-86F6E3560FE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Textfeld 76">
              <a:extLst>
                <a:ext uri="{FF2B5EF4-FFF2-40B4-BE49-F238E27FC236}">
                  <a16:creationId xmlns:a16="http://schemas.microsoft.com/office/drawing/2014/main" id="{64B7918E-86D1-49EB-8917-1468D42A6E25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78" name="Gruppieren 77">
            <a:extLst>
              <a:ext uri="{FF2B5EF4-FFF2-40B4-BE49-F238E27FC236}">
                <a16:creationId xmlns:a16="http://schemas.microsoft.com/office/drawing/2014/main" id="{750A6733-FD78-4442-98B4-E2BED64B460F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79" name="Gerader Verbinder 78">
              <a:extLst>
                <a:ext uri="{FF2B5EF4-FFF2-40B4-BE49-F238E27FC236}">
                  <a16:creationId xmlns:a16="http://schemas.microsoft.com/office/drawing/2014/main" id="{77BB574D-D198-49E4-874D-732C0CBD5BF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Textfeld 79">
              <a:extLst>
                <a:ext uri="{FF2B5EF4-FFF2-40B4-BE49-F238E27FC236}">
                  <a16:creationId xmlns:a16="http://schemas.microsoft.com/office/drawing/2014/main" id="{67A72ACB-A6A0-450F-A8F3-9CA35EFC5560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81" name="Gruppieren 80">
            <a:extLst>
              <a:ext uri="{FF2B5EF4-FFF2-40B4-BE49-F238E27FC236}">
                <a16:creationId xmlns:a16="http://schemas.microsoft.com/office/drawing/2014/main" id="{C4970FA2-8D2D-462F-BD21-BDE052DC5824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82" name="Gerader Verbinder 81">
              <a:extLst>
                <a:ext uri="{FF2B5EF4-FFF2-40B4-BE49-F238E27FC236}">
                  <a16:creationId xmlns:a16="http://schemas.microsoft.com/office/drawing/2014/main" id="{A7C30986-FB99-416E-BC3E-3BAEC067C11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Textfeld 82">
              <a:extLst>
                <a:ext uri="{FF2B5EF4-FFF2-40B4-BE49-F238E27FC236}">
                  <a16:creationId xmlns:a16="http://schemas.microsoft.com/office/drawing/2014/main" id="{4CE018F4-A860-49B3-B4CD-A328759F15C6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84" name="Gruppieren 83">
            <a:extLst>
              <a:ext uri="{FF2B5EF4-FFF2-40B4-BE49-F238E27FC236}">
                <a16:creationId xmlns:a16="http://schemas.microsoft.com/office/drawing/2014/main" id="{7C2BACBD-0A67-4A9A-B5DC-10C76F5DE4C2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85" name="Gerader Verbinder 84">
              <a:extLst>
                <a:ext uri="{FF2B5EF4-FFF2-40B4-BE49-F238E27FC236}">
                  <a16:creationId xmlns:a16="http://schemas.microsoft.com/office/drawing/2014/main" id="{65F81584-9968-42FA-B3A9-1C13CEAE92A8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Textfeld 85">
              <a:extLst>
                <a:ext uri="{FF2B5EF4-FFF2-40B4-BE49-F238E27FC236}">
                  <a16:creationId xmlns:a16="http://schemas.microsoft.com/office/drawing/2014/main" id="{B6D353C6-61DE-4475-8AC6-6D8AF12D49FB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87" name="Gerader Verbinder 86">
            <a:extLst>
              <a:ext uri="{FF2B5EF4-FFF2-40B4-BE49-F238E27FC236}">
                <a16:creationId xmlns:a16="http://schemas.microsoft.com/office/drawing/2014/main" id="{935008F2-D1D5-498F-9932-727B677C0ADE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8" name="Gruppieren 87">
            <a:extLst>
              <a:ext uri="{FF2B5EF4-FFF2-40B4-BE49-F238E27FC236}">
                <a16:creationId xmlns:a16="http://schemas.microsoft.com/office/drawing/2014/main" id="{9E72FA59-B055-4F1F-8F32-E797C18F96F9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89" name="Gerader Verbinder 88">
              <a:extLst>
                <a:ext uri="{FF2B5EF4-FFF2-40B4-BE49-F238E27FC236}">
                  <a16:creationId xmlns:a16="http://schemas.microsoft.com/office/drawing/2014/main" id="{B89FA96C-C88D-4C6A-BE88-F3E3083BC51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Textfeld 89">
              <a:extLst>
                <a:ext uri="{FF2B5EF4-FFF2-40B4-BE49-F238E27FC236}">
                  <a16:creationId xmlns:a16="http://schemas.microsoft.com/office/drawing/2014/main" id="{CD67028C-ACEA-4E1C-BF3F-B09177D4335E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91" name="Grafik 3">
            <a:extLst>
              <a:ext uri="{FF2B5EF4-FFF2-40B4-BE49-F238E27FC236}">
                <a16:creationId xmlns:a16="http://schemas.microsoft.com/office/drawing/2014/main" id="{1A01CE4B-9412-456C-948A-B09C23D18948}"/>
              </a:ext>
            </a:extLst>
          </p:cNvPr>
          <p:cNvGrpSpPr/>
          <p:nvPr userDrawn="1"/>
        </p:nvGrpSpPr>
        <p:grpSpPr>
          <a:xfrm>
            <a:off x="520163" y="293688"/>
            <a:ext cx="2654043" cy="328339"/>
            <a:chOff x="2090737" y="2524124"/>
            <a:chExt cx="7860982" cy="972502"/>
          </a:xfrm>
          <a:solidFill>
            <a:schemeClr val="tx1"/>
          </a:solidFill>
        </p:grpSpPr>
        <p:sp>
          <p:nvSpPr>
            <p:cNvPr id="92" name="Freihandform: Form 91">
              <a:extLst>
                <a:ext uri="{FF2B5EF4-FFF2-40B4-BE49-F238E27FC236}">
                  <a16:creationId xmlns:a16="http://schemas.microsoft.com/office/drawing/2014/main" id="{C7016A7B-A4B5-4AC3-BF6D-E95A64F5E757}"/>
                </a:ext>
              </a:extLst>
            </p:cNvPr>
            <p:cNvSpPr/>
            <p:nvPr/>
          </p:nvSpPr>
          <p:spPr>
            <a:xfrm>
              <a:off x="2090737" y="2545079"/>
              <a:ext cx="231457" cy="369569"/>
            </a:xfrm>
            <a:custGeom>
              <a:avLst/>
              <a:gdLst>
                <a:gd name="connsiteX0" fmla="*/ 231458 w 231457"/>
                <a:gd name="connsiteY0" fmla="*/ 60960 h 369569"/>
                <a:gd name="connsiteX1" fmla="*/ 65723 w 231457"/>
                <a:gd name="connsiteY1" fmla="*/ 60960 h 369569"/>
                <a:gd name="connsiteX2" fmla="*/ 65723 w 231457"/>
                <a:gd name="connsiteY2" fmla="*/ 152400 h 369569"/>
                <a:gd name="connsiteX3" fmla="*/ 189548 w 231457"/>
                <a:gd name="connsiteY3" fmla="*/ 152400 h 369569"/>
                <a:gd name="connsiteX4" fmla="*/ 189548 w 231457"/>
                <a:gd name="connsiteY4" fmla="*/ 212408 h 369569"/>
                <a:gd name="connsiteX5" fmla="*/ 65723 w 231457"/>
                <a:gd name="connsiteY5" fmla="*/ 212408 h 369569"/>
                <a:gd name="connsiteX6" fmla="*/ 65723 w 231457"/>
                <a:gd name="connsiteY6" fmla="*/ 369570 h 369569"/>
                <a:gd name="connsiteX7" fmla="*/ 0 w 231457"/>
                <a:gd name="connsiteY7" fmla="*/ 369570 h 369569"/>
                <a:gd name="connsiteX8" fmla="*/ 0 w 231457"/>
                <a:gd name="connsiteY8" fmla="*/ 0 h 369569"/>
                <a:gd name="connsiteX9" fmla="*/ 231458 w 231457"/>
                <a:gd name="connsiteY9" fmla="*/ 0 h 369569"/>
                <a:gd name="connsiteX10" fmla="*/ 231458 w 231457"/>
                <a:gd name="connsiteY10" fmla="*/ 60960 h 36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1457" h="369569">
                  <a:moveTo>
                    <a:pt x="231458" y="60960"/>
                  </a:moveTo>
                  <a:lnTo>
                    <a:pt x="65723" y="60960"/>
                  </a:lnTo>
                  <a:lnTo>
                    <a:pt x="65723" y="152400"/>
                  </a:lnTo>
                  <a:lnTo>
                    <a:pt x="189548" y="152400"/>
                  </a:lnTo>
                  <a:lnTo>
                    <a:pt x="189548" y="212408"/>
                  </a:lnTo>
                  <a:lnTo>
                    <a:pt x="65723" y="212408"/>
                  </a:lnTo>
                  <a:lnTo>
                    <a:pt x="65723" y="369570"/>
                  </a:lnTo>
                  <a:lnTo>
                    <a:pt x="0" y="369570"/>
                  </a:lnTo>
                  <a:lnTo>
                    <a:pt x="0" y="0"/>
                  </a:lnTo>
                  <a:lnTo>
                    <a:pt x="231458" y="0"/>
                  </a:lnTo>
                  <a:lnTo>
                    <a:pt x="231458" y="6096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3" name="Freihandform: Form 92">
              <a:extLst>
                <a:ext uri="{FF2B5EF4-FFF2-40B4-BE49-F238E27FC236}">
                  <a16:creationId xmlns:a16="http://schemas.microsoft.com/office/drawing/2014/main" id="{D76281C8-8795-45F7-B273-88EA0DA0106D}"/>
                </a:ext>
              </a:extLst>
            </p:cNvPr>
            <p:cNvSpPr/>
            <p:nvPr/>
          </p:nvSpPr>
          <p:spPr>
            <a:xfrm>
              <a:off x="2357437" y="2641039"/>
              <a:ext cx="161925" cy="272657"/>
            </a:xfrm>
            <a:custGeom>
              <a:avLst/>
              <a:gdLst>
                <a:gd name="connsiteX0" fmla="*/ 161925 w 161925"/>
                <a:gd name="connsiteY0" fmla="*/ 5005 h 272657"/>
                <a:gd name="connsiteX1" fmla="*/ 152400 w 161925"/>
                <a:gd name="connsiteY1" fmla="*/ 68823 h 272657"/>
                <a:gd name="connsiteX2" fmla="*/ 118110 w 161925"/>
                <a:gd name="connsiteY2" fmla="*/ 60250 h 272657"/>
                <a:gd name="connsiteX3" fmla="*/ 63817 w 161925"/>
                <a:gd name="connsiteY3" fmla="*/ 135498 h 272657"/>
                <a:gd name="connsiteX4" fmla="*/ 63817 w 161925"/>
                <a:gd name="connsiteY4" fmla="*/ 272658 h 272657"/>
                <a:gd name="connsiteX5" fmla="*/ 0 w 161925"/>
                <a:gd name="connsiteY5" fmla="*/ 272658 h 272657"/>
                <a:gd name="connsiteX6" fmla="*/ 0 w 161925"/>
                <a:gd name="connsiteY6" fmla="*/ 5958 h 272657"/>
                <a:gd name="connsiteX7" fmla="*/ 60960 w 161925"/>
                <a:gd name="connsiteY7" fmla="*/ 5958 h 272657"/>
                <a:gd name="connsiteX8" fmla="*/ 60960 w 161925"/>
                <a:gd name="connsiteY8" fmla="*/ 40248 h 272657"/>
                <a:gd name="connsiteX9" fmla="*/ 61913 w 161925"/>
                <a:gd name="connsiteY9" fmla="*/ 40248 h 272657"/>
                <a:gd name="connsiteX10" fmla="*/ 131445 w 161925"/>
                <a:gd name="connsiteY10" fmla="*/ 243 h 272657"/>
                <a:gd name="connsiteX11" fmla="*/ 161925 w 161925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925" h="272657">
                  <a:moveTo>
                    <a:pt x="161925" y="5005"/>
                  </a:moveTo>
                  <a:lnTo>
                    <a:pt x="152400" y="68823"/>
                  </a:lnTo>
                  <a:cubicBezTo>
                    <a:pt x="142875" y="64060"/>
                    <a:pt x="131445" y="60250"/>
                    <a:pt x="118110" y="60250"/>
                  </a:cubicBezTo>
                  <a:cubicBezTo>
                    <a:pt x="75248" y="60250"/>
                    <a:pt x="63817" y="94540"/>
                    <a:pt x="63817" y="135498"/>
                  </a:cubicBezTo>
                  <a:lnTo>
                    <a:pt x="63817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970" y="-710"/>
                    <a:pt x="152400" y="1195"/>
                    <a:pt x="161925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4" name="Freihandform: Form 93">
              <a:extLst>
                <a:ext uri="{FF2B5EF4-FFF2-40B4-BE49-F238E27FC236}">
                  <a16:creationId xmlns:a16="http://schemas.microsoft.com/office/drawing/2014/main" id="{DF621E12-0537-4F63-B245-FACC775B29F1}"/>
                </a:ext>
              </a:extLst>
            </p:cNvPr>
            <p:cNvSpPr/>
            <p:nvPr/>
          </p:nvSpPr>
          <p:spPr>
            <a:xfrm>
              <a:off x="2563176" y="2528887"/>
              <a:ext cx="79057" cy="385762"/>
            </a:xfrm>
            <a:custGeom>
              <a:avLst/>
              <a:gdLst>
                <a:gd name="connsiteX0" fmla="*/ 79058 w 79057"/>
                <a:gd name="connsiteY0" fmla="*/ 38100 h 385762"/>
                <a:gd name="connsiteX1" fmla="*/ 39052 w 79057"/>
                <a:gd name="connsiteY1" fmla="*/ 76200 h 385762"/>
                <a:gd name="connsiteX2" fmla="*/ 0 w 79057"/>
                <a:gd name="connsiteY2" fmla="*/ 38100 h 385762"/>
                <a:gd name="connsiteX3" fmla="*/ 39052 w 79057"/>
                <a:gd name="connsiteY3" fmla="*/ 0 h 385762"/>
                <a:gd name="connsiteX4" fmla="*/ 79058 w 79057"/>
                <a:gd name="connsiteY4" fmla="*/ 38100 h 385762"/>
                <a:gd name="connsiteX5" fmla="*/ 70485 w 79057"/>
                <a:gd name="connsiteY5" fmla="*/ 385763 h 385762"/>
                <a:gd name="connsiteX6" fmla="*/ 8573 w 79057"/>
                <a:gd name="connsiteY6" fmla="*/ 385763 h 385762"/>
                <a:gd name="connsiteX7" fmla="*/ 8573 w 79057"/>
                <a:gd name="connsiteY7" fmla="*/ 119063 h 385762"/>
                <a:gd name="connsiteX8" fmla="*/ 70485 w 79057"/>
                <a:gd name="connsiteY8" fmla="*/ 119063 h 385762"/>
                <a:gd name="connsiteX9" fmla="*/ 70485 w 79057"/>
                <a:gd name="connsiteY9" fmla="*/ 385763 h 385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5762">
                  <a:moveTo>
                    <a:pt x="79058" y="38100"/>
                  </a:moveTo>
                  <a:cubicBezTo>
                    <a:pt x="79058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1913" y="0"/>
                    <a:pt x="79058" y="16193"/>
                    <a:pt x="79058" y="38100"/>
                  </a:cubicBezTo>
                  <a:close/>
                  <a:moveTo>
                    <a:pt x="70485" y="385763"/>
                  </a:moveTo>
                  <a:lnTo>
                    <a:pt x="8573" y="385763"/>
                  </a:lnTo>
                  <a:lnTo>
                    <a:pt x="8573" y="119063"/>
                  </a:lnTo>
                  <a:lnTo>
                    <a:pt x="70485" y="119063"/>
                  </a:lnTo>
                  <a:lnTo>
                    <a:pt x="70485" y="38576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5" name="Freihandform: Form 94">
              <a:extLst>
                <a:ext uri="{FF2B5EF4-FFF2-40B4-BE49-F238E27FC236}">
                  <a16:creationId xmlns:a16="http://schemas.microsoft.com/office/drawing/2014/main" id="{D9AFBF4D-1BBF-4F33-9E71-39A7EC7F71FF}"/>
                </a:ext>
              </a:extLst>
            </p:cNvPr>
            <p:cNvSpPr/>
            <p:nvPr/>
          </p:nvSpPr>
          <p:spPr>
            <a:xfrm>
              <a:off x="2699384" y="2641281"/>
              <a:ext cx="242887" cy="279082"/>
            </a:xfrm>
            <a:custGeom>
              <a:avLst/>
              <a:gdLst>
                <a:gd name="connsiteX0" fmla="*/ 132398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8 w 242887"/>
                <a:gd name="connsiteY6" fmla="*/ 225743 h 279082"/>
                <a:gd name="connsiteX7" fmla="*/ 198120 w 242887"/>
                <a:gd name="connsiteY7" fmla="*/ 194310 h 279082"/>
                <a:gd name="connsiteX8" fmla="*/ 237173 w 242887"/>
                <a:gd name="connsiteY8" fmla="*/ 235268 h 279082"/>
                <a:gd name="connsiteX9" fmla="*/ 132398 w 242887"/>
                <a:gd name="connsiteY9" fmla="*/ 279083 h 279082"/>
                <a:gd name="connsiteX10" fmla="*/ 62865 w 242887"/>
                <a:gd name="connsiteY10" fmla="*/ 115253 h 279082"/>
                <a:gd name="connsiteX11" fmla="*/ 183832 w 242887"/>
                <a:gd name="connsiteY11" fmla="*/ 115253 h 279082"/>
                <a:gd name="connsiteX12" fmla="*/ 124777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8" y="225743"/>
                    <a:pt x="132398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3" y="235268"/>
                  </a:lnTo>
                  <a:cubicBezTo>
                    <a:pt x="206692" y="264795"/>
                    <a:pt x="172402" y="279083"/>
                    <a:pt x="132398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6" name="Freihandform: Form 95">
              <a:extLst>
                <a:ext uri="{FF2B5EF4-FFF2-40B4-BE49-F238E27FC236}">
                  <a16:creationId xmlns:a16="http://schemas.microsoft.com/office/drawing/2014/main" id="{33761B45-EBC4-48F3-94D1-D0B61592679C}"/>
                </a:ext>
              </a:extLst>
            </p:cNvPr>
            <p:cNvSpPr/>
            <p:nvPr/>
          </p:nvSpPr>
          <p:spPr>
            <a:xfrm>
              <a:off x="2997516" y="2524124"/>
              <a:ext cx="248602" cy="396239"/>
            </a:xfrm>
            <a:custGeom>
              <a:avLst/>
              <a:gdLst>
                <a:gd name="connsiteX0" fmla="*/ 0 w 248602"/>
                <a:gd name="connsiteY0" fmla="*/ 256223 h 396239"/>
                <a:gd name="connsiteX1" fmla="*/ 108585 w 248602"/>
                <a:gd name="connsiteY1" fmla="*/ 117157 h 396239"/>
                <a:gd name="connsiteX2" fmla="*/ 185738 w 248602"/>
                <a:gd name="connsiteY2" fmla="*/ 153352 h 396239"/>
                <a:gd name="connsiteX3" fmla="*/ 186690 w 248602"/>
                <a:gd name="connsiteY3" fmla="*/ 153352 h 396239"/>
                <a:gd name="connsiteX4" fmla="*/ 186690 w 248602"/>
                <a:gd name="connsiteY4" fmla="*/ 16193 h 396239"/>
                <a:gd name="connsiteX5" fmla="*/ 248603 w 248602"/>
                <a:gd name="connsiteY5" fmla="*/ 0 h 396239"/>
                <a:gd name="connsiteX6" fmla="*/ 248603 w 248602"/>
                <a:gd name="connsiteY6" fmla="*/ 389573 h 396239"/>
                <a:gd name="connsiteX7" fmla="*/ 188595 w 248602"/>
                <a:gd name="connsiteY7" fmla="*/ 389573 h 396239"/>
                <a:gd name="connsiteX8" fmla="*/ 188595 w 248602"/>
                <a:gd name="connsiteY8" fmla="*/ 358140 h 396239"/>
                <a:gd name="connsiteX9" fmla="*/ 187642 w 248602"/>
                <a:gd name="connsiteY9" fmla="*/ 358140 h 396239"/>
                <a:gd name="connsiteX10" fmla="*/ 107633 w 248602"/>
                <a:gd name="connsiteY10" fmla="*/ 396240 h 396239"/>
                <a:gd name="connsiteX11" fmla="*/ 0 w 248602"/>
                <a:gd name="connsiteY11" fmla="*/ 256223 h 396239"/>
                <a:gd name="connsiteX12" fmla="*/ 61913 w 248602"/>
                <a:gd name="connsiteY12" fmla="*/ 256223 h 396239"/>
                <a:gd name="connsiteX13" fmla="*/ 123825 w 248602"/>
                <a:gd name="connsiteY13" fmla="*/ 341948 h 396239"/>
                <a:gd name="connsiteX14" fmla="*/ 187642 w 248602"/>
                <a:gd name="connsiteY14" fmla="*/ 306705 h 396239"/>
                <a:gd name="connsiteX15" fmla="*/ 187642 w 248602"/>
                <a:gd name="connsiteY15" fmla="*/ 208598 h 396239"/>
                <a:gd name="connsiteX16" fmla="*/ 123825 w 248602"/>
                <a:gd name="connsiteY16" fmla="*/ 173355 h 396239"/>
                <a:gd name="connsiteX17" fmla="*/ 61913 w 248602"/>
                <a:gd name="connsiteY17" fmla="*/ 256223 h 39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8602" h="396239">
                  <a:moveTo>
                    <a:pt x="0" y="256223"/>
                  </a:moveTo>
                  <a:cubicBezTo>
                    <a:pt x="0" y="170498"/>
                    <a:pt x="43815" y="117157"/>
                    <a:pt x="108585" y="117157"/>
                  </a:cubicBezTo>
                  <a:cubicBezTo>
                    <a:pt x="141923" y="117157"/>
                    <a:pt x="168592" y="131445"/>
                    <a:pt x="185738" y="153352"/>
                  </a:cubicBezTo>
                  <a:lnTo>
                    <a:pt x="186690" y="153352"/>
                  </a:lnTo>
                  <a:lnTo>
                    <a:pt x="186690" y="16193"/>
                  </a:lnTo>
                  <a:lnTo>
                    <a:pt x="248603" y="0"/>
                  </a:lnTo>
                  <a:lnTo>
                    <a:pt x="248603" y="389573"/>
                  </a:lnTo>
                  <a:lnTo>
                    <a:pt x="188595" y="389573"/>
                  </a:lnTo>
                  <a:lnTo>
                    <a:pt x="188595" y="358140"/>
                  </a:lnTo>
                  <a:lnTo>
                    <a:pt x="187642" y="358140"/>
                  </a:lnTo>
                  <a:cubicBezTo>
                    <a:pt x="168592" y="381953"/>
                    <a:pt x="140970" y="396240"/>
                    <a:pt x="107633" y="396240"/>
                  </a:cubicBezTo>
                  <a:cubicBezTo>
                    <a:pt x="43815" y="396240"/>
                    <a:pt x="0" y="341948"/>
                    <a:pt x="0" y="256223"/>
                  </a:cubicBezTo>
                  <a:close/>
                  <a:moveTo>
                    <a:pt x="61913" y="256223"/>
                  </a:moveTo>
                  <a:cubicBezTo>
                    <a:pt x="61913" y="310515"/>
                    <a:pt x="84773" y="341948"/>
                    <a:pt x="123825" y="341948"/>
                  </a:cubicBezTo>
                  <a:cubicBezTo>
                    <a:pt x="147638" y="341948"/>
                    <a:pt x="167640" y="330517"/>
                    <a:pt x="187642" y="306705"/>
                  </a:cubicBezTo>
                  <a:lnTo>
                    <a:pt x="187642" y="208598"/>
                  </a:lnTo>
                  <a:cubicBezTo>
                    <a:pt x="169545" y="184785"/>
                    <a:pt x="149542" y="173355"/>
                    <a:pt x="123825" y="173355"/>
                  </a:cubicBezTo>
                  <a:cubicBezTo>
                    <a:pt x="82867" y="173355"/>
                    <a:pt x="61913" y="202883"/>
                    <a:pt x="61913" y="25622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7" name="Freihandform: Form 96">
              <a:extLst>
                <a:ext uri="{FF2B5EF4-FFF2-40B4-BE49-F238E27FC236}">
                  <a16:creationId xmlns:a16="http://schemas.microsoft.com/office/drawing/2014/main" id="{F4C0E73D-F458-4F58-9129-66C04E9801A2}"/>
                </a:ext>
              </a:extLst>
            </p:cNvPr>
            <p:cNvSpPr/>
            <p:nvPr/>
          </p:nvSpPr>
          <p:spPr>
            <a:xfrm>
              <a:off x="3328987" y="2641039"/>
              <a:ext cx="160020" cy="272657"/>
            </a:xfrm>
            <a:custGeom>
              <a:avLst/>
              <a:gdLst>
                <a:gd name="connsiteX0" fmla="*/ 160020 w 160020"/>
                <a:gd name="connsiteY0" fmla="*/ 5005 h 272657"/>
                <a:gd name="connsiteX1" fmla="*/ 150495 w 160020"/>
                <a:gd name="connsiteY1" fmla="*/ 68823 h 272657"/>
                <a:gd name="connsiteX2" fmla="*/ 116205 w 160020"/>
                <a:gd name="connsiteY2" fmla="*/ 60250 h 272657"/>
                <a:gd name="connsiteX3" fmla="*/ 61913 w 160020"/>
                <a:gd name="connsiteY3" fmla="*/ 135498 h 272657"/>
                <a:gd name="connsiteX4" fmla="*/ 61913 w 160020"/>
                <a:gd name="connsiteY4" fmla="*/ 272658 h 272657"/>
                <a:gd name="connsiteX5" fmla="*/ 0 w 160020"/>
                <a:gd name="connsiteY5" fmla="*/ 272658 h 272657"/>
                <a:gd name="connsiteX6" fmla="*/ 0 w 160020"/>
                <a:gd name="connsiteY6" fmla="*/ 5958 h 272657"/>
                <a:gd name="connsiteX7" fmla="*/ 60960 w 160020"/>
                <a:gd name="connsiteY7" fmla="*/ 5958 h 272657"/>
                <a:gd name="connsiteX8" fmla="*/ 60960 w 160020"/>
                <a:gd name="connsiteY8" fmla="*/ 40248 h 272657"/>
                <a:gd name="connsiteX9" fmla="*/ 61913 w 160020"/>
                <a:gd name="connsiteY9" fmla="*/ 40248 h 272657"/>
                <a:gd name="connsiteX10" fmla="*/ 131445 w 160020"/>
                <a:gd name="connsiteY10" fmla="*/ 243 h 272657"/>
                <a:gd name="connsiteX11" fmla="*/ 160020 w 160020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2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7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8" name="Freihandform: Form 97">
              <a:extLst>
                <a:ext uri="{FF2B5EF4-FFF2-40B4-BE49-F238E27FC236}">
                  <a16:creationId xmlns:a16="http://schemas.microsoft.com/office/drawing/2014/main" id="{EDB0FB31-98EE-4941-A811-2AFE3ABECCFD}"/>
                </a:ext>
              </a:extLst>
            </p:cNvPr>
            <p:cNvSpPr/>
            <p:nvPr/>
          </p:nvSpPr>
          <p:spPr>
            <a:xfrm>
              <a:off x="3533774" y="2528887"/>
              <a:ext cx="79057" cy="385762"/>
            </a:xfrm>
            <a:custGeom>
              <a:avLst/>
              <a:gdLst>
                <a:gd name="connsiteX0" fmla="*/ 79058 w 79057"/>
                <a:gd name="connsiteY0" fmla="*/ 38100 h 385762"/>
                <a:gd name="connsiteX1" fmla="*/ 39053 w 79057"/>
                <a:gd name="connsiteY1" fmla="*/ 76200 h 385762"/>
                <a:gd name="connsiteX2" fmla="*/ 0 w 79057"/>
                <a:gd name="connsiteY2" fmla="*/ 38100 h 385762"/>
                <a:gd name="connsiteX3" fmla="*/ 39053 w 79057"/>
                <a:gd name="connsiteY3" fmla="*/ 0 h 385762"/>
                <a:gd name="connsiteX4" fmla="*/ 79058 w 79057"/>
                <a:gd name="connsiteY4" fmla="*/ 38100 h 385762"/>
                <a:gd name="connsiteX5" fmla="*/ 70485 w 79057"/>
                <a:gd name="connsiteY5" fmla="*/ 385763 h 385762"/>
                <a:gd name="connsiteX6" fmla="*/ 8572 w 79057"/>
                <a:gd name="connsiteY6" fmla="*/ 385763 h 385762"/>
                <a:gd name="connsiteX7" fmla="*/ 8572 w 79057"/>
                <a:gd name="connsiteY7" fmla="*/ 119063 h 385762"/>
                <a:gd name="connsiteX8" fmla="*/ 70485 w 79057"/>
                <a:gd name="connsiteY8" fmla="*/ 119063 h 385762"/>
                <a:gd name="connsiteX9" fmla="*/ 70485 w 79057"/>
                <a:gd name="connsiteY9" fmla="*/ 385763 h 385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5762">
                  <a:moveTo>
                    <a:pt x="79058" y="38100"/>
                  </a:moveTo>
                  <a:cubicBezTo>
                    <a:pt x="79058" y="60007"/>
                    <a:pt x="60960" y="76200"/>
                    <a:pt x="39053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7" y="0"/>
                    <a:pt x="39053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5763"/>
                  </a:moveTo>
                  <a:lnTo>
                    <a:pt x="8572" y="385763"/>
                  </a:lnTo>
                  <a:lnTo>
                    <a:pt x="8572" y="119063"/>
                  </a:lnTo>
                  <a:lnTo>
                    <a:pt x="70485" y="119063"/>
                  </a:lnTo>
                  <a:lnTo>
                    <a:pt x="70485" y="38576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9" name="Freihandform: Form 98">
              <a:extLst>
                <a:ext uri="{FF2B5EF4-FFF2-40B4-BE49-F238E27FC236}">
                  <a16:creationId xmlns:a16="http://schemas.microsoft.com/office/drawing/2014/main" id="{124E4DA1-D71E-45E4-9922-01AA5E3E6A5F}"/>
                </a:ext>
              </a:extLst>
            </p:cNvPr>
            <p:cNvSpPr/>
            <p:nvPr/>
          </p:nvSpPr>
          <p:spPr>
            <a:xfrm>
              <a:off x="3671887" y="2640329"/>
              <a:ext cx="224790" cy="280034"/>
            </a:xfrm>
            <a:custGeom>
              <a:avLst/>
              <a:gdLst>
                <a:gd name="connsiteX0" fmla="*/ 222885 w 224790"/>
                <a:gd name="connsiteY0" fmla="*/ 237172 h 280034"/>
                <a:gd name="connsiteX1" fmla="*/ 127635 w 224790"/>
                <a:gd name="connsiteY1" fmla="*/ 280035 h 280034"/>
                <a:gd name="connsiteX2" fmla="*/ 0 w 224790"/>
                <a:gd name="connsiteY2" fmla="*/ 140970 h 280034"/>
                <a:gd name="connsiteX3" fmla="*/ 128588 w 224790"/>
                <a:gd name="connsiteY3" fmla="*/ 0 h 280034"/>
                <a:gd name="connsiteX4" fmla="*/ 224790 w 224790"/>
                <a:gd name="connsiteY4" fmla="*/ 45720 h 280034"/>
                <a:gd name="connsiteX5" fmla="*/ 181928 w 224790"/>
                <a:gd name="connsiteY5" fmla="*/ 86678 h 280034"/>
                <a:gd name="connsiteX6" fmla="*/ 128588 w 224790"/>
                <a:gd name="connsiteY6" fmla="*/ 57150 h 280034"/>
                <a:gd name="connsiteX7" fmla="*/ 62865 w 224790"/>
                <a:gd name="connsiteY7" fmla="*/ 140018 h 280034"/>
                <a:gd name="connsiteX8" fmla="*/ 128588 w 224790"/>
                <a:gd name="connsiteY8" fmla="*/ 222885 h 280034"/>
                <a:gd name="connsiteX9" fmla="*/ 183833 w 224790"/>
                <a:gd name="connsiteY9" fmla="*/ 193358 h 280034"/>
                <a:gd name="connsiteX10" fmla="*/ 222885 w 224790"/>
                <a:gd name="connsiteY10" fmla="*/ 237172 h 280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90" h="280034">
                  <a:moveTo>
                    <a:pt x="222885" y="237172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6688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8"/>
                  </a:cubicBezTo>
                  <a:cubicBezTo>
                    <a:pt x="62865" y="189547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3" y="193358"/>
                  </a:cubicBezTo>
                  <a:lnTo>
                    <a:pt x="222885" y="23717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0" name="Freihandform: Form 99">
              <a:extLst>
                <a:ext uri="{FF2B5EF4-FFF2-40B4-BE49-F238E27FC236}">
                  <a16:creationId xmlns:a16="http://schemas.microsoft.com/office/drawing/2014/main" id="{E6CA6790-7895-42D8-BA21-2985EA6CFE95}"/>
                </a:ext>
              </a:extLst>
            </p:cNvPr>
            <p:cNvSpPr/>
            <p:nvPr/>
          </p:nvSpPr>
          <p:spPr>
            <a:xfrm>
              <a:off x="3950016" y="2524124"/>
              <a:ext cx="228600" cy="391477"/>
            </a:xfrm>
            <a:custGeom>
              <a:avLst/>
              <a:gdLst>
                <a:gd name="connsiteX0" fmla="*/ 228600 w 228600"/>
                <a:gd name="connsiteY0" fmla="*/ 390525 h 391477"/>
                <a:gd name="connsiteX1" fmla="*/ 166688 w 228600"/>
                <a:gd name="connsiteY1" fmla="*/ 390525 h 391477"/>
                <a:gd name="connsiteX2" fmla="*/ 166688 w 228600"/>
                <a:gd name="connsiteY2" fmla="*/ 238125 h 391477"/>
                <a:gd name="connsiteX3" fmla="*/ 117158 w 228600"/>
                <a:gd name="connsiteY3" fmla="*/ 173355 h 391477"/>
                <a:gd name="connsiteX4" fmla="*/ 61913 w 228600"/>
                <a:gd name="connsiteY4" fmla="*/ 238125 h 391477"/>
                <a:gd name="connsiteX5" fmla="*/ 61913 w 228600"/>
                <a:gd name="connsiteY5" fmla="*/ 391478 h 391477"/>
                <a:gd name="connsiteX6" fmla="*/ 0 w 228600"/>
                <a:gd name="connsiteY6" fmla="*/ 391478 h 391477"/>
                <a:gd name="connsiteX7" fmla="*/ 0 w 228600"/>
                <a:gd name="connsiteY7" fmla="*/ 16193 h 391477"/>
                <a:gd name="connsiteX8" fmla="*/ 61913 w 228600"/>
                <a:gd name="connsiteY8" fmla="*/ 0 h 391477"/>
                <a:gd name="connsiteX9" fmla="*/ 61913 w 228600"/>
                <a:gd name="connsiteY9" fmla="*/ 155258 h 391477"/>
                <a:gd name="connsiteX10" fmla="*/ 62865 w 228600"/>
                <a:gd name="connsiteY10" fmla="*/ 155258 h 391477"/>
                <a:gd name="connsiteX11" fmla="*/ 140970 w 228600"/>
                <a:gd name="connsiteY11" fmla="*/ 116205 h 391477"/>
                <a:gd name="connsiteX12" fmla="*/ 228600 w 228600"/>
                <a:gd name="connsiteY12" fmla="*/ 223838 h 391477"/>
                <a:gd name="connsiteX13" fmla="*/ 228600 w 228600"/>
                <a:gd name="connsiteY13" fmla="*/ 390525 h 391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391477">
                  <a:moveTo>
                    <a:pt x="228600" y="390525"/>
                  </a:moveTo>
                  <a:lnTo>
                    <a:pt x="166688" y="390525"/>
                  </a:lnTo>
                  <a:lnTo>
                    <a:pt x="166688" y="238125"/>
                  </a:lnTo>
                  <a:cubicBezTo>
                    <a:pt x="166688" y="199073"/>
                    <a:pt x="154305" y="173355"/>
                    <a:pt x="117158" y="173355"/>
                  </a:cubicBezTo>
                  <a:cubicBezTo>
                    <a:pt x="74295" y="173355"/>
                    <a:pt x="61913" y="207645"/>
                    <a:pt x="61913" y="238125"/>
                  </a:cubicBezTo>
                  <a:lnTo>
                    <a:pt x="61913" y="391478"/>
                  </a:lnTo>
                  <a:lnTo>
                    <a:pt x="0" y="391478"/>
                  </a:lnTo>
                  <a:lnTo>
                    <a:pt x="0" y="16193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9052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1" name="Freihandform: Form 100">
              <a:extLst>
                <a:ext uri="{FF2B5EF4-FFF2-40B4-BE49-F238E27FC236}">
                  <a16:creationId xmlns:a16="http://schemas.microsoft.com/office/drawing/2014/main" id="{34252C98-A2AA-4819-BD6E-3092B709C2A0}"/>
                </a:ext>
              </a:extLst>
            </p:cNvPr>
            <p:cNvSpPr/>
            <p:nvPr/>
          </p:nvSpPr>
          <p:spPr>
            <a:xfrm>
              <a:off x="4251006" y="2721291"/>
              <a:ext cx="130492" cy="59055"/>
            </a:xfrm>
            <a:custGeom>
              <a:avLst/>
              <a:gdLst>
                <a:gd name="connsiteX0" fmla="*/ 130493 w 130492"/>
                <a:gd name="connsiteY0" fmla="*/ 59055 h 59055"/>
                <a:gd name="connsiteX1" fmla="*/ 0 w 130492"/>
                <a:gd name="connsiteY1" fmla="*/ 59055 h 59055"/>
                <a:gd name="connsiteX2" fmla="*/ 0 w 130492"/>
                <a:gd name="connsiteY2" fmla="*/ 0 h 59055"/>
                <a:gd name="connsiteX3" fmla="*/ 130493 w 130492"/>
                <a:gd name="connsiteY3" fmla="*/ 0 h 59055"/>
                <a:gd name="connsiteX4" fmla="*/ 130493 w 130492"/>
                <a:gd name="connsiteY4" fmla="*/ 59055 h 59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492" h="59055">
                  <a:moveTo>
                    <a:pt x="130493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3" y="0"/>
                  </a:lnTo>
                  <a:lnTo>
                    <a:pt x="130493" y="5905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2" name="Freihandform: Form 101">
              <a:extLst>
                <a:ext uri="{FF2B5EF4-FFF2-40B4-BE49-F238E27FC236}">
                  <a16:creationId xmlns:a16="http://schemas.microsoft.com/office/drawing/2014/main" id="{AD35F3FD-B38A-4655-B804-AE6DF15DE05E}"/>
                </a:ext>
              </a:extLst>
            </p:cNvPr>
            <p:cNvSpPr/>
            <p:nvPr/>
          </p:nvSpPr>
          <p:spPr>
            <a:xfrm>
              <a:off x="4413884" y="2545079"/>
              <a:ext cx="343852" cy="368617"/>
            </a:xfrm>
            <a:custGeom>
              <a:avLst/>
              <a:gdLst>
                <a:gd name="connsiteX0" fmla="*/ 137160 w 343852"/>
                <a:gd name="connsiteY0" fmla="*/ 0 h 368617"/>
                <a:gd name="connsiteX1" fmla="*/ 206693 w 343852"/>
                <a:gd name="connsiteY1" fmla="*/ 0 h 368617"/>
                <a:gd name="connsiteX2" fmla="*/ 343853 w 343852"/>
                <a:gd name="connsiteY2" fmla="*/ 368618 h 368617"/>
                <a:gd name="connsiteX3" fmla="*/ 272415 w 343852"/>
                <a:gd name="connsiteY3" fmla="*/ 368618 h 368617"/>
                <a:gd name="connsiteX4" fmla="*/ 245745 w 343852"/>
                <a:gd name="connsiteY4" fmla="*/ 290512 h 368617"/>
                <a:gd name="connsiteX5" fmla="*/ 96203 w 343852"/>
                <a:gd name="connsiteY5" fmla="*/ 290512 h 368617"/>
                <a:gd name="connsiteX6" fmla="*/ 69533 w 343852"/>
                <a:gd name="connsiteY6" fmla="*/ 368618 h 368617"/>
                <a:gd name="connsiteX7" fmla="*/ 0 w 343852"/>
                <a:gd name="connsiteY7" fmla="*/ 368618 h 368617"/>
                <a:gd name="connsiteX8" fmla="*/ 137160 w 343852"/>
                <a:gd name="connsiteY8" fmla="*/ 0 h 368617"/>
                <a:gd name="connsiteX9" fmla="*/ 116205 w 343852"/>
                <a:gd name="connsiteY9" fmla="*/ 231458 h 368617"/>
                <a:gd name="connsiteX10" fmla="*/ 223838 w 343852"/>
                <a:gd name="connsiteY10" fmla="*/ 231458 h 368617"/>
                <a:gd name="connsiteX11" fmla="*/ 170497 w 343852"/>
                <a:gd name="connsiteY11" fmla="*/ 75247 h 368617"/>
                <a:gd name="connsiteX12" fmla="*/ 169545 w 343852"/>
                <a:gd name="connsiteY12" fmla="*/ 75247 h 368617"/>
                <a:gd name="connsiteX13" fmla="*/ 116205 w 343852"/>
                <a:gd name="connsiteY13" fmla="*/ 231458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43852" h="368617">
                  <a:moveTo>
                    <a:pt x="137160" y="0"/>
                  </a:moveTo>
                  <a:lnTo>
                    <a:pt x="206693" y="0"/>
                  </a:lnTo>
                  <a:lnTo>
                    <a:pt x="343853" y="368618"/>
                  </a:lnTo>
                  <a:lnTo>
                    <a:pt x="272415" y="368618"/>
                  </a:lnTo>
                  <a:lnTo>
                    <a:pt x="245745" y="290512"/>
                  </a:lnTo>
                  <a:lnTo>
                    <a:pt x="96203" y="290512"/>
                  </a:lnTo>
                  <a:lnTo>
                    <a:pt x="69533" y="368618"/>
                  </a:lnTo>
                  <a:lnTo>
                    <a:pt x="0" y="368618"/>
                  </a:lnTo>
                  <a:lnTo>
                    <a:pt x="137160" y="0"/>
                  </a:lnTo>
                  <a:close/>
                  <a:moveTo>
                    <a:pt x="116205" y="231458"/>
                  </a:moveTo>
                  <a:lnTo>
                    <a:pt x="223838" y="231458"/>
                  </a:lnTo>
                  <a:lnTo>
                    <a:pt x="170497" y="75247"/>
                  </a:lnTo>
                  <a:lnTo>
                    <a:pt x="169545" y="75247"/>
                  </a:lnTo>
                  <a:lnTo>
                    <a:pt x="116205" y="231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3" name="Freihandform: Form 102">
              <a:extLst>
                <a:ext uri="{FF2B5EF4-FFF2-40B4-BE49-F238E27FC236}">
                  <a16:creationId xmlns:a16="http://schemas.microsoft.com/office/drawing/2014/main" id="{01372FD3-692D-43F1-ABB5-ECB3D6E14634}"/>
                </a:ext>
              </a:extLst>
            </p:cNvPr>
            <p:cNvSpPr/>
            <p:nvPr/>
          </p:nvSpPr>
          <p:spPr>
            <a:xfrm>
              <a:off x="4812029" y="2525076"/>
              <a:ext cx="61912" cy="389572"/>
            </a:xfrm>
            <a:custGeom>
              <a:avLst/>
              <a:gdLst>
                <a:gd name="connsiteX0" fmla="*/ 61913 w 61912"/>
                <a:gd name="connsiteY0" fmla="*/ 389573 h 389572"/>
                <a:gd name="connsiteX1" fmla="*/ 0 w 61912"/>
                <a:gd name="connsiteY1" fmla="*/ 389573 h 389572"/>
                <a:gd name="connsiteX2" fmla="*/ 0 w 61912"/>
                <a:gd name="connsiteY2" fmla="*/ 14288 h 389572"/>
                <a:gd name="connsiteX3" fmla="*/ 61913 w 61912"/>
                <a:gd name="connsiteY3" fmla="*/ 0 h 389572"/>
                <a:gd name="connsiteX4" fmla="*/ 61913 w 61912"/>
                <a:gd name="connsiteY4" fmla="*/ 389573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912" h="389572">
                  <a:moveTo>
                    <a:pt x="61913" y="389573"/>
                  </a:moveTo>
                  <a:lnTo>
                    <a:pt x="0" y="389573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95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4" name="Freihandform: Form 103">
              <a:extLst>
                <a:ext uri="{FF2B5EF4-FFF2-40B4-BE49-F238E27FC236}">
                  <a16:creationId xmlns:a16="http://schemas.microsoft.com/office/drawing/2014/main" id="{EE37A480-2EF5-450F-8034-267855EAF8EE}"/>
                </a:ext>
              </a:extLst>
            </p:cNvPr>
            <p:cNvSpPr/>
            <p:nvPr/>
          </p:nvSpPr>
          <p:spPr>
            <a:xfrm>
              <a:off x="4941569" y="2641281"/>
              <a:ext cx="242887" cy="279082"/>
            </a:xfrm>
            <a:custGeom>
              <a:avLst/>
              <a:gdLst>
                <a:gd name="connsiteX0" fmla="*/ 132398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3818 w 242887"/>
                <a:gd name="connsiteY5" fmla="*/ 160972 h 279082"/>
                <a:gd name="connsiteX6" fmla="*/ 133350 w 242887"/>
                <a:gd name="connsiteY6" fmla="*/ 225743 h 279082"/>
                <a:gd name="connsiteX7" fmla="*/ 199073 w 242887"/>
                <a:gd name="connsiteY7" fmla="*/ 194310 h 279082"/>
                <a:gd name="connsiteX8" fmla="*/ 238125 w 242887"/>
                <a:gd name="connsiteY8" fmla="*/ 235268 h 279082"/>
                <a:gd name="connsiteX9" fmla="*/ 132398 w 242887"/>
                <a:gd name="connsiteY9" fmla="*/ 279083 h 279082"/>
                <a:gd name="connsiteX10" fmla="*/ 61913 w 242887"/>
                <a:gd name="connsiteY10" fmla="*/ 115253 h 279082"/>
                <a:gd name="connsiteX11" fmla="*/ 182880 w 242887"/>
                <a:gd name="connsiteY11" fmla="*/ 115253 h 279082"/>
                <a:gd name="connsiteX12" fmla="*/ 123825 w 242887"/>
                <a:gd name="connsiteY12" fmla="*/ 50482 h 279082"/>
                <a:gd name="connsiteX13" fmla="*/ 61913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3818" y="160972"/>
                  </a:lnTo>
                  <a:cubicBezTo>
                    <a:pt x="70485" y="201930"/>
                    <a:pt x="95250" y="225743"/>
                    <a:pt x="133350" y="225743"/>
                  </a:cubicBezTo>
                  <a:cubicBezTo>
                    <a:pt x="158115" y="225743"/>
                    <a:pt x="178118" y="216218"/>
                    <a:pt x="199073" y="194310"/>
                  </a:cubicBezTo>
                  <a:lnTo>
                    <a:pt x="238125" y="235268"/>
                  </a:lnTo>
                  <a:cubicBezTo>
                    <a:pt x="206693" y="264795"/>
                    <a:pt x="172403" y="279083"/>
                    <a:pt x="132398" y="279083"/>
                  </a:cubicBezTo>
                  <a:close/>
                  <a:moveTo>
                    <a:pt x="61913" y="115253"/>
                  </a:moveTo>
                  <a:lnTo>
                    <a:pt x="182880" y="115253"/>
                  </a:lnTo>
                  <a:cubicBezTo>
                    <a:pt x="180023" y="74295"/>
                    <a:pt x="159068" y="50482"/>
                    <a:pt x="123825" y="50482"/>
                  </a:cubicBezTo>
                  <a:cubicBezTo>
                    <a:pt x="89535" y="50482"/>
                    <a:pt x="67628" y="74295"/>
                    <a:pt x="61913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5" name="Freihandform: Form 104">
              <a:extLst>
                <a:ext uri="{FF2B5EF4-FFF2-40B4-BE49-F238E27FC236}">
                  <a16:creationId xmlns:a16="http://schemas.microsoft.com/office/drawing/2014/main" id="{8DBED685-45B0-4DB1-8D1F-1721610B6EBE}"/>
                </a:ext>
              </a:extLst>
            </p:cNvPr>
            <p:cNvSpPr/>
            <p:nvPr/>
          </p:nvSpPr>
          <p:spPr>
            <a:xfrm>
              <a:off x="5217794" y="2647949"/>
              <a:ext cx="255270" cy="266700"/>
            </a:xfrm>
            <a:custGeom>
              <a:avLst/>
              <a:gdLst>
                <a:gd name="connsiteX0" fmla="*/ 255270 w 255270"/>
                <a:gd name="connsiteY0" fmla="*/ 266700 h 266700"/>
                <a:gd name="connsiteX1" fmla="*/ 183833 w 255270"/>
                <a:gd name="connsiteY1" fmla="*/ 266700 h 266700"/>
                <a:gd name="connsiteX2" fmla="*/ 126683 w 255270"/>
                <a:gd name="connsiteY2" fmla="*/ 174308 h 266700"/>
                <a:gd name="connsiteX3" fmla="*/ 125730 w 255270"/>
                <a:gd name="connsiteY3" fmla="*/ 174308 h 266700"/>
                <a:gd name="connsiteX4" fmla="*/ 70485 w 255270"/>
                <a:gd name="connsiteY4" fmla="*/ 266700 h 266700"/>
                <a:gd name="connsiteX5" fmla="*/ 0 w 255270"/>
                <a:gd name="connsiteY5" fmla="*/ 266700 h 266700"/>
                <a:gd name="connsiteX6" fmla="*/ 91440 w 255270"/>
                <a:gd name="connsiteY6" fmla="*/ 128588 h 266700"/>
                <a:gd name="connsiteX7" fmla="*/ 6668 w 255270"/>
                <a:gd name="connsiteY7" fmla="*/ 0 h 266700"/>
                <a:gd name="connsiteX8" fmla="*/ 77153 w 255270"/>
                <a:gd name="connsiteY8" fmla="*/ 0 h 266700"/>
                <a:gd name="connsiteX9" fmla="*/ 127635 w 255270"/>
                <a:gd name="connsiteY9" fmla="*/ 81915 h 266700"/>
                <a:gd name="connsiteX10" fmla="*/ 128588 w 255270"/>
                <a:gd name="connsiteY10" fmla="*/ 81915 h 266700"/>
                <a:gd name="connsiteX11" fmla="*/ 178118 w 255270"/>
                <a:gd name="connsiteY11" fmla="*/ 0 h 266700"/>
                <a:gd name="connsiteX12" fmla="*/ 247650 w 255270"/>
                <a:gd name="connsiteY12" fmla="*/ 0 h 266700"/>
                <a:gd name="connsiteX13" fmla="*/ 163830 w 255270"/>
                <a:gd name="connsiteY13" fmla="*/ 127635 h 266700"/>
                <a:gd name="connsiteX14" fmla="*/ 255270 w 255270"/>
                <a:gd name="connsiteY14" fmla="*/ 26670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55270" h="266700">
                  <a:moveTo>
                    <a:pt x="255270" y="266700"/>
                  </a:moveTo>
                  <a:lnTo>
                    <a:pt x="183833" y="266700"/>
                  </a:lnTo>
                  <a:lnTo>
                    <a:pt x="126683" y="174308"/>
                  </a:lnTo>
                  <a:lnTo>
                    <a:pt x="125730" y="174308"/>
                  </a:lnTo>
                  <a:lnTo>
                    <a:pt x="70485" y="266700"/>
                  </a:lnTo>
                  <a:lnTo>
                    <a:pt x="0" y="266700"/>
                  </a:lnTo>
                  <a:lnTo>
                    <a:pt x="91440" y="128588"/>
                  </a:lnTo>
                  <a:lnTo>
                    <a:pt x="6668" y="0"/>
                  </a:lnTo>
                  <a:lnTo>
                    <a:pt x="77153" y="0"/>
                  </a:lnTo>
                  <a:lnTo>
                    <a:pt x="127635" y="81915"/>
                  </a:lnTo>
                  <a:lnTo>
                    <a:pt x="128588" y="81915"/>
                  </a:lnTo>
                  <a:lnTo>
                    <a:pt x="178118" y="0"/>
                  </a:lnTo>
                  <a:lnTo>
                    <a:pt x="247650" y="0"/>
                  </a:lnTo>
                  <a:lnTo>
                    <a:pt x="163830" y="127635"/>
                  </a:lnTo>
                  <a:lnTo>
                    <a:pt x="255270" y="26670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6" name="Freihandform: Form 105">
              <a:extLst>
                <a:ext uri="{FF2B5EF4-FFF2-40B4-BE49-F238E27FC236}">
                  <a16:creationId xmlns:a16="http://schemas.microsoft.com/office/drawing/2014/main" id="{1D0B45B0-332A-4493-BC02-3060F109129F}"/>
                </a:ext>
              </a:extLst>
            </p:cNvPr>
            <p:cNvSpPr/>
            <p:nvPr/>
          </p:nvSpPr>
          <p:spPr>
            <a:xfrm>
              <a:off x="5506402" y="2641281"/>
              <a:ext cx="225742" cy="279082"/>
            </a:xfrm>
            <a:custGeom>
              <a:avLst/>
              <a:gdLst>
                <a:gd name="connsiteX0" fmla="*/ 114300 w 225742"/>
                <a:gd name="connsiteY0" fmla="*/ 107632 h 279082"/>
                <a:gd name="connsiteX1" fmla="*/ 164782 w 225742"/>
                <a:gd name="connsiteY1" fmla="*/ 113347 h 279082"/>
                <a:gd name="connsiteX2" fmla="*/ 164782 w 225742"/>
                <a:gd name="connsiteY2" fmla="*/ 103822 h 279082"/>
                <a:gd name="connsiteX3" fmla="*/ 105728 w 225742"/>
                <a:gd name="connsiteY3" fmla="*/ 52388 h 279082"/>
                <a:gd name="connsiteX4" fmla="*/ 38100 w 225742"/>
                <a:gd name="connsiteY4" fmla="*/ 67628 h 279082"/>
                <a:gd name="connsiteX5" fmla="*/ 24765 w 225742"/>
                <a:gd name="connsiteY5" fmla="*/ 15240 h 279082"/>
                <a:gd name="connsiteX6" fmla="*/ 112395 w 225742"/>
                <a:gd name="connsiteY6" fmla="*/ 0 h 279082"/>
                <a:gd name="connsiteX7" fmla="*/ 225742 w 225742"/>
                <a:gd name="connsiteY7" fmla="*/ 102870 h 279082"/>
                <a:gd name="connsiteX8" fmla="*/ 225742 w 225742"/>
                <a:gd name="connsiteY8" fmla="*/ 273368 h 279082"/>
                <a:gd name="connsiteX9" fmla="*/ 166688 w 225742"/>
                <a:gd name="connsiteY9" fmla="*/ 273368 h 279082"/>
                <a:gd name="connsiteX10" fmla="*/ 166688 w 225742"/>
                <a:gd name="connsiteY10" fmla="*/ 244793 h 279082"/>
                <a:gd name="connsiteX11" fmla="*/ 165735 w 225742"/>
                <a:gd name="connsiteY11" fmla="*/ 244793 h 279082"/>
                <a:gd name="connsiteX12" fmla="*/ 87630 w 225742"/>
                <a:gd name="connsiteY12" fmla="*/ 279083 h 279082"/>
                <a:gd name="connsiteX13" fmla="*/ 0 w 225742"/>
                <a:gd name="connsiteY13" fmla="*/ 194310 h 279082"/>
                <a:gd name="connsiteX14" fmla="*/ 114300 w 225742"/>
                <a:gd name="connsiteY14" fmla="*/ 107632 h 279082"/>
                <a:gd name="connsiteX15" fmla="*/ 103822 w 225742"/>
                <a:gd name="connsiteY15" fmla="*/ 232410 h 279082"/>
                <a:gd name="connsiteX16" fmla="*/ 164782 w 225742"/>
                <a:gd name="connsiteY16" fmla="*/ 200025 h 279082"/>
                <a:gd name="connsiteX17" fmla="*/ 164782 w 225742"/>
                <a:gd name="connsiteY17" fmla="*/ 154305 h 279082"/>
                <a:gd name="connsiteX18" fmla="*/ 120967 w 225742"/>
                <a:gd name="connsiteY18" fmla="*/ 149543 h 279082"/>
                <a:gd name="connsiteX19" fmla="*/ 59055 w 225742"/>
                <a:gd name="connsiteY19" fmla="*/ 193358 h 279082"/>
                <a:gd name="connsiteX20" fmla="*/ 103822 w 225742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5742" h="279082">
                  <a:moveTo>
                    <a:pt x="114300" y="107632"/>
                  </a:moveTo>
                  <a:cubicBezTo>
                    <a:pt x="131445" y="107632"/>
                    <a:pt x="147638" y="108585"/>
                    <a:pt x="164782" y="113347"/>
                  </a:cubicBezTo>
                  <a:lnTo>
                    <a:pt x="164782" y="103822"/>
                  </a:lnTo>
                  <a:cubicBezTo>
                    <a:pt x="164782" y="69532"/>
                    <a:pt x="144780" y="52388"/>
                    <a:pt x="105728" y="52388"/>
                  </a:cubicBezTo>
                  <a:cubicBezTo>
                    <a:pt x="83820" y="52388"/>
                    <a:pt x="60007" y="57150"/>
                    <a:pt x="38100" y="67628"/>
                  </a:cubicBezTo>
                  <a:lnTo>
                    <a:pt x="24765" y="15240"/>
                  </a:lnTo>
                  <a:cubicBezTo>
                    <a:pt x="49530" y="5715"/>
                    <a:pt x="81915" y="0"/>
                    <a:pt x="112395" y="0"/>
                  </a:cubicBezTo>
                  <a:cubicBezTo>
                    <a:pt x="187642" y="0"/>
                    <a:pt x="225742" y="35243"/>
                    <a:pt x="225742" y="102870"/>
                  </a:cubicBezTo>
                  <a:lnTo>
                    <a:pt x="225742" y="273368"/>
                  </a:lnTo>
                  <a:lnTo>
                    <a:pt x="166688" y="273368"/>
                  </a:lnTo>
                  <a:lnTo>
                    <a:pt x="166688" y="244793"/>
                  </a:lnTo>
                  <a:lnTo>
                    <a:pt x="165735" y="244793"/>
                  </a:lnTo>
                  <a:cubicBezTo>
                    <a:pt x="142875" y="268605"/>
                    <a:pt x="119063" y="279083"/>
                    <a:pt x="87630" y="279083"/>
                  </a:cubicBezTo>
                  <a:cubicBezTo>
                    <a:pt x="34290" y="279083"/>
                    <a:pt x="0" y="245745"/>
                    <a:pt x="0" y="194310"/>
                  </a:cubicBezTo>
                  <a:cubicBezTo>
                    <a:pt x="0" y="138113"/>
                    <a:pt x="40005" y="107632"/>
                    <a:pt x="114300" y="107632"/>
                  </a:cubicBezTo>
                  <a:close/>
                  <a:moveTo>
                    <a:pt x="103822" y="232410"/>
                  </a:moveTo>
                  <a:cubicBezTo>
                    <a:pt x="126682" y="232410"/>
                    <a:pt x="147638" y="220980"/>
                    <a:pt x="164782" y="200025"/>
                  </a:cubicBezTo>
                  <a:lnTo>
                    <a:pt x="164782" y="154305"/>
                  </a:lnTo>
                  <a:cubicBezTo>
                    <a:pt x="150495" y="150495"/>
                    <a:pt x="135255" y="149543"/>
                    <a:pt x="120967" y="149543"/>
                  </a:cubicBezTo>
                  <a:cubicBezTo>
                    <a:pt x="81915" y="149543"/>
                    <a:pt x="59055" y="164783"/>
                    <a:pt x="59055" y="193358"/>
                  </a:cubicBezTo>
                  <a:cubicBezTo>
                    <a:pt x="59055" y="217170"/>
                    <a:pt x="76200" y="232410"/>
                    <a:pt x="103822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7" name="Freihandform: Form 106">
              <a:extLst>
                <a:ext uri="{FF2B5EF4-FFF2-40B4-BE49-F238E27FC236}">
                  <a16:creationId xmlns:a16="http://schemas.microsoft.com/office/drawing/2014/main" id="{8A6FD466-169B-4F75-942E-689EC5C0E64B}"/>
                </a:ext>
              </a:extLst>
            </p:cNvPr>
            <p:cNvSpPr/>
            <p:nvPr/>
          </p:nvSpPr>
          <p:spPr>
            <a:xfrm>
              <a:off x="5812154" y="2642234"/>
              <a:ext cx="228600" cy="273367"/>
            </a:xfrm>
            <a:custGeom>
              <a:avLst/>
              <a:gdLst>
                <a:gd name="connsiteX0" fmla="*/ 228600 w 228600"/>
                <a:gd name="connsiteY0" fmla="*/ 272415 h 273367"/>
                <a:gd name="connsiteX1" fmla="*/ 166688 w 228600"/>
                <a:gd name="connsiteY1" fmla="*/ 272415 h 273367"/>
                <a:gd name="connsiteX2" fmla="*/ 166688 w 228600"/>
                <a:gd name="connsiteY2" fmla="*/ 120015 h 273367"/>
                <a:gd name="connsiteX3" fmla="*/ 117157 w 228600"/>
                <a:gd name="connsiteY3" fmla="*/ 55245 h 273367"/>
                <a:gd name="connsiteX4" fmla="*/ 61913 w 228600"/>
                <a:gd name="connsiteY4" fmla="*/ 120015 h 273367"/>
                <a:gd name="connsiteX5" fmla="*/ 61913 w 228600"/>
                <a:gd name="connsiteY5" fmla="*/ 273367 h 273367"/>
                <a:gd name="connsiteX6" fmla="*/ 0 w 228600"/>
                <a:gd name="connsiteY6" fmla="*/ 273367 h 273367"/>
                <a:gd name="connsiteX7" fmla="*/ 0 w 228600"/>
                <a:gd name="connsiteY7" fmla="*/ 6667 h 273367"/>
                <a:gd name="connsiteX8" fmla="*/ 61913 w 228600"/>
                <a:gd name="connsiteY8" fmla="*/ 6667 h 273367"/>
                <a:gd name="connsiteX9" fmla="*/ 61913 w 228600"/>
                <a:gd name="connsiteY9" fmla="*/ 39052 h 273367"/>
                <a:gd name="connsiteX10" fmla="*/ 62865 w 228600"/>
                <a:gd name="connsiteY10" fmla="*/ 39052 h 273367"/>
                <a:gd name="connsiteX11" fmla="*/ 140970 w 228600"/>
                <a:gd name="connsiteY11" fmla="*/ 0 h 273367"/>
                <a:gd name="connsiteX12" fmla="*/ 228600 w 228600"/>
                <a:gd name="connsiteY12" fmla="*/ 107632 h 273367"/>
                <a:gd name="connsiteX13" fmla="*/ 228600 w 228600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7" y="55245"/>
                    <a:pt x="117157" y="55245"/>
                  </a:cubicBezTo>
                  <a:cubicBezTo>
                    <a:pt x="73342" y="55245"/>
                    <a:pt x="61913" y="90488"/>
                    <a:pt x="61913" y="120015"/>
                  </a:cubicBezTo>
                  <a:lnTo>
                    <a:pt x="61913" y="273367"/>
                  </a:lnTo>
                  <a:lnTo>
                    <a:pt x="0" y="273367"/>
                  </a:lnTo>
                  <a:lnTo>
                    <a:pt x="0" y="6667"/>
                  </a:lnTo>
                  <a:lnTo>
                    <a:pt x="61913" y="6667"/>
                  </a:lnTo>
                  <a:lnTo>
                    <a:pt x="61913" y="39052"/>
                  </a:lnTo>
                  <a:lnTo>
                    <a:pt x="62865" y="39052"/>
                  </a:lnTo>
                  <a:cubicBezTo>
                    <a:pt x="79057" y="15240"/>
                    <a:pt x="106680" y="0"/>
                    <a:pt x="140970" y="0"/>
                  </a:cubicBezTo>
                  <a:cubicBezTo>
                    <a:pt x="201930" y="0"/>
                    <a:pt x="228600" y="44767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8" name="Freihandform: Form 107">
              <a:extLst>
                <a:ext uri="{FF2B5EF4-FFF2-40B4-BE49-F238E27FC236}">
                  <a16:creationId xmlns:a16="http://schemas.microsoft.com/office/drawing/2014/main" id="{0B78F095-D5BC-4777-B45E-2A0974088FDA}"/>
                </a:ext>
              </a:extLst>
            </p:cNvPr>
            <p:cNvSpPr/>
            <p:nvPr/>
          </p:nvSpPr>
          <p:spPr>
            <a:xfrm>
              <a:off x="6106477" y="2524124"/>
              <a:ext cx="248602" cy="396239"/>
            </a:xfrm>
            <a:custGeom>
              <a:avLst/>
              <a:gdLst>
                <a:gd name="connsiteX0" fmla="*/ 0 w 248602"/>
                <a:gd name="connsiteY0" fmla="*/ 256223 h 396239"/>
                <a:gd name="connsiteX1" fmla="*/ 108585 w 248602"/>
                <a:gd name="connsiteY1" fmla="*/ 117157 h 396239"/>
                <a:gd name="connsiteX2" fmla="*/ 185738 w 248602"/>
                <a:gd name="connsiteY2" fmla="*/ 153352 h 396239"/>
                <a:gd name="connsiteX3" fmla="*/ 186690 w 248602"/>
                <a:gd name="connsiteY3" fmla="*/ 153352 h 396239"/>
                <a:gd name="connsiteX4" fmla="*/ 186690 w 248602"/>
                <a:gd name="connsiteY4" fmla="*/ 16193 h 396239"/>
                <a:gd name="connsiteX5" fmla="*/ 248603 w 248602"/>
                <a:gd name="connsiteY5" fmla="*/ 0 h 396239"/>
                <a:gd name="connsiteX6" fmla="*/ 248603 w 248602"/>
                <a:gd name="connsiteY6" fmla="*/ 389573 h 396239"/>
                <a:gd name="connsiteX7" fmla="*/ 187642 w 248602"/>
                <a:gd name="connsiteY7" fmla="*/ 389573 h 396239"/>
                <a:gd name="connsiteX8" fmla="*/ 187642 w 248602"/>
                <a:gd name="connsiteY8" fmla="*/ 358140 h 396239"/>
                <a:gd name="connsiteX9" fmla="*/ 186690 w 248602"/>
                <a:gd name="connsiteY9" fmla="*/ 358140 h 396239"/>
                <a:gd name="connsiteX10" fmla="*/ 106680 w 248602"/>
                <a:gd name="connsiteY10" fmla="*/ 396240 h 396239"/>
                <a:gd name="connsiteX11" fmla="*/ 0 w 248602"/>
                <a:gd name="connsiteY11" fmla="*/ 256223 h 396239"/>
                <a:gd name="connsiteX12" fmla="*/ 61913 w 248602"/>
                <a:gd name="connsiteY12" fmla="*/ 256223 h 396239"/>
                <a:gd name="connsiteX13" fmla="*/ 123825 w 248602"/>
                <a:gd name="connsiteY13" fmla="*/ 341948 h 396239"/>
                <a:gd name="connsiteX14" fmla="*/ 187642 w 248602"/>
                <a:gd name="connsiteY14" fmla="*/ 306705 h 396239"/>
                <a:gd name="connsiteX15" fmla="*/ 187642 w 248602"/>
                <a:gd name="connsiteY15" fmla="*/ 208598 h 396239"/>
                <a:gd name="connsiteX16" fmla="*/ 123825 w 248602"/>
                <a:gd name="connsiteY16" fmla="*/ 173355 h 396239"/>
                <a:gd name="connsiteX17" fmla="*/ 61913 w 248602"/>
                <a:gd name="connsiteY17" fmla="*/ 256223 h 39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8602" h="396239">
                  <a:moveTo>
                    <a:pt x="0" y="256223"/>
                  </a:moveTo>
                  <a:cubicBezTo>
                    <a:pt x="0" y="170498"/>
                    <a:pt x="43815" y="117157"/>
                    <a:pt x="108585" y="117157"/>
                  </a:cubicBezTo>
                  <a:cubicBezTo>
                    <a:pt x="141922" y="117157"/>
                    <a:pt x="168592" y="131445"/>
                    <a:pt x="185738" y="153352"/>
                  </a:cubicBezTo>
                  <a:lnTo>
                    <a:pt x="186690" y="153352"/>
                  </a:lnTo>
                  <a:lnTo>
                    <a:pt x="186690" y="16193"/>
                  </a:lnTo>
                  <a:lnTo>
                    <a:pt x="248603" y="0"/>
                  </a:lnTo>
                  <a:lnTo>
                    <a:pt x="248603" y="389573"/>
                  </a:lnTo>
                  <a:lnTo>
                    <a:pt x="187642" y="389573"/>
                  </a:lnTo>
                  <a:lnTo>
                    <a:pt x="187642" y="358140"/>
                  </a:lnTo>
                  <a:lnTo>
                    <a:pt x="186690" y="358140"/>
                  </a:lnTo>
                  <a:cubicBezTo>
                    <a:pt x="167640" y="381953"/>
                    <a:pt x="140017" y="396240"/>
                    <a:pt x="106680" y="396240"/>
                  </a:cubicBezTo>
                  <a:cubicBezTo>
                    <a:pt x="43815" y="396240"/>
                    <a:pt x="0" y="341948"/>
                    <a:pt x="0" y="256223"/>
                  </a:cubicBezTo>
                  <a:close/>
                  <a:moveTo>
                    <a:pt x="61913" y="256223"/>
                  </a:moveTo>
                  <a:cubicBezTo>
                    <a:pt x="61913" y="310515"/>
                    <a:pt x="84772" y="341948"/>
                    <a:pt x="123825" y="341948"/>
                  </a:cubicBezTo>
                  <a:cubicBezTo>
                    <a:pt x="147638" y="341948"/>
                    <a:pt x="167640" y="330517"/>
                    <a:pt x="187642" y="306705"/>
                  </a:cubicBezTo>
                  <a:lnTo>
                    <a:pt x="187642" y="208598"/>
                  </a:lnTo>
                  <a:cubicBezTo>
                    <a:pt x="169545" y="184785"/>
                    <a:pt x="149542" y="173355"/>
                    <a:pt x="123825" y="173355"/>
                  </a:cubicBezTo>
                  <a:cubicBezTo>
                    <a:pt x="83820" y="173355"/>
                    <a:pt x="61913" y="202883"/>
                    <a:pt x="61913" y="25622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9" name="Freihandform: Form 108">
              <a:extLst>
                <a:ext uri="{FF2B5EF4-FFF2-40B4-BE49-F238E27FC236}">
                  <a16:creationId xmlns:a16="http://schemas.microsoft.com/office/drawing/2014/main" id="{E961B20F-6BF9-4476-95BF-6940DF58679A}"/>
                </a:ext>
              </a:extLst>
            </p:cNvPr>
            <p:cNvSpPr/>
            <p:nvPr/>
          </p:nvSpPr>
          <p:spPr>
            <a:xfrm>
              <a:off x="6423659" y="2641281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1913 w 242887"/>
                <a:gd name="connsiteY10" fmla="*/ 115253 h 279082"/>
                <a:gd name="connsiteX11" fmla="*/ 182880 w 242887"/>
                <a:gd name="connsiteY11" fmla="*/ 115253 h 279082"/>
                <a:gd name="connsiteX12" fmla="*/ 123825 w 242887"/>
                <a:gd name="connsiteY12" fmla="*/ 50482 h 279082"/>
                <a:gd name="connsiteX13" fmla="*/ 61913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3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3" y="264795"/>
                    <a:pt x="172403" y="279083"/>
                    <a:pt x="132397" y="279083"/>
                  </a:cubicBezTo>
                  <a:close/>
                  <a:moveTo>
                    <a:pt x="61913" y="115253"/>
                  </a:moveTo>
                  <a:lnTo>
                    <a:pt x="182880" y="115253"/>
                  </a:lnTo>
                  <a:cubicBezTo>
                    <a:pt x="180022" y="74295"/>
                    <a:pt x="159068" y="50482"/>
                    <a:pt x="123825" y="50482"/>
                  </a:cubicBezTo>
                  <a:cubicBezTo>
                    <a:pt x="89535" y="50482"/>
                    <a:pt x="67628" y="74295"/>
                    <a:pt x="61913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0" name="Freihandform: Form 109">
              <a:extLst>
                <a:ext uri="{FF2B5EF4-FFF2-40B4-BE49-F238E27FC236}">
                  <a16:creationId xmlns:a16="http://schemas.microsoft.com/office/drawing/2014/main" id="{2F1098BD-9E6B-48AD-8277-D894FBC001B0}"/>
                </a:ext>
              </a:extLst>
            </p:cNvPr>
            <p:cNvSpPr/>
            <p:nvPr/>
          </p:nvSpPr>
          <p:spPr>
            <a:xfrm>
              <a:off x="6737031" y="2641039"/>
              <a:ext cx="160019" cy="272657"/>
            </a:xfrm>
            <a:custGeom>
              <a:avLst/>
              <a:gdLst>
                <a:gd name="connsiteX0" fmla="*/ 160020 w 160019"/>
                <a:gd name="connsiteY0" fmla="*/ 5005 h 272657"/>
                <a:gd name="connsiteX1" fmla="*/ 150495 w 160019"/>
                <a:gd name="connsiteY1" fmla="*/ 68823 h 272657"/>
                <a:gd name="connsiteX2" fmla="*/ 116205 w 160019"/>
                <a:gd name="connsiteY2" fmla="*/ 60250 h 272657"/>
                <a:gd name="connsiteX3" fmla="*/ 61913 w 160019"/>
                <a:gd name="connsiteY3" fmla="*/ 135498 h 272657"/>
                <a:gd name="connsiteX4" fmla="*/ 61913 w 160019"/>
                <a:gd name="connsiteY4" fmla="*/ 272658 h 272657"/>
                <a:gd name="connsiteX5" fmla="*/ 0 w 160019"/>
                <a:gd name="connsiteY5" fmla="*/ 272658 h 272657"/>
                <a:gd name="connsiteX6" fmla="*/ 0 w 160019"/>
                <a:gd name="connsiteY6" fmla="*/ 5958 h 272657"/>
                <a:gd name="connsiteX7" fmla="*/ 60960 w 160019"/>
                <a:gd name="connsiteY7" fmla="*/ 5958 h 272657"/>
                <a:gd name="connsiteX8" fmla="*/ 60960 w 160019"/>
                <a:gd name="connsiteY8" fmla="*/ 40248 h 272657"/>
                <a:gd name="connsiteX9" fmla="*/ 61913 w 160019"/>
                <a:gd name="connsiteY9" fmla="*/ 40248 h 272657"/>
                <a:gd name="connsiteX10" fmla="*/ 131445 w 160019"/>
                <a:gd name="connsiteY10" fmla="*/ 243 h 272657"/>
                <a:gd name="connsiteX11" fmla="*/ 160020 w 160019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19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39065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1" name="Freihandform: Form 110">
              <a:extLst>
                <a:ext uri="{FF2B5EF4-FFF2-40B4-BE49-F238E27FC236}">
                  <a16:creationId xmlns:a16="http://schemas.microsoft.com/office/drawing/2014/main" id="{ED7ED6CA-E50E-44B8-8124-0BC825AA6A8E}"/>
                </a:ext>
              </a:extLst>
            </p:cNvPr>
            <p:cNvSpPr/>
            <p:nvPr/>
          </p:nvSpPr>
          <p:spPr>
            <a:xfrm>
              <a:off x="6936104" y="2721291"/>
              <a:ext cx="130492" cy="59055"/>
            </a:xfrm>
            <a:custGeom>
              <a:avLst/>
              <a:gdLst>
                <a:gd name="connsiteX0" fmla="*/ 130493 w 130492"/>
                <a:gd name="connsiteY0" fmla="*/ 59055 h 59055"/>
                <a:gd name="connsiteX1" fmla="*/ 0 w 130492"/>
                <a:gd name="connsiteY1" fmla="*/ 59055 h 59055"/>
                <a:gd name="connsiteX2" fmla="*/ 0 w 130492"/>
                <a:gd name="connsiteY2" fmla="*/ 0 h 59055"/>
                <a:gd name="connsiteX3" fmla="*/ 130493 w 130492"/>
                <a:gd name="connsiteY3" fmla="*/ 0 h 59055"/>
                <a:gd name="connsiteX4" fmla="*/ 130493 w 130492"/>
                <a:gd name="connsiteY4" fmla="*/ 59055 h 59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492" h="59055">
                  <a:moveTo>
                    <a:pt x="130493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3" y="0"/>
                  </a:lnTo>
                  <a:lnTo>
                    <a:pt x="130493" y="5905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1" name="Freihandform: Form 160">
              <a:extLst>
                <a:ext uri="{FF2B5EF4-FFF2-40B4-BE49-F238E27FC236}">
                  <a16:creationId xmlns:a16="http://schemas.microsoft.com/office/drawing/2014/main" id="{73F6EBEA-DE7E-43C6-A2A4-AA735B06FA04}"/>
                </a:ext>
              </a:extLst>
            </p:cNvPr>
            <p:cNvSpPr/>
            <p:nvPr/>
          </p:nvSpPr>
          <p:spPr>
            <a:xfrm>
              <a:off x="7145654" y="2545079"/>
              <a:ext cx="288607" cy="375284"/>
            </a:xfrm>
            <a:custGeom>
              <a:avLst/>
              <a:gdLst>
                <a:gd name="connsiteX0" fmla="*/ 288607 w 288607"/>
                <a:gd name="connsiteY0" fmla="*/ 222885 h 375284"/>
                <a:gd name="connsiteX1" fmla="*/ 143827 w 288607"/>
                <a:gd name="connsiteY1" fmla="*/ 375285 h 375284"/>
                <a:gd name="connsiteX2" fmla="*/ 0 w 288607"/>
                <a:gd name="connsiteY2" fmla="*/ 222885 h 375284"/>
                <a:gd name="connsiteX3" fmla="*/ 0 w 288607"/>
                <a:gd name="connsiteY3" fmla="*/ 0 h 375284"/>
                <a:gd name="connsiteX4" fmla="*/ 66675 w 288607"/>
                <a:gd name="connsiteY4" fmla="*/ 0 h 375284"/>
                <a:gd name="connsiteX5" fmla="*/ 66675 w 288607"/>
                <a:gd name="connsiteY5" fmla="*/ 219075 h 375284"/>
                <a:gd name="connsiteX6" fmla="*/ 144780 w 288607"/>
                <a:gd name="connsiteY6" fmla="*/ 312420 h 375284"/>
                <a:gd name="connsiteX7" fmla="*/ 220980 w 288607"/>
                <a:gd name="connsiteY7" fmla="*/ 219075 h 375284"/>
                <a:gd name="connsiteX8" fmla="*/ 220980 w 288607"/>
                <a:gd name="connsiteY8" fmla="*/ 0 h 375284"/>
                <a:gd name="connsiteX9" fmla="*/ 287655 w 288607"/>
                <a:gd name="connsiteY9" fmla="*/ 0 h 375284"/>
                <a:gd name="connsiteX10" fmla="*/ 287655 w 288607"/>
                <a:gd name="connsiteY10" fmla="*/ 222885 h 375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88607" h="375284">
                  <a:moveTo>
                    <a:pt x="288607" y="222885"/>
                  </a:moveTo>
                  <a:cubicBezTo>
                    <a:pt x="288607" y="311468"/>
                    <a:pt x="242888" y="375285"/>
                    <a:pt x="143827" y="375285"/>
                  </a:cubicBezTo>
                  <a:cubicBezTo>
                    <a:pt x="45720" y="375285"/>
                    <a:pt x="0" y="312420"/>
                    <a:pt x="0" y="222885"/>
                  </a:cubicBezTo>
                  <a:lnTo>
                    <a:pt x="0" y="0"/>
                  </a:lnTo>
                  <a:lnTo>
                    <a:pt x="66675" y="0"/>
                  </a:lnTo>
                  <a:lnTo>
                    <a:pt x="66675" y="219075"/>
                  </a:lnTo>
                  <a:cubicBezTo>
                    <a:pt x="66675" y="274320"/>
                    <a:pt x="90488" y="312420"/>
                    <a:pt x="144780" y="312420"/>
                  </a:cubicBezTo>
                  <a:cubicBezTo>
                    <a:pt x="199072" y="312420"/>
                    <a:pt x="220980" y="275272"/>
                    <a:pt x="220980" y="219075"/>
                  </a:cubicBezTo>
                  <a:lnTo>
                    <a:pt x="220980" y="0"/>
                  </a:lnTo>
                  <a:lnTo>
                    <a:pt x="287655" y="0"/>
                  </a:lnTo>
                  <a:lnTo>
                    <a:pt x="287655" y="22288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2" name="Freihandform: Form 161">
              <a:extLst>
                <a:ext uri="{FF2B5EF4-FFF2-40B4-BE49-F238E27FC236}">
                  <a16:creationId xmlns:a16="http://schemas.microsoft.com/office/drawing/2014/main" id="{DDB3084D-9A6D-4432-B0B8-78A2C9CA6C57}"/>
                </a:ext>
              </a:extLst>
            </p:cNvPr>
            <p:cNvSpPr/>
            <p:nvPr/>
          </p:nvSpPr>
          <p:spPr>
            <a:xfrm>
              <a:off x="7517129" y="2642234"/>
              <a:ext cx="228600" cy="273367"/>
            </a:xfrm>
            <a:custGeom>
              <a:avLst/>
              <a:gdLst>
                <a:gd name="connsiteX0" fmla="*/ 228600 w 228600"/>
                <a:gd name="connsiteY0" fmla="*/ 272415 h 273367"/>
                <a:gd name="connsiteX1" fmla="*/ 166688 w 228600"/>
                <a:gd name="connsiteY1" fmla="*/ 272415 h 273367"/>
                <a:gd name="connsiteX2" fmla="*/ 166688 w 228600"/>
                <a:gd name="connsiteY2" fmla="*/ 120015 h 273367"/>
                <a:gd name="connsiteX3" fmla="*/ 117157 w 228600"/>
                <a:gd name="connsiteY3" fmla="*/ 55245 h 273367"/>
                <a:gd name="connsiteX4" fmla="*/ 61913 w 228600"/>
                <a:gd name="connsiteY4" fmla="*/ 120015 h 273367"/>
                <a:gd name="connsiteX5" fmla="*/ 61913 w 228600"/>
                <a:gd name="connsiteY5" fmla="*/ 273367 h 273367"/>
                <a:gd name="connsiteX6" fmla="*/ 0 w 228600"/>
                <a:gd name="connsiteY6" fmla="*/ 273367 h 273367"/>
                <a:gd name="connsiteX7" fmla="*/ 0 w 228600"/>
                <a:gd name="connsiteY7" fmla="*/ 6667 h 273367"/>
                <a:gd name="connsiteX8" fmla="*/ 61913 w 228600"/>
                <a:gd name="connsiteY8" fmla="*/ 6667 h 273367"/>
                <a:gd name="connsiteX9" fmla="*/ 61913 w 228600"/>
                <a:gd name="connsiteY9" fmla="*/ 39052 h 273367"/>
                <a:gd name="connsiteX10" fmla="*/ 62865 w 228600"/>
                <a:gd name="connsiteY10" fmla="*/ 39052 h 273367"/>
                <a:gd name="connsiteX11" fmla="*/ 140970 w 228600"/>
                <a:gd name="connsiteY11" fmla="*/ 0 h 273367"/>
                <a:gd name="connsiteX12" fmla="*/ 228600 w 228600"/>
                <a:gd name="connsiteY12" fmla="*/ 107632 h 273367"/>
                <a:gd name="connsiteX13" fmla="*/ 228600 w 228600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7" y="55245"/>
                    <a:pt x="117157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7"/>
                  </a:lnTo>
                  <a:lnTo>
                    <a:pt x="0" y="273367"/>
                  </a:lnTo>
                  <a:lnTo>
                    <a:pt x="0" y="6667"/>
                  </a:lnTo>
                  <a:lnTo>
                    <a:pt x="61913" y="6667"/>
                  </a:lnTo>
                  <a:lnTo>
                    <a:pt x="61913" y="39052"/>
                  </a:lnTo>
                  <a:lnTo>
                    <a:pt x="62865" y="39052"/>
                  </a:lnTo>
                  <a:cubicBezTo>
                    <a:pt x="79057" y="15240"/>
                    <a:pt x="106680" y="0"/>
                    <a:pt x="140970" y="0"/>
                  </a:cubicBezTo>
                  <a:cubicBezTo>
                    <a:pt x="201930" y="0"/>
                    <a:pt x="228600" y="44767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3" name="Freihandform: Form 162">
              <a:extLst>
                <a:ext uri="{FF2B5EF4-FFF2-40B4-BE49-F238E27FC236}">
                  <a16:creationId xmlns:a16="http://schemas.microsoft.com/office/drawing/2014/main" id="{453A6E23-9342-4888-990A-FF8E4FD480B9}"/>
                </a:ext>
              </a:extLst>
            </p:cNvPr>
            <p:cNvSpPr/>
            <p:nvPr/>
          </p:nvSpPr>
          <p:spPr>
            <a:xfrm>
              <a:off x="7816214" y="2528887"/>
              <a:ext cx="79057" cy="385762"/>
            </a:xfrm>
            <a:custGeom>
              <a:avLst/>
              <a:gdLst>
                <a:gd name="connsiteX0" fmla="*/ 79058 w 79057"/>
                <a:gd name="connsiteY0" fmla="*/ 38100 h 385762"/>
                <a:gd name="connsiteX1" fmla="*/ 39053 w 79057"/>
                <a:gd name="connsiteY1" fmla="*/ 76200 h 385762"/>
                <a:gd name="connsiteX2" fmla="*/ 0 w 79057"/>
                <a:gd name="connsiteY2" fmla="*/ 38100 h 385762"/>
                <a:gd name="connsiteX3" fmla="*/ 39053 w 79057"/>
                <a:gd name="connsiteY3" fmla="*/ 0 h 385762"/>
                <a:gd name="connsiteX4" fmla="*/ 79058 w 79057"/>
                <a:gd name="connsiteY4" fmla="*/ 38100 h 385762"/>
                <a:gd name="connsiteX5" fmla="*/ 70485 w 79057"/>
                <a:gd name="connsiteY5" fmla="*/ 385763 h 385762"/>
                <a:gd name="connsiteX6" fmla="*/ 8573 w 79057"/>
                <a:gd name="connsiteY6" fmla="*/ 385763 h 385762"/>
                <a:gd name="connsiteX7" fmla="*/ 8573 w 79057"/>
                <a:gd name="connsiteY7" fmla="*/ 119063 h 385762"/>
                <a:gd name="connsiteX8" fmla="*/ 70485 w 79057"/>
                <a:gd name="connsiteY8" fmla="*/ 119063 h 385762"/>
                <a:gd name="connsiteX9" fmla="*/ 70485 w 79057"/>
                <a:gd name="connsiteY9" fmla="*/ 385763 h 385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5762">
                  <a:moveTo>
                    <a:pt x="79058" y="38100"/>
                  </a:moveTo>
                  <a:cubicBezTo>
                    <a:pt x="79058" y="60007"/>
                    <a:pt x="60960" y="76200"/>
                    <a:pt x="39053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3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5763"/>
                  </a:moveTo>
                  <a:lnTo>
                    <a:pt x="8573" y="385763"/>
                  </a:lnTo>
                  <a:lnTo>
                    <a:pt x="8573" y="119063"/>
                  </a:lnTo>
                  <a:lnTo>
                    <a:pt x="70485" y="119063"/>
                  </a:lnTo>
                  <a:lnTo>
                    <a:pt x="70485" y="38576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4" name="Freihandform: Form 163">
              <a:extLst>
                <a:ext uri="{FF2B5EF4-FFF2-40B4-BE49-F238E27FC236}">
                  <a16:creationId xmlns:a16="http://schemas.microsoft.com/office/drawing/2014/main" id="{B426E48C-C34A-4787-B768-16E5A9D17D6A}"/>
                </a:ext>
              </a:extLst>
            </p:cNvPr>
            <p:cNvSpPr/>
            <p:nvPr/>
          </p:nvSpPr>
          <p:spPr>
            <a:xfrm>
              <a:off x="7940039" y="2647949"/>
              <a:ext cx="259080" cy="266700"/>
            </a:xfrm>
            <a:custGeom>
              <a:avLst/>
              <a:gdLst>
                <a:gd name="connsiteX0" fmla="*/ 259080 w 259080"/>
                <a:gd name="connsiteY0" fmla="*/ 0 h 266700"/>
                <a:gd name="connsiteX1" fmla="*/ 161925 w 259080"/>
                <a:gd name="connsiteY1" fmla="*/ 266700 h 266700"/>
                <a:gd name="connsiteX2" fmla="*/ 97155 w 259080"/>
                <a:gd name="connsiteY2" fmla="*/ 266700 h 266700"/>
                <a:gd name="connsiteX3" fmla="*/ 0 w 259080"/>
                <a:gd name="connsiteY3" fmla="*/ 0 h 266700"/>
                <a:gd name="connsiteX4" fmla="*/ 68580 w 259080"/>
                <a:gd name="connsiteY4" fmla="*/ 0 h 266700"/>
                <a:gd name="connsiteX5" fmla="*/ 129540 w 259080"/>
                <a:gd name="connsiteY5" fmla="*/ 193358 h 266700"/>
                <a:gd name="connsiteX6" fmla="*/ 130493 w 259080"/>
                <a:gd name="connsiteY6" fmla="*/ 193358 h 266700"/>
                <a:gd name="connsiteX7" fmla="*/ 191453 w 259080"/>
                <a:gd name="connsiteY7" fmla="*/ 0 h 266700"/>
                <a:gd name="connsiteX8" fmla="*/ 259080 w 259080"/>
                <a:gd name="connsiteY8" fmla="*/ 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59080" h="266700">
                  <a:moveTo>
                    <a:pt x="259080" y="0"/>
                  </a:moveTo>
                  <a:lnTo>
                    <a:pt x="161925" y="266700"/>
                  </a:lnTo>
                  <a:lnTo>
                    <a:pt x="97155" y="266700"/>
                  </a:lnTo>
                  <a:lnTo>
                    <a:pt x="0" y="0"/>
                  </a:lnTo>
                  <a:lnTo>
                    <a:pt x="68580" y="0"/>
                  </a:lnTo>
                  <a:lnTo>
                    <a:pt x="129540" y="193358"/>
                  </a:lnTo>
                  <a:lnTo>
                    <a:pt x="130493" y="193358"/>
                  </a:lnTo>
                  <a:lnTo>
                    <a:pt x="191453" y="0"/>
                  </a:lnTo>
                  <a:lnTo>
                    <a:pt x="25908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5" name="Freihandform: Form 164">
              <a:extLst>
                <a:ext uri="{FF2B5EF4-FFF2-40B4-BE49-F238E27FC236}">
                  <a16:creationId xmlns:a16="http://schemas.microsoft.com/office/drawing/2014/main" id="{7615B64C-54A4-4AD2-904B-94038BAB952C}"/>
                </a:ext>
              </a:extLst>
            </p:cNvPr>
            <p:cNvSpPr/>
            <p:nvPr/>
          </p:nvSpPr>
          <p:spPr>
            <a:xfrm>
              <a:off x="8227694" y="2641281"/>
              <a:ext cx="242887" cy="279082"/>
            </a:xfrm>
            <a:custGeom>
              <a:avLst/>
              <a:gdLst>
                <a:gd name="connsiteX0" fmla="*/ 132398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3818 w 242887"/>
                <a:gd name="connsiteY5" fmla="*/ 160972 h 279082"/>
                <a:gd name="connsiteX6" fmla="*/ 133350 w 242887"/>
                <a:gd name="connsiteY6" fmla="*/ 225743 h 279082"/>
                <a:gd name="connsiteX7" fmla="*/ 199073 w 242887"/>
                <a:gd name="connsiteY7" fmla="*/ 194310 h 279082"/>
                <a:gd name="connsiteX8" fmla="*/ 238125 w 242887"/>
                <a:gd name="connsiteY8" fmla="*/ 235268 h 279082"/>
                <a:gd name="connsiteX9" fmla="*/ 132398 w 242887"/>
                <a:gd name="connsiteY9" fmla="*/ 279083 h 279082"/>
                <a:gd name="connsiteX10" fmla="*/ 61913 w 242887"/>
                <a:gd name="connsiteY10" fmla="*/ 115253 h 279082"/>
                <a:gd name="connsiteX11" fmla="*/ 182880 w 242887"/>
                <a:gd name="connsiteY11" fmla="*/ 115253 h 279082"/>
                <a:gd name="connsiteX12" fmla="*/ 123825 w 242887"/>
                <a:gd name="connsiteY12" fmla="*/ 50482 h 279082"/>
                <a:gd name="connsiteX13" fmla="*/ 61913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3818" y="160972"/>
                  </a:lnTo>
                  <a:cubicBezTo>
                    <a:pt x="70485" y="201930"/>
                    <a:pt x="95250" y="225743"/>
                    <a:pt x="133350" y="225743"/>
                  </a:cubicBezTo>
                  <a:cubicBezTo>
                    <a:pt x="158115" y="225743"/>
                    <a:pt x="178118" y="216218"/>
                    <a:pt x="199073" y="194310"/>
                  </a:cubicBezTo>
                  <a:lnTo>
                    <a:pt x="238125" y="235268"/>
                  </a:lnTo>
                  <a:cubicBezTo>
                    <a:pt x="206693" y="264795"/>
                    <a:pt x="172403" y="279083"/>
                    <a:pt x="132398" y="279083"/>
                  </a:cubicBezTo>
                  <a:close/>
                  <a:moveTo>
                    <a:pt x="61913" y="115253"/>
                  </a:moveTo>
                  <a:lnTo>
                    <a:pt x="182880" y="115253"/>
                  </a:lnTo>
                  <a:cubicBezTo>
                    <a:pt x="180023" y="74295"/>
                    <a:pt x="159068" y="50482"/>
                    <a:pt x="123825" y="50482"/>
                  </a:cubicBezTo>
                  <a:cubicBezTo>
                    <a:pt x="89535" y="50482"/>
                    <a:pt x="67628" y="74295"/>
                    <a:pt x="61913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6" name="Freihandform: Form 165">
              <a:extLst>
                <a:ext uri="{FF2B5EF4-FFF2-40B4-BE49-F238E27FC236}">
                  <a16:creationId xmlns:a16="http://schemas.microsoft.com/office/drawing/2014/main" id="{EAB3BFB7-9BD5-4C34-9D06-AC7943D65799}"/>
                </a:ext>
              </a:extLst>
            </p:cNvPr>
            <p:cNvSpPr/>
            <p:nvPr/>
          </p:nvSpPr>
          <p:spPr>
            <a:xfrm>
              <a:off x="8539162" y="2641039"/>
              <a:ext cx="161925" cy="272657"/>
            </a:xfrm>
            <a:custGeom>
              <a:avLst/>
              <a:gdLst>
                <a:gd name="connsiteX0" fmla="*/ 161925 w 161925"/>
                <a:gd name="connsiteY0" fmla="*/ 5005 h 272657"/>
                <a:gd name="connsiteX1" fmla="*/ 152400 w 161925"/>
                <a:gd name="connsiteY1" fmla="*/ 68823 h 272657"/>
                <a:gd name="connsiteX2" fmla="*/ 118110 w 161925"/>
                <a:gd name="connsiteY2" fmla="*/ 60250 h 272657"/>
                <a:gd name="connsiteX3" fmla="*/ 63818 w 161925"/>
                <a:gd name="connsiteY3" fmla="*/ 135498 h 272657"/>
                <a:gd name="connsiteX4" fmla="*/ 63818 w 161925"/>
                <a:gd name="connsiteY4" fmla="*/ 272658 h 272657"/>
                <a:gd name="connsiteX5" fmla="*/ 0 w 161925"/>
                <a:gd name="connsiteY5" fmla="*/ 272658 h 272657"/>
                <a:gd name="connsiteX6" fmla="*/ 0 w 161925"/>
                <a:gd name="connsiteY6" fmla="*/ 5958 h 272657"/>
                <a:gd name="connsiteX7" fmla="*/ 60960 w 161925"/>
                <a:gd name="connsiteY7" fmla="*/ 5958 h 272657"/>
                <a:gd name="connsiteX8" fmla="*/ 60960 w 161925"/>
                <a:gd name="connsiteY8" fmla="*/ 40248 h 272657"/>
                <a:gd name="connsiteX9" fmla="*/ 61913 w 161925"/>
                <a:gd name="connsiteY9" fmla="*/ 40248 h 272657"/>
                <a:gd name="connsiteX10" fmla="*/ 131445 w 161925"/>
                <a:gd name="connsiteY10" fmla="*/ 243 h 272657"/>
                <a:gd name="connsiteX11" fmla="*/ 161925 w 161925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925" h="272657">
                  <a:moveTo>
                    <a:pt x="161925" y="5005"/>
                  </a:moveTo>
                  <a:lnTo>
                    <a:pt x="152400" y="68823"/>
                  </a:lnTo>
                  <a:cubicBezTo>
                    <a:pt x="142875" y="64060"/>
                    <a:pt x="131445" y="60250"/>
                    <a:pt x="118110" y="60250"/>
                  </a:cubicBezTo>
                  <a:cubicBezTo>
                    <a:pt x="75248" y="60250"/>
                    <a:pt x="63818" y="94540"/>
                    <a:pt x="63818" y="135498"/>
                  </a:cubicBezTo>
                  <a:lnTo>
                    <a:pt x="63818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970" y="-710"/>
                    <a:pt x="152400" y="1195"/>
                    <a:pt x="161925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7" name="Freihandform: Form 166">
              <a:extLst>
                <a:ext uri="{FF2B5EF4-FFF2-40B4-BE49-F238E27FC236}">
                  <a16:creationId xmlns:a16="http://schemas.microsoft.com/office/drawing/2014/main" id="{77966ADB-5C9A-459D-BE24-5A2BEA535E86}"/>
                </a:ext>
              </a:extLst>
            </p:cNvPr>
            <p:cNvSpPr/>
            <p:nvPr/>
          </p:nvSpPr>
          <p:spPr>
            <a:xfrm>
              <a:off x="8729662" y="2640329"/>
              <a:ext cx="205739" cy="280034"/>
            </a:xfrm>
            <a:custGeom>
              <a:avLst/>
              <a:gdLst>
                <a:gd name="connsiteX0" fmla="*/ 29527 w 205739"/>
                <a:gd name="connsiteY0" fmla="*/ 198120 h 280034"/>
                <a:gd name="connsiteX1" fmla="*/ 104775 w 205739"/>
                <a:gd name="connsiteY1" fmla="*/ 227647 h 280034"/>
                <a:gd name="connsiteX2" fmla="*/ 143827 w 205739"/>
                <a:gd name="connsiteY2" fmla="*/ 200978 h 280034"/>
                <a:gd name="connsiteX3" fmla="*/ 10477 w 205739"/>
                <a:gd name="connsiteY3" fmla="*/ 82868 h 280034"/>
                <a:gd name="connsiteX4" fmla="*/ 111443 w 205739"/>
                <a:gd name="connsiteY4" fmla="*/ 0 h 280034"/>
                <a:gd name="connsiteX5" fmla="*/ 203835 w 205739"/>
                <a:gd name="connsiteY5" fmla="*/ 27622 h 280034"/>
                <a:gd name="connsiteX6" fmla="*/ 174307 w 205739"/>
                <a:gd name="connsiteY6" fmla="*/ 76200 h 280034"/>
                <a:gd name="connsiteX7" fmla="*/ 110490 w 205739"/>
                <a:gd name="connsiteY7" fmla="*/ 52387 h 280034"/>
                <a:gd name="connsiteX8" fmla="*/ 72390 w 205739"/>
                <a:gd name="connsiteY8" fmla="*/ 77153 h 280034"/>
                <a:gd name="connsiteX9" fmla="*/ 205740 w 205739"/>
                <a:gd name="connsiteY9" fmla="*/ 195262 h 280034"/>
                <a:gd name="connsiteX10" fmla="*/ 102870 w 205739"/>
                <a:gd name="connsiteY10" fmla="*/ 280035 h 280034"/>
                <a:gd name="connsiteX11" fmla="*/ 0 w 205739"/>
                <a:gd name="connsiteY11" fmla="*/ 247650 h 280034"/>
                <a:gd name="connsiteX12" fmla="*/ 29527 w 205739"/>
                <a:gd name="connsiteY12" fmla="*/ 198120 h 280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39" h="280034">
                  <a:moveTo>
                    <a:pt x="29527" y="198120"/>
                  </a:moveTo>
                  <a:cubicBezTo>
                    <a:pt x="56198" y="218122"/>
                    <a:pt x="80963" y="227647"/>
                    <a:pt x="104775" y="227647"/>
                  </a:cubicBezTo>
                  <a:cubicBezTo>
                    <a:pt x="127635" y="227647"/>
                    <a:pt x="143827" y="217170"/>
                    <a:pt x="143827" y="200978"/>
                  </a:cubicBezTo>
                  <a:cubicBezTo>
                    <a:pt x="143827" y="155258"/>
                    <a:pt x="10477" y="171450"/>
                    <a:pt x="10477" y="82868"/>
                  </a:cubicBezTo>
                  <a:cubicBezTo>
                    <a:pt x="10477" y="33338"/>
                    <a:pt x="51435" y="0"/>
                    <a:pt x="111443" y="0"/>
                  </a:cubicBezTo>
                  <a:cubicBezTo>
                    <a:pt x="143827" y="0"/>
                    <a:pt x="175260" y="9525"/>
                    <a:pt x="203835" y="27622"/>
                  </a:cubicBezTo>
                  <a:lnTo>
                    <a:pt x="174307" y="76200"/>
                  </a:lnTo>
                  <a:cubicBezTo>
                    <a:pt x="151448" y="60007"/>
                    <a:pt x="130493" y="52387"/>
                    <a:pt x="110490" y="52387"/>
                  </a:cubicBezTo>
                  <a:cubicBezTo>
                    <a:pt x="87630" y="52387"/>
                    <a:pt x="72390" y="61912"/>
                    <a:pt x="72390" y="77153"/>
                  </a:cubicBezTo>
                  <a:cubicBezTo>
                    <a:pt x="72390" y="120968"/>
                    <a:pt x="205740" y="105728"/>
                    <a:pt x="205740" y="195262"/>
                  </a:cubicBezTo>
                  <a:cubicBezTo>
                    <a:pt x="205740" y="245745"/>
                    <a:pt x="164782" y="280035"/>
                    <a:pt x="102870" y="280035"/>
                  </a:cubicBezTo>
                  <a:cubicBezTo>
                    <a:pt x="67627" y="280035"/>
                    <a:pt x="31432" y="268605"/>
                    <a:pt x="0" y="247650"/>
                  </a:cubicBezTo>
                  <a:lnTo>
                    <a:pt x="29527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8" name="Freihandform: Form 167">
              <a:extLst>
                <a:ext uri="{FF2B5EF4-FFF2-40B4-BE49-F238E27FC236}">
                  <a16:creationId xmlns:a16="http://schemas.microsoft.com/office/drawing/2014/main" id="{8D312537-DCFF-421E-A9B8-AE30CB4BB377}"/>
                </a:ext>
              </a:extLst>
            </p:cNvPr>
            <p:cNvSpPr/>
            <p:nvPr/>
          </p:nvSpPr>
          <p:spPr>
            <a:xfrm>
              <a:off x="8993504" y="2528887"/>
              <a:ext cx="79057" cy="385762"/>
            </a:xfrm>
            <a:custGeom>
              <a:avLst/>
              <a:gdLst>
                <a:gd name="connsiteX0" fmla="*/ 79057 w 79057"/>
                <a:gd name="connsiteY0" fmla="*/ 38100 h 385762"/>
                <a:gd name="connsiteX1" fmla="*/ 39052 w 79057"/>
                <a:gd name="connsiteY1" fmla="*/ 76200 h 385762"/>
                <a:gd name="connsiteX2" fmla="*/ 0 w 79057"/>
                <a:gd name="connsiteY2" fmla="*/ 38100 h 385762"/>
                <a:gd name="connsiteX3" fmla="*/ 39052 w 79057"/>
                <a:gd name="connsiteY3" fmla="*/ 0 h 385762"/>
                <a:gd name="connsiteX4" fmla="*/ 79057 w 79057"/>
                <a:gd name="connsiteY4" fmla="*/ 38100 h 385762"/>
                <a:gd name="connsiteX5" fmla="*/ 70485 w 79057"/>
                <a:gd name="connsiteY5" fmla="*/ 385763 h 385762"/>
                <a:gd name="connsiteX6" fmla="*/ 8572 w 79057"/>
                <a:gd name="connsiteY6" fmla="*/ 385763 h 385762"/>
                <a:gd name="connsiteX7" fmla="*/ 8572 w 79057"/>
                <a:gd name="connsiteY7" fmla="*/ 119063 h 385762"/>
                <a:gd name="connsiteX8" fmla="*/ 70485 w 79057"/>
                <a:gd name="connsiteY8" fmla="*/ 119063 h 385762"/>
                <a:gd name="connsiteX9" fmla="*/ 70485 w 79057"/>
                <a:gd name="connsiteY9" fmla="*/ 385763 h 385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5762">
                  <a:moveTo>
                    <a:pt x="79057" y="38100"/>
                  </a:moveTo>
                  <a:cubicBezTo>
                    <a:pt x="79057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7" y="0"/>
                    <a:pt x="39052" y="0"/>
                  </a:cubicBezTo>
                  <a:cubicBezTo>
                    <a:pt x="60960" y="0"/>
                    <a:pt x="79057" y="16193"/>
                    <a:pt x="79057" y="38100"/>
                  </a:cubicBezTo>
                  <a:close/>
                  <a:moveTo>
                    <a:pt x="70485" y="385763"/>
                  </a:moveTo>
                  <a:lnTo>
                    <a:pt x="8572" y="385763"/>
                  </a:lnTo>
                  <a:lnTo>
                    <a:pt x="8572" y="119063"/>
                  </a:lnTo>
                  <a:lnTo>
                    <a:pt x="70485" y="119063"/>
                  </a:lnTo>
                  <a:lnTo>
                    <a:pt x="70485" y="38576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9" name="Freihandform: Form 168">
              <a:extLst>
                <a:ext uri="{FF2B5EF4-FFF2-40B4-BE49-F238E27FC236}">
                  <a16:creationId xmlns:a16="http://schemas.microsoft.com/office/drawing/2014/main" id="{DECD11B4-70BB-4002-B619-D5EA3D2965F0}"/>
                </a:ext>
              </a:extLst>
            </p:cNvPr>
            <p:cNvSpPr/>
            <p:nvPr/>
          </p:nvSpPr>
          <p:spPr>
            <a:xfrm>
              <a:off x="9117329" y="2562224"/>
              <a:ext cx="165734" cy="358139"/>
            </a:xfrm>
            <a:custGeom>
              <a:avLst/>
              <a:gdLst>
                <a:gd name="connsiteX0" fmla="*/ 165735 w 165734"/>
                <a:gd name="connsiteY0" fmla="*/ 295275 h 358139"/>
                <a:gd name="connsiteX1" fmla="*/ 165735 w 165734"/>
                <a:gd name="connsiteY1" fmla="*/ 348615 h 358139"/>
                <a:gd name="connsiteX2" fmla="*/ 113347 w 165734"/>
                <a:gd name="connsiteY2" fmla="*/ 358140 h 358139"/>
                <a:gd name="connsiteX3" fmla="*/ 40957 w 165734"/>
                <a:gd name="connsiteY3" fmla="*/ 282892 h 358139"/>
                <a:gd name="connsiteX4" fmla="*/ 40957 w 165734"/>
                <a:gd name="connsiteY4" fmla="*/ 137160 h 358139"/>
                <a:gd name="connsiteX5" fmla="*/ 0 w 165734"/>
                <a:gd name="connsiteY5" fmla="*/ 137160 h 358139"/>
                <a:gd name="connsiteX6" fmla="*/ 0 w 165734"/>
                <a:gd name="connsiteY6" fmla="*/ 85725 h 358139"/>
                <a:gd name="connsiteX7" fmla="*/ 40005 w 165734"/>
                <a:gd name="connsiteY7" fmla="*/ 85725 h 358139"/>
                <a:gd name="connsiteX8" fmla="*/ 40005 w 165734"/>
                <a:gd name="connsiteY8" fmla="*/ 13335 h 358139"/>
                <a:gd name="connsiteX9" fmla="*/ 101918 w 165734"/>
                <a:gd name="connsiteY9" fmla="*/ 0 h 358139"/>
                <a:gd name="connsiteX10" fmla="*/ 101918 w 165734"/>
                <a:gd name="connsiteY10" fmla="*/ 86677 h 358139"/>
                <a:gd name="connsiteX11" fmla="*/ 165735 w 165734"/>
                <a:gd name="connsiteY11" fmla="*/ 86677 h 358139"/>
                <a:gd name="connsiteX12" fmla="*/ 165735 w 165734"/>
                <a:gd name="connsiteY12" fmla="*/ 138113 h 358139"/>
                <a:gd name="connsiteX13" fmla="*/ 101918 w 165734"/>
                <a:gd name="connsiteY13" fmla="*/ 138113 h 358139"/>
                <a:gd name="connsiteX14" fmla="*/ 101918 w 165734"/>
                <a:gd name="connsiteY14" fmla="*/ 269558 h 358139"/>
                <a:gd name="connsiteX15" fmla="*/ 130493 w 165734"/>
                <a:gd name="connsiteY15" fmla="*/ 304800 h 358139"/>
                <a:gd name="connsiteX16" fmla="*/ 165735 w 165734"/>
                <a:gd name="connsiteY16" fmla="*/ 295275 h 358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39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3"/>
                    <a:pt x="110490" y="304800"/>
                    <a:pt x="130493" y="304800"/>
                  </a:cubicBezTo>
                  <a:cubicBezTo>
                    <a:pt x="142875" y="303848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0" name="Freihandform: Form 169">
              <a:extLst>
                <a:ext uri="{FF2B5EF4-FFF2-40B4-BE49-F238E27FC236}">
                  <a16:creationId xmlns:a16="http://schemas.microsoft.com/office/drawing/2014/main" id="{028A2D0E-91B4-4CF7-B2F7-90C7C7F367F4}"/>
                </a:ext>
              </a:extLst>
            </p:cNvPr>
            <p:cNvSpPr/>
            <p:nvPr/>
          </p:nvSpPr>
          <p:spPr>
            <a:xfrm>
              <a:off x="9331642" y="2533649"/>
              <a:ext cx="225742" cy="386714"/>
            </a:xfrm>
            <a:custGeom>
              <a:avLst/>
              <a:gdLst>
                <a:gd name="connsiteX0" fmla="*/ 114300 w 225742"/>
                <a:gd name="connsiteY0" fmla="*/ 215265 h 386714"/>
                <a:gd name="connsiteX1" fmla="*/ 164782 w 225742"/>
                <a:gd name="connsiteY1" fmla="*/ 220980 h 386714"/>
                <a:gd name="connsiteX2" fmla="*/ 164782 w 225742"/>
                <a:gd name="connsiteY2" fmla="*/ 211455 h 386714"/>
                <a:gd name="connsiteX3" fmla="*/ 105727 w 225742"/>
                <a:gd name="connsiteY3" fmla="*/ 160020 h 386714"/>
                <a:gd name="connsiteX4" fmla="*/ 38100 w 225742"/>
                <a:gd name="connsiteY4" fmla="*/ 175260 h 386714"/>
                <a:gd name="connsiteX5" fmla="*/ 24765 w 225742"/>
                <a:gd name="connsiteY5" fmla="*/ 122873 h 386714"/>
                <a:gd name="connsiteX6" fmla="*/ 112395 w 225742"/>
                <a:gd name="connsiteY6" fmla="*/ 107632 h 386714"/>
                <a:gd name="connsiteX7" fmla="*/ 225743 w 225742"/>
                <a:gd name="connsiteY7" fmla="*/ 210502 h 386714"/>
                <a:gd name="connsiteX8" fmla="*/ 225743 w 225742"/>
                <a:gd name="connsiteY8" fmla="*/ 381000 h 386714"/>
                <a:gd name="connsiteX9" fmla="*/ 166688 w 225742"/>
                <a:gd name="connsiteY9" fmla="*/ 381000 h 386714"/>
                <a:gd name="connsiteX10" fmla="*/ 166688 w 225742"/>
                <a:gd name="connsiteY10" fmla="*/ 352425 h 386714"/>
                <a:gd name="connsiteX11" fmla="*/ 165735 w 225742"/>
                <a:gd name="connsiteY11" fmla="*/ 352425 h 386714"/>
                <a:gd name="connsiteX12" fmla="*/ 87630 w 225742"/>
                <a:gd name="connsiteY12" fmla="*/ 386715 h 386714"/>
                <a:gd name="connsiteX13" fmla="*/ 0 w 225742"/>
                <a:gd name="connsiteY13" fmla="*/ 301942 h 386714"/>
                <a:gd name="connsiteX14" fmla="*/ 114300 w 225742"/>
                <a:gd name="connsiteY14" fmla="*/ 215265 h 386714"/>
                <a:gd name="connsiteX15" fmla="*/ 63818 w 225742"/>
                <a:gd name="connsiteY15" fmla="*/ 72390 h 386714"/>
                <a:gd name="connsiteX16" fmla="*/ 26670 w 225742"/>
                <a:gd name="connsiteY16" fmla="*/ 36195 h 386714"/>
                <a:gd name="connsiteX17" fmla="*/ 63818 w 225742"/>
                <a:gd name="connsiteY17" fmla="*/ 0 h 386714"/>
                <a:gd name="connsiteX18" fmla="*/ 100965 w 225742"/>
                <a:gd name="connsiteY18" fmla="*/ 36195 h 386714"/>
                <a:gd name="connsiteX19" fmla="*/ 63818 w 225742"/>
                <a:gd name="connsiteY19" fmla="*/ 72390 h 386714"/>
                <a:gd name="connsiteX20" fmla="*/ 104775 w 225742"/>
                <a:gd name="connsiteY20" fmla="*/ 340042 h 386714"/>
                <a:gd name="connsiteX21" fmla="*/ 165735 w 225742"/>
                <a:gd name="connsiteY21" fmla="*/ 307658 h 386714"/>
                <a:gd name="connsiteX22" fmla="*/ 165735 w 225742"/>
                <a:gd name="connsiteY22" fmla="*/ 261938 h 386714"/>
                <a:gd name="connsiteX23" fmla="*/ 121920 w 225742"/>
                <a:gd name="connsiteY23" fmla="*/ 257175 h 386714"/>
                <a:gd name="connsiteX24" fmla="*/ 60007 w 225742"/>
                <a:gd name="connsiteY24" fmla="*/ 300990 h 386714"/>
                <a:gd name="connsiteX25" fmla="*/ 104775 w 225742"/>
                <a:gd name="connsiteY25" fmla="*/ 340042 h 386714"/>
                <a:gd name="connsiteX26" fmla="*/ 173355 w 225742"/>
                <a:gd name="connsiteY26" fmla="*/ 72390 h 386714"/>
                <a:gd name="connsiteX27" fmla="*/ 136207 w 225742"/>
                <a:gd name="connsiteY27" fmla="*/ 36195 h 386714"/>
                <a:gd name="connsiteX28" fmla="*/ 173355 w 225742"/>
                <a:gd name="connsiteY28" fmla="*/ 0 h 386714"/>
                <a:gd name="connsiteX29" fmla="*/ 210502 w 225742"/>
                <a:gd name="connsiteY29" fmla="*/ 36195 h 386714"/>
                <a:gd name="connsiteX30" fmla="*/ 173355 w 225742"/>
                <a:gd name="connsiteY30" fmla="*/ 72390 h 386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25742" h="386714">
                  <a:moveTo>
                    <a:pt x="114300" y="215265"/>
                  </a:moveTo>
                  <a:cubicBezTo>
                    <a:pt x="131445" y="215265"/>
                    <a:pt x="147638" y="216217"/>
                    <a:pt x="164782" y="220980"/>
                  </a:cubicBezTo>
                  <a:lnTo>
                    <a:pt x="164782" y="211455"/>
                  </a:lnTo>
                  <a:cubicBezTo>
                    <a:pt x="164782" y="177165"/>
                    <a:pt x="144780" y="160020"/>
                    <a:pt x="105727" y="160020"/>
                  </a:cubicBezTo>
                  <a:cubicBezTo>
                    <a:pt x="83820" y="160020"/>
                    <a:pt x="60007" y="164783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2"/>
                    <a:pt x="112395" y="107632"/>
                  </a:cubicBezTo>
                  <a:cubicBezTo>
                    <a:pt x="187643" y="107632"/>
                    <a:pt x="225743" y="142875"/>
                    <a:pt x="225743" y="210502"/>
                  </a:cubicBezTo>
                  <a:lnTo>
                    <a:pt x="225743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8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8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8" y="72390"/>
                  </a:cubicBezTo>
                  <a:close/>
                  <a:moveTo>
                    <a:pt x="104775" y="340042"/>
                  </a:moveTo>
                  <a:cubicBezTo>
                    <a:pt x="127635" y="340042"/>
                    <a:pt x="148590" y="328613"/>
                    <a:pt x="165735" y="307658"/>
                  </a:cubicBezTo>
                  <a:lnTo>
                    <a:pt x="165735" y="261938"/>
                  </a:lnTo>
                  <a:cubicBezTo>
                    <a:pt x="151447" y="258127"/>
                    <a:pt x="136207" y="257175"/>
                    <a:pt x="121920" y="257175"/>
                  </a:cubicBezTo>
                  <a:cubicBezTo>
                    <a:pt x="82868" y="257175"/>
                    <a:pt x="60007" y="272415"/>
                    <a:pt x="60007" y="300990"/>
                  </a:cubicBezTo>
                  <a:cubicBezTo>
                    <a:pt x="60007" y="324803"/>
                    <a:pt x="77152" y="340042"/>
                    <a:pt x="104775" y="340042"/>
                  </a:cubicBezTo>
                  <a:close/>
                  <a:moveTo>
                    <a:pt x="173355" y="72390"/>
                  </a:moveTo>
                  <a:cubicBezTo>
                    <a:pt x="153352" y="72390"/>
                    <a:pt x="136207" y="55245"/>
                    <a:pt x="136207" y="36195"/>
                  </a:cubicBezTo>
                  <a:cubicBezTo>
                    <a:pt x="136207" y="17145"/>
                    <a:pt x="153352" y="0"/>
                    <a:pt x="173355" y="0"/>
                  </a:cubicBezTo>
                  <a:cubicBezTo>
                    <a:pt x="193357" y="0"/>
                    <a:pt x="210502" y="17145"/>
                    <a:pt x="210502" y="36195"/>
                  </a:cubicBezTo>
                  <a:cubicBezTo>
                    <a:pt x="210502" y="56198"/>
                    <a:pt x="192405" y="72390"/>
                    <a:pt x="173355" y="723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1" name="Freihandform: Form 170">
              <a:extLst>
                <a:ext uri="{FF2B5EF4-FFF2-40B4-BE49-F238E27FC236}">
                  <a16:creationId xmlns:a16="http://schemas.microsoft.com/office/drawing/2014/main" id="{3F538F95-8D24-4208-AA6F-20E82E8F4BA2}"/>
                </a:ext>
              </a:extLst>
            </p:cNvPr>
            <p:cNvSpPr/>
            <p:nvPr/>
          </p:nvSpPr>
          <p:spPr>
            <a:xfrm>
              <a:off x="9605962" y="2562224"/>
              <a:ext cx="166687" cy="358139"/>
            </a:xfrm>
            <a:custGeom>
              <a:avLst/>
              <a:gdLst>
                <a:gd name="connsiteX0" fmla="*/ 166688 w 166687"/>
                <a:gd name="connsiteY0" fmla="*/ 295275 h 358139"/>
                <a:gd name="connsiteX1" fmla="*/ 166688 w 166687"/>
                <a:gd name="connsiteY1" fmla="*/ 348615 h 358139"/>
                <a:gd name="connsiteX2" fmla="*/ 114300 w 166687"/>
                <a:gd name="connsiteY2" fmla="*/ 358140 h 358139"/>
                <a:gd name="connsiteX3" fmla="*/ 41910 w 166687"/>
                <a:gd name="connsiteY3" fmla="*/ 282892 h 358139"/>
                <a:gd name="connsiteX4" fmla="*/ 41910 w 166687"/>
                <a:gd name="connsiteY4" fmla="*/ 137160 h 358139"/>
                <a:gd name="connsiteX5" fmla="*/ 0 w 166687"/>
                <a:gd name="connsiteY5" fmla="*/ 137160 h 358139"/>
                <a:gd name="connsiteX6" fmla="*/ 0 w 166687"/>
                <a:gd name="connsiteY6" fmla="*/ 85725 h 358139"/>
                <a:gd name="connsiteX7" fmla="*/ 40005 w 166687"/>
                <a:gd name="connsiteY7" fmla="*/ 85725 h 358139"/>
                <a:gd name="connsiteX8" fmla="*/ 40005 w 166687"/>
                <a:gd name="connsiteY8" fmla="*/ 13335 h 358139"/>
                <a:gd name="connsiteX9" fmla="*/ 101918 w 166687"/>
                <a:gd name="connsiteY9" fmla="*/ 0 h 358139"/>
                <a:gd name="connsiteX10" fmla="*/ 101918 w 166687"/>
                <a:gd name="connsiteY10" fmla="*/ 86677 h 358139"/>
                <a:gd name="connsiteX11" fmla="*/ 165735 w 166687"/>
                <a:gd name="connsiteY11" fmla="*/ 86677 h 358139"/>
                <a:gd name="connsiteX12" fmla="*/ 165735 w 166687"/>
                <a:gd name="connsiteY12" fmla="*/ 138113 h 358139"/>
                <a:gd name="connsiteX13" fmla="*/ 101918 w 166687"/>
                <a:gd name="connsiteY13" fmla="*/ 138113 h 358139"/>
                <a:gd name="connsiteX14" fmla="*/ 101918 w 166687"/>
                <a:gd name="connsiteY14" fmla="*/ 269558 h 358139"/>
                <a:gd name="connsiteX15" fmla="*/ 130493 w 166687"/>
                <a:gd name="connsiteY15" fmla="*/ 304800 h 358139"/>
                <a:gd name="connsiteX16" fmla="*/ 166688 w 166687"/>
                <a:gd name="connsiteY16" fmla="*/ 295275 h 358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6687" h="358139">
                  <a:moveTo>
                    <a:pt x="166688" y="295275"/>
                  </a:moveTo>
                  <a:lnTo>
                    <a:pt x="166688" y="348615"/>
                  </a:lnTo>
                  <a:cubicBezTo>
                    <a:pt x="153352" y="355283"/>
                    <a:pt x="132398" y="358140"/>
                    <a:pt x="114300" y="358140"/>
                  </a:cubicBezTo>
                  <a:cubicBezTo>
                    <a:pt x="67627" y="358140"/>
                    <a:pt x="41910" y="331470"/>
                    <a:pt x="41910" y="282892"/>
                  </a:cubicBezTo>
                  <a:lnTo>
                    <a:pt x="41910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3"/>
                    <a:pt x="110490" y="304800"/>
                    <a:pt x="130493" y="304800"/>
                  </a:cubicBezTo>
                  <a:cubicBezTo>
                    <a:pt x="143827" y="303848"/>
                    <a:pt x="156210" y="300038"/>
                    <a:pt x="166688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2" name="Freihandform: Form 171">
              <a:extLst>
                <a:ext uri="{FF2B5EF4-FFF2-40B4-BE49-F238E27FC236}">
                  <a16:creationId xmlns:a16="http://schemas.microsoft.com/office/drawing/2014/main" id="{AA3C1939-5697-4E85-A1A5-C912A60338EB}"/>
                </a:ext>
              </a:extLst>
            </p:cNvPr>
            <p:cNvSpPr/>
            <p:nvPr/>
          </p:nvSpPr>
          <p:spPr>
            <a:xfrm>
              <a:off x="2090737" y="3122294"/>
              <a:ext cx="231457" cy="368617"/>
            </a:xfrm>
            <a:custGeom>
              <a:avLst/>
              <a:gdLst>
                <a:gd name="connsiteX0" fmla="*/ 231458 w 231457"/>
                <a:gd name="connsiteY0" fmla="*/ 60007 h 368617"/>
                <a:gd name="connsiteX1" fmla="*/ 65723 w 231457"/>
                <a:gd name="connsiteY1" fmla="*/ 60007 h 368617"/>
                <a:gd name="connsiteX2" fmla="*/ 65723 w 231457"/>
                <a:gd name="connsiteY2" fmla="*/ 151447 h 368617"/>
                <a:gd name="connsiteX3" fmla="*/ 189548 w 231457"/>
                <a:gd name="connsiteY3" fmla="*/ 151447 h 368617"/>
                <a:gd name="connsiteX4" fmla="*/ 189548 w 231457"/>
                <a:gd name="connsiteY4" fmla="*/ 211455 h 368617"/>
                <a:gd name="connsiteX5" fmla="*/ 65723 w 231457"/>
                <a:gd name="connsiteY5" fmla="*/ 211455 h 368617"/>
                <a:gd name="connsiteX6" fmla="*/ 65723 w 231457"/>
                <a:gd name="connsiteY6" fmla="*/ 368617 h 368617"/>
                <a:gd name="connsiteX7" fmla="*/ 0 w 231457"/>
                <a:gd name="connsiteY7" fmla="*/ 368617 h 368617"/>
                <a:gd name="connsiteX8" fmla="*/ 0 w 231457"/>
                <a:gd name="connsiteY8" fmla="*/ 0 h 368617"/>
                <a:gd name="connsiteX9" fmla="*/ 231458 w 231457"/>
                <a:gd name="connsiteY9" fmla="*/ 0 h 368617"/>
                <a:gd name="connsiteX10" fmla="*/ 231458 w 231457"/>
                <a:gd name="connsiteY10" fmla="*/ 60007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1457" h="368617">
                  <a:moveTo>
                    <a:pt x="231458" y="60007"/>
                  </a:moveTo>
                  <a:lnTo>
                    <a:pt x="65723" y="60007"/>
                  </a:lnTo>
                  <a:lnTo>
                    <a:pt x="65723" y="151447"/>
                  </a:lnTo>
                  <a:lnTo>
                    <a:pt x="189548" y="151447"/>
                  </a:lnTo>
                  <a:lnTo>
                    <a:pt x="189548" y="211455"/>
                  </a:lnTo>
                  <a:lnTo>
                    <a:pt x="65723" y="211455"/>
                  </a:lnTo>
                  <a:lnTo>
                    <a:pt x="65723" y="368617"/>
                  </a:lnTo>
                  <a:lnTo>
                    <a:pt x="0" y="368617"/>
                  </a:lnTo>
                  <a:lnTo>
                    <a:pt x="0" y="0"/>
                  </a:lnTo>
                  <a:lnTo>
                    <a:pt x="231458" y="0"/>
                  </a:lnTo>
                  <a:lnTo>
                    <a:pt x="231458" y="6000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3" name="Freihandform: Form 172">
              <a:extLst>
                <a:ext uri="{FF2B5EF4-FFF2-40B4-BE49-F238E27FC236}">
                  <a16:creationId xmlns:a16="http://schemas.microsoft.com/office/drawing/2014/main" id="{74A758B7-C89F-404E-8A81-AF52E986AB67}"/>
                </a:ext>
              </a:extLst>
            </p:cNvPr>
            <p:cNvSpPr/>
            <p:nvPr/>
          </p:nvSpPr>
          <p:spPr>
            <a:xfrm>
              <a:off x="2334560" y="3217544"/>
              <a:ext cx="225758" cy="279082"/>
            </a:xfrm>
            <a:custGeom>
              <a:avLst/>
              <a:gdLst>
                <a:gd name="connsiteX0" fmla="*/ 114316 w 225758"/>
                <a:gd name="connsiteY0" fmla="*/ 107633 h 279082"/>
                <a:gd name="connsiteX1" fmla="*/ 164799 w 225758"/>
                <a:gd name="connsiteY1" fmla="*/ 113347 h 279082"/>
                <a:gd name="connsiteX2" fmla="*/ 164799 w 225758"/>
                <a:gd name="connsiteY2" fmla="*/ 103822 h 279082"/>
                <a:gd name="connsiteX3" fmla="*/ 105744 w 225758"/>
                <a:gd name="connsiteY3" fmla="*/ 52388 h 279082"/>
                <a:gd name="connsiteX4" fmla="*/ 38116 w 225758"/>
                <a:gd name="connsiteY4" fmla="*/ 67627 h 279082"/>
                <a:gd name="connsiteX5" fmla="*/ 24781 w 225758"/>
                <a:gd name="connsiteY5" fmla="*/ 15240 h 279082"/>
                <a:gd name="connsiteX6" fmla="*/ 112411 w 225758"/>
                <a:gd name="connsiteY6" fmla="*/ 0 h 279082"/>
                <a:gd name="connsiteX7" fmla="*/ 225759 w 225758"/>
                <a:gd name="connsiteY7" fmla="*/ 102870 h 279082"/>
                <a:gd name="connsiteX8" fmla="*/ 225759 w 225758"/>
                <a:gd name="connsiteY8" fmla="*/ 273367 h 279082"/>
                <a:gd name="connsiteX9" fmla="*/ 166704 w 225758"/>
                <a:gd name="connsiteY9" fmla="*/ 273367 h 279082"/>
                <a:gd name="connsiteX10" fmla="*/ 166704 w 225758"/>
                <a:gd name="connsiteY10" fmla="*/ 244792 h 279082"/>
                <a:gd name="connsiteX11" fmla="*/ 165751 w 225758"/>
                <a:gd name="connsiteY11" fmla="*/ 244792 h 279082"/>
                <a:gd name="connsiteX12" fmla="*/ 87646 w 225758"/>
                <a:gd name="connsiteY12" fmla="*/ 279083 h 279082"/>
                <a:gd name="connsiteX13" fmla="*/ 16 w 225758"/>
                <a:gd name="connsiteY13" fmla="*/ 194310 h 279082"/>
                <a:gd name="connsiteX14" fmla="*/ 114316 w 225758"/>
                <a:gd name="connsiteY14" fmla="*/ 107633 h 279082"/>
                <a:gd name="connsiteX15" fmla="*/ 103839 w 225758"/>
                <a:gd name="connsiteY15" fmla="*/ 232410 h 279082"/>
                <a:gd name="connsiteX16" fmla="*/ 164799 w 225758"/>
                <a:gd name="connsiteY16" fmla="*/ 200025 h 279082"/>
                <a:gd name="connsiteX17" fmla="*/ 164799 w 225758"/>
                <a:gd name="connsiteY17" fmla="*/ 153352 h 279082"/>
                <a:gd name="connsiteX18" fmla="*/ 120984 w 225758"/>
                <a:gd name="connsiteY18" fmla="*/ 148590 h 279082"/>
                <a:gd name="connsiteX19" fmla="*/ 59071 w 225758"/>
                <a:gd name="connsiteY19" fmla="*/ 192405 h 279082"/>
                <a:gd name="connsiteX20" fmla="*/ 103839 w 225758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5758" h="279082">
                  <a:moveTo>
                    <a:pt x="114316" y="107633"/>
                  </a:moveTo>
                  <a:cubicBezTo>
                    <a:pt x="131461" y="107633"/>
                    <a:pt x="147654" y="108585"/>
                    <a:pt x="164799" y="113347"/>
                  </a:cubicBezTo>
                  <a:lnTo>
                    <a:pt x="164799" y="103822"/>
                  </a:lnTo>
                  <a:cubicBezTo>
                    <a:pt x="164799" y="69532"/>
                    <a:pt x="144796" y="52388"/>
                    <a:pt x="105744" y="52388"/>
                  </a:cubicBezTo>
                  <a:cubicBezTo>
                    <a:pt x="83836" y="52388"/>
                    <a:pt x="60024" y="57150"/>
                    <a:pt x="38116" y="67627"/>
                  </a:cubicBezTo>
                  <a:lnTo>
                    <a:pt x="24781" y="15240"/>
                  </a:lnTo>
                  <a:cubicBezTo>
                    <a:pt x="49546" y="5715"/>
                    <a:pt x="81931" y="0"/>
                    <a:pt x="112411" y="0"/>
                  </a:cubicBezTo>
                  <a:cubicBezTo>
                    <a:pt x="187659" y="0"/>
                    <a:pt x="225759" y="35242"/>
                    <a:pt x="225759" y="102870"/>
                  </a:cubicBezTo>
                  <a:lnTo>
                    <a:pt x="225759" y="273367"/>
                  </a:lnTo>
                  <a:lnTo>
                    <a:pt x="166704" y="273367"/>
                  </a:lnTo>
                  <a:lnTo>
                    <a:pt x="166704" y="244792"/>
                  </a:lnTo>
                  <a:lnTo>
                    <a:pt x="165751" y="244792"/>
                  </a:lnTo>
                  <a:cubicBezTo>
                    <a:pt x="142891" y="268605"/>
                    <a:pt x="119079" y="279083"/>
                    <a:pt x="87646" y="279083"/>
                  </a:cubicBezTo>
                  <a:cubicBezTo>
                    <a:pt x="34306" y="279083"/>
                    <a:pt x="16" y="245745"/>
                    <a:pt x="16" y="194310"/>
                  </a:cubicBezTo>
                  <a:cubicBezTo>
                    <a:pt x="-936" y="138113"/>
                    <a:pt x="40021" y="107633"/>
                    <a:pt x="114316" y="107633"/>
                  </a:cubicBezTo>
                  <a:close/>
                  <a:moveTo>
                    <a:pt x="103839" y="232410"/>
                  </a:moveTo>
                  <a:cubicBezTo>
                    <a:pt x="126699" y="232410"/>
                    <a:pt x="147654" y="220980"/>
                    <a:pt x="164799" y="200025"/>
                  </a:cubicBezTo>
                  <a:lnTo>
                    <a:pt x="164799" y="153352"/>
                  </a:lnTo>
                  <a:cubicBezTo>
                    <a:pt x="150511" y="149542"/>
                    <a:pt x="135271" y="148590"/>
                    <a:pt x="120984" y="148590"/>
                  </a:cubicBezTo>
                  <a:cubicBezTo>
                    <a:pt x="81931" y="148590"/>
                    <a:pt x="59071" y="163830"/>
                    <a:pt x="59071" y="192405"/>
                  </a:cubicBezTo>
                  <a:cubicBezTo>
                    <a:pt x="59071" y="217170"/>
                    <a:pt x="76216" y="232410"/>
                    <a:pt x="103839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4" name="Freihandform: Form 173">
              <a:extLst>
                <a:ext uri="{FF2B5EF4-FFF2-40B4-BE49-F238E27FC236}">
                  <a16:creationId xmlns:a16="http://schemas.microsoft.com/office/drawing/2014/main" id="{DBF08E2B-7525-44C8-AEAE-5AD0BB721D24}"/>
                </a:ext>
              </a:extLst>
            </p:cNvPr>
            <p:cNvSpPr/>
            <p:nvPr/>
          </p:nvSpPr>
          <p:spPr>
            <a:xfrm>
              <a:off x="2625089" y="3216591"/>
              <a:ext cx="224789" cy="280035"/>
            </a:xfrm>
            <a:custGeom>
              <a:avLst/>
              <a:gdLst>
                <a:gd name="connsiteX0" fmla="*/ 222885 w 224789"/>
                <a:gd name="connsiteY0" fmla="*/ 237173 h 280035"/>
                <a:gd name="connsiteX1" fmla="*/ 127635 w 224789"/>
                <a:gd name="connsiteY1" fmla="*/ 280035 h 280035"/>
                <a:gd name="connsiteX2" fmla="*/ 0 w 224789"/>
                <a:gd name="connsiteY2" fmla="*/ 140970 h 280035"/>
                <a:gd name="connsiteX3" fmla="*/ 128588 w 224789"/>
                <a:gd name="connsiteY3" fmla="*/ 0 h 280035"/>
                <a:gd name="connsiteX4" fmla="*/ 224790 w 224789"/>
                <a:gd name="connsiteY4" fmla="*/ 45720 h 280035"/>
                <a:gd name="connsiteX5" fmla="*/ 181927 w 224789"/>
                <a:gd name="connsiteY5" fmla="*/ 86678 h 280035"/>
                <a:gd name="connsiteX6" fmla="*/ 128588 w 224789"/>
                <a:gd name="connsiteY6" fmla="*/ 57150 h 280035"/>
                <a:gd name="connsiteX7" fmla="*/ 62865 w 224789"/>
                <a:gd name="connsiteY7" fmla="*/ 140017 h 280035"/>
                <a:gd name="connsiteX8" fmla="*/ 128588 w 224789"/>
                <a:gd name="connsiteY8" fmla="*/ 222885 h 280035"/>
                <a:gd name="connsiteX9" fmla="*/ 183833 w 224789"/>
                <a:gd name="connsiteY9" fmla="*/ 193358 h 280035"/>
                <a:gd name="connsiteX10" fmla="*/ 222885 w 224789"/>
                <a:gd name="connsiteY10" fmla="*/ 237173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89" h="280035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3" y="0"/>
                    <a:pt x="200977" y="15240"/>
                    <a:pt x="224790" y="45720"/>
                  </a:cubicBezTo>
                  <a:lnTo>
                    <a:pt x="181927" y="86678"/>
                  </a:lnTo>
                  <a:cubicBezTo>
                    <a:pt x="166688" y="66675"/>
                    <a:pt x="149543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3" y="222885"/>
                    <a:pt x="166688" y="213360"/>
                    <a:pt x="183833" y="193358"/>
                  </a:cubicBezTo>
                  <a:lnTo>
                    <a:pt x="222885" y="2371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5" name="Freihandform: Form 174">
              <a:extLst>
                <a:ext uri="{FF2B5EF4-FFF2-40B4-BE49-F238E27FC236}">
                  <a16:creationId xmlns:a16="http://schemas.microsoft.com/office/drawing/2014/main" id="{1ADC3CB3-6C6C-4A42-A262-DE9C860D0718}"/>
                </a:ext>
              </a:extLst>
            </p:cNvPr>
            <p:cNvSpPr/>
            <p:nvPr/>
          </p:nvSpPr>
          <p:spPr>
            <a:xfrm>
              <a:off x="2904172" y="3100387"/>
              <a:ext cx="228599" cy="390525"/>
            </a:xfrm>
            <a:custGeom>
              <a:avLst/>
              <a:gdLst>
                <a:gd name="connsiteX0" fmla="*/ 228600 w 228599"/>
                <a:gd name="connsiteY0" fmla="*/ 390525 h 390525"/>
                <a:gd name="connsiteX1" fmla="*/ 166687 w 228599"/>
                <a:gd name="connsiteY1" fmla="*/ 390525 h 390525"/>
                <a:gd name="connsiteX2" fmla="*/ 166687 w 228599"/>
                <a:gd name="connsiteY2" fmla="*/ 238125 h 390525"/>
                <a:gd name="connsiteX3" fmla="*/ 117157 w 228599"/>
                <a:gd name="connsiteY3" fmla="*/ 173355 h 390525"/>
                <a:gd name="connsiteX4" fmla="*/ 61913 w 228599"/>
                <a:gd name="connsiteY4" fmla="*/ 238125 h 390525"/>
                <a:gd name="connsiteX5" fmla="*/ 61913 w 228599"/>
                <a:gd name="connsiteY5" fmla="*/ 390525 h 390525"/>
                <a:gd name="connsiteX6" fmla="*/ 0 w 228599"/>
                <a:gd name="connsiteY6" fmla="*/ 390525 h 390525"/>
                <a:gd name="connsiteX7" fmla="*/ 0 w 228599"/>
                <a:gd name="connsiteY7" fmla="*/ 16192 h 390525"/>
                <a:gd name="connsiteX8" fmla="*/ 61913 w 228599"/>
                <a:gd name="connsiteY8" fmla="*/ 0 h 390525"/>
                <a:gd name="connsiteX9" fmla="*/ 61913 w 228599"/>
                <a:gd name="connsiteY9" fmla="*/ 155258 h 390525"/>
                <a:gd name="connsiteX10" fmla="*/ 62865 w 228599"/>
                <a:gd name="connsiteY10" fmla="*/ 155258 h 390525"/>
                <a:gd name="connsiteX11" fmla="*/ 140970 w 228599"/>
                <a:gd name="connsiteY11" fmla="*/ 116205 h 390525"/>
                <a:gd name="connsiteX12" fmla="*/ 228600 w 228599"/>
                <a:gd name="connsiteY12" fmla="*/ 223838 h 390525"/>
                <a:gd name="connsiteX13" fmla="*/ 228600 w 228599"/>
                <a:gd name="connsiteY13" fmla="*/ 390525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599" h="390525">
                  <a:moveTo>
                    <a:pt x="228600" y="390525"/>
                  </a:moveTo>
                  <a:lnTo>
                    <a:pt x="166687" y="390525"/>
                  </a:lnTo>
                  <a:lnTo>
                    <a:pt x="166687" y="238125"/>
                  </a:lnTo>
                  <a:cubicBezTo>
                    <a:pt x="166687" y="199073"/>
                    <a:pt x="154305" y="173355"/>
                    <a:pt x="117157" y="173355"/>
                  </a:cubicBezTo>
                  <a:cubicBezTo>
                    <a:pt x="74295" y="173355"/>
                    <a:pt x="61913" y="207645"/>
                    <a:pt x="61913" y="238125"/>
                  </a:cubicBezTo>
                  <a:lnTo>
                    <a:pt x="61913" y="390525"/>
                  </a:lnTo>
                  <a:lnTo>
                    <a:pt x="0" y="390525"/>
                  </a:lnTo>
                  <a:lnTo>
                    <a:pt x="0" y="16192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7" y="116205"/>
                    <a:pt x="140970" y="116205"/>
                  </a:cubicBezTo>
                  <a:cubicBezTo>
                    <a:pt x="202882" y="116205"/>
                    <a:pt x="228600" y="161925"/>
                    <a:pt x="228600" y="223838"/>
                  </a:cubicBezTo>
                  <a:lnTo>
                    <a:pt x="228600" y="39052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6" name="Freihandform: Form 175">
              <a:extLst>
                <a:ext uri="{FF2B5EF4-FFF2-40B4-BE49-F238E27FC236}">
                  <a16:creationId xmlns:a16="http://schemas.microsoft.com/office/drawing/2014/main" id="{A478A2E7-2C2D-4074-BE32-550E6CC87CBD}"/>
                </a:ext>
              </a:extLst>
            </p:cNvPr>
            <p:cNvSpPr/>
            <p:nvPr/>
          </p:nvSpPr>
          <p:spPr>
            <a:xfrm>
              <a:off x="3211829" y="3099434"/>
              <a:ext cx="249554" cy="397192"/>
            </a:xfrm>
            <a:custGeom>
              <a:avLst/>
              <a:gdLst>
                <a:gd name="connsiteX0" fmla="*/ 249555 w 249554"/>
                <a:gd name="connsiteY0" fmla="*/ 256223 h 397192"/>
                <a:gd name="connsiteX1" fmla="*/ 140970 w 249554"/>
                <a:gd name="connsiteY1" fmla="*/ 397193 h 397192"/>
                <a:gd name="connsiteX2" fmla="*/ 61913 w 249554"/>
                <a:gd name="connsiteY2" fmla="*/ 360045 h 397192"/>
                <a:gd name="connsiteX3" fmla="*/ 60008 w 249554"/>
                <a:gd name="connsiteY3" fmla="*/ 360045 h 397192"/>
                <a:gd name="connsiteX4" fmla="*/ 60008 w 249554"/>
                <a:gd name="connsiteY4" fmla="*/ 390525 h 397192"/>
                <a:gd name="connsiteX5" fmla="*/ 0 w 249554"/>
                <a:gd name="connsiteY5" fmla="*/ 390525 h 397192"/>
                <a:gd name="connsiteX6" fmla="*/ 0 w 249554"/>
                <a:gd name="connsiteY6" fmla="*/ 16192 h 397192"/>
                <a:gd name="connsiteX7" fmla="*/ 61913 w 249554"/>
                <a:gd name="connsiteY7" fmla="*/ 0 h 397192"/>
                <a:gd name="connsiteX8" fmla="*/ 61913 w 249554"/>
                <a:gd name="connsiteY8" fmla="*/ 154305 h 397192"/>
                <a:gd name="connsiteX9" fmla="*/ 62865 w 249554"/>
                <a:gd name="connsiteY9" fmla="*/ 154305 h 397192"/>
                <a:gd name="connsiteX10" fmla="*/ 140970 w 249554"/>
                <a:gd name="connsiteY10" fmla="*/ 116205 h 397192"/>
                <a:gd name="connsiteX11" fmla="*/ 249555 w 249554"/>
                <a:gd name="connsiteY11" fmla="*/ 256223 h 397192"/>
                <a:gd name="connsiteX12" fmla="*/ 187642 w 249554"/>
                <a:gd name="connsiteY12" fmla="*/ 257175 h 397192"/>
                <a:gd name="connsiteX13" fmla="*/ 125730 w 249554"/>
                <a:gd name="connsiteY13" fmla="*/ 173355 h 397192"/>
                <a:gd name="connsiteX14" fmla="*/ 62865 w 249554"/>
                <a:gd name="connsiteY14" fmla="*/ 207645 h 397192"/>
                <a:gd name="connsiteX15" fmla="*/ 62865 w 249554"/>
                <a:gd name="connsiteY15" fmla="*/ 305753 h 397192"/>
                <a:gd name="connsiteX16" fmla="*/ 126683 w 249554"/>
                <a:gd name="connsiteY16" fmla="*/ 341948 h 397192"/>
                <a:gd name="connsiteX17" fmla="*/ 187642 w 249554"/>
                <a:gd name="connsiteY17" fmla="*/ 257175 h 397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9554" h="397192">
                  <a:moveTo>
                    <a:pt x="249555" y="256223"/>
                  </a:moveTo>
                  <a:cubicBezTo>
                    <a:pt x="249555" y="341948"/>
                    <a:pt x="205740" y="397193"/>
                    <a:pt x="140970" y="397193"/>
                  </a:cubicBezTo>
                  <a:cubicBezTo>
                    <a:pt x="107633" y="397193"/>
                    <a:pt x="80010" y="382905"/>
                    <a:pt x="61913" y="360045"/>
                  </a:cubicBezTo>
                  <a:lnTo>
                    <a:pt x="60008" y="360045"/>
                  </a:lnTo>
                  <a:lnTo>
                    <a:pt x="60008" y="390525"/>
                  </a:lnTo>
                  <a:lnTo>
                    <a:pt x="0" y="390525"/>
                  </a:lnTo>
                  <a:lnTo>
                    <a:pt x="0" y="16192"/>
                  </a:lnTo>
                  <a:lnTo>
                    <a:pt x="61913" y="0"/>
                  </a:lnTo>
                  <a:lnTo>
                    <a:pt x="61913" y="154305"/>
                  </a:lnTo>
                  <a:lnTo>
                    <a:pt x="62865" y="154305"/>
                  </a:lnTo>
                  <a:cubicBezTo>
                    <a:pt x="80963" y="130492"/>
                    <a:pt x="107633" y="116205"/>
                    <a:pt x="140970" y="116205"/>
                  </a:cubicBezTo>
                  <a:cubicBezTo>
                    <a:pt x="205740" y="117157"/>
                    <a:pt x="249555" y="169545"/>
                    <a:pt x="249555" y="256223"/>
                  </a:cubicBezTo>
                  <a:close/>
                  <a:moveTo>
                    <a:pt x="187642" y="257175"/>
                  </a:moveTo>
                  <a:cubicBezTo>
                    <a:pt x="187642" y="201930"/>
                    <a:pt x="164783" y="173355"/>
                    <a:pt x="125730" y="173355"/>
                  </a:cubicBezTo>
                  <a:cubicBezTo>
                    <a:pt x="101917" y="173355"/>
                    <a:pt x="81915" y="183832"/>
                    <a:pt x="62865" y="207645"/>
                  </a:cubicBezTo>
                  <a:lnTo>
                    <a:pt x="62865" y="305753"/>
                  </a:lnTo>
                  <a:cubicBezTo>
                    <a:pt x="80963" y="329565"/>
                    <a:pt x="100965" y="341948"/>
                    <a:pt x="126683" y="341948"/>
                  </a:cubicBezTo>
                  <a:cubicBezTo>
                    <a:pt x="166688" y="341948"/>
                    <a:pt x="187642" y="310515"/>
                    <a:pt x="187642" y="2571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7" name="Freihandform: Form 176">
              <a:extLst>
                <a:ext uri="{FF2B5EF4-FFF2-40B4-BE49-F238E27FC236}">
                  <a16:creationId xmlns:a16="http://schemas.microsoft.com/office/drawing/2014/main" id="{30787BF8-95C4-40D1-AE1C-FAA8A8A397E7}"/>
                </a:ext>
              </a:extLst>
            </p:cNvPr>
            <p:cNvSpPr/>
            <p:nvPr/>
          </p:nvSpPr>
          <p:spPr>
            <a:xfrm>
              <a:off x="3515677" y="3217544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2 h 279082"/>
                <a:gd name="connsiteX7" fmla="*/ 198120 w 242887"/>
                <a:gd name="connsiteY7" fmla="*/ 194310 h 279082"/>
                <a:gd name="connsiteX8" fmla="*/ 237172 w 242887"/>
                <a:gd name="connsiteY8" fmla="*/ 235267 h 279082"/>
                <a:gd name="connsiteX9" fmla="*/ 132397 w 242887"/>
                <a:gd name="connsiteY9" fmla="*/ 279083 h 279082"/>
                <a:gd name="connsiteX10" fmla="*/ 62865 w 242887"/>
                <a:gd name="connsiteY10" fmla="*/ 115252 h 279082"/>
                <a:gd name="connsiteX11" fmla="*/ 183832 w 242887"/>
                <a:gd name="connsiteY11" fmla="*/ 115252 h 279082"/>
                <a:gd name="connsiteX12" fmla="*/ 124777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2"/>
                    <a:pt x="132397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2" y="235267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2865" y="115252"/>
                  </a:moveTo>
                  <a:lnTo>
                    <a:pt x="183832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8" name="Freihandform: Form 177">
              <a:extLst>
                <a:ext uri="{FF2B5EF4-FFF2-40B4-BE49-F238E27FC236}">
                  <a16:creationId xmlns:a16="http://schemas.microsoft.com/office/drawing/2014/main" id="{98929552-9ABC-407B-9587-131D54401CDC}"/>
                </a:ext>
              </a:extLst>
            </p:cNvPr>
            <p:cNvSpPr/>
            <p:nvPr/>
          </p:nvSpPr>
          <p:spPr>
            <a:xfrm>
              <a:off x="3829049" y="3217301"/>
              <a:ext cx="160020" cy="273610"/>
            </a:xfrm>
            <a:custGeom>
              <a:avLst/>
              <a:gdLst>
                <a:gd name="connsiteX0" fmla="*/ 160020 w 160020"/>
                <a:gd name="connsiteY0" fmla="*/ 5005 h 273610"/>
                <a:gd name="connsiteX1" fmla="*/ 150495 w 160020"/>
                <a:gd name="connsiteY1" fmla="*/ 68823 h 273610"/>
                <a:gd name="connsiteX2" fmla="*/ 116205 w 160020"/>
                <a:gd name="connsiteY2" fmla="*/ 60250 h 273610"/>
                <a:gd name="connsiteX3" fmla="*/ 61913 w 160020"/>
                <a:gd name="connsiteY3" fmla="*/ 135498 h 273610"/>
                <a:gd name="connsiteX4" fmla="*/ 61913 w 160020"/>
                <a:gd name="connsiteY4" fmla="*/ 273610 h 273610"/>
                <a:gd name="connsiteX5" fmla="*/ 0 w 160020"/>
                <a:gd name="connsiteY5" fmla="*/ 273610 h 273610"/>
                <a:gd name="connsiteX6" fmla="*/ 0 w 160020"/>
                <a:gd name="connsiteY6" fmla="*/ 6910 h 273610"/>
                <a:gd name="connsiteX7" fmla="*/ 60960 w 160020"/>
                <a:gd name="connsiteY7" fmla="*/ 6910 h 273610"/>
                <a:gd name="connsiteX8" fmla="*/ 60960 w 160020"/>
                <a:gd name="connsiteY8" fmla="*/ 40248 h 273610"/>
                <a:gd name="connsiteX9" fmla="*/ 61913 w 160020"/>
                <a:gd name="connsiteY9" fmla="*/ 40248 h 273610"/>
                <a:gd name="connsiteX10" fmla="*/ 131445 w 160020"/>
                <a:gd name="connsiteY10" fmla="*/ 243 h 273610"/>
                <a:gd name="connsiteX11" fmla="*/ 160020 w 160020"/>
                <a:gd name="connsiteY11" fmla="*/ 5005 h 273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3610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2" y="60250"/>
                    <a:pt x="61913" y="94540"/>
                    <a:pt x="61913" y="135498"/>
                  </a:cubicBezTo>
                  <a:lnTo>
                    <a:pt x="61913" y="273610"/>
                  </a:lnTo>
                  <a:lnTo>
                    <a:pt x="0" y="273610"/>
                  </a:lnTo>
                  <a:lnTo>
                    <a:pt x="0" y="6910"/>
                  </a:lnTo>
                  <a:lnTo>
                    <a:pt x="60960" y="6910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39065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9" name="Freihandform: Form 178">
              <a:extLst>
                <a:ext uri="{FF2B5EF4-FFF2-40B4-BE49-F238E27FC236}">
                  <a16:creationId xmlns:a16="http://schemas.microsoft.com/office/drawing/2014/main" id="{BF752B82-4D94-4179-B1F4-7DFFDB975482}"/>
                </a:ext>
              </a:extLst>
            </p:cNvPr>
            <p:cNvSpPr/>
            <p:nvPr/>
          </p:nvSpPr>
          <p:spPr>
            <a:xfrm>
              <a:off x="4022407" y="3217544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7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2 h 279082"/>
                <a:gd name="connsiteX7" fmla="*/ 198120 w 242887"/>
                <a:gd name="connsiteY7" fmla="*/ 194310 h 279082"/>
                <a:gd name="connsiteX8" fmla="*/ 237173 w 242887"/>
                <a:gd name="connsiteY8" fmla="*/ 235267 h 279082"/>
                <a:gd name="connsiteX9" fmla="*/ 132397 w 242887"/>
                <a:gd name="connsiteY9" fmla="*/ 279083 h 279082"/>
                <a:gd name="connsiteX10" fmla="*/ 62865 w 242887"/>
                <a:gd name="connsiteY10" fmla="*/ 115252 h 279082"/>
                <a:gd name="connsiteX11" fmla="*/ 183833 w 242887"/>
                <a:gd name="connsiteY11" fmla="*/ 115252 h 279082"/>
                <a:gd name="connsiteX12" fmla="*/ 124777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7" y="0"/>
                  </a:cubicBezTo>
                  <a:cubicBezTo>
                    <a:pt x="196215" y="0"/>
                    <a:pt x="242887" y="53340"/>
                    <a:pt x="242887" y="135255"/>
                  </a:cubicBezTo>
                  <a:cubicBezTo>
                    <a:pt x="242887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3" y="201930"/>
                    <a:pt x="94297" y="225742"/>
                    <a:pt x="132397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3" y="235267"/>
                  </a:lnTo>
                  <a:cubicBezTo>
                    <a:pt x="207645" y="264795"/>
                    <a:pt x="173355" y="279083"/>
                    <a:pt x="132397" y="279083"/>
                  </a:cubicBezTo>
                  <a:close/>
                  <a:moveTo>
                    <a:pt x="62865" y="115252"/>
                  </a:moveTo>
                  <a:lnTo>
                    <a:pt x="183833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90488" y="50482"/>
                    <a:pt x="68580" y="74295"/>
                    <a:pt x="62865" y="115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0" name="Freihandform: Form 179">
              <a:extLst>
                <a:ext uri="{FF2B5EF4-FFF2-40B4-BE49-F238E27FC236}">
                  <a16:creationId xmlns:a16="http://schemas.microsoft.com/office/drawing/2014/main" id="{B3177CBC-CA24-49A5-8158-7AEB6780019B}"/>
                </a:ext>
              </a:extLst>
            </p:cNvPr>
            <p:cNvSpPr/>
            <p:nvPr/>
          </p:nvSpPr>
          <p:spPr>
            <a:xfrm>
              <a:off x="4325302" y="3105149"/>
              <a:ext cx="79057" cy="385762"/>
            </a:xfrm>
            <a:custGeom>
              <a:avLst/>
              <a:gdLst>
                <a:gd name="connsiteX0" fmla="*/ 79057 w 79057"/>
                <a:gd name="connsiteY0" fmla="*/ 38100 h 385762"/>
                <a:gd name="connsiteX1" fmla="*/ 39053 w 79057"/>
                <a:gd name="connsiteY1" fmla="*/ 76200 h 385762"/>
                <a:gd name="connsiteX2" fmla="*/ 0 w 79057"/>
                <a:gd name="connsiteY2" fmla="*/ 38100 h 385762"/>
                <a:gd name="connsiteX3" fmla="*/ 39053 w 79057"/>
                <a:gd name="connsiteY3" fmla="*/ 0 h 385762"/>
                <a:gd name="connsiteX4" fmla="*/ 79057 w 79057"/>
                <a:gd name="connsiteY4" fmla="*/ 38100 h 385762"/>
                <a:gd name="connsiteX5" fmla="*/ 71438 w 79057"/>
                <a:gd name="connsiteY5" fmla="*/ 385763 h 385762"/>
                <a:gd name="connsiteX6" fmla="*/ 9525 w 79057"/>
                <a:gd name="connsiteY6" fmla="*/ 385763 h 385762"/>
                <a:gd name="connsiteX7" fmla="*/ 9525 w 79057"/>
                <a:gd name="connsiteY7" fmla="*/ 119063 h 385762"/>
                <a:gd name="connsiteX8" fmla="*/ 71438 w 79057"/>
                <a:gd name="connsiteY8" fmla="*/ 119063 h 385762"/>
                <a:gd name="connsiteX9" fmla="*/ 71438 w 79057"/>
                <a:gd name="connsiteY9" fmla="*/ 385763 h 385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5762">
                  <a:moveTo>
                    <a:pt x="79057" y="38100"/>
                  </a:moveTo>
                  <a:cubicBezTo>
                    <a:pt x="79057" y="60008"/>
                    <a:pt x="60960" y="76200"/>
                    <a:pt x="39053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2"/>
                    <a:pt x="18097" y="0"/>
                    <a:pt x="39053" y="0"/>
                  </a:cubicBezTo>
                  <a:cubicBezTo>
                    <a:pt x="61913" y="0"/>
                    <a:pt x="79057" y="16192"/>
                    <a:pt x="79057" y="38100"/>
                  </a:cubicBezTo>
                  <a:close/>
                  <a:moveTo>
                    <a:pt x="71438" y="385763"/>
                  </a:moveTo>
                  <a:lnTo>
                    <a:pt x="9525" y="385763"/>
                  </a:lnTo>
                  <a:lnTo>
                    <a:pt x="9525" y="119063"/>
                  </a:lnTo>
                  <a:lnTo>
                    <a:pt x="71438" y="119063"/>
                  </a:lnTo>
                  <a:lnTo>
                    <a:pt x="71438" y="38576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1" name="Freihandform: Form 180">
              <a:extLst>
                <a:ext uri="{FF2B5EF4-FFF2-40B4-BE49-F238E27FC236}">
                  <a16:creationId xmlns:a16="http://schemas.microsoft.com/office/drawing/2014/main" id="{D15F8C52-CCE6-4F1E-889B-D672DAC96462}"/>
                </a:ext>
              </a:extLst>
            </p:cNvPr>
            <p:cNvSpPr/>
            <p:nvPr/>
          </p:nvSpPr>
          <p:spPr>
            <a:xfrm>
              <a:off x="4463414" y="3216591"/>
              <a:ext cx="224790" cy="280035"/>
            </a:xfrm>
            <a:custGeom>
              <a:avLst/>
              <a:gdLst>
                <a:gd name="connsiteX0" fmla="*/ 222885 w 224790"/>
                <a:gd name="connsiteY0" fmla="*/ 237173 h 280035"/>
                <a:gd name="connsiteX1" fmla="*/ 127635 w 224790"/>
                <a:gd name="connsiteY1" fmla="*/ 280035 h 280035"/>
                <a:gd name="connsiteX2" fmla="*/ 0 w 224790"/>
                <a:gd name="connsiteY2" fmla="*/ 140970 h 280035"/>
                <a:gd name="connsiteX3" fmla="*/ 128588 w 224790"/>
                <a:gd name="connsiteY3" fmla="*/ 0 h 280035"/>
                <a:gd name="connsiteX4" fmla="*/ 224790 w 224790"/>
                <a:gd name="connsiteY4" fmla="*/ 45720 h 280035"/>
                <a:gd name="connsiteX5" fmla="*/ 181928 w 224790"/>
                <a:gd name="connsiteY5" fmla="*/ 86678 h 280035"/>
                <a:gd name="connsiteX6" fmla="*/ 128588 w 224790"/>
                <a:gd name="connsiteY6" fmla="*/ 57150 h 280035"/>
                <a:gd name="connsiteX7" fmla="*/ 62865 w 224790"/>
                <a:gd name="connsiteY7" fmla="*/ 140017 h 280035"/>
                <a:gd name="connsiteX8" fmla="*/ 128588 w 224790"/>
                <a:gd name="connsiteY8" fmla="*/ 222885 h 280035"/>
                <a:gd name="connsiteX9" fmla="*/ 183832 w 224790"/>
                <a:gd name="connsiteY9" fmla="*/ 193358 h 280035"/>
                <a:gd name="connsiteX10" fmla="*/ 222885 w 224790"/>
                <a:gd name="connsiteY10" fmla="*/ 237173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90" h="280035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6688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2" y="193358"/>
                  </a:cubicBezTo>
                  <a:lnTo>
                    <a:pt x="222885" y="2371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2" name="Freihandform: Form 181">
              <a:extLst>
                <a:ext uri="{FF2B5EF4-FFF2-40B4-BE49-F238E27FC236}">
                  <a16:creationId xmlns:a16="http://schemas.microsoft.com/office/drawing/2014/main" id="{9685CF63-81A1-40EB-820A-C74025CA8AC8}"/>
                </a:ext>
              </a:extLst>
            </p:cNvPr>
            <p:cNvSpPr/>
            <p:nvPr/>
          </p:nvSpPr>
          <p:spPr>
            <a:xfrm>
              <a:off x="4742496" y="3100387"/>
              <a:ext cx="228600" cy="390525"/>
            </a:xfrm>
            <a:custGeom>
              <a:avLst/>
              <a:gdLst>
                <a:gd name="connsiteX0" fmla="*/ 228600 w 228600"/>
                <a:gd name="connsiteY0" fmla="*/ 390525 h 390525"/>
                <a:gd name="connsiteX1" fmla="*/ 166688 w 228600"/>
                <a:gd name="connsiteY1" fmla="*/ 390525 h 390525"/>
                <a:gd name="connsiteX2" fmla="*/ 166688 w 228600"/>
                <a:gd name="connsiteY2" fmla="*/ 238125 h 390525"/>
                <a:gd name="connsiteX3" fmla="*/ 117158 w 228600"/>
                <a:gd name="connsiteY3" fmla="*/ 173355 h 390525"/>
                <a:gd name="connsiteX4" fmla="*/ 61913 w 228600"/>
                <a:gd name="connsiteY4" fmla="*/ 238125 h 390525"/>
                <a:gd name="connsiteX5" fmla="*/ 61913 w 228600"/>
                <a:gd name="connsiteY5" fmla="*/ 390525 h 390525"/>
                <a:gd name="connsiteX6" fmla="*/ 0 w 228600"/>
                <a:gd name="connsiteY6" fmla="*/ 390525 h 390525"/>
                <a:gd name="connsiteX7" fmla="*/ 0 w 228600"/>
                <a:gd name="connsiteY7" fmla="*/ 16192 h 390525"/>
                <a:gd name="connsiteX8" fmla="*/ 61913 w 228600"/>
                <a:gd name="connsiteY8" fmla="*/ 0 h 390525"/>
                <a:gd name="connsiteX9" fmla="*/ 61913 w 228600"/>
                <a:gd name="connsiteY9" fmla="*/ 155258 h 390525"/>
                <a:gd name="connsiteX10" fmla="*/ 62865 w 228600"/>
                <a:gd name="connsiteY10" fmla="*/ 155258 h 390525"/>
                <a:gd name="connsiteX11" fmla="*/ 140970 w 228600"/>
                <a:gd name="connsiteY11" fmla="*/ 116205 h 390525"/>
                <a:gd name="connsiteX12" fmla="*/ 228600 w 228600"/>
                <a:gd name="connsiteY12" fmla="*/ 223838 h 390525"/>
                <a:gd name="connsiteX13" fmla="*/ 228600 w 228600"/>
                <a:gd name="connsiteY13" fmla="*/ 390525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390525">
                  <a:moveTo>
                    <a:pt x="228600" y="390525"/>
                  </a:moveTo>
                  <a:lnTo>
                    <a:pt x="166688" y="390525"/>
                  </a:lnTo>
                  <a:lnTo>
                    <a:pt x="166688" y="238125"/>
                  </a:lnTo>
                  <a:cubicBezTo>
                    <a:pt x="166688" y="199073"/>
                    <a:pt x="154305" y="173355"/>
                    <a:pt x="117158" y="173355"/>
                  </a:cubicBezTo>
                  <a:cubicBezTo>
                    <a:pt x="74295" y="173355"/>
                    <a:pt x="61913" y="207645"/>
                    <a:pt x="61913" y="238125"/>
                  </a:cubicBezTo>
                  <a:lnTo>
                    <a:pt x="61913" y="390525"/>
                  </a:lnTo>
                  <a:lnTo>
                    <a:pt x="0" y="390525"/>
                  </a:lnTo>
                  <a:lnTo>
                    <a:pt x="0" y="16192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9052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3" name="Freihandform: Form 182">
              <a:extLst>
                <a:ext uri="{FF2B5EF4-FFF2-40B4-BE49-F238E27FC236}">
                  <a16:creationId xmlns:a16="http://schemas.microsoft.com/office/drawing/2014/main" id="{0C5B9D47-061E-44B8-8092-76D3A05D62CB}"/>
                </a:ext>
              </a:extLst>
            </p:cNvPr>
            <p:cNvSpPr/>
            <p:nvPr/>
          </p:nvSpPr>
          <p:spPr>
            <a:xfrm>
              <a:off x="5209221" y="3122294"/>
              <a:ext cx="273367" cy="368617"/>
            </a:xfrm>
            <a:custGeom>
              <a:avLst/>
              <a:gdLst>
                <a:gd name="connsiteX0" fmla="*/ 64770 w 273367"/>
                <a:gd name="connsiteY0" fmla="*/ 368617 h 368617"/>
                <a:gd name="connsiteX1" fmla="*/ 0 w 273367"/>
                <a:gd name="connsiteY1" fmla="*/ 368617 h 368617"/>
                <a:gd name="connsiteX2" fmla="*/ 0 w 273367"/>
                <a:gd name="connsiteY2" fmla="*/ 0 h 368617"/>
                <a:gd name="connsiteX3" fmla="*/ 137160 w 273367"/>
                <a:gd name="connsiteY3" fmla="*/ 0 h 368617"/>
                <a:gd name="connsiteX4" fmla="*/ 263843 w 273367"/>
                <a:gd name="connsiteY4" fmla="*/ 108585 h 368617"/>
                <a:gd name="connsiteX5" fmla="*/ 188595 w 273367"/>
                <a:gd name="connsiteY5" fmla="*/ 214313 h 368617"/>
                <a:gd name="connsiteX6" fmla="*/ 273368 w 273367"/>
                <a:gd name="connsiteY6" fmla="*/ 368617 h 368617"/>
                <a:gd name="connsiteX7" fmla="*/ 196215 w 273367"/>
                <a:gd name="connsiteY7" fmla="*/ 368617 h 368617"/>
                <a:gd name="connsiteX8" fmla="*/ 120015 w 273367"/>
                <a:gd name="connsiteY8" fmla="*/ 220980 h 368617"/>
                <a:gd name="connsiteX9" fmla="*/ 63818 w 273367"/>
                <a:gd name="connsiteY9" fmla="*/ 220980 h 368617"/>
                <a:gd name="connsiteX10" fmla="*/ 63818 w 273367"/>
                <a:gd name="connsiteY10" fmla="*/ 368617 h 368617"/>
                <a:gd name="connsiteX11" fmla="*/ 197168 w 273367"/>
                <a:gd name="connsiteY11" fmla="*/ 110490 h 368617"/>
                <a:gd name="connsiteX12" fmla="*/ 131445 w 273367"/>
                <a:gd name="connsiteY12" fmla="*/ 57150 h 368617"/>
                <a:gd name="connsiteX13" fmla="*/ 64770 w 273367"/>
                <a:gd name="connsiteY13" fmla="*/ 57150 h 368617"/>
                <a:gd name="connsiteX14" fmla="*/ 64770 w 273367"/>
                <a:gd name="connsiteY14" fmla="*/ 164782 h 368617"/>
                <a:gd name="connsiteX15" fmla="*/ 128588 w 273367"/>
                <a:gd name="connsiteY15" fmla="*/ 164782 h 368617"/>
                <a:gd name="connsiteX16" fmla="*/ 197168 w 273367"/>
                <a:gd name="connsiteY16" fmla="*/ 110490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73367" h="368617">
                  <a:moveTo>
                    <a:pt x="64770" y="368617"/>
                  </a:moveTo>
                  <a:lnTo>
                    <a:pt x="0" y="368617"/>
                  </a:lnTo>
                  <a:lnTo>
                    <a:pt x="0" y="0"/>
                  </a:lnTo>
                  <a:lnTo>
                    <a:pt x="137160" y="0"/>
                  </a:lnTo>
                  <a:cubicBezTo>
                    <a:pt x="215265" y="0"/>
                    <a:pt x="263843" y="36195"/>
                    <a:pt x="263843" y="108585"/>
                  </a:cubicBezTo>
                  <a:cubicBezTo>
                    <a:pt x="263843" y="164782"/>
                    <a:pt x="235268" y="200025"/>
                    <a:pt x="188595" y="214313"/>
                  </a:cubicBezTo>
                  <a:lnTo>
                    <a:pt x="273368" y="368617"/>
                  </a:lnTo>
                  <a:lnTo>
                    <a:pt x="196215" y="368617"/>
                  </a:lnTo>
                  <a:lnTo>
                    <a:pt x="120015" y="220980"/>
                  </a:lnTo>
                  <a:lnTo>
                    <a:pt x="63818" y="220980"/>
                  </a:lnTo>
                  <a:lnTo>
                    <a:pt x="63818" y="368617"/>
                  </a:lnTo>
                  <a:close/>
                  <a:moveTo>
                    <a:pt x="197168" y="110490"/>
                  </a:moveTo>
                  <a:cubicBezTo>
                    <a:pt x="197168" y="74295"/>
                    <a:pt x="174308" y="57150"/>
                    <a:pt x="131445" y="57150"/>
                  </a:cubicBezTo>
                  <a:lnTo>
                    <a:pt x="64770" y="57150"/>
                  </a:lnTo>
                  <a:lnTo>
                    <a:pt x="64770" y="164782"/>
                  </a:lnTo>
                  <a:lnTo>
                    <a:pt x="128588" y="164782"/>
                  </a:lnTo>
                  <a:cubicBezTo>
                    <a:pt x="173355" y="164782"/>
                    <a:pt x="197168" y="146685"/>
                    <a:pt x="197168" y="1104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4" name="Freihandform: Form 183">
              <a:extLst>
                <a:ext uri="{FF2B5EF4-FFF2-40B4-BE49-F238E27FC236}">
                  <a16:creationId xmlns:a16="http://schemas.microsoft.com/office/drawing/2014/main" id="{7C59B211-BAB8-489C-B154-5529C1834206}"/>
                </a:ext>
              </a:extLst>
            </p:cNvPr>
            <p:cNvSpPr/>
            <p:nvPr/>
          </p:nvSpPr>
          <p:spPr>
            <a:xfrm>
              <a:off x="5523546" y="3217544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2 h 279082"/>
                <a:gd name="connsiteX7" fmla="*/ 198120 w 242887"/>
                <a:gd name="connsiteY7" fmla="*/ 194310 h 279082"/>
                <a:gd name="connsiteX8" fmla="*/ 237172 w 242887"/>
                <a:gd name="connsiteY8" fmla="*/ 235267 h 279082"/>
                <a:gd name="connsiteX9" fmla="*/ 132397 w 242887"/>
                <a:gd name="connsiteY9" fmla="*/ 279083 h 279082"/>
                <a:gd name="connsiteX10" fmla="*/ 62865 w 242887"/>
                <a:gd name="connsiteY10" fmla="*/ 115252 h 279082"/>
                <a:gd name="connsiteX11" fmla="*/ 183833 w 242887"/>
                <a:gd name="connsiteY11" fmla="*/ 115252 h 279082"/>
                <a:gd name="connsiteX12" fmla="*/ 124778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3" y="201930"/>
                    <a:pt x="94297" y="225742"/>
                    <a:pt x="132397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2" y="235267"/>
                  </a:lnTo>
                  <a:cubicBezTo>
                    <a:pt x="206693" y="264795"/>
                    <a:pt x="173355" y="279083"/>
                    <a:pt x="132397" y="279083"/>
                  </a:cubicBezTo>
                  <a:close/>
                  <a:moveTo>
                    <a:pt x="62865" y="115252"/>
                  </a:moveTo>
                  <a:lnTo>
                    <a:pt x="183833" y="115252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8580" y="74295"/>
                    <a:pt x="62865" y="115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5" name="Freihandform: Form 184">
              <a:extLst>
                <a:ext uri="{FF2B5EF4-FFF2-40B4-BE49-F238E27FC236}">
                  <a16:creationId xmlns:a16="http://schemas.microsoft.com/office/drawing/2014/main" id="{8A4F19CE-1147-41B6-A789-087E963C7CFE}"/>
                </a:ext>
              </a:extLst>
            </p:cNvPr>
            <p:cNvSpPr/>
            <p:nvPr/>
          </p:nvSpPr>
          <p:spPr>
            <a:xfrm>
              <a:off x="5821679" y="3216591"/>
              <a:ext cx="224789" cy="280035"/>
            </a:xfrm>
            <a:custGeom>
              <a:avLst/>
              <a:gdLst>
                <a:gd name="connsiteX0" fmla="*/ 222885 w 224789"/>
                <a:gd name="connsiteY0" fmla="*/ 237173 h 280035"/>
                <a:gd name="connsiteX1" fmla="*/ 127635 w 224789"/>
                <a:gd name="connsiteY1" fmla="*/ 280035 h 280035"/>
                <a:gd name="connsiteX2" fmla="*/ 0 w 224789"/>
                <a:gd name="connsiteY2" fmla="*/ 140970 h 280035"/>
                <a:gd name="connsiteX3" fmla="*/ 128588 w 224789"/>
                <a:gd name="connsiteY3" fmla="*/ 0 h 280035"/>
                <a:gd name="connsiteX4" fmla="*/ 224790 w 224789"/>
                <a:gd name="connsiteY4" fmla="*/ 45720 h 280035"/>
                <a:gd name="connsiteX5" fmla="*/ 181927 w 224789"/>
                <a:gd name="connsiteY5" fmla="*/ 86678 h 280035"/>
                <a:gd name="connsiteX6" fmla="*/ 128588 w 224789"/>
                <a:gd name="connsiteY6" fmla="*/ 57150 h 280035"/>
                <a:gd name="connsiteX7" fmla="*/ 62865 w 224789"/>
                <a:gd name="connsiteY7" fmla="*/ 140017 h 280035"/>
                <a:gd name="connsiteX8" fmla="*/ 128588 w 224789"/>
                <a:gd name="connsiteY8" fmla="*/ 222885 h 280035"/>
                <a:gd name="connsiteX9" fmla="*/ 183832 w 224789"/>
                <a:gd name="connsiteY9" fmla="*/ 193358 h 280035"/>
                <a:gd name="connsiteX10" fmla="*/ 222885 w 224789"/>
                <a:gd name="connsiteY10" fmla="*/ 237173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89" h="280035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7" y="15240"/>
                    <a:pt x="224790" y="45720"/>
                  </a:cubicBezTo>
                  <a:lnTo>
                    <a:pt x="181927" y="86678"/>
                  </a:lnTo>
                  <a:cubicBezTo>
                    <a:pt x="166688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2" y="193358"/>
                  </a:cubicBezTo>
                  <a:lnTo>
                    <a:pt x="222885" y="2371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6" name="Freihandform: Form 185">
              <a:extLst>
                <a:ext uri="{FF2B5EF4-FFF2-40B4-BE49-F238E27FC236}">
                  <a16:creationId xmlns:a16="http://schemas.microsoft.com/office/drawing/2014/main" id="{E99F0637-ACE1-4143-A682-71DB314898B9}"/>
                </a:ext>
              </a:extLst>
            </p:cNvPr>
            <p:cNvSpPr/>
            <p:nvPr/>
          </p:nvSpPr>
          <p:spPr>
            <a:xfrm>
              <a:off x="6099809" y="3100387"/>
              <a:ext cx="228600" cy="390525"/>
            </a:xfrm>
            <a:custGeom>
              <a:avLst/>
              <a:gdLst>
                <a:gd name="connsiteX0" fmla="*/ 228600 w 228600"/>
                <a:gd name="connsiteY0" fmla="*/ 390525 h 390525"/>
                <a:gd name="connsiteX1" fmla="*/ 166688 w 228600"/>
                <a:gd name="connsiteY1" fmla="*/ 390525 h 390525"/>
                <a:gd name="connsiteX2" fmla="*/ 166688 w 228600"/>
                <a:gd name="connsiteY2" fmla="*/ 238125 h 390525"/>
                <a:gd name="connsiteX3" fmla="*/ 117158 w 228600"/>
                <a:gd name="connsiteY3" fmla="*/ 173355 h 390525"/>
                <a:gd name="connsiteX4" fmla="*/ 61913 w 228600"/>
                <a:gd name="connsiteY4" fmla="*/ 238125 h 390525"/>
                <a:gd name="connsiteX5" fmla="*/ 61913 w 228600"/>
                <a:gd name="connsiteY5" fmla="*/ 390525 h 390525"/>
                <a:gd name="connsiteX6" fmla="*/ 0 w 228600"/>
                <a:gd name="connsiteY6" fmla="*/ 390525 h 390525"/>
                <a:gd name="connsiteX7" fmla="*/ 0 w 228600"/>
                <a:gd name="connsiteY7" fmla="*/ 16192 h 390525"/>
                <a:gd name="connsiteX8" fmla="*/ 61913 w 228600"/>
                <a:gd name="connsiteY8" fmla="*/ 0 h 390525"/>
                <a:gd name="connsiteX9" fmla="*/ 61913 w 228600"/>
                <a:gd name="connsiteY9" fmla="*/ 155258 h 390525"/>
                <a:gd name="connsiteX10" fmla="*/ 62865 w 228600"/>
                <a:gd name="connsiteY10" fmla="*/ 155258 h 390525"/>
                <a:gd name="connsiteX11" fmla="*/ 140970 w 228600"/>
                <a:gd name="connsiteY11" fmla="*/ 116205 h 390525"/>
                <a:gd name="connsiteX12" fmla="*/ 228600 w 228600"/>
                <a:gd name="connsiteY12" fmla="*/ 223838 h 390525"/>
                <a:gd name="connsiteX13" fmla="*/ 228600 w 228600"/>
                <a:gd name="connsiteY13" fmla="*/ 390525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390525">
                  <a:moveTo>
                    <a:pt x="228600" y="390525"/>
                  </a:moveTo>
                  <a:lnTo>
                    <a:pt x="166688" y="390525"/>
                  </a:lnTo>
                  <a:lnTo>
                    <a:pt x="166688" y="238125"/>
                  </a:lnTo>
                  <a:cubicBezTo>
                    <a:pt x="166688" y="199073"/>
                    <a:pt x="154305" y="173355"/>
                    <a:pt x="117158" y="173355"/>
                  </a:cubicBezTo>
                  <a:cubicBezTo>
                    <a:pt x="74295" y="173355"/>
                    <a:pt x="61913" y="207645"/>
                    <a:pt x="61913" y="238125"/>
                  </a:cubicBezTo>
                  <a:lnTo>
                    <a:pt x="61913" y="390525"/>
                  </a:lnTo>
                  <a:lnTo>
                    <a:pt x="0" y="390525"/>
                  </a:lnTo>
                  <a:lnTo>
                    <a:pt x="0" y="16192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9052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7" name="Freihandform: Form 186">
              <a:extLst>
                <a:ext uri="{FF2B5EF4-FFF2-40B4-BE49-F238E27FC236}">
                  <a16:creationId xmlns:a16="http://schemas.microsoft.com/office/drawing/2014/main" id="{A1D98275-0AAB-49E7-8C98-A09EED60B8FC}"/>
                </a:ext>
              </a:extLst>
            </p:cNvPr>
            <p:cNvSpPr/>
            <p:nvPr/>
          </p:nvSpPr>
          <p:spPr>
            <a:xfrm>
              <a:off x="6377939" y="3138487"/>
              <a:ext cx="165734" cy="358140"/>
            </a:xfrm>
            <a:custGeom>
              <a:avLst/>
              <a:gdLst>
                <a:gd name="connsiteX0" fmla="*/ 165735 w 165734"/>
                <a:gd name="connsiteY0" fmla="*/ 295275 h 358140"/>
                <a:gd name="connsiteX1" fmla="*/ 165735 w 165734"/>
                <a:gd name="connsiteY1" fmla="*/ 348615 h 358140"/>
                <a:gd name="connsiteX2" fmla="*/ 113347 w 165734"/>
                <a:gd name="connsiteY2" fmla="*/ 358140 h 358140"/>
                <a:gd name="connsiteX3" fmla="*/ 40957 w 165734"/>
                <a:gd name="connsiteY3" fmla="*/ 282892 h 358140"/>
                <a:gd name="connsiteX4" fmla="*/ 40957 w 165734"/>
                <a:gd name="connsiteY4" fmla="*/ 137160 h 358140"/>
                <a:gd name="connsiteX5" fmla="*/ 0 w 165734"/>
                <a:gd name="connsiteY5" fmla="*/ 137160 h 358140"/>
                <a:gd name="connsiteX6" fmla="*/ 0 w 165734"/>
                <a:gd name="connsiteY6" fmla="*/ 85725 h 358140"/>
                <a:gd name="connsiteX7" fmla="*/ 40005 w 165734"/>
                <a:gd name="connsiteY7" fmla="*/ 85725 h 358140"/>
                <a:gd name="connsiteX8" fmla="*/ 40005 w 165734"/>
                <a:gd name="connsiteY8" fmla="*/ 13335 h 358140"/>
                <a:gd name="connsiteX9" fmla="*/ 101917 w 165734"/>
                <a:gd name="connsiteY9" fmla="*/ 0 h 358140"/>
                <a:gd name="connsiteX10" fmla="*/ 101917 w 165734"/>
                <a:gd name="connsiteY10" fmla="*/ 86677 h 358140"/>
                <a:gd name="connsiteX11" fmla="*/ 165735 w 165734"/>
                <a:gd name="connsiteY11" fmla="*/ 86677 h 358140"/>
                <a:gd name="connsiteX12" fmla="*/ 165735 w 165734"/>
                <a:gd name="connsiteY12" fmla="*/ 138113 h 358140"/>
                <a:gd name="connsiteX13" fmla="*/ 101917 w 165734"/>
                <a:gd name="connsiteY13" fmla="*/ 138113 h 358140"/>
                <a:gd name="connsiteX14" fmla="*/ 101917 w 165734"/>
                <a:gd name="connsiteY14" fmla="*/ 269558 h 358140"/>
                <a:gd name="connsiteX15" fmla="*/ 130492 w 165734"/>
                <a:gd name="connsiteY15" fmla="*/ 304800 h 358140"/>
                <a:gd name="connsiteX16" fmla="*/ 165735 w 165734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7" y="0"/>
                  </a:lnTo>
                  <a:lnTo>
                    <a:pt x="101917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7" y="138113"/>
                  </a:lnTo>
                  <a:lnTo>
                    <a:pt x="101917" y="269558"/>
                  </a:lnTo>
                  <a:cubicBezTo>
                    <a:pt x="101917" y="294322"/>
                    <a:pt x="110490" y="304800"/>
                    <a:pt x="130492" y="304800"/>
                  </a:cubicBezTo>
                  <a:cubicBezTo>
                    <a:pt x="142875" y="303847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8" name="Freihandform: Form 187">
              <a:extLst>
                <a:ext uri="{FF2B5EF4-FFF2-40B4-BE49-F238E27FC236}">
                  <a16:creationId xmlns:a16="http://schemas.microsoft.com/office/drawing/2014/main" id="{8C9F4491-3D5D-42B3-8605-45E6CA52B8D4}"/>
                </a:ext>
              </a:extLst>
            </p:cNvPr>
            <p:cNvSpPr/>
            <p:nvPr/>
          </p:nvSpPr>
          <p:spPr>
            <a:xfrm>
              <a:off x="6588442" y="3216591"/>
              <a:ext cx="205739" cy="280035"/>
            </a:xfrm>
            <a:custGeom>
              <a:avLst/>
              <a:gdLst>
                <a:gd name="connsiteX0" fmla="*/ 29527 w 205739"/>
                <a:gd name="connsiteY0" fmla="*/ 198120 h 280035"/>
                <a:gd name="connsiteX1" fmla="*/ 104775 w 205739"/>
                <a:gd name="connsiteY1" fmla="*/ 227648 h 280035"/>
                <a:gd name="connsiteX2" fmla="*/ 143827 w 205739"/>
                <a:gd name="connsiteY2" fmla="*/ 200978 h 280035"/>
                <a:gd name="connsiteX3" fmla="*/ 10477 w 205739"/>
                <a:gd name="connsiteY3" fmla="*/ 82868 h 280035"/>
                <a:gd name="connsiteX4" fmla="*/ 111443 w 205739"/>
                <a:gd name="connsiteY4" fmla="*/ 0 h 280035"/>
                <a:gd name="connsiteX5" fmla="*/ 203835 w 205739"/>
                <a:gd name="connsiteY5" fmla="*/ 27623 h 280035"/>
                <a:gd name="connsiteX6" fmla="*/ 174307 w 205739"/>
                <a:gd name="connsiteY6" fmla="*/ 76200 h 280035"/>
                <a:gd name="connsiteX7" fmla="*/ 110490 w 205739"/>
                <a:gd name="connsiteY7" fmla="*/ 52388 h 280035"/>
                <a:gd name="connsiteX8" fmla="*/ 72390 w 205739"/>
                <a:gd name="connsiteY8" fmla="*/ 77153 h 280035"/>
                <a:gd name="connsiteX9" fmla="*/ 205740 w 205739"/>
                <a:gd name="connsiteY9" fmla="*/ 195263 h 280035"/>
                <a:gd name="connsiteX10" fmla="*/ 102870 w 205739"/>
                <a:gd name="connsiteY10" fmla="*/ 280035 h 280035"/>
                <a:gd name="connsiteX11" fmla="*/ 0 w 205739"/>
                <a:gd name="connsiteY11" fmla="*/ 247650 h 280035"/>
                <a:gd name="connsiteX12" fmla="*/ 29527 w 205739"/>
                <a:gd name="connsiteY12" fmla="*/ 198120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39" h="280035">
                  <a:moveTo>
                    <a:pt x="29527" y="198120"/>
                  </a:moveTo>
                  <a:cubicBezTo>
                    <a:pt x="56197" y="218123"/>
                    <a:pt x="80963" y="227648"/>
                    <a:pt x="104775" y="227648"/>
                  </a:cubicBezTo>
                  <a:cubicBezTo>
                    <a:pt x="127635" y="227648"/>
                    <a:pt x="143827" y="217170"/>
                    <a:pt x="143827" y="200978"/>
                  </a:cubicBezTo>
                  <a:cubicBezTo>
                    <a:pt x="143827" y="155258"/>
                    <a:pt x="10477" y="171450"/>
                    <a:pt x="10477" y="82868"/>
                  </a:cubicBezTo>
                  <a:cubicBezTo>
                    <a:pt x="10477" y="33338"/>
                    <a:pt x="51435" y="0"/>
                    <a:pt x="111443" y="0"/>
                  </a:cubicBezTo>
                  <a:cubicBezTo>
                    <a:pt x="143827" y="0"/>
                    <a:pt x="175260" y="9525"/>
                    <a:pt x="203835" y="27623"/>
                  </a:cubicBezTo>
                  <a:lnTo>
                    <a:pt x="174307" y="76200"/>
                  </a:lnTo>
                  <a:cubicBezTo>
                    <a:pt x="151447" y="60008"/>
                    <a:pt x="130493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2" y="280035"/>
                    <a:pt x="102870" y="280035"/>
                  </a:cubicBezTo>
                  <a:cubicBezTo>
                    <a:pt x="67627" y="280035"/>
                    <a:pt x="31432" y="268605"/>
                    <a:pt x="0" y="247650"/>
                  </a:cubicBezTo>
                  <a:lnTo>
                    <a:pt x="29527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9" name="Freihandform: Form 188">
              <a:extLst>
                <a:ext uri="{FF2B5EF4-FFF2-40B4-BE49-F238E27FC236}">
                  <a16:creationId xmlns:a16="http://schemas.microsoft.com/office/drawing/2014/main" id="{9C73EEC4-619E-407A-AA74-3DA3D18090D0}"/>
                </a:ext>
              </a:extLst>
            </p:cNvPr>
            <p:cNvSpPr/>
            <p:nvPr/>
          </p:nvSpPr>
          <p:spPr>
            <a:xfrm>
              <a:off x="6837044" y="3224212"/>
              <a:ext cx="376237" cy="266700"/>
            </a:xfrm>
            <a:custGeom>
              <a:avLst/>
              <a:gdLst>
                <a:gd name="connsiteX0" fmla="*/ 376238 w 376237"/>
                <a:gd name="connsiteY0" fmla="*/ 0 h 266700"/>
                <a:gd name="connsiteX1" fmla="*/ 297180 w 376237"/>
                <a:gd name="connsiteY1" fmla="*/ 266700 h 266700"/>
                <a:gd name="connsiteX2" fmla="*/ 237173 w 376237"/>
                <a:gd name="connsiteY2" fmla="*/ 266700 h 266700"/>
                <a:gd name="connsiteX3" fmla="*/ 188595 w 376237"/>
                <a:gd name="connsiteY3" fmla="*/ 81915 h 266700"/>
                <a:gd name="connsiteX4" fmla="*/ 187643 w 376237"/>
                <a:gd name="connsiteY4" fmla="*/ 81915 h 266700"/>
                <a:gd name="connsiteX5" fmla="*/ 139065 w 376237"/>
                <a:gd name="connsiteY5" fmla="*/ 266700 h 266700"/>
                <a:gd name="connsiteX6" fmla="*/ 79057 w 376237"/>
                <a:gd name="connsiteY6" fmla="*/ 266700 h 266700"/>
                <a:gd name="connsiteX7" fmla="*/ 0 w 376237"/>
                <a:gd name="connsiteY7" fmla="*/ 0 h 266700"/>
                <a:gd name="connsiteX8" fmla="*/ 65723 w 376237"/>
                <a:gd name="connsiteY8" fmla="*/ 0 h 266700"/>
                <a:gd name="connsiteX9" fmla="*/ 111443 w 376237"/>
                <a:gd name="connsiteY9" fmla="*/ 180022 h 266700"/>
                <a:gd name="connsiteX10" fmla="*/ 112395 w 376237"/>
                <a:gd name="connsiteY10" fmla="*/ 180022 h 266700"/>
                <a:gd name="connsiteX11" fmla="*/ 159068 w 376237"/>
                <a:gd name="connsiteY11" fmla="*/ 0 h 266700"/>
                <a:gd name="connsiteX12" fmla="*/ 216218 w 376237"/>
                <a:gd name="connsiteY12" fmla="*/ 0 h 266700"/>
                <a:gd name="connsiteX13" fmla="*/ 264795 w 376237"/>
                <a:gd name="connsiteY13" fmla="*/ 180022 h 266700"/>
                <a:gd name="connsiteX14" fmla="*/ 265748 w 376237"/>
                <a:gd name="connsiteY14" fmla="*/ 180022 h 266700"/>
                <a:gd name="connsiteX15" fmla="*/ 311468 w 376237"/>
                <a:gd name="connsiteY15" fmla="*/ 0 h 266700"/>
                <a:gd name="connsiteX16" fmla="*/ 376238 w 376237"/>
                <a:gd name="connsiteY16" fmla="*/ 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76237" h="266700">
                  <a:moveTo>
                    <a:pt x="376238" y="0"/>
                  </a:moveTo>
                  <a:lnTo>
                    <a:pt x="297180" y="266700"/>
                  </a:lnTo>
                  <a:lnTo>
                    <a:pt x="237173" y="266700"/>
                  </a:lnTo>
                  <a:lnTo>
                    <a:pt x="188595" y="81915"/>
                  </a:lnTo>
                  <a:lnTo>
                    <a:pt x="187643" y="81915"/>
                  </a:lnTo>
                  <a:lnTo>
                    <a:pt x="139065" y="266700"/>
                  </a:lnTo>
                  <a:lnTo>
                    <a:pt x="79057" y="266700"/>
                  </a:lnTo>
                  <a:lnTo>
                    <a:pt x="0" y="0"/>
                  </a:lnTo>
                  <a:lnTo>
                    <a:pt x="65723" y="0"/>
                  </a:lnTo>
                  <a:lnTo>
                    <a:pt x="111443" y="180022"/>
                  </a:lnTo>
                  <a:lnTo>
                    <a:pt x="112395" y="180022"/>
                  </a:lnTo>
                  <a:lnTo>
                    <a:pt x="159068" y="0"/>
                  </a:lnTo>
                  <a:lnTo>
                    <a:pt x="216218" y="0"/>
                  </a:lnTo>
                  <a:lnTo>
                    <a:pt x="264795" y="180022"/>
                  </a:lnTo>
                  <a:lnTo>
                    <a:pt x="265748" y="180022"/>
                  </a:lnTo>
                  <a:lnTo>
                    <a:pt x="311468" y="0"/>
                  </a:lnTo>
                  <a:lnTo>
                    <a:pt x="376238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0" name="Freihandform: Form 189">
              <a:extLst>
                <a:ext uri="{FF2B5EF4-FFF2-40B4-BE49-F238E27FC236}">
                  <a16:creationId xmlns:a16="http://schemas.microsoft.com/office/drawing/2014/main" id="{31A37F81-D616-456A-9BB5-630F98BE708D}"/>
                </a:ext>
              </a:extLst>
            </p:cNvPr>
            <p:cNvSpPr/>
            <p:nvPr/>
          </p:nvSpPr>
          <p:spPr>
            <a:xfrm>
              <a:off x="7259954" y="3105149"/>
              <a:ext cx="79057" cy="385762"/>
            </a:xfrm>
            <a:custGeom>
              <a:avLst/>
              <a:gdLst>
                <a:gd name="connsiteX0" fmla="*/ 79057 w 79057"/>
                <a:gd name="connsiteY0" fmla="*/ 38100 h 385762"/>
                <a:gd name="connsiteX1" fmla="*/ 39052 w 79057"/>
                <a:gd name="connsiteY1" fmla="*/ 76200 h 385762"/>
                <a:gd name="connsiteX2" fmla="*/ 0 w 79057"/>
                <a:gd name="connsiteY2" fmla="*/ 38100 h 385762"/>
                <a:gd name="connsiteX3" fmla="*/ 39052 w 79057"/>
                <a:gd name="connsiteY3" fmla="*/ 0 h 385762"/>
                <a:gd name="connsiteX4" fmla="*/ 79057 w 79057"/>
                <a:gd name="connsiteY4" fmla="*/ 38100 h 385762"/>
                <a:gd name="connsiteX5" fmla="*/ 70485 w 79057"/>
                <a:gd name="connsiteY5" fmla="*/ 385763 h 385762"/>
                <a:gd name="connsiteX6" fmla="*/ 8572 w 79057"/>
                <a:gd name="connsiteY6" fmla="*/ 385763 h 385762"/>
                <a:gd name="connsiteX7" fmla="*/ 8572 w 79057"/>
                <a:gd name="connsiteY7" fmla="*/ 119063 h 385762"/>
                <a:gd name="connsiteX8" fmla="*/ 70485 w 79057"/>
                <a:gd name="connsiteY8" fmla="*/ 119063 h 385762"/>
                <a:gd name="connsiteX9" fmla="*/ 70485 w 79057"/>
                <a:gd name="connsiteY9" fmla="*/ 385763 h 385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5762">
                  <a:moveTo>
                    <a:pt x="79057" y="38100"/>
                  </a:moveTo>
                  <a:cubicBezTo>
                    <a:pt x="79057" y="60008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2"/>
                    <a:pt x="18097" y="0"/>
                    <a:pt x="39052" y="0"/>
                  </a:cubicBezTo>
                  <a:cubicBezTo>
                    <a:pt x="61913" y="0"/>
                    <a:pt x="79057" y="16192"/>
                    <a:pt x="79057" y="38100"/>
                  </a:cubicBezTo>
                  <a:close/>
                  <a:moveTo>
                    <a:pt x="70485" y="385763"/>
                  </a:moveTo>
                  <a:lnTo>
                    <a:pt x="8572" y="385763"/>
                  </a:lnTo>
                  <a:lnTo>
                    <a:pt x="8572" y="119063"/>
                  </a:lnTo>
                  <a:lnTo>
                    <a:pt x="70485" y="119063"/>
                  </a:lnTo>
                  <a:lnTo>
                    <a:pt x="70485" y="38576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1" name="Freihandform: Form 190">
              <a:extLst>
                <a:ext uri="{FF2B5EF4-FFF2-40B4-BE49-F238E27FC236}">
                  <a16:creationId xmlns:a16="http://schemas.microsoft.com/office/drawing/2014/main" id="{097730BE-9166-460E-AAD2-4BEB195E1174}"/>
                </a:ext>
              </a:extLst>
            </p:cNvPr>
            <p:cNvSpPr/>
            <p:nvPr/>
          </p:nvSpPr>
          <p:spPr>
            <a:xfrm>
              <a:off x="7388542" y="3216591"/>
              <a:ext cx="205739" cy="280035"/>
            </a:xfrm>
            <a:custGeom>
              <a:avLst/>
              <a:gdLst>
                <a:gd name="connsiteX0" fmla="*/ 29527 w 205739"/>
                <a:gd name="connsiteY0" fmla="*/ 198120 h 280035"/>
                <a:gd name="connsiteX1" fmla="*/ 104775 w 205739"/>
                <a:gd name="connsiteY1" fmla="*/ 227648 h 280035"/>
                <a:gd name="connsiteX2" fmla="*/ 143827 w 205739"/>
                <a:gd name="connsiteY2" fmla="*/ 200978 h 280035"/>
                <a:gd name="connsiteX3" fmla="*/ 10477 w 205739"/>
                <a:gd name="connsiteY3" fmla="*/ 82868 h 280035"/>
                <a:gd name="connsiteX4" fmla="*/ 111443 w 205739"/>
                <a:gd name="connsiteY4" fmla="*/ 0 h 280035"/>
                <a:gd name="connsiteX5" fmla="*/ 203835 w 205739"/>
                <a:gd name="connsiteY5" fmla="*/ 27623 h 280035"/>
                <a:gd name="connsiteX6" fmla="*/ 174307 w 205739"/>
                <a:gd name="connsiteY6" fmla="*/ 76200 h 280035"/>
                <a:gd name="connsiteX7" fmla="*/ 110490 w 205739"/>
                <a:gd name="connsiteY7" fmla="*/ 52388 h 280035"/>
                <a:gd name="connsiteX8" fmla="*/ 72390 w 205739"/>
                <a:gd name="connsiteY8" fmla="*/ 77153 h 280035"/>
                <a:gd name="connsiteX9" fmla="*/ 205740 w 205739"/>
                <a:gd name="connsiteY9" fmla="*/ 195263 h 280035"/>
                <a:gd name="connsiteX10" fmla="*/ 102870 w 205739"/>
                <a:gd name="connsiteY10" fmla="*/ 280035 h 280035"/>
                <a:gd name="connsiteX11" fmla="*/ 0 w 205739"/>
                <a:gd name="connsiteY11" fmla="*/ 247650 h 280035"/>
                <a:gd name="connsiteX12" fmla="*/ 29527 w 205739"/>
                <a:gd name="connsiteY12" fmla="*/ 198120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39" h="280035">
                  <a:moveTo>
                    <a:pt x="29527" y="198120"/>
                  </a:moveTo>
                  <a:cubicBezTo>
                    <a:pt x="56197" y="218123"/>
                    <a:pt x="80963" y="227648"/>
                    <a:pt x="104775" y="227648"/>
                  </a:cubicBezTo>
                  <a:cubicBezTo>
                    <a:pt x="127635" y="227648"/>
                    <a:pt x="143827" y="217170"/>
                    <a:pt x="143827" y="200978"/>
                  </a:cubicBezTo>
                  <a:cubicBezTo>
                    <a:pt x="143827" y="155258"/>
                    <a:pt x="10477" y="171450"/>
                    <a:pt x="10477" y="82868"/>
                  </a:cubicBezTo>
                  <a:cubicBezTo>
                    <a:pt x="10477" y="33338"/>
                    <a:pt x="51435" y="0"/>
                    <a:pt x="111443" y="0"/>
                  </a:cubicBezTo>
                  <a:cubicBezTo>
                    <a:pt x="143827" y="0"/>
                    <a:pt x="175260" y="9525"/>
                    <a:pt x="203835" y="27623"/>
                  </a:cubicBezTo>
                  <a:lnTo>
                    <a:pt x="174307" y="76200"/>
                  </a:lnTo>
                  <a:cubicBezTo>
                    <a:pt x="151447" y="60008"/>
                    <a:pt x="130493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2" y="280035"/>
                    <a:pt x="102870" y="280035"/>
                  </a:cubicBezTo>
                  <a:cubicBezTo>
                    <a:pt x="67627" y="280035"/>
                    <a:pt x="31432" y="268605"/>
                    <a:pt x="0" y="247650"/>
                  </a:cubicBezTo>
                  <a:lnTo>
                    <a:pt x="29527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2" name="Freihandform: Form 191">
              <a:extLst>
                <a:ext uri="{FF2B5EF4-FFF2-40B4-BE49-F238E27FC236}">
                  <a16:creationId xmlns:a16="http://schemas.microsoft.com/office/drawing/2014/main" id="{A2E02141-6B4B-472B-8FC7-E4B47D9A77E3}"/>
                </a:ext>
              </a:extLst>
            </p:cNvPr>
            <p:cNvSpPr/>
            <p:nvPr/>
          </p:nvSpPr>
          <p:spPr>
            <a:xfrm>
              <a:off x="7635239" y="3216591"/>
              <a:ext cx="205740" cy="280035"/>
            </a:xfrm>
            <a:custGeom>
              <a:avLst/>
              <a:gdLst>
                <a:gd name="connsiteX0" fmla="*/ 29528 w 205740"/>
                <a:gd name="connsiteY0" fmla="*/ 198120 h 280035"/>
                <a:gd name="connsiteX1" fmla="*/ 104775 w 205740"/>
                <a:gd name="connsiteY1" fmla="*/ 227648 h 280035"/>
                <a:gd name="connsiteX2" fmla="*/ 143828 w 205740"/>
                <a:gd name="connsiteY2" fmla="*/ 200978 h 280035"/>
                <a:gd name="connsiteX3" fmla="*/ 10478 w 205740"/>
                <a:gd name="connsiteY3" fmla="*/ 82868 h 280035"/>
                <a:gd name="connsiteX4" fmla="*/ 111443 w 205740"/>
                <a:gd name="connsiteY4" fmla="*/ 0 h 280035"/>
                <a:gd name="connsiteX5" fmla="*/ 203835 w 205740"/>
                <a:gd name="connsiteY5" fmla="*/ 27623 h 280035"/>
                <a:gd name="connsiteX6" fmla="*/ 174308 w 205740"/>
                <a:gd name="connsiteY6" fmla="*/ 76200 h 280035"/>
                <a:gd name="connsiteX7" fmla="*/ 110490 w 205740"/>
                <a:gd name="connsiteY7" fmla="*/ 52388 h 280035"/>
                <a:gd name="connsiteX8" fmla="*/ 72390 w 205740"/>
                <a:gd name="connsiteY8" fmla="*/ 77153 h 280035"/>
                <a:gd name="connsiteX9" fmla="*/ 205740 w 205740"/>
                <a:gd name="connsiteY9" fmla="*/ 195263 h 280035"/>
                <a:gd name="connsiteX10" fmla="*/ 102870 w 205740"/>
                <a:gd name="connsiteY10" fmla="*/ 280035 h 280035"/>
                <a:gd name="connsiteX11" fmla="*/ 0 w 205740"/>
                <a:gd name="connsiteY11" fmla="*/ 247650 h 280035"/>
                <a:gd name="connsiteX12" fmla="*/ 29528 w 205740"/>
                <a:gd name="connsiteY12" fmla="*/ 198120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40" h="280035">
                  <a:moveTo>
                    <a:pt x="29528" y="198120"/>
                  </a:moveTo>
                  <a:cubicBezTo>
                    <a:pt x="56198" y="218123"/>
                    <a:pt x="80963" y="227648"/>
                    <a:pt x="104775" y="227648"/>
                  </a:cubicBezTo>
                  <a:cubicBezTo>
                    <a:pt x="127635" y="227648"/>
                    <a:pt x="143828" y="217170"/>
                    <a:pt x="143828" y="200978"/>
                  </a:cubicBezTo>
                  <a:cubicBezTo>
                    <a:pt x="143828" y="155258"/>
                    <a:pt x="10478" y="171450"/>
                    <a:pt x="10478" y="82868"/>
                  </a:cubicBezTo>
                  <a:cubicBezTo>
                    <a:pt x="10478" y="33338"/>
                    <a:pt x="51435" y="0"/>
                    <a:pt x="111443" y="0"/>
                  </a:cubicBezTo>
                  <a:cubicBezTo>
                    <a:pt x="143828" y="0"/>
                    <a:pt x="175260" y="9525"/>
                    <a:pt x="203835" y="27623"/>
                  </a:cubicBezTo>
                  <a:lnTo>
                    <a:pt x="174308" y="76200"/>
                  </a:lnTo>
                  <a:cubicBezTo>
                    <a:pt x="151448" y="60008"/>
                    <a:pt x="130493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3" y="280035"/>
                    <a:pt x="102870" y="280035"/>
                  </a:cubicBezTo>
                  <a:cubicBezTo>
                    <a:pt x="67628" y="280035"/>
                    <a:pt x="31433" y="268605"/>
                    <a:pt x="0" y="247650"/>
                  </a:cubicBezTo>
                  <a:lnTo>
                    <a:pt x="29528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3" name="Freihandform: Form 192">
              <a:extLst>
                <a:ext uri="{FF2B5EF4-FFF2-40B4-BE49-F238E27FC236}">
                  <a16:creationId xmlns:a16="http://schemas.microsoft.com/office/drawing/2014/main" id="{1C381119-A2BA-485E-BE98-479B24429EDD}"/>
                </a:ext>
              </a:extLst>
            </p:cNvPr>
            <p:cNvSpPr/>
            <p:nvPr/>
          </p:nvSpPr>
          <p:spPr>
            <a:xfrm>
              <a:off x="7890509" y="3217544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2 h 279082"/>
                <a:gd name="connsiteX7" fmla="*/ 198120 w 242887"/>
                <a:gd name="connsiteY7" fmla="*/ 194310 h 279082"/>
                <a:gd name="connsiteX8" fmla="*/ 237172 w 242887"/>
                <a:gd name="connsiteY8" fmla="*/ 235267 h 279082"/>
                <a:gd name="connsiteX9" fmla="*/ 132397 w 242887"/>
                <a:gd name="connsiteY9" fmla="*/ 279083 h 279082"/>
                <a:gd name="connsiteX10" fmla="*/ 62865 w 242887"/>
                <a:gd name="connsiteY10" fmla="*/ 115252 h 279082"/>
                <a:gd name="connsiteX11" fmla="*/ 183832 w 242887"/>
                <a:gd name="connsiteY11" fmla="*/ 115252 h 279082"/>
                <a:gd name="connsiteX12" fmla="*/ 124777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2"/>
                    <a:pt x="132397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2" y="235267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2865" y="115252"/>
                  </a:moveTo>
                  <a:lnTo>
                    <a:pt x="183832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4" name="Freihandform: Form 193">
              <a:extLst>
                <a:ext uri="{FF2B5EF4-FFF2-40B4-BE49-F238E27FC236}">
                  <a16:creationId xmlns:a16="http://schemas.microsoft.com/office/drawing/2014/main" id="{16C63372-1C8E-4CBE-9BE1-F118ECC80455}"/>
                </a:ext>
              </a:extLst>
            </p:cNvPr>
            <p:cNvSpPr/>
            <p:nvPr/>
          </p:nvSpPr>
          <p:spPr>
            <a:xfrm>
              <a:off x="8202929" y="3217544"/>
              <a:ext cx="228600" cy="273367"/>
            </a:xfrm>
            <a:custGeom>
              <a:avLst/>
              <a:gdLst>
                <a:gd name="connsiteX0" fmla="*/ 228600 w 228600"/>
                <a:gd name="connsiteY0" fmla="*/ 273367 h 273367"/>
                <a:gd name="connsiteX1" fmla="*/ 166688 w 228600"/>
                <a:gd name="connsiteY1" fmla="*/ 273367 h 273367"/>
                <a:gd name="connsiteX2" fmla="*/ 166688 w 228600"/>
                <a:gd name="connsiteY2" fmla="*/ 120967 h 273367"/>
                <a:gd name="connsiteX3" fmla="*/ 117157 w 228600"/>
                <a:gd name="connsiteY3" fmla="*/ 56197 h 273367"/>
                <a:gd name="connsiteX4" fmla="*/ 61913 w 228600"/>
                <a:gd name="connsiteY4" fmla="*/ 120967 h 273367"/>
                <a:gd name="connsiteX5" fmla="*/ 61913 w 228600"/>
                <a:gd name="connsiteY5" fmla="*/ 273367 h 273367"/>
                <a:gd name="connsiteX6" fmla="*/ 0 w 228600"/>
                <a:gd name="connsiteY6" fmla="*/ 273367 h 273367"/>
                <a:gd name="connsiteX7" fmla="*/ 0 w 228600"/>
                <a:gd name="connsiteY7" fmla="*/ 6667 h 273367"/>
                <a:gd name="connsiteX8" fmla="*/ 61913 w 228600"/>
                <a:gd name="connsiteY8" fmla="*/ 6667 h 273367"/>
                <a:gd name="connsiteX9" fmla="*/ 61913 w 228600"/>
                <a:gd name="connsiteY9" fmla="*/ 39052 h 273367"/>
                <a:gd name="connsiteX10" fmla="*/ 62865 w 228600"/>
                <a:gd name="connsiteY10" fmla="*/ 39052 h 273367"/>
                <a:gd name="connsiteX11" fmla="*/ 140970 w 228600"/>
                <a:gd name="connsiteY11" fmla="*/ 0 h 273367"/>
                <a:gd name="connsiteX12" fmla="*/ 228600 w 228600"/>
                <a:gd name="connsiteY12" fmla="*/ 107633 h 273367"/>
                <a:gd name="connsiteX13" fmla="*/ 228600 w 228600"/>
                <a:gd name="connsiteY13" fmla="*/ 273367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3367"/>
                  </a:moveTo>
                  <a:lnTo>
                    <a:pt x="166688" y="273367"/>
                  </a:lnTo>
                  <a:lnTo>
                    <a:pt x="166688" y="120967"/>
                  </a:lnTo>
                  <a:cubicBezTo>
                    <a:pt x="166688" y="81915"/>
                    <a:pt x="155257" y="56197"/>
                    <a:pt x="117157" y="56197"/>
                  </a:cubicBezTo>
                  <a:cubicBezTo>
                    <a:pt x="73343" y="56197"/>
                    <a:pt x="61913" y="91440"/>
                    <a:pt x="61913" y="120967"/>
                  </a:cubicBezTo>
                  <a:lnTo>
                    <a:pt x="61913" y="273367"/>
                  </a:lnTo>
                  <a:lnTo>
                    <a:pt x="0" y="273367"/>
                  </a:lnTo>
                  <a:lnTo>
                    <a:pt x="0" y="6667"/>
                  </a:lnTo>
                  <a:lnTo>
                    <a:pt x="61913" y="6667"/>
                  </a:lnTo>
                  <a:lnTo>
                    <a:pt x="61913" y="39052"/>
                  </a:lnTo>
                  <a:lnTo>
                    <a:pt x="62865" y="39052"/>
                  </a:lnTo>
                  <a:cubicBezTo>
                    <a:pt x="79057" y="15240"/>
                    <a:pt x="106680" y="0"/>
                    <a:pt x="140970" y="0"/>
                  </a:cubicBezTo>
                  <a:cubicBezTo>
                    <a:pt x="201930" y="0"/>
                    <a:pt x="228600" y="44767"/>
                    <a:pt x="228600" y="107633"/>
                  </a:cubicBezTo>
                  <a:lnTo>
                    <a:pt x="228600" y="27336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5" name="Freihandform: Form 194">
              <a:extLst>
                <a:ext uri="{FF2B5EF4-FFF2-40B4-BE49-F238E27FC236}">
                  <a16:creationId xmlns:a16="http://schemas.microsoft.com/office/drawing/2014/main" id="{37A9BBCA-24C0-4BE0-ACC3-A8F17B9FA8A5}"/>
                </a:ext>
              </a:extLst>
            </p:cNvPr>
            <p:cNvSpPr/>
            <p:nvPr/>
          </p:nvSpPr>
          <p:spPr>
            <a:xfrm>
              <a:off x="8487726" y="3216591"/>
              <a:ext cx="205740" cy="280035"/>
            </a:xfrm>
            <a:custGeom>
              <a:avLst/>
              <a:gdLst>
                <a:gd name="connsiteX0" fmla="*/ 29528 w 205740"/>
                <a:gd name="connsiteY0" fmla="*/ 198120 h 280035"/>
                <a:gd name="connsiteX1" fmla="*/ 104775 w 205740"/>
                <a:gd name="connsiteY1" fmla="*/ 227648 h 280035"/>
                <a:gd name="connsiteX2" fmla="*/ 143828 w 205740"/>
                <a:gd name="connsiteY2" fmla="*/ 200978 h 280035"/>
                <a:gd name="connsiteX3" fmla="*/ 10478 w 205740"/>
                <a:gd name="connsiteY3" fmla="*/ 82868 h 280035"/>
                <a:gd name="connsiteX4" fmla="*/ 111443 w 205740"/>
                <a:gd name="connsiteY4" fmla="*/ 0 h 280035"/>
                <a:gd name="connsiteX5" fmla="*/ 203835 w 205740"/>
                <a:gd name="connsiteY5" fmla="*/ 27623 h 280035"/>
                <a:gd name="connsiteX6" fmla="*/ 174308 w 205740"/>
                <a:gd name="connsiteY6" fmla="*/ 76200 h 280035"/>
                <a:gd name="connsiteX7" fmla="*/ 110490 w 205740"/>
                <a:gd name="connsiteY7" fmla="*/ 52388 h 280035"/>
                <a:gd name="connsiteX8" fmla="*/ 72390 w 205740"/>
                <a:gd name="connsiteY8" fmla="*/ 77153 h 280035"/>
                <a:gd name="connsiteX9" fmla="*/ 205740 w 205740"/>
                <a:gd name="connsiteY9" fmla="*/ 195263 h 280035"/>
                <a:gd name="connsiteX10" fmla="*/ 102870 w 205740"/>
                <a:gd name="connsiteY10" fmla="*/ 280035 h 280035"/>
                <a:gd name="connsiteX11" fmla="*/ 0 w 205740"/>
                <a:gd name="connsiteY11" fmla="*/ 247650 h 280035"/>
                <a:gd name="connsiteX12" fmla="*/ 29528 w 205740"/>
                <a:gd name="connsiteY12" fmla="*/ 198120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40" h="280035">
                  <a:moveTo>
                    <a:pt x="29528" y="198120"/>
                  </a:moveTo>
                  <a:cubicBezTo>
                    <a:pt x="56198" y="218123"/>
                    <a:pt x="80963" y="227648"/>
                    <a:pt x="104775" y="227648"/>
                  </a:cubicBezTo>
                  <a:cubicBezTo>
                    <a:pt x="127635" y="227648"/>
                    <a:pt x="143828" y="217170"/>
                    <a:pt x="143828" y="200978"/>
                  </a:cubicBezTo>
                  <a:cubicBezTo>
                    <a:pt x="143828" y="155258"/>
                    <a:pt x="10478" y="171450"/>
                    <a:pt x="10478" y="82868"/>
                  </a:cubicBezTo>
                  <a:cubicBezTo>
                    <a:pt x="10478" y="33338"/>
                    <a:pt x="51435" y="0"/>
                    <a:pt x="111443" y="0"/>
                  </a:cubicBezTo>
                  <a:cubicBezTo>
                    <a:pt x="143828" y="0"/>
                    <a:pt x="175260" y="9525"/>
                    <a:pt x="203835" y="27623"/>
                  </a:cubicBezTo>
                  <a:lnTo>
                    <a:pt x="174308" y="76200"/>
                  </a:lnTo>
                  <a:cubicBezTo>
                    <a:pt x="151448" y="60008"/>
                    <a:pt x="130493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3" y="280035"/>
                    <a:pt x="102870" y="280035"/>
                  </a:cubicBezTo>
                  <a:cubicBezTo>
                    <a:pt x="67628" y="280035"/>
                    <a:pt x="31433" y="268605"/>
                    <a:pt x="0" y="247650"/>
                  </a:cubicBezTo>
                  <a:lnTo>
                    <a:pt x="29528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6" name="Freihandform: Form 195">
              <a:extLst>
                <a:ext uri="{FF2B5EF4-FFF2-40B4-BE49-F238E27FC236}">
                  <a16:creationId xmlns:a16="http://schemas.microsoft.com/office/drawing/2014/main" id="{9AEEE4BD-D09F-4028-BE39-68FF6FE4817D}"/>
                </a:ext>
              </a:extLst>
            </p:cNvPr>
            <p:cNvSpPr/>
            <p:nvPr/>
          </p:nvSpPr>
          <p:spPr>
            <a:xfrm>
              <a:off x="8743949" y="3216591"/>
              <a:ext cx="224789" cy="280035"/>
            </a:xfrm>
            <a:custGeom>
              <a:avLst/>
              <a:gdLst>
                <a:gd name="connsiteX0" fmla="*/ 222885 w 224789"/>
                <a:gd name="connsiteY0" fmla="*/ 237173 h 280035"/>
                <a:gd name="connsiteX1" fmla="*/ 127635 w 224789"/>
                <a:gd name="connsiteY1" fmla="*/ 280035 h 280035"/>
                <a:gd name="connsiteX2" fmla="*/ 0 w 224789"/>
                <a:gd name="connsiteY2" fmla="*/ 140970 h 280035"/>
                <a:gd name="connsiteX3" fmla="*/ 128588 w 224789"/>
                <a:gd name="connsiteY3" fmla="*/ 0 h 280035"/>
                <a:gd name="connsiteX4" fmla="*/ 224790 w 224789"/>
                <a:gd name="connsiteY4" fmla="*/ 45720 h 280035"/>
                <a:gd name="connsiteX5" fmla="*/ 181927 w 224789"/>
                <a:gd name="connsiteY5" fmla="*/ 86678 h 280035"/>
                <a:gd name="connsiteX6" fmla="*/ 128588 w 224789"/>
                <a:gd name="connsiteY6" fmla="*/ 57150 h 280035"/>
                <a:gd name="connsiteX7" fmla="*/ 62865 w 224789"/>
                <a:gd name="connsiteY7" fmla="*/ 140017 h 280035"/>
                <a:gd name="connsiteX8" fmla="*/ 128588 w 224789"/>
                <a:gd name="connsiteY8" fmla="*/ 222885 h 280035"/>
                <a:gd name="connsiteX9" fmla="*/ 183832 w 224789"/>
                <a:gd name="connsiteY9" fmla="*/ 193358 h 280035"/>
                <a:gd name="connsiteX10" fmla="*/ 222885 w 224789"/>
                <a:gd name="connsiteY10" fmla="*/ 237173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89" h="280035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3" y="0"/>
                    <a:pt x="200977" y="15240"/>
                    <a:pt x="224790" y="45720"/>
                  </a:cubicBezTo>
                  <a:lnTo>
                    <a:pt x="181927" y="86678"/>
                  </a:lnTo>
                  <a:cubicBezTo>
                    <a:pt x="166688" y="66675"/>
                    <a:pt x="149543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3" y="222885"/>
                    <a:pt x="166688" y="213360"/>
                    <a:pt x="183832" y="193358"/>
                  </a:cubicBezTo>
                  <a:lnTo>
                    <a:pt x="222885" y="2371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7" name="Freihandform: Form 196">
              <a:extLst>
                <a:ext uri="{FF2B5EF4-FFF2-40B4-BE49-F238E27FC236}">
                  <a16:creationId xmlns:a16="http://schemas.microsoft.com/office/drawing/2014/main" id="{E6C8FC0C-FF6E-46F6-A3CA-026DE75C28C1}"/>
                </a:ext>
              </a:extLst>
            </p:cNvPr>
            <p:cNvSpPr/>
            <p:nvPr/>
          </p:nvSpPr>
          <p:spPr>
            <a:xfrm>
              <a:off x="9022079" y="3100387"/>
              <a:ext cx="228600" cy="390525"/>
            </a:xfrm>
            <a:custGeom>
              <a:avLst/>
              <a:gdLst>
                <a:gd name="connsiteX0" fmla="*/ 228600 w 228600"/>
                <a:gd name="connsiteY0" fmla="*/ 390525 h 390525"/>
                <a:gd name="connsiteX1" fmla="*/ 166688 w 228600"/>
                <a:gd name="connsiteY1" fmla="*/ 390525 h 390525"/>
                <a:gd name="connsiteX2" fmla="*/ 166688 w 228600"/>
                <a:gd name="connsiteY2" fmla="*/ 238125 h 390525"/>
                <a:gd name="connsiteX3" fmla="*/ 117157 w 228600"/>
                <a:gd name="connsiteY3" fmla="*/ 173355 h 390525"/>
                <a:gd name="connsiteX4" fmla="*/ 61913 w 228600"/>
                <a:gd name="connsiteY4" fmla="*/ 238125 h 390525"/>
                <a:gd name="connsiteX5" fmla="*/ 61913 w 228600"/>
                <a:gd name="connsiteY5" fmla="*/ 390525 h 390525"/>
                <a:gd name="connsiteX6" fmla="*/ 0 w 228600"/>
                <a:gd name="connsiteY6" fmla="*/ 390525 h 390525"/>
                <a:gd name="connsiteX7" fmla="*/ 0 w 228600"/>
                <a:gd name="connsiteY7" fmla="*/ 16192 h 390525"/>
                <a:gd name="connsiteX8" fmla="*/ 61913 w 228600"/>
                <a:gd name="connsiteY8" fmla="*/ 0 h 390525"/>
                <a:gd name="connsiteX9" fmla="*/ 61913 w 228600"/>
                <a:gd name="connsiteY9" fmla="*/ 155258 h 390525"/>
                <a:gd name="connsiteX10" fmla="*/ 62865 w 228600"/>
                <a:gd name="connsiteY10" fmla="*/ 155258 h 390525"/>
                <a:gd name="connsiteX11" fmla="*/ 140970 w 228600"/>
                <a:gd name="connsiteY11" fmla="*/ 116205 h 390525"/>
                <a:gd name="connsiteX12" fmla="*/ 228600 w 228600"/>
                <a:gd name="connsiteY12" fmla="*/ 223838 h 390525"/>
                <a:gd name="connsiteX13" fmla="*/ 228600 w 228600"/>
                <a:gd name="connsiteY13" fmla="*/ 390525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390525">
                  <a:moveTo>
                    <a:pt x="228600" y="390525"/>
                  </a:moveTo>
                  <a:lnTo>
                    <a:pt x="166688" y="390525"/>
                  </a:lnTo>
                  <a:lnTo>
                    <a:pt x="166688" y="238125"/>
                  </a:lnTo>
                  <a:cubicBezTo>
                    <a:pt x="166688" y="199073"/>
                    <a:pt x="154305" y="173355"/>
                    <a:pt x="117157" y="173355"/>
                  </a:cubicBezTo>
                  <a:cubicBezTo>
                    <a:pt x="74295" y="173355"/>
                    <a:pt x="61913" y="207645"/>
                    <a:pt x="61913" y="238125"/>
                  </a:cubicBezTo>
                  <a:lnTo>
                    <a:pt x="61913" y="390525"/>
                  </a:lnTo>
                  <a:lnTo>
                    <a:pt x="0" y="390525"/>
                  </a:lnTo>
                  <a:lnTo>
                    <a:pt x="0" y="16192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7" y="116205"/>
                    <a:pt x="140970" y="116205"/>
                  </a:cubicBezTo>
                  <a:cubicBezTo>
                    <a:pt x="202882" y="116205"/>
                    <a:pt x="228600" y="161925"/>
                    <a:pt x="228600" y="223838"/>
                  </a:cubicBezTo>
                  <a:lnTo>
                    <a:pt x="228600" y="39052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8" name="Freihandform: Form 197">
              <a:extLst>
                <a:ext uri="{FF2B5EF4-FFF2-40B4-BE49-F238E27FC236}">
                  <a16:creationId xmlns:a16="http://schemas.microsoft.com/office/drawing/2014/main" id="{81D94ACD-F368-4472-9DCE-514A0AA54968}"/>
                </a:ext>
              </a:extLst>
            </p:cNvPr>
            <p:cNvSpPr/>
            <p:nvPr/>
          </p:nvSpPr>
          <p:spPr>
            <a:xfrm>
              <a:off x="9312592" y="3217544"/>
              <a:ext cx="225742" cy="279082"/>
            </a:xfrm>
            <a:custGeom>
              <a:avLst/>
              <a:gdLst>
                <a:gd name="connsiteX0" fmla="*/ 114300 w 225742"/>
                <a:gd name="connsiteY0" fmla="*/ 107633 h 279082"/>
                <a:gd name="connsiteX1" fmla="*/ 164782 w 225742"/>
                <a:gd name="connsiteY1" fmla="*/ 113347 h 279082"/>
                <a:gd name="connsiteX2" fmla="*/ 164782 w 225742"/>
                <a:gd name="connsiteY2" fmla="*/ 103822 h 279082"/>
                <a:gd name="connsiteX3" fmla="*/ 105727 w 225742"/>
                <a:gd name="connsiteY3" fmla="*/ 52388 h 279082"/>
                <a:gd name="connsiteX4" fmla="*/ 38100 w 225742"/>
                <a:gd name="connsiteY4" fmla="*/ 67627 h 279082"/>
                <a:gd name="connsiteX5" fmla="*/ 24765 w 225742"/>
                <a:gd name="connsiteY5" fmla="*/ 15240 h 279082"/>
                <a:gd name="connsiteX6" fmla="*/ 112395 w 225742"/>
                <a:gd name="connsiteY6" fmla="*/ 0 h 279082"/>
                <a:gd name="connsiteX7" fmla="*/ 225743 w 225742"/>
                <a:gd name="connsiteY7" fmla="*/ 102870 h 279082"/>
                <a:gd name="connsiteX8" fmla="*/ 225743 w 225742"/>
                <a:gd name="connsiteY8" fmla="*/ 273367 h 279082"/>
                <a:gd name="connsiteX9" fmla="*/ 166688 w 225742"/>
                <a:gd name="connsiteY9" fmla="*/ 273367 h 279082"/>
                <a:gd name="connsiteX10" fmla="*/ 166688 w 225742"/>
                <a:gd name="connsiteY10" fmla="*/ 244792 h 279082"/>
                <a:gd name="connsiteX11" fmla="*/ 165735 w 225742"/>
                <a:gd name="connsiteY11" fmla="*/ 244792 h 279082"/>
                <a:gd name="connsiteX12" fmla="*/ 87630 w 225742"/>
                <a:gd name="connsiteY12" fmla="*/ 279083 h 279082"/>
                <a:gd name="connsiteX13" fmla="*/ 0 w 225742"/>
                <a:gd name="connsiteY13" fmla="*/ 194310 h 279082"/>
                <a:gd name="connsiteX14" fmla="*/ 114300 w 225742"/>
                <a:gd name="connsiteY14" fmla="*/ 107633 h 279082"/>
                <a:gd name="connsiteX15" fmla="*/ 103822 w 225742"/>
                <a:gd name="connsiteY15" fmla="*/ 232410 h 279082"/>
                <a:gd name="connsiteX16" fmla="*/ 164782 w 225742"/>
                <a:gd name="connsiteY16" fmla="*/ 200025 h 279082"/>
                <a:gd name="connsiteX17" fmla="*/ 164782 w 225742"/>
                <a:gd name="connsiteY17" fmla="*/ 153352 h 279082"/>
                <a:gd name="connsiteX18" fmla="*/ 120968 w 225742"/>
                <a:gd name="connsiteY18" fmla="*/ 148590 h 279082"/>
                <a:gd name="connsiteX19" fmla="*/ 59055 w 225742"/>
                <a:gd name="connsiteY19" fmla="*/ 192405 h 279082"/>
                <a:gd name="connsiteX20" fmla="*/ 103822 w 225742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5742" h="279082">
                  <a:moveTo>
                    <a:pt x="114300" y="107633"/>
                  </a:moveTo>
                  <a:cubicBezTo>
                    <a:pt x="131445" y="107633"/>
                    <a:pt x="147638" y="108585"/>
                    <a:pt x="164782" y="113347"/>
                  </a:cubicBezTo>
                  <a:lnTo>
                    <a:pt x="164782" y="103822"/>
                  </a:lnTo>
                  <a:cubicBezTo>
                    <a:pt x="164782" y="69532"/>
                    <a:pt x="144780" y="52388"/>
                    <a:pt x="105727" y="52388"/>
                  </a:cubicBezTo>
                  <a:cubicBezTo>
                    <a:pt x="83820" y="52388"/>
                    <a:pt x="60007" y="57150"/>
                    <a:pt x="38100" y="67627"/>
                  </a:cubicBezTo>
                  <a:lnTo>
                    <a:pt x="24765" y="15240"/>
                  </a:lnTo>
                  <a:cubicBezTo>
                    <a:pt x="49530" y="5715"/>
                    <a:pt x="81915" y="0"/>
                    <a:pt x="112395" y="0"/>
                  </a:cubicBezTo>
                  <a:cubicBezTo>
                    <a:pt x="187643" y="0"/>
                    <a:pt x="225743" y="35242"/>
                    <a:pt x="225743" y="102870"/>
                  </a:cubicBezTo>
                  <a:lnTo>
                    <a:pt x="225743" y="273367"/>
                  </a:lnTo>
                  <a:lnTo>
                    <a:pt x="166688" y="273367"/>
                  </a:lnTo>
                  <a:lnTo>
                    <a:pt x="166688" y="244792"/>
                  </a:lnTo>
                  <a:lnTo>
                    <a:pt x="165735" y="244792"/>
                  </a:lnTo>
                  <a:cubicBezTo>
                    <a:pt x="142875" y="268605"/>
                    <a:pt x="119063" y="279083"/>
                    <a:pt x="87630" y="279083"/>
                  </a:cubicBezTo>
                  <a:cubicBezTo>
                    <a:pt x="34290" y="279083"/>
                    <a:pt x="0" y="245745"/>
                    <a:pt x="0" y="194310"/>
                  </a:cubicBezTo>
                  <a:cubicBezTo>
                    <a:pt x="0" y="138113"/>
                    <a:pt x="40005" y="107633"/>
                    <a:pt x="114300" y="107633"/>
                  </a:cubicBezTo>
                  <a:close/>
                  <a:moveTo>
                    <a:pt x="103822" y="232410"/>
                  </a:moveTo>
                  <a:cubicBezTo>
                    <a:pt x="126682" y="232410"/>
                    <a:pt x="147638" y="220980"/>
                    <a:pt x="164782" y="200025"/>
                  </a:cubicBezTo>
                  <a:lnTo>
                    <a:pt x="164782" y="153352"/>
                  </a:lnTo>
                  <a:cubicBezTo>
                    <a:pt x="150495" y="149542"/>
                    <a:pt x="135255" y="148590"/>
                    <a:pt x="120968" y="148590"/>
                  </a:cubicBezTo>
                  <a:cubicBezTo>
                    <a:pt x="81915" y="148590"/>
                    <a:pt x="59055" y="163830"/>
                    <a:pt x="59055" y="192405"/>
                  </a:cubicBezTo>
                  <a:cubicBezTo>
                    <a:pt x="60007" y="217170"/>
                    <a:pt x="77152" y="232410"/>
                    <a:pt x="103822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9" name="Freihandform: Form 198">
              <a:extLst>
                <a:ext uri="{FF2B5EF4-FFF2-40B4-BE49-F238E27FC236}">
                  <a16:creationId xmlns:a16="http://schemas.microsoft.com/office/drawing/2014/main" id="{6C8CDCFB-F73C-48A5-BAD7-18CB5B87C38B}"/>
                </a:ext>
              </a:extLst>
            </p:cNvPr>
            <p:cNvSpPr/>
            <p:nvPr/>
          </p:nvSpPr>
          <p:spPr>
            <a:xfrm>
              <a:off x="9588817" y="3097529"/>
              <a:ext cx="162877" cy="393382"/>
            </a:xfrm>
            <a:custGeom>
              <a:avLst/>
              <a:gdLst>
                <a:gd name="connsiteX0" fmla="*/ 162877 w 162877"/>
                <a:gd name="connsiteY0" fmla="*/ 58103 h 393382"/>
                <a:gd name="connsiteX1" fmla="*/ 135255 w 162877"/>
                <a:gd name="connsiteY1" fmla="*/ 53340 h 393382"/>
                <a:gd name="connsiteX2" fmla="*/ 101918 w 162877"/>
                <a:gd name="connsiteY2" fmla="*/ 90488 h 393382"/>
                <a:gd name="connsiteX3" fmla="*/ 101918 w 162877"/>
                <a:gd name="connsiteY3" fmla="*/ 126683 h 393382"/>
                <a:gd name="connsiteX4" fmla="*/ 155257 w 162877"/>
                <a:gd name="connsiteY4" fmla="*/ 126683 h 393382"/>
                <a:gd name="connsiteX5" fmla="*/ 155257 w 162877"/>
                <a:gd name="connsiteY5" fmla="*/ 178118 h 393382"/>
                <a:gd name="connsiteX6" fmla="*/ 102870 w 162877"/>
                <a:gd name="connsiteY6" fmla="*/ 178118 h 393382"/>
                <a:gd name="connsiteX7" fmla="*/ 102870 w 162877"/>
                <a:gd name="connsiteY7" fmla="*/ 393383 h 393382"/>
                <a:gd name="connsiteX8" fmla="*/ 40957 w 162877"/>
                <a:gd name="connsiteY8" fmla="*/ 393383 h 393382"/>
                <a:gd name="connsiteX9" fmla="*/ 40957 w 162877"/>
                <a:gd name="connsiteY9" fmla="*/ 179070 h 393382"/>
                <a:gd name="connsiteX10" fmla="*/ 0 w 162877"/>
                <a:gd name="connsiteY10" fmla="*/ 179070 h 393382"/>
                <a:gd name="connsiteX11" fmla="*/ 0 w 162877"/>
                <a:gd name="connsiteY11" fmla="*/ 126683 h 393382"/>
                <a:gd name="connsiteX12" fmla="*/ 40957 w 162877"/>
                <a:gd name="connsiteY12" fmla="*/ 126683 h 393382"/>
                <a:gd name="connsiteX13" fmla="*/ 40957 w 162877"/>
                <a:gd name="connsiteY13" fmla="*/ 88583 h 393382"/>
                <a:gd name="connsiteX14" fmla="*/ 125730 w 162877"/>
                <a:gd name="connsiteY14" fmla="*/ 0 h 393382"/>
                <a:gd name="connsiteX15" fmla="*/ 162877 w 162877"/>
                <a:gd name="connsiteY15" fmla="*/ 5715 h 393382"/>
                <a:gd name="connsiteX16" fmla="*/ 162877 w 162877"/>
                <a:gd name="connsiteY16" fmla="*/ 58103 h 393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2877" h="393382">
                  <a:moveTo>
                    <a:pt x="162877" y="58103"/>
                  </a:moveTo>
                  <a:cubicBezTo>
                    <a:pt x="154305" y="54293"/>
                    <a:pt x="144780" y="53340"/>
                    <a:pt x="135255" y="53340"/>
                  </a:cubicBezTo>
                  <a:cubicBezTo>
                    <a:pt x="111443" y="53340"/>
                    <a:pt x="101918" y="65723"/>
                    <a:pt x="101918" y="90488"/>
                  </a:cubicBezTo>
                  <a:lnTo>
                    <a:pt x="101918" y="126683"/>
                  </a:lnTo>
                  <a:lnTo>
                    <a:pt x="155257" y="126683"/>
                  </a:lnTo>
                  <a:lnTo>
                    <a:pt x="155257" y="178118"/>
                  </a:lnTo>
                  <a:lnTo>
                    <a:pt x="102870" y="178118"/>
                  </a:lnTo>
                  <a:lnTo>
                    <a:pt x="102870" y="393383"/>
                  </a:lnTo>
                  <a:lnTo>
                    <a:pt x="40957" y="393383"/>
                  </a:lnTo>
                  <a:lnTo>
                    <a:pt x="40957" y="179070"/>
                  </a:lnTo>
                  <a:lnTo>
                    <a:pt x="0" y="179070"/>
                  </a:lnTo>
                  <a:lnTo>
                    <a:pt x="0" y="126683"/>
                  </a:lnTo>
                  <a:lnTo>
                    <a:pt x="40957" y="126683"/>
                  </a:lnTo>
                  <a:lnTo>
                    <a:pt x="40957" y="88583"/>
                  </a:lnTo>
                  <a:cubicBezTo>
                    <a:pt x="40957" y="33338"/>
                    <a:pt x="65722" y="0"/>
                    <a:pt x="125730" y="0"/>
                  </a:cubicBezTo>
                  <a:cubicBezTo>
                    <a:pt x="139065" y="0"/>
                    <a:pt x="152400" y="1905"/>
                    <a:pt x="162877" y="5715"/>
                  </a:cubicBezTo>
                  <a:lnTo>
                    <a:pt x="162877" y="5810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0" name="Freihandform: Form 199">
              <a:extLst>
                <a:ext uri="{FF2B5EF4-FFF2-40B4-BE49-F238E27FC236}">
                  <a16:creationId xmlns:a16="http://schemas.microsoft.com/office/drawing/2014/main" id="{DA8859A3-A58E-46CF-8142-3F1B295D3618}"/>
                </a:ext>
              </a:extLst>
            </p:cNvPr>
            <p:cNvSpPr/>
            <p:nvPr/>
          </p:nvSpPr>
          <p:spPr>
            <a:xfrm>
              <a:off x="9785984" y="3138487"/>
              <a:ext cx="165734" cy="358140"/>
            </a:xfrm>
            <a:custGeom>
              <a:avLst/>
              <a:gdLst>
                <a:gd name="connsiteX0" fmla="*/ 165735 w 165734"/>
                <a:gd name="connsiteY0" fmla="*/ 295275 h 358140"/>
                <a:gd name="connsiteX1" fmla="*/ 165735 w 165734"/>
                <a:gd name="connsiteY1" fmla="*/ 348615 h 358140"/>
                <a:gd name="connsiteX2" fmla="*/ 113347 w 165734"/>
                <a:gd name="connsiteY2" fmla="*/ 358140 h 358140"/>
                <a:gd name="connsiteX3" fmla="*/ 40957 w 165734"/>
                <a:gd name="connsiteY3" fmla="*/ 282892 h 358140"/>
                <a:gd name="connsiteX4" fmla="*/ 40957 w 165734"/>
                <a:gd name="connsiteY4" fmla="*/ 137160 h 358140"/>
                <a:gd name="connsiteX5" fmla="*/ 0 w 165734"/>
                <a:gd name="connsiteY5" fmla="*/ 137160 h 358140"/>
                <a:gd name="connsiteX6" fmla="*/ 0 w 165734"/>
                <a:gd name="connsiteY6" fmla="*/ 85725 h 358140"/>
                <a:gd name="connsiteX7" fmla="*/ 40005 w 165734"/>
                <a:gd name="connsiteY7" fmla="*/ 85725 h 358140"/>
                <a:gd name="connsiteX8" fmla="*/ 40005 w 165734"/>
                <a:gd name="connsiteY8" fmla="*/ 13335 h 358140"/>
                <a:gd name="connsiteX9" fmla="*/ 101917 w 165734"/>
                <a:gd name="connsiteY9" fmla="*/ 0 h 358140"/>
                <a:gd name="connsiteX10" fmla="*/ 101917 w 165734"/>
                <a:gd name="connsiteY10" fmla="*/ 86677 h 358140"/>
                <a:gd name="connsiteX11" fmla="*/ 165735 w 165734"/>
                <a:gd name="connsiteY11" fmla="*/ 86677 h 358140"/>
                <a:gd name="connsiteX12" fmla="*/ 165735 w 165734"/>
                <a:gd name="connsiteY12" fmla="*/ 138113 h 358140"/>
                <a:gd name="connsiteX13" fmla="*/ 101917 w 165734"/>
                <a:gd name="connsiteY13" fmla="*/ 138113 h 358140"/>
                <a:gd name="connsiteX14" fmla="*/ 101917 w 165734"/>
                <a:gd name="connsiteY14" fmla="*/ 269558 h 358140"/>
                <a:gd name="connsiteX15" fmla="*/ 130492 w 165734"/>
                <a:gd name="connsiteY15" fmla="*/ 304800 h 358140"/>
                <a:gd name="connsiteX16" fmla="*/ 165735 w 165734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7" y="0"/>
                  </a:lnTo>
                  <a:lnTo>
                    <a:pt x="101917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7" y="138113"/>
                  </a:lnTo>
                  <a:lnTo>
                    <a:pt x="101917" y="269558"/>
                  </a:lnTo>
                  <a:cubicBezTo>
                    <a:pt x="101917" y="294322"/>
                    <a:pt x="110490" y="304800"/>
                    <a:pt x="130492" y="304800"/>
                  </a:cubicBezTo>
                  <a:cubicBezTo>
                    <a:pt x="141922" y="303847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4797165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E3220-D2B0-5E43-9545-C983F3B891D1}" type="datetime4">
              <a:rPr lang="de-DE" smtClean="0"/>
              <a:t>8.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C50F1EF-7CD3-4F38-8BE6-ED3FCE2DB3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8317" y="1631156"/>
            <a:ext cx="11157745" cy="4569619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F5C59997-58CB-4A34-A7D6-744D4117F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9" name="Bildplatzhalter 6">
            <a:extLst>
              <a:ext uri="{FF2B5EF4-FFF2-40B4-BE49-F238E27FC236}">
                <a16:creationId xmlns:a16="http://schemas.microsoft.com/office/drawing/2014/main" id="{25613776-0F22-42BA-AE5A-1B73727AAD1E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D4D5745E-E636-484E-8028-8021CCFDEC5B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40970288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 | zw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A70E6-6A8A-BC46-A93C-FE3DF9BFB8D1}" type="datetime4">
              <a:rPr lang="de-DE" smtClean="0"/>
              <a:t>8.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C50F1EF-7CD3-4F38-8BE6-ED3FCE2DB3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8318" y="1631156"/>
            <a:ext cx="5469732" cy="4569619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8" name="Textplatzhalter 6">
            <a:extLst>
              <a:ext uri="{FF2B5EF4-FFF2-40B4-BE49-F238E27FC236}">
                <a16:creationId xmlns:a16="http://schemas.microsoft.com/office/drawing/2014/main" id="{024A1079-17C2-45DE-A16B-14C152A08F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06329" y="1631156"/>
            <a:ext cx="5469732" cy="456961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5E5E3F57-04C9-40C7-B10F-E51808253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" name="Bildplatzhalter 6">
            <a:extLst>
              <a:ext uri="{FF2B5EF4-FFF2-40B4-BE49-F238E27FC236}">
                <a16:creationId xmlns:a16="http://schemas.microsoft.com/office/drawing/2014/main" id="{6791738E-1095-45F8-98E2-D057FFD19CAA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73212EE7-978B-435B-B747-4DF34057F18C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55941387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 | dr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7CEAF-2148-1247-A2EA-32D38316C404}" type="datetime4">
              <a:rPr lang="de-DE" smtClean="0"/>
              <a:t>8.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2099" y="6634666"/>
            <a:ext cx="193964" cy="123111"/>
          </a:xfrm>
        </p:spPr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636A777D-D5C6-4E84-A9C9-D0F4836A4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D304591F-2FC9-4C29-9FE5-537955E3B92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18318" y="1631157"/>
            <a:ext cx="3568821" cy="4569618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2" name="Textplatzhalter 6">
            <a:extLst>
              <a:ext uri="{FF2B5EF4-FFF2-40B4-BE49-F238E27FC236}">
                <a16:creationId xmlns:a16="http://schemas.microsoft.com/office/drawing/2014/main" id="{D0C47385-EF97-44EE-867E-E9365B44CAA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07242" y="1631157"/>
            <a:ext cx="3568821" cy="4569618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3" name="Textplatzhalter 6">
            <a:extLst>
              <a:ext uri="{FF2B5EF4-FFF2-40B4-BE49-F238E27FC236}">
                <a16:creationId xmlns:a16="http://schemas.microsoft.com/office/drawing/2014/main" id="{E3F53468-6A74-4DFC-93FD-A760B961965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312780" y="1631157"/>
            <a:ext cx="3568821" cy="4569618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0" name="Bildplatzhalter 6">
            <a:extLst>
              <a:ext uri="{FF2B5EF4-FFF2-40B4-BE49-F238E27FC236}">
                <a16:creationId xmlns:a16="http://schemas.microsoft.com/office/drawing/2014/main" id="{86333803-0B38-4F61-95AE-49DCFFD7FB88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4" name="Textplatzhalter 9">
            <a:extLst>
              <a:ext uri="{FF2B5EF4-FFF2-40B4-BE49-F238E27FC236}">
                <a16:creationId xmlns:a16="http://schemas.microsoft.com/office/drawing/2014/main" id="{08BEEA51-35F2-44B9-8FA6-474AFBCFB0F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6673816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- Bild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AADC3-57EC-0F47-8BED-0A13A3A66DB5}" type="datetime4">
              <a:rPr lang="de-DE" smtClean="0"/>
              <a:t>8.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C50F1EF-7CD3-4F38-8BE6-ED3FCE2DB3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8318" y="1631156"/>
            <a:ext cx="5469732" cy="4569619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5E5E3F57-04C9-40C7-B10F-E51808253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" name="Bildplatzhalter 8">
            <a:extLst>
              <a:ext uri="{FF2B5EF4-FFF2-40B4-BE49-F238E27FC236}">
                <a16:creationId xmlns:a16="http://schemas.microsoft.com/office/drawing/2014/main" id="{3A0E3338-4E71-4920-9A06-A4D408E5A297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6206329" y="1631155"/>
            <a:ext cx="5469732" cy="4569619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11" name="Bildplatzhalter 6">
            <a:extLst>
              <a:ext uri="{FF2B5EF4-FFF2-40B4-BE49-F238E27FC236}">
                <a16:creationId xmlns:a16="http://schemas.microsoft.com/office/drawing/2014/main" id="{8D50DB04-91D7-4C23-96CE-09E0502D14CD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BA160CC5-8A59-46D3-A1D7-F21A3B6955D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66646337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- Tex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ildplatzhalter 8">
            <a:extLst>
              <a:ext uri="{FF2B5EF4-FFF2-40B4-BE49-F238E27FC236}">
                <a16:creationId xmlns:a16="http://schemas.microsoft.com/office/drawing/2014/main" id="{3A0E3338-4E71-4920-9A06-A4D408E5A297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18318" y="1631155"/>
            <a:ext cx="5469732" cy="4569619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9A9C5-7740-0040-BDED-E2FCD57509CD}" type="datetime4">
              <a:rPr lang="de-DE" smtClean="0"/>
              <a:t>8.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2099" y="6634666"/>
            <a:ext cx="193964" cy="123111"/>
          </a:xfrm>
        </p:spPr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C50F1EF-7CD3-4F38-8BE6-ED3FCE2DB3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06331" y="1631156"/>
            <a:ext cx="5469732" cy="4569619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5E5E3F57-04C9-40C7-B10F-E51808253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1" name="Bildplatzhalter 6">
            <a:extLst>
              <a:ext uri="{FF2B5EF4-FFF2-40B4-BE49-F238E27FC236}">
                <a16:creationId xmlns:a16="http://schemas.microsoft.com/office/drawing/2014/main" id="{1C6D487A-3469-4A14-880C-0C0352BFC29A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65A4D142-596E-4394-B407-65001A377D3A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41282086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ldfolie | mit Stör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ildplatzhalter 8">
            <a:extLst>
              <a:ext uri="{FF2B5EF4-FFF2-40B4-BE49-F238E27FC236}">
                <a16:creationId xmlns:a16="http://schemas.microsoft.com/office/drawing/2014/main" id="{C430C106-4EB7-47B9-8F1D-0BFCFBEAECE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D1CD45B2-C7E2-4C43-84ED-BFB6DC4E84E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8319" y="3431381"/>
            <a:ext cx="3571200" cy="2769394"/>
          </a:xfrm>
          <a:solidFill>
            <a:schemeClr val="bg1"/>
          </a:solidFill>
        </p:spPr>
        <p:txBody>
          <a:bodyPr wrap="square" lIns="180000" tIns="180000" rIns="360000" bIns="18000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DFE029E8-09EC-45DC-B2BB-25B2B1C145AC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5" name="Gerader Verbinder 4">
              <a:extLst>
                <a:ext uri="{FF2B5EF4-FFF2-40B4-BE49-F238E27FC236}">
                  <a16:creationId xmlns:a16="http://schemas.microsoft.com/office/drawing/2014/main" id="{D3613C15-D9EF-4DBF-8B74-3D509941276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feld 5">
              <a:extLst>
                <a:ext uri="{FF2B5EF4-FFF2-40B4-BE49-F238E27FC236}">
                  <a16:creationId xmlns:a16="http://schemas.microsoft.com/office/drawing/2014/main" id="{8E0568E8-B36B-404B-9E38-F367F7DFCF81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54EB1BCB-8EFE-43BA-AE53-9984B9F11B54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10" name="Gerader Verbinder 9">
              <a:extLst>
                <a:ext uri="{FF2B5EF4-FFF2-40B4-BE49-F238E27FC236}">
                  <a16:creationId xmlns:a16="http://schemas.microsoft.com/office/drawing/2014/main" id="{B189016C-ED2A-474D-A417-5E0F497B514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feld 10">
              <a:extLst>
                <a:ext uri="{FF2B5EF4-FFF2-40B4-BE49-F238E27FC236}">
                  <a16:creationId xmlns:a16="http://schemas.microsoft.com/office/drawing/2014/main" id="{9856DE16-FDEC-4063-8C73-CBF95C803B59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E3759D02-378A-4C73-8CA4-E4FB217B94E6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13" name="Gerader Verbinder 12">
              <a:extLst>
                <a:ext uri="{FF2B5EF4-FFF2-40B4-BE49-F238E27FC236}">
                  <a16:creationId xmlns:a16="http://schemas.microsoft.com/office/drawing/2014/main" id="{612F9041-226E-4E23-B398-1F7D9044B54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feld 13">
              <a:extLst>
                <a:ext uri="{FF2B5EF4-FFF2-40B4-BE49-F238E27FC236}">
                  <a16:creationId xmlns:a16="http://schemas.microsoft.com/office/drawing/2014/main" id="{618D5641-3E9B-4072-8388-BB46336975A8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870072D5-E220-4946-9EE1-80DFB58C3A38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16" name="Gerader Verbinder 15">
              <a:extLst>
                <a:ext uri="{FF2B5EF4-FFF2-40B4-BE49-F238E27FC236}">
                  <a16:creationId xmlns:a16="http://schemas.microsoft.com/office/drawing/2014/main" id="{0A43D9D6-7790-4E94-8493-67757E33734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feld 16">
              <a:extLst>
                <a:ext uri="{FF2B5EF4-FFF2-40B4-BE49-F238E27FC236}">
                  <a16:creationId xmlns:a16="http://schemas.microsoft.com/office/drawing/2014/main" id="{8E7E0758-62D1-453D-B55E-FDC4CCE3C6E4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84310EC5-28E5-4146-A748-79C1FCA769F0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19" name="Gerader Verbinder 18">
              <a:extLst>
                <a:ext uri="{FF2B5EF4-FFF2-40B4-BE49-F238E27FC236}">
                  <a16:creationId xmlns:a16="http://schemas.microsoft.com/office/drawing/2014/main" id="{2D5BC590-E7B8-48F8-AAC5-6799BCBDEB4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feld 19">
              <a:extLst>
                <a:ext uri="{FF2B5EF4-FFF2-40B4-BE49-F238E27FC236}">
                  <a16:creationId xmlns:a16="http://schemas.microsoft.com/office/drawing/2014/main" id="{DF5B0BA6-3F36-41A3-8125-15AA496849C8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07018BC3-E9D3-4DC9-9093-D415FD96426D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22" name="Gerader Verbinder 21">
              <a:extLst>
                <a:ext uri="{FF2B5EF4-FFF2-40B4-BE49-F238E27FC236}">
                  <a16:creationId xmlns:a16="http://schemas.microsoft.com/office/drawing/2014/main" id="{38F1A063-9C9E-48DF-9813-A4EA4497C2D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feld 22">
              <a:extLst>
                <a:ext uri="{FF2B5EF4-FFF2-40B4-BE49-F238E27FC236}">
                  <a16:creationId xmlns:a16="http://schemas.microsoft.com/office/drawing/2014/main" id="{F79F31FE-DC89-4DED-A231-3D8DCBF48D98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F7DF8EA8-3E45-431B-90A0-140583E1D079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25" name="Gerader Verbinder 24">
              <a:extLst>
                <a:ext uri="{FF2B5EF4-FFF2-40B4-BE49-F238E27FC236}">
                  <a16:creationId xmlns:a16="http://schemas.microsoft.com/office/drawing/2014/main" id="{B300055A-A6D6-4CE1-986A-0930765E029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feld 25">
              <a:extLst>
                <a:ext uri="{FF2B5EF4-FFF2-40B4-BE49-F238E27FC236}">
                  <a16:creationId xmlns:a16="http://schemas.microsoft.com/office/drawing/2014/main" id="{0B2C23E7-0482-498A-B984-44C6CF40F3B6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AC7A65B2-F352-4DA5-9A36-9105D478D2C2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28" name="Gerader Verbinder 27">
              <a:extLst>
                <a:ext uri="{FF2B5EF4-FFF2-40B4-BE49-F238E27FC236}">
                  <a16:creationId xmlns:a16="http://schemas.microsoft.com/office/drawing/2014/main" id="{4D9AE9BE-891D-491B-98F9-78F552DDC82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feld 28">
              <a:extLst>
                <a:ext uri="{FF2B5EF4-FFF2-40B4-BE49-F238E27FC236}">
                  <a16:creationId xmlns:a16="http://schemas.microsoft.com/office/drawing/2014/main" id="{E259A48F-52D3-481E-86F8-360FED16B872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30" name="Gruppieren 29">
            <a:extLst>
              <a:ext uri="{FF2B5EF4-FFF2-40B4-BE49-F238E27FC236}">
                <a16:creationId xmlns:a16="http://schemas.microsoft.com/office/drawing/2014/main" id="{7ADB04CE-94F5-430A-9FF1-01DE211731F2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31" name="Gerader Verbinder 30">
              <a:extLst>
                <a:ext uri="{FF2B5EF4-FFF2-40B4-BE49-F238E27FC236}">
                  <a16:creationId xmlns:a16="http://schemas.microsoft.com/office/drawing/2014/main" id="{50411913-7BEC-4F33-BDE8-154F93D079C8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feld 31">
              <a:extLst>
                <a:ext uri="{FF2B5EF4-FFF2-40B4-BE49-F238E27FC236}">
                  <a16:creationId xmlns:a16="http://schemas.microsoft.com/office/drawing/2014/main" id="{A40BADBF-D4AC-4B48-AE66-D79BD3055404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CB5DA2A5-4F29-4DF6-A342-0A7B4878AAB5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Gruppieren 33">
            <a:extLst>
              <a:ext uri="{FF2B5EF4-FFF2-40B4-BE49-F238E27FC236}">
                <a16:creationId xmlns:a16="http://schemas.microsoft.com/office/drawing/2014/main" id="{E820BD84-9211-4C19-A40B-4121AD892514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35" name="Gerader Verbinder 34">
              <a:extLst>
                <a:ext uri="{FF2B5EF4-FFF2-40B4-BE49-F238E27FC236}">
                  <a16:creationId xmlns:a16="http://schemas.microsoft.com/office/drawing/2014/main" id="{21C7D9CA-751B-4809-9338-47DDC5D1A72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feld 35">
              <a:extLst>
                <a:ext uri="{FF2B5EF4-FFF2-40B4-BE49-F238E27FC236}">
                  <a16:creationId xmlns:a16="http://schemas.microsoft.com/office/drawing/2014/main" id="{D1C22B97-CFD8-4E78-BF7E-02A71F190F83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8132024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folie | 1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20724-3FFE-474C-B7EC-B5434782A6A0}" type="datetime4">
              <a:rPr lang="de-DE" smtClean="0"/>
              <a:t>8.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3" name="Titel 12">
            <a:extLst>
              <a:ext uri="{FF2B5EF4-FFF2-40B4-BE49-F238E27FC236}">
                <a16:creationId xmlns:a16="http://schemas.microsoft.com/office/drawing/2014/main" id="{6A4CB3A7-ACED-41D0-8E35-318CD3693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" name="Bildplatzhalter 8">
            <a:extLst>
              <a:ext uri="{FF2B5EF4-FFF2-40B4-BE49-F238E27FC236}">
                <a16:creationId xmlns:a16="http://schemas.microsoft.com/office/drawing/2014/main" id="{EBFE18BD-74E5-4328-B98A-9C6FC4FCA59F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18317" y="1631156"/>
            <a:ext cx="11157746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12" name="Textplatzhalter 10">
            <a:extLst>
              <a:ext uri="{FF2B5EF4-FFF2-40B4-BE49-F238E27FC236}">
                <a16:creationId xmlns:a16="http://schemas.microsoft.com/office/drawing/2014/main" id="{A51E223D-AC82-4D54-A383-0E2DF84E2EF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18317" y="5690271"/>
            <a:ext cx="11157746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9" name="Bildplatzhalter 6">
            <a:extLst>
              <a:ext uri="{FF2B5EF4-FFF2-40B4-BE49-F238E27FC236}">
                <a16:creationId xmlns:a16="http://schemas.microsoft.com/office/drawing/2014/main" id="{05EC4CE8-43C6-428F-9E62-CB38E0CE6447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142AAD46-67A3-4127-B280-D69434A7D72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34085020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folie | 2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B053A-CDDC-5047-8FEF-9AFCA1B66AF1}" type="datetime4">
              <a:rPr lang="de-DE" smtClean="0"/>
              <a:t>8.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2099" y="6634666"/>
            <a:ext cx="193964" cy="123111"/>
          </a:xfrm>
        </p:spPr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C8C7F934-D7F3-42CA-88CC-3AEB50FF1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4" name="Bildplatzhalter 8">
            <a:extLst>
              <a:ext uri="{FF2B5EF4-FFF2-40B4-BE49-F238E27FC236}">
                <a16:creationId xmlns:a16="http://schemas.microsoft.com/office/drawing/2014/main" id="{B4B72DA6-61BE-42F9-8894-08B159BC7C7D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18317" y="1631156"/>
            <a:ext cx="5469732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15" name="Textplatzhalter 10">
            <a:extLst>
              <a:ext uri="{FF2B5EF4-FFF2-40B4-BE49-F238E27FC236}">
                <a16:creationId xmlns:a16="http://schemas.microsoft.com/office/drawing/2014/main" id="{0E2D86CD-8C0A-461A-82DE-DEB73A6F9AC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18317" y="5690271"/>
            <a:ext cx="5469732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6" name="Bildplatzhalter 8">
            <a:extLst>
              <a:ext uri="{FF2B5EF4-FFF2-40B4-BE49-F238E27FC236}">
                <a16:creationId xmlns:a16="http://schemas.microsoft.com/office/drawing/2014/main" id="{B4E7C39B-83E8-467B-AD57-55CA08888B5C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6206331" y="1631156"/>
            <a:ext cx="5469732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17" name="Textplatzhalter 10">
            <a:extLst>
              <a:ext uri="{FF2B5EF4-FFF2-40B4-BE49-F238E27FC236}">
                <a16:creationId xmlns:a16="http://schemas.microsoft.com/office/drawing/2014/main" id="{CE124A50-74B4-4E32-AA56-DCD775B1300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06331" y="5690271"/>
            <a:ext cx="5469732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1" name="Bildplatzhalter 6">
            <a:extLst>
              <a:ext uri="{FF2B5EF4-FFF2-40B4-BE49-F238E27FC236}">
                <a16:creationId xmlns:a16="http://schemas.microsoft.com/office/drawing/2014/main" id="{BF87D6FE-3E8F-49D4-B36A-217C95B23AF8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381895C7-DC25-40C3-9857-7AF6421845A6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16274499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folie | 3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1270B-04CA-9C41-8E60-C1F5877C94B0}" type="datetime4">
              <a:rPr lang="de-DE" smtClean="0"/>
              <a:t>8.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2099" y="6634666"/>
            <a:ext cx="193964" cy="123111"/>
          </a:xfrm>
        </p:spPr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9995CF9C-9826-4946-A085-FF49199BE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21" name="Bildplatzhalter 8">
            <a:extLst>
              <a:ext uri="{FF2B5EF4-FFF2-40B4-BE49-F238E27FC236}">
                <a16:creationId xmlns:a16="http://schemas.microsoft.com/office/drawing/2014/main" id="{E2430412-20B6-4F53-A77B-A26A49135E49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18317" y="1631156"/>
            <a:ext cx="3569758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22" name="Textplatzhalter 10">
            <a:extLst>
              <a:ext uri="{FF2B5EF4-FFF2-40B4-BE49-F238E27FC236}">
                <a16:creationId xmlns:a16="http://schemas.microsoft.com/office/drawing/2014/main" id="{48CA2DF0-5B92-4CE6-AF1A-CC648431BB9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18317" y="5690271"/>
            <a:ext cx="3569758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3" name="Bildplatzhalter 8">
            <a:extLst>
              <a:ext uri="{FF2B5EF4-FFF2-40B4-BE49-F238E27FC236}">
                <a16:creationId xmlns:a16="http://schemas.microsoft.com/office/drawing/2014/main" id="{002E2471-F223-4896-A895-CE0AF20E11DB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8106305" y="1631156"/>
            <a:ext cx="3569758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24" name="Textplatzhalter 10">
            <a:extLst>
              <a:ext uri="{FF2B5EF4-FFF2-40B4-BE49-F238E27FC236}">
                <a16:creationId xmlns:a16="http://schemas.microsoft.com/office/drawing/2014/main" id="{470E7482-A37A-44BE-ADE5-A0B3B10E8FCA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106305" y="5690271"/>
            <a:ext cx="3569758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5" name="Bildplatzhalter 8">
            <a:extLst>
              <a:ext uri="{FF2B5EF4-FFF2-40B4-BE49-F238E27FC236}">
                <a16:creationId xmlns:a16="http://schemas.microsoft.com/office/drawing/2014/main" id="{3FD09289-F115-4464-A726-812A11720CAD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4312311" y="1631156"/>
            <a:ext cx="3569758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26" name="Textplatzhalter 10">
            <a:extLst>
              <a:ext uri="{FF2B5EF4-FFF2-40B4-BE49-F238E27FC236}">
                <a16:creationId xmlns:a16="http://schemas.microsoft.com/office/drawing/2014/main" id="{F3F11CE6-C8CF-4ABE-B3B8-C00D74678A95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312311" y="5690271"/>
            <a:ext cx="3569758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3" name="Bildplatzhalter 6">
            <a:extLst>
              <a:ext uri="{FF2B5EF4-FFF2-40B4-BE49-F238E27FC236}">
                <a16:creationId xmlns:a16="http://schemas.microsoft.com/office/drawing/2014/main" id="{A7347480-9F70-4378-B138-B8B7C593F862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4" name="Textplatzhalter 9">
            <a:extLst>
              <a:ext uri="{FF2B5EF4-FFF2-40B4-BE49-F238E27FC236}">
                <a16:creationId xmlns:a16="http://schemas.microsoft.com/office/drawing/2014/main" id="{DD6E75C0-962B-4DE7-8D95-4D4F45AB8241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67218925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81BA0-5BB3-5246-9E50-980A1A9B4EE6}" type="datetime4">
              <a:rPr lang="de-DE" smtClean="0"/>
              <a:t>8.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6A3EEDC1-9ABB-471E-855E-52CC8C208FB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18317" y="1631156"/>
            <a:ext cx="11155366" cy="4569619"/>
          </a:xfrm>
        </p:spPr>
        <p:txBody>
          <a:bodyPr/>
          <a:lstStyle/>
          <a:p>
            <a:pPr lvl="0"/>
            <a:r>
              <a:rPr lang="de-DE" dirty="0"/>
              <a:t> </a:t>
            </a:r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BBD0D2AE-225B-47F4-A359-0020AE80A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" name="Bildplatzhalter 6">
            <a:extLst>
              <a:ext uri="{FF2B5EF4-FFF2-40B4-BE49-F238E27FC236}">
                <a16:creationId xmlns:a16="http://schemas.microsoft.com/office/drawing/2014/main" id="{451A9BBC-9F96-4260-BC40-C6D3D23D6FB6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A13C3F65-DA83-41EB-89FA-4255A4DF2ED9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28544302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 | zw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0B164-C25A-3344-8170-0DF909FFEEB8}" type="datetime4">
              <a:rPr lang="de-DE" smtClean="0"/>
              <a:t>8.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2099" y="6634666"/>
            <a:ext cx="193964" cy="123111"/>
          </a:xfrm>
        </p:spPr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6A3EEDC1-9ABB-471E-855E-52CC8C208FB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18317" y="1631156"/>
            <a:ext cx="5469733" cy="4569619"/>
          </a:xfrm>
        </p:spPr>
        <p:txBody>
          <a:bodyPr/>
          <a:lstStyle/>
          <a:p>
            <a:pPr lvl="0"/>
            <a:r>
              <a:rPr lang="de-DE" dirty="0"/>
              <a:t> </a:t>
            </a:r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BBD0D2AE-225B-47F4-A359-0020AE80A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" name="Bildplatzhalter 6">
            <a:extLst>
              <a:ext uri="{FF2B5EF4-FFF2-40B4-BE49-F238E27FC236}">
                <a16:creationId xmlns:a16="http://schemas.microsoft.com/office/drawing/2014/main" id="{451A9BBC-9F96-4260-BC40-C6D3D23D6FB6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1" name="Inhaltsplatzhalter 7">
            <a:extLst>
              <a:ext uri="{FF2B5EF4-FFF2-40B4-BE49-F238E27FC236}">
                <a16:creationId xmlns:a16="http://schemas.microsoft.com/office/drawing/2014/main" id="{33608DEB-69EC-4E8F-A567-9E3EA36C3624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6206330" y="1631156"/>
            <a:ext cx="5469733" cy="4569619"/>
          </a:xfrm>
        </p:spPr>
        <p:txBody>
          <a:bodyPr/>
          <a:lstStyle/>
          <a:p>
            <a:pPr lvl="0"/>
            <a:r>
              <a:rPr lang="de-DE" dirty="0"/>
              <a:t> </a:t>
            </a: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6BCD0DB3-1746-4FA4-9BF2-5CC1A0E5F8BB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55777566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 | mi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D8F88-B8B9-BE47-A5E1-02769489728D}" type="datetime4">
              <a:rPr lang="de-DE" smtClean="0"/>
              <a:t>8.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5086500-15A5-49F2-8B64-748C19FDABC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04861" y="1631156"/>
            <a:ext cx="3571200" cy="4569620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384BE64F-DBB2-4BF3-ABE7-E92BB978D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9" name="Inhaltsplatzhalter 7">
            <a:extLst>
              <a:ext uri="{FF2B5EF4-FFF2-40B4-BE49-F238E27FC236}">
                <a16:creationId xmlns:a16="http://schemas.microsoft.com/office/drawing/2014/main" id="{0D6633D6-CA56-460E-AA1C-9A4D6A62324A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18317" y="1631157"/>
            <a:ext cx="7363752" cy="4569620"/>
          </a:xfrm>
        </p:spPr>
        <p:txBody>
          <a:bodyPr/>
          <a:lstStyle/>
          <a:p>
            <a:pPr lvl="0"/>
            <a:r>
              <a:rPr lang="de-DE" dirty="0"/>
              <a:t> </a:t>
            </a:r>
          </a:p>
        </p:txBody>
      </p:sp>
      <p:sp>
        <p:nvSpPr>
          <p:cNvPr id="11" name="Bildplatzhalter 6">
            <a:extLst>
              <a:ext uri="{FF2B5EF4-FFF2-40B4-BE49-F238E27FC236}">
                <a16:creationId xmlns:a16="http://schemas.microsoft.com/office/drawing/2014/main" id="{7CDDF36A-B7A5-4E95-A5D6-07C5FCED28B4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B3506DC8-BD94-4752-B673-EB18A5638B4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01857921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ur Titel | Ro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E4048C-0B54-437F-B99C-D17800474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2FAADEF-559F-F444-88B9-75C08831D4AB}" type="datetime4">
              <a:rPr lang="de-DE" smtClean="0"/>
              <a:t>8.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57" name="Rechteck 56">
            <a:extLst>
              <a:ext uri="{FF2B5EF4-FFF2-40B4-BE49-F238E27FC236}">
                <a16:creationId xmlns:a16="http://schemas.microsoft.com/office/drawing/2014/main" id="{87F00BE4-512D-4F35-B132-4E5C5CF1413D}"/>
              </a:ext>
            </a:extLst>
          </p:cNvPr>
          <p:cNvSpPr/>
          <p:nvPr userDrawn="1"/>
        </p:nvSpPr>
        <p:spPr>
          <a:xfrm>
            <a:off x="517200" y="6538526"/>
            <a:ext cx="11674800" cy="10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9" name="Rechteck 58">
            <a:extLst>
              <a:ext uri="{FF2B5EF4-FFF2-40B4-BE49-F238E27FC236}">
                <a16:creationId xmlns:a16="http://schemas.microsoft.com/office/drawing/2014/main" id="{F1925060-7FCF-4CBC-B0DA-0731E3E98579}"/>
              </a:ext>
            </a:extLst>
          </p:cNvPr>
          <p:cNvSpPr/>
          <p:nvPr userDrawn="1"/>
        </p:nvSpPr>
        <p:spPr>
          <a:xfrm>
            <a:off x="518400" y="1196733"/>
            <a:ext cx="11676062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0" name="Textplatzhalter 9">
            <a:extLst>
              <a:ext uri="{FF2B5EF4-FFF2-40B4-BE49-F238E27FC236}">
                <a16:creationId xmlns:a16="http://schemas.microsoft.com/office/drawing/2014/main" id="{A9FF3927-CA7B-4361-998A-3A60E5D23F5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61" name="Freihandform: Form 60">
            <a:extLst>
              <a:ext uri="{FF2B5EF4-FFF2-40B4-BE49-F238E27FC236}">
                <a16:creationId xmlns:a16="http://schemas.microsoft.com/office/drawing/2014/main" id="{BC19384B-1D95-4C0D-B3F0-61407A015F56}"/>
              </a:ext>
            </a:extLst>
          </p:cNvPr>
          <p:cNvSpPr>
            <a:spLocks noChangeAspect="1"/>
          </p:cNvSpPr>
          <p:nvPr userDrawn="1"/>
        </p:nvSpPr>
        <p:spPr>
          <a:xfrm>
            <a:off x="10596063" y="299346"/>
            <a:ext cx="1080000" cy="412328"/>
          </a:xfrm>
          <a:custGeom>
            <a:avLst/>
            <a:gdLst>
              <a:gd name="connsiteX0" fmla="*/ 0 w 4797018"/>
              <a:gd name="connsiteY0" fmla="*/ 170736 h 1831428"/>
              <a:gd name="connsiteX1" fmla="*/ 92812 w 4797018"/>
              <a:gd name="connsiteY1" fmla="*/ 77924 h 1831428"/>
              <a:gd name="connsiteX2" fmla="*/ 92812 w 4797018"/>
              <a:gd name="connsiteY2" fmla="*/ 1763373 h 1831428"/>
              <a:gd name="connsiteX3" fmla="*/ 0 w 4797018"/>
              <a:gd name="connsiteY3" fmla="*/ 1763373 h 1831428"/>
              <a:gd name="connsiteX4" fmla="*/ 0 w 4797018"/>
              <a:gd name="connsiteY4" fmla="*/ 170736 h 1831428"/>
              <a:gd name="connsiteX5" fmla="*/ 278425 w 4797018"/>
              <a:gd name="connsiteY5" fmla="*/ 92812 h 1831428"/>
              <a:gd name="connsiteX6" fmla="*/ 1392136 w 4797018"/>
              <a:gd name="connsiteY6" fmla="*/ 92812 h 1831428"/>
              <a:gd name="connsiteX7" fmla="*/ 1392136 w 4797018"/>
              <a:gd name="connsiteY7" fmla="*/ 0 h 1831428"/>
              <a:gd name="connsiteX8" fmla="*/ 185614 w 4797018"/>
              <a:gd name="connsiteY8" fmla="*/ 0 h 1831428"/>
              <a:gd name="connsiteX9" fmla="*/ 185614 w 4797018"/>
              <a:gd name="connsiteY9" fmla="*/ 1113701 h 1831428"/>
              <a:gd name="connsiteX10" fmla="*/ 1210723 w 4797018"/>
              <a:gd name="connsiteY10" fmla="*/ 1113701 h 1831428"/>
              <a:gd name="connsiteX11" fmla="*/ 1210723 w 4797018"/>
              <a:gd name="connsiteY11" fmla="*/ 1020899 h 1831428"/>
              <a:gd name="connsiteX12" fmla="*/ 278425 w 4797018"/>
              <a:gd name="connsiteY12" fmla="*/ 1020899 h 1831428"/>
              <a:gd name="connsiteX13" fmla="*/ 278425 w 4797018"/>
              <a:gd name="connsiteY13" fmla="*/ 92812 h 1831428"/>
              <a:gd name="connsiteX14" fmla="*/ 1350464 w 4797018"/>
              <a:gd name="connsiteY14" fmla="*/ 835285 h 1831428"/>
              <a:gd name="connsiteX15" fmla="*/ 464048 w 4797018"/>
              <a:gd name="connsiteY15" fmla="*/ 835285 h 1831428"/>
              <a:gd name="connsiteX16" fmla="*/ 464048 w 4797018"/>
              <a:gd name="connsiteY16" fmla="*/ 464048 h 1831428"/>
              <a:gd name="connsiteX17" fmla="*/ 1222124 w 4797018"/>
              <a:gd name="connsiteY17" fmla="*/ 464048 h 1831428"/>
              <a:gd name="connsiteX18" fmla="*/ 1314926 w 4797018"/>
              <a:gd name="connsiteY18" fmla="*/ 371237 h 1831428"/>
              <a:gd name="connsiteX19" fmla="*/ 464048 w 4797018"/>
              <a:gd name="connsiteY19" fmla="*/ 371237 h 1831428"/>
              <a:gd name="connsiteX20" fmla="*/ 464048 w 4797018"/>
              <a:gd name="connsiteY20" fmla="*/ 278425 h 1831428"/>
              <a:gd name="connsiteX21" fmla="*/ 1392146 w 4797018"/>
              <a:gd name="connsiteY21" fmla="*/ 278425 h 1831428"/>
              <a:gd name="connsiteX22" fmla="*/ 1392146 w 4797018"/>
              <a:gd name="connsiteY22" fmla="*/ 185614 h 1831428"/>
              <a:gd name="connsiteX23" fmla="*/ 371237 w 4797018"/>
              <a:gd name="connsiteY23" fmla="*/ 185614 h 1831428"/>
              <a:gd name="connsiteX24" fmla="*/ 371237 w 4797018"/>
              <a:gd name="connsiteY24" fmla="*/ 928087 h 1831428"/>
              <a:gd name="connsiteX25" fmla="*/ 1258872 w 4797018"/>
              <a:gd name="connsiteY25" fmla="*/ 928087 h 1831428"/>
              <a:gd name="connsiteX26" fmla="*/ 1350464 w 4797018"/>
              <a:gd name="connsiteY26" fmla="*/ 835285 h 1831428"/>
              <a:gd name="connsiteX27" fmla="*/ 185614 w 4797018"/>
              <a:gd name="connsiteY27" fmla="*/ 1763373 h 1831428"/>
              <a:gd name="connsiteX28" fmla="*/ 278425 w 4797018"/>
              <a:gd name="connsiteY28" fmla="*/ 1763373 h 1831428"/>
              <a:gd name="connsiteX29" fmla="*/ 278425 w 4797018"/>
              <a:gd name="connsiteY29" fmla="*/ 1299324 h 1831428"/>
              <a:gd name="connsiteX30" fmla="*/ 371237 w 4797018"/>
              <a:gd name="connsiteY30" fmla="*/ 1299324 h 1831428"/>
              <a:gd name="connsiteX31" fmla="*/ 371237 w 4797018"/>
              <a:gd name="connsiteY31" fmla="*/ 1685449 h 1831428"/>
              <a:gd name="connsiteX32" fmla="*/ 464039 w 4797018"/>
              <a:gd name="connsiteY32" fmla="*/ 1592647 h 1831428"/>
              <a:gd name="connsiteX33" fmla="*/ 464039 w 4797018"/>
              <a:gd name="connsiteY33" fmla="*/ 1299324 h 1831428"/>
              <a:gd name="connsiteX34" fmla="*/ 1210723 w 4797018"/>
              <a:gd name="connsiteY34" fmla="*/ 1299324 h 1831428"/>
              <a:gd name="connsiteX35" fmla="*/ 1210723 w 4797018"/>
              <a:gd name="connsiteY35" fmla="*/ 1206522 h 1831428"/>
              <a:gd name="connsiteX36" fmla="*/ 185614 w 4797018"/>
              <a:gd name="connsiteY36" fmla="*/ 1206522 h 1831428"/>
              <a:gd name="connsiteX37" fmla="*/ 185614 w 4797018"/>
              <a:gd name="connsiteY37" fmla="*/ 1763373 h 1831428"/>
              <a:gd name="connsiteX38" fmla="*/ 4704207 w 4797018"/>
              <a:gd name="connsiteY38" fmla="*/ 0 h 1831428"/>
              <a:gd name="connsiteX39" fmla="*/ 4704207 w 4797018"/>
              <a:gd name="connsiteY39" fmla="*/ 1067314 h 1831428"/>
              <a:gd name="connsiteX40" fmla="*/ 4334837 w 4797018"/>
              <a:gd name="connsiteY40" fmla="*/ 1692688 h 1831428"/>
              <a:gd name="connsiteX41" fmla="*/ 4332742 w 4797018"/>
              <a:gd name="connsiteY41" fmla="*/ 1689954 h 1831428"/>
              <a:gd name="connsiteX42" fmla="*/ 4611405 w 4797018"/>
              <a:gd name="connsiteY42" fmla="*/ 1158564 h 1831428"/>
              <a:gd name="connsiteX43" fmla="*/ 4611405 w 4797018"/>
              <a:gd name="connsiteY43" fmla="*/ 0 h 1831428"/>
              <a:gd name="connsiteX44" fmla="*/ 4518594 w 4797018"/>
              <a:gd name="connsiteY44" fmla="*/ 0 h 1831428"/>
              <a:gd name="connsiteX45" fmla="*/ 4518594 w 4797018"/>
              <a:gd name="connsiteY45" fmla="*/ 1157021 h 1831428"/>
              <a:gd name="connsiteX46" fmla="*/ 3915337 w 4797018"/>
              <a:gd name="connsiteY46" fmla="*/ 1740170 h 1831428"/>
              <a:gd name="connsiteX47" fmla="*/ 3312081 w 4797018"/>
              <a:gd name="connsiteY47" fmla="*/ 1157021 h 1831428"/>
              <a:gd name="connsiteX48" fmla="*/ 3312081 w 4797018"/>
              <a:gd name="connsiteY48" fmla="*/ 77924 h 1831428"/>
              <a:gd name="connsiteX49" fmla="*/ 3219269 w 4797018"/>
              <a:gd name="connsiteY49" fmla="*/ 170736 h 1831428"/>
              <a:gd name="connsiteX50" fmla="*/ 3219269 w 4797018"/>
              <a:gd name="connsiteY50" fmla="*/ 1158564 h 1831428"/>
              <a:gd name="connsiteX51" fmla="*/ 3915337 w 4797018"/>
              <a:gd name="connsiteY51" fmla="*/ 1831429 h 1831428"/>
              <a:gd name="connsiteX52" fmla="*/ 4008139 w 4797018"/>
              <a:gd name="connsiteY52" fmla="*/ 1831429 h 1831428"/>
              <a:gd name="connsiteX53" fmla="*/ 4797019 w 4797018"/>
              <a:gd name="connsiteY53" fmla="*/ 1068667 h 1831428"/>
              <a:gd name="connsiteX54" fmla="*/ 4797019 w 4797018"/>
              <a:gd name="connsiteY54" fmla="*/ 0 h 1831428"/>
              <a:gd name="connsiteX55" fmla="*/ 4704207 w 4797018"/>
              <a:gd name="connsiteY55" fmla="*/ 0 h 1831428"/>
              <a:gd name="connsiteX56" fmla="*/ 3915328 w 4797018"/>
              <a:gd name="connsiteY56" fmla="*/ 1647358 h 1831428"/>
              <a:gd name="connsiteX57" fmla="*/ 4425773 w 4797018"/>
              <a:gd name="connsiteY57" fmla="*/ 1157021 h 1831428"/>
              <a:gd name="connsiteX58" fmla="*/ 4425782 w 4797018"/>
              <a:gd name="connsiteY58" fmla="*/ 1157021 h 1831428"/>
              <a:gd name="connsiteX59" fmla="*/ 4425782 w 4797018"/>
              <a:gd name="connsiteY59" fmla="*/ 77924 h 1831428"/>
              <a:gd name="connsiteX60" fmla="*/ 4332970 w 4797018"/>
              <a:gd name="connsiteY60" fmla="*/ 170736 h 1831428"/>
              <a:gd name="connsiteX61" fmla="*/ 4332970 w 4797018"/>
              <a:gd name="connsiteY61" fmla="*/ 1067305 h 1831428"/>
              <a:gd name="connsiteX62" fmla="*/ 4008130 w 4797018"/>
              <a:gd name="connsiteY62" fmla="*/ 1368933 h 1831428"/>
              <a:gd name="connsiteX63" fmla="*/ 3683298 w 4797018"/>
              <a:gd name="connsiteY63" fmla="*/ 1067305 h 1831428"/>
              <a:gd name="connsiteX64" fmla="*/ 3683289 w 4797018"/>
              <a:gd name="connsiteY64" fmla="*/ 0 h 1831428"/>
              <a:gd name="connsiteX65" fmla="*/ 3590487 w 4797018"/>
              <a:gd name="connsiteY65" fmla="*/ 0 h 1831428"/>
              <a:gd name="connsiteX66" fmla="*/ 3590487 w 4797018"/>
              <a:gd name="connsiteY66" fmla="*/ 1067305 h 1831428"/>
              <a:gd name="connsiteX67" fmla="*/ 4008130 w 4797018"/>
              <a:gd name="connsiteY67" fmla="*/ 1461745 h 1831428"/>
              <a:gd name="connsiteX68" fmla="*/ 4294699 w 4797018"/>
              <a:gd name="connsiteY68" fmla="*/ 1333129 h 1831428"/>
              <a:gd name="connsiteX69" fmla="*/ 4296785 w 4797018"/>
              <a:gd name="connsiteY69" fmla="*/ 1335862 h 1831428"/>
              <a:gd name="connsiteX70" fmla="*/ 3915328 w 4797018"/>
              <a:gd name="connsiteY70" fmla="*/ 1554556 h 1831428"/>
              <a:gd name="connsiteX71" fmla="*/ 3497742 w 4797018"/>
              <a:gd name="connsiteY71" fmla="*/ 1160116 h 1831428"/>
              <a:gd name="connsiteX72" fmla="*/ 3497685 w 4797018"/>
              <a:gd name="connsiteY72" fmla="*/ 1160116 h 1831428"/>
              <a:gd name="connsiteX73" fmla="*/ 3497685 w 4797018"/>
              <a:gd name="connsiteY73" fmla="*/ 0 h 1831428"/>
              <a:gd name="connsiteX74" fmla="*/ 3404873 w 4797018"/>
              <a:gd name="connsiteY74" fmla="*/ 0 h 1831428"/>
              <a:gd name="connsiteX75" fmla="*/ 3404873 w 4797018"/>
              <a:gd name="connsiteY75" fmla="*/ 1160107 h 1831428"/>
              <a:gd name="connsiteX76" fmla="*/ 3404921 w 4797018"/>
              <a:gd name="connsiteY76" fmla="*/ 1160107 h 1831428"/>
              <a:gd name="connsiteX77" fmla="*/ 3915328 w 4797018"/>
              <a:gd name="connsiteY77" fmla="*/ 1647358 h 1831428"/>
              <a:gd name="connsiteX78" fmla="*/ 1852984 w 4797018"/>
              <a:gd name="connsiteY78" fmla="*/ 1206522 h 1831428"/>
              <a:gd name="connsiteX79" fmla="*/ 1618288 w 4797018"/>
              <a:gd name="connsiteY79" fmla="*/ 1763373 h 1831428"/>
              <a:gd name="connsiteX80" fmla="*/ 1711119 w 4797018"/>
              <a:gd name="connsiteY80" fmla="*/ 1763363 h 1831428"/>
              <a:gd name="connsiteX81" fmla="*/ 1711100 w 4797018"/>
              <a:gd name="connsiteY81" fmla="*/ 1763373 h 1831428"/>
              <a:gd name="connsiteX82" fmla="*/ 1711119 w 4797018"/>
              <a:gd name="connsiteY82" fmla="*/ 1763373 h 1831428"/>
              <a:gd name="connsiteX83" fmla="*/ 1828448 w 4797018"/>
              <a:gd name="connsiteY83" fmla="*/ 1484948 h 1831428"/>
              <a:gd name="connsiteX84" fmla="*/ 2614774 w 4797018"/>
              <a:gd name="connsiteY84" fmla="*/ 1484948 h 1831428"/>
              <a:gd name="connsiteX85" fmla="*/ 2732018 w 4797018"/>
              <a:gd name="connsiteY85" fmla="*/ 1763373 h 1831428"/>
              <a:gd name="connsiteX86" fmla="*/ 2824820 w 4797018"/>
              <a:gd name="connsiteY86" fmla="*/ 1763373 h 1831428"/>
              <a:gd name="connsiteX87" fmla="*/ 2668515 w 4797018"/>
              <a:gd name="connsiteY87" fmla="*/ 1392136 h 1831428"/>
              <a:gd name="connsiteX88" fmla="*/ 1867567 w 4797018"/>
              <a:gd name="connsiteY88" fmla="*/ 1392136 h 1831428"/>
              <a:gd name="connsiteX89" fmla="*/ 1906676 w 4797018"/>
              <a:gd name="connsiteY89" fmla="*/ 1299324 h 1831428"/>
              <a:gd name="connsiteX90" fmla="*/ 2722236 w 4797018"/>
              <a:gd name="connsiteY90" fmla="*/ 1299324 h 1831428"/>
              <a:gd name="connsiteX91" fmla="*/ 2917632 w 4797018"/>
              <a:gd name="connsiteY91" fmla="*/ 1763373 h 1831428"/>
              <a:gd name="connsiteX92" fmla="*/ 3010443 w 4797018"/>
              <a:gd name="connsiteY92" fmla="*/ 1763373 h 1831428"/>
              <a:gd name="connsiteX93" fmla="*/ 2775976 w 4797018"/>
              <a:gd name="connsiteY93" fmla="*/ 1206522 h 1831428"/>
              <a:gd name="connsiteX94" fmla="*/ 1852984 w 4797018"/>
              <a:gd name="connsiteY94" fmla="*/ 1206522 h 1831428"/>
              <a:gd name="connsiteX95" fmla="*/ 1989544 w 4797018"/>
              <a:gd name="connsiteY95" fmla="*/ 0 h 1831428"/>
              <a:gd name="connsiteX96" fmla="*/ 1307459 w 4797018"/>
              <a:gd name="connsiteY96" fmla="*/ 1617898 h 1831428"/>
              <a:gd name="connsiteX97" fmla="*/ 1366533 w 4797018"/>
              <a:gd name="connsiteY97" fmla="*/ 1698098 h 1831428"/>
              <a:gd name="connsiteX98" fmla="*/ 2082356 w 4797018"/>
              <a:gd name="connsiteY98" fmla="*/ 0 h 1831428"/>
              <a:gd name="connsiteX99" fmla="*/ 1989544 w 4797018"/>
              <a:gd name="connsiteY99" fmla="*/ 0 h 1831428"/>
              <a:gd name="connsiteX100" fmla="*/ 2360771 w 4797018"/>
              <a:gd name="connsiteY100" fmla="*/ 0 h 1831428"/>
              <a:gd name="connsiteX101" fmla="*/ 3075708 w 4797018"/>
              <a:gd name="connsiteY101" fmla="*/ 1698098 h 1831428"/>
              <a:gd name="connsiteX102" fmla="*/ 3134639 w 4797018"/>
              <a:gd name="connsiteY102" fmla="*/ 1617898 h 1831428"/>
              <a:gd name="connsiteX103" fmla="*/ 2453592 w 4797018"/>
              <a:gd name="connsiteY103" fmla="*/ 0 h 1831428"/>
              <a:gd name="connsiteX104" fmla="*/ 2360771 w 4797018"/>
              <a:gd name="connsiteY104" fmla="*/ 0 h 1831428"/>
              <a:gd name="connsiteX105" fmla="*/ 1799101 w 4797018"/>
              <a:gd name="connsiteY105" fmla="*/ 1113711 h 1831428"/>
              <a:gd name="connsiteX106" fmla="*/ 1524610 w 4797018"/>
              <a:gd name="connsiteY106" fmla="*/ 1763373 h 1831428"/>
              <a:gd name="connsiteX107" fmla="*/ 1431798 w 4797018"/>
              <a:gd name="connsiteY107" fmla="*/ 1763373 h 1831428"/>
              <a:gd name="connsiteX108" fmla="*/ 2128761 w 4797018"/>
              <a:gd name="connsiteY108" fmla="*/ 110195 h 1831428"/>
              <a:gd name="connsiteX109" fmla="*/ 2512219 w 4797018"/>
              <a:gd name="connsiteY109" fmla="*/ 1020899 h 1831428"/>
              <a:gd name="connsiteX110" fmla="*/ 2605021 w 4797018"/>
              <a:gd name="connsiteY110" fmla="*/ 1020899 h 1831428"/>
              <a:gd name="connsiteX111" fmla="*/ 2175158 w 4797018"/>
              <a:gd name="connsiteY111" fmla="*/ 0 h 1831428"/>
              <a:gd name="connsiteX112" fmla="*/ 2267969 w 4797018"/>
              <a:gd name="connsiteY112" fmla="*/ 0 h 1831428"/>
              <a:gd name="connsiteX113" fmla="*/ 2736895 w 4797018"/>
              <a:gd name="connsiteY113" fmla="*/ 1113701 h 1831428"/>
              <a:gd name="connsiteX114" fmla="*/ 1799101 w 4797018"/>
              <a:gd name="connsiteY114" fmla="*/ 1113701 h 1831428"/>
              <a:gd name="connsiteX115" fmla="*/ 2221802 w 4797018"/>
              <a:gd name="connsiteY115" fmla="*/ 551602 h 1831428"/>
              <a:gd name="connsiteX116" fmla="*/ 2024015 w 4797018"/>
              <a:gd name="connsiteY116" fmla="*/ 1020899 h 1831428"/>
              <a:gd name="connsiteX117" fmla="*/ 2419398 w 4797018"/>
              <a:gd name="connsiteY117" fmla="*/ 1020899 h 1831428"/>
              <a:gd name="connsiteX118" fmla="*/ 2221802 w 4797018"/>
              <a:gd name="connsiteY118" fmla="*/ 551602 h 1831428"/>
              <a:gd name="connsiteX119" fmla="*/ 1838163 w 4797018"/>
              <a:gd name="connsiteY119" fmla="*/ 1020899 h 1831428"/>
              <a:gd name="connsiteX120" fmla="*/ 1931213 w 4797018"/>
              <a:gd name="connsiteY120" fmla="*/ 1020899 h 1831428"/>
              <a:gd name="connsiteX121" fmla="*/ 2175415 w 4797018"/>
              <a:gd name="connsiteY121" fmla="*/ 441436 h 1831428"/>
              <a:gd name="connsiteX122" fmla="*/ 2128942 w 4797018"/>
              <a:gd name="connsiteY122" fmla="*/ 331070 h 1831428"/>
              <a:gd name="connsiteX123" fmla="*/ 1838163 w 4797018"/>
              <a:gd name="connsiteY123" fmla="*/ 1020899 h 1831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4797018" h="1831428">
                <a:moveTo>
                  <a:pt x="0" y="170736"/>
                </a:moveTo>
                <a:lnTo>
                  <a:pt x="92812" y="77924"/>
                </a:lnTo>
                <a:lnTo>
                  <a:pt x="92812" y="1763373"/>
                </a:lnTo>
                <a:lnTo>
                  <a:pt x="0" y="1763373"/>
                </a:lnTo>
                <a:lnTo>
                  <a:pt x="0" y="170736"/>
                </a:lnTo>
                <a:close/>
                <a:moveTo>
                  <a:pt x="278425" y="92812"/>
                </a:moveTo>
                <a:lnTo>
                  <a:pt x="1392136" y="92812"/>
                </a:lnTo>
                <a:lnTo>
                  <a:pt x="1392136" y="0"/>
                </a:lnTo>
                <a:lnTo>
                  <a:pt x="185614" y="0"/>
                </a:lnTo>
                <a:lnTo>
                  <a:pt x="185614" y="1113701"/>
                </a:lnTo>
                <a:lnTo>
                  <a:pt x="1210723" y="1113701"/>
                </a:lnTo>
                <a:lnTo>
                  <a:pt x="1210723" y="1020899"/>
                </a:lnTo>
                <a:lnTo>
                  <a:pt x="278425" y="1020899"/>
                </a:lnTo>
                <a:lnTo>
                  <a:pt x="278425" y="92812"/>
                </a:lnTo>
                <a:close/>
                <a:moveTo>
                  <a:pt x="1350464" y="835285"/>
                </a:moveTo>
                <a:lnTo>
                  <a:pt x="464048" y="835285"/>
                </a:lnTo>
                <a:lnTo>
                  <a:pt x="464048" y="464048"/>
                </a:lnTo>
                <a:lnTo>
                  <a:pt x="1222124" y="464048"/>
                </a:lnTo>
                <a:lnTo>
                  <a:pt x="1314926" y="371237"/>
                </a:lnTo>
                <a:lnTo>
                  <a:pt x="464048" y="371237"/>
                </a:lnTo>
                <a:lnTo>
                  <a:pt x="464048" y="278425"/>
                </a:lnTo>
                <a:lnTo>
                  <a:pt x="1392146" y="278425"/>
                </a:lnTo>
                <a:lnTo>
                  <a:pt x="1392146" y="185614"/>
                </a:lnTo>
                <a:lnTo>
                  <a:pt x="371237" y="185614"/>
                </a:lnTo>
                <a:lnTo>
                  <a:pt x="371237" y="928087"/>
                </a:lnTo>
                <a:lnTo>
                  <a:pt x="1258872" y="928087"/>
                </a:lnTo>
                <a:lnTo>
                  <a:pt x="1350464" y="835285"/>
                </a:lnTo>
                <a:close/>
                <a:moveTo>
                  <a:pt x="185614" y="1763373"/>
                </a:moveTo>
                <a:lnTo>
                  <a:pt x="278425" y="1763373"/>
                </a:lnTo>
                <a:lnTo>
                  <a:pt x="278425" y="1299324"/>
                </a:lnTo>
                <a:lnTo>
                  <a:pt x="371237" y="1299324"/>
                </a:lnTo>
                <a:lnTo>
                  <a:pt x="371237" y="1685449"/>
                </a:lnTo>
                <a:lnTo>
                  <a:pt x="464039" y="1592647"/>
                </a:lnTo>
                <a:lnTo>
                  <a:pt x="464039" y="1299324"/>
                </a:lnTo>
                <a:lnTo>
                  <a:pt x="1210723" y="1299324"/>
                </a:lnTo>
                <a:lnTo>
                  <a:pt x="1210723" y="1206522"/>
                </a:lnTo>
                <a:lnTo>
                  <a:pt x="185614" y="1206522"/>
                </a:lnTo>
                <a:lnTo>
                  <a:pt x="185614" y="1763373"/>
                </a:lnTo>
                <a:close/>
                <a:moveTo>
                  <a:pt x="4704207" y="0"/>
                </a:moveTo>
                <a:lnTo>
                  <a:pt x="4704207" y="1067314"/>
                </a:lnTo>
                <a:cubicBezTo>
                  <a:pt x="4704207" y="1315669"/>
                  <a:pt x="4593393" y="1529039"/>
                  <a:pt x="4334837" y="1692688"/>
                </a:cubicBezTo>
                <a:lnTo>
                  <a:pt x="4332742" y="1689954"/>
                </a:lnTo>
                <a:cubicBezTo>
                  <a:pt x="4502639" y="1555213"/>
                  <a:pt x="4611405" y="1382144"/>
                  <a:pt x="4611405" y="1158564"/>
                </a:cubicBezTo>
                <a:lnTo>
                  <a:pt x="4611405" y="0"/>
                </a:lnTo>
                <a:lnTo>
                  <a:pt x="4518594" y="0"/>
                </a:lnTo>
                <a:lnTo>
                  <a:pt x="4518594" y="1157021"/>
                </a:lnTo>
                <a:cubicBezTo>
                  <a:pt x="4518594" y="1490196"/>
                  <a:pt x="4248512" y="1740170"/>
                  <a:pt x="3915337" y="1740170"/>
                </a:cubicBezTo>
                <a:cubicBezTo>
                  <a:pt x="3582162" y="1740170"/>
                  <a:pt x="3312081" y="1490186"/>
                  <a:pt x="3312081" y="1157021"/>
                </a:cubicBezTo>
                <a:lnTo>
                  <a:pt x="3312081" y="77924"/>
                </a:lnTo>
                <a:lnTo>
                  <a:pt x="3219269" y="170736"/>
                </a:lnTo>
                <a:lnTo>
                  <a:pt x="3219269" y="1158564"/>
                </a:lnTo>
                <a:cubicBezTo>
                  <a:pt x="3219269" y="1542993"/>
                  <a:pt x="3530908" y="1831429"/>
                  <a:pt x="3915337" y="1831429"/>
                </a:cubicBezTo>
                <a:cubicBezTo>
                  <a:pt x="3924233" y="1831429"/>
                  <a:pt x="4008139" y="1831429"/>
                  <a:pt x="4008139" y="1831429"/>
                </a:cubicBezTo>
                <a:cubicBezTo>
                  <a:pt x="4386691" y="1831429"/>
                  <a:pt x="4797019" y="1551870"/>
                  <a:pt x="4797019" y="1068667"/>
                </a:cubicBezTo>
                <a:cubicBezTo>
                  <a:pt x="4797019" y="1068210"/>
                  <a:pt x="4797019" y="0"/>
                  <a:pt x="4797019" y="0"/>
                </a:cubicBezTo>
                <a:lnTo>
                  <a:pt x="4704207" y="0"/>
                </a:lnTo>
                <a:close/>
                <a:moveTo>
                  <a:pt x="3915328" y="1647358"/>
                </a:moveTo>
                <a:cubicBezTo>
                  <a:pt x="4197077" y="1647358"/>
                  <a:pt x="4425515" y="1438694"/>
                  <a:pt x="4425773" y="1157021"/>
                </a:cubicBezTo>
                <a:lnTo>
                  <a:pt x="4425782" y="1157021"/>
                </a:lnTo>
                <a:lnTo>
                  <a:pt x="4425782" y="77924"/>
                </a:lnTo>
                <a:lnTo>
                  <a:pt x="4332970" y="170736"/>
                </a:lnTo>
                <a:lnTo>
                  <a:pt x="4332970" y="1067305"/>
                </a:lnTo>
                <a:cubicBezTo>
                  <a:pt x="4332970" y="1246699"/>
                  <a:pt x="4187533" y="1368933"/>
                  <a:pt x="4008130" y="1368933"/>
                </a:cubicBezTo>
                <a:cubicBezTo>
                  <a:pt x="3828736" y="1368933"/>
                  <a:pt x="3683298" y="1246699"/>
                  <a:pt x="3683298" y="1067305"/>
                </a:cubicBezTo>
                <a:lnTo>
                  <a:pt x="3683289" y="0"/>
                </a:lnTo>
                <a:lnTo>
                  <a:pt x="3590487" y="0"/>
                </a:lnTo>
                <a:lnTo>
                  <a:pt x="3590487" y="1067305"/>
                </a:lnTo>
                <a:cubicBezTo>
                  <a:pt x="3590487" y="1297962"/>
                  <a:pt x="3777472" y="1461745"/>
                  <a:pt x="4008130" y="1461745"/>
                </a:cubicBezTo>
                <a:cubicBezTo>
                  <a:pt x="4102446" y="1461745"/>
                  <a:pt x="4216937" y="1415148"/>
                  <a:pt x="4294699" y="1333129"/>
                </a:cubicBezTo>
                <a:lnTo>
                  <a:pt x="4296785" y="1335862"/>
                </a:lnTo>
                <a:cubicBezTo>
                  <a:pt x="4223881" y="1471070"/>
                  <a:pt x="4089102" y="1554556"/>
                  <a:pt x="3915328" y="1554556"/>
                </a:cubicBezTo>
                <a:cubicBezTo>
                  <a:pt x="3686090" y="1554556"/>
                  <a:pt x="3500009" y="1388593"/>
                  <a:pt x="3497742" y="1160116"/>
                </a:cubicBezTo>
                <a:lnTo>
                  <a:pt x="3497685" y="1160116"/>
                </a:lnTo>
                <a:lnTo>
                  <a:pt x="3497685" y="0"/>
                </a:lnTo>
                <a:lnTo>
                  <a:pt x="3404873" y="0"/>
                </a:lnTo>
                <a:lnTo>
                  <a:pt x="3404873" y="1160107"/>
                </a:lnTo>
                <a:lnTo>
                  <a:pt x="3404921" y="1160107"/>
                </a:lnTo>
                <a:cubicBezTo>
                  <a:pt x="3406855" y="1440218"/>
                  <a:pt x="3634616" y="1647358"/>
                  <a:pt x="3915328" y="1647358"/>
                </a:cubicBezTo>
                <a:close/>
                <a:moveTo>
                  <a:pt x="1852984" y="1206522"/>
                </a:moveTo>
                <a:lnTo>
                  <a:pt x="1618288" y="1763373"/>
                </a:lnTo>
                <a:lnTo>
                  <a:pt x="1711119" y="1763363"/>
                </a:lnTo>
                <a:lnTo>
                  <a:pt x="1711100" y="1763373"/>
                </a:lnTo>
                <a:lnTo>
                  <a:pt x="1711119" y="1763373"/>
                </a:lnTo>
                <a:lnTo>
                  <a:pt x="1828448" y="1484948"/>
                </a:lnTo>
                <a:lnTo>
                  <a:pt x="2614774" y="1484948"/>
                </a:lnTo>
                <a:lnTo>
                  <a:pt x="2732018" y="1763373"/>
                </a:lnTo>
                <a:lnTo>
                  <a:pt x="2824820" y="1763373"/>
                </a:lnTo>
                <a:lnTo>
                  <a:pt x="2668515" y="1392136"/>
                </a:lnTo>
                <a:lnTo>
                  <a:pt x="1867567" y="1392136"/>
                </a:lnTo>
                <a:lnTo>
                  <a:pt x="1906676" y="1299324"/>
                </a:lnTo>
                <a:lnTo>
                  <a:pt x="2722236" y="1299324"/>
                </a:lnTo>
                <a:lnTo>
                  <a:pt x="2917632" y="1763373"/>
                </a:lnTo>
                <a:lnTo>
                  <a:pt x="3010443" y="1763373"/>
                </a:lnTo>
                <a:lnTo>
                  <a:pt x="2775976" y="1206522"/>
                </a:lnTo>
                <a:lnTo>
                  <a:pt x="1852984" y="1206522"/>
                </a:lnTo>
                <a:close/>
                <a:moveTo>
                  <a:pt x="1989544" y="0"/>
                </a:moveTo>
                <a:lnTo>
                  <a:pt x="1307459" y="1617898"/>
                </a:lnTo>
                <a:lnTo>
                  <a:pt x="1366533" y="1698098"/>
                </a:lnTo>
                <a:lnTo>
                  <a:pt x="2082356" y="0"/>
                </a:lnTo>
                <a:lnTo>
                  <a:pt x="1989544" y="0"/>
                </a:lnTo>
                <a:close/>
                <a:moveTo>
                  <a:pt x="2360771" y="0"/>
                </a:moveTo>
                <a:lnTo>
                  <a:pt x="3075708" y="1698098"/>
                </a:lnTo>
                <a:lnTo>
                  <a:pt x="3134639" y="1617898"/>
                </a:lnTo>
                <a:lnTo>
                  <a:pt x="2453592" y="0"/>
                </a:lnTo>
                <a:lnTo>
                  <a:pt x="2360771" y="0"/>
                </a:lnTo>
                <a:close/>
                <a:moveTo>
                  <a:pt x="1799101" y="1113711"/>
                </a:moveTo>
                <a:lnTo>
                  <a:pt x="1524610" y="1763373"/>
                </a:lnTo>
                <a:lnTo>
                  <a:pt x="1431798" y="1763373"/>
                </a:lnTo>
                <a:lnTo>
                  <a:pt x="2128761" y="110195"/>
                </a:lnTo>
                <a:lnTo>
                  <a:pt x="2512219" y="1020899"/>
                </a:lnTo>
                <a:lnTo>
                  <a:pt x="2605021" y="1020899"/>
                </a:lnTo>
                <a:lnTo>
                  <a:pt x="2175158" y="0"/>
                </a:lnTo>
                <a:lnTo>
                  <a:pt x="2267969" y="0"/>
                </a:lnTo>
                <a:lnTo>
                  <a:pt x="2736895" y="1113701"/>
                </a:lnTo>
                <a:lnTo>
                  <a:pt x="1799101" y="1113701"/>
                </a:lnTo>
                <a:close/>
                <a:moveTo>
                  <a:pt x="2221802" y="551602"/>
                </a:moveTo>
                <a:lnTo>
                  <a:pt x="2024015" y="1020899"/>
                </a:lnTo>
                <a:lnTo>
                  <a:pt x="2419398" y="1020899"/>
                </a:lnTo>
                <a:lnTo>
                  <a:pt x="2221802" y="551602"/>
                </a:lnTo>
                <a:close/>
                <a:moveTo>
                  <a:pt x="1838163" y="1020899"/>
                </a:moveTo>
                <a:lnTo>
                  <a:pt x="1931213" y="1020899"/>
                </a:lnTo>
                <a:lnTo>
                  <a:pt x="2175415" y="441436"/>
                </a:lnTo>
                <a:lnTo>
                  <a:pt x="2128942" y="331070"/>
                </a:lnTo>
                <a:lnTo>
                  <a:pt x="1838163" y="1020899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10" name="Bildplatzhalter 6">
            <a:extLst>
              <a:ext uri="{FF2B5EF4-FFF2-40B4-BE49-F238E27FC236}">
                <a16:creationId xmlns:a16="http://schemas.microsoft.com/office/drawing/2014/main" id="{93DCB95B-459E-4AC2-8E4B-6C459242A953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3ECEE8D8-DF92-4CFD-A29A-DD98DFA7EC69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12" name="Gerader Verbinder 11">
              <a:extLst>
                <a:ext uri="{FF2B5EF4-FFF2-40B4-BE49-F238E27FC236}">
                  <a16:creationId xmlns:a16="http://schemas.microsoft.com/office/drawing/2014/main" id="{E89218EB-083A-44EC-89C4-86451CE1FC7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feld 12">
              <a:extLst>
                <a:ext uri="{FF2B5EF4-FFF2-40B4-BE49-F238E27FC236}">
                  <a16:creationId xmlns:a16="http://schemas.microsoft.com/office/drawing/2014/main" id="{399474D3-E53E-4ABA-9B61-C9BB08A3276B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57879191-3BE6-4B4E-A6B9-7EE964614B47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15" name="Gerader Verbinder 14">
              <a:extLst>
                <a:ext uri="{FF2B5EF4-FFF2-40B4-BE49-F238E27FC236}">
                  <a16:creationId xmlns:a16="http://schemas.microsoft.com/office/drawing/2014/main" id="{94484379-E642-433C-B53A-1DEE6A9DD4E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feld 15">
              <a:extLst>
                <a:ext uri="{FF2B5EF4-FFF2-40B4-BE49-F238E27FC236}">
                  <a16:creationId xmlns:a16="http://schemas.microsoft.com/office/drawing/2014/main" id="{7C54D7A6-C6ED-4572-B49C-338FB11A042A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382F9D16-DA93-44FA-B850-67D0B6AD397D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18" name="Gerader Verbinder 17">
              <a:extLst>
                <a:ext uri="{FF2B5EF4-FFF2-40B4-BE49-F238E27FC236}">
                  <a16:creationId xmlns:a16="http://schemas.microsoft.com/office/drawing/2014/main" id="{7201A13C-71DC-4465-B39F-F196A503534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feld 18">
              <a:extLst>
                <a:ext uri="{FF2B5EF4-FFF2-40B4-BE49-F238E27FC236}">
                  <a16:creationId xmlns:a16="http://schemas.microsoft.com/office/drawing/2014/main" id="{D957CB6E-B09B-4A22-86F0-6C38F81B2E90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38DB7D0C-ACAA-4A6B-8088-624B0BC24502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21" name="Gerader Verbinder 20">
              <a:extLst>
                <a:ext uri="{FF2B5EF4-FFF2-40B4-BE49-F238E27FC236}">
                  <a16:creationId xmlns:a16="http://schemas.microsoft.com/office/drawing/2014/main" id="{E8B86ED7-0F29-451E-8C7D-9B396D5E209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feld 21">
              <a:extLst>
                <a:ext uri="{FF2B5EF4-FFF2-40B4-BE49-F238E27FC236}">
                  <a16:creationId xmlns:a16="http://schemas.microsoft.com/office/drawing/2014/main" id="{ED76FB85-7BBB-4E8D-A853-5FCC744835E1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23" name="Gruppieren 22">
            <a:extLst>
              <a:ext uri="{FF2B5EF4-FFF2-40B4-BE49-F238E27FC236}">
                <a16:creationId xmlns:a16="http://schemas.microsoft.com/office/drawing/2014/main" id="{E1524020-40DB-450A-AEE5-3E1B459B16B5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24" name="Gerader Verbinder 23">
              <a:extLst>
                <a:ext uri="{FF2B5EF4-FFF2-40B4-BE49-F238E27FC236}">
                  <a16:creationId xmlns:a16="http://schemas.microsoft.com/office/drawing/2014/main" id="{539CBAAA-C79F-4BC9-9AF3-18ED0AF9EE7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feld 24">
              <a:extLst>
                <a:ext uri="{FF2B5EF4-FFF2-40B4-BE49-F238E27FC236}">
                  <a16:creationId xmlns:a16="http://schemas.microsoft.com/office/drawing/2014/main" id="{65F01F83-E434-491F-8893-1CE5848F9B6D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26" name="Gruppieren 25">
            <a:extLst>
              <a:ext uri="{FF2B5EF4-FFF2-40B4-BE49-F238E27FC236}">
                <a16:creationId xmlns:a16="http://schemas.microsoft.com/office/drawing/2014/main" id="{99ECB07F-83AC-4A69-A930-C51459FBE5BA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27" name="Gerader Verbinder 26">
              <a:extLst>
                <a:ext uri="{FF2B5EF4-FFF2-40B4-BE49-F238E27FC236}">
                  <a16:creationId xmlns:a16="http://schemas.microsoft.com/office/drawing/2014/main" id="{EB6DF347-64CA-4BE1-8952-3E80EBD0082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feld 27">
              <a:extLst>
                <a:ext uri="{FF2B5EF4-FFF2-40B4-BE49-F238E27FC236}">
                  <a16:creationId xmlns:a16="http://schemas.microsoft.com/office/drawing/2014/main" id="{F82628F6-8442-4626-962B-E947FDA8C0C0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29" name="Gruppieren 28">
            <a:extLst>
              <a:ext uri="{FF2B5EF4-FFF2-40B4-BE49-F238E27FC236}">
                <a16:creationId xmlns:a16="http://schemas.microsoft.com/office/drawing/2014/main" id="{C9B4EC5D-DF7B-4D80-86D6-C95B0B60B325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30" name="Gerader Verbinder 29">
              <a:extLst>
                <a:ext uri="{FF2B5EF4-FFF2-40B4-BE49-F238E27FC236}">
                  <a16:creationId xmlns:a16="http://schemas.microsoft.com/office/drawing/2014/main" id="{7A230F03-8AA4-4AAE-999A-6E872C727A8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feld 30">
              <a:extLst>
                <a:ext uri="{FF2B5EF4-FFF2-40B4-BE49-F238E27FC236}">
                  <a16:creationId xmlns:a16="http://schemas.microsoft.com/office/drawing/2014/main" id="{1C36145D-6FFB-4D3A-85D6-2ACFDAE5F5D2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32" name="Gruppieren 31">
            <a:extLst>
              <a:ext uri="{FF2B5EF4-FFF2-40B4-BE49-F238E27FC236}">
                <a16:creationId xmlns:a16="http://schemas.microsoft.com/office/drawing/2014/main" id="{0D1EC147-B041-40BC-BA8D-878A722616DE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33" name="Gerader Verbinder 32">
              <a:extLst>
                <a:ext uri="{FF2B5EF4-FFF2-40B4-BE49-F238E27FC236}">
                  <a16:creationId xmlns:a16="http://schemas.microsoft.com/office/drawing/2014/main" id="{4A4E226E-C413-42F0-AA69-108B05313D4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feld 33">
              <a:extLst>
                <a:ext uri="{FF2B5EF4-FFF2-40B4-BE49-F238E27FC236}">
                  <a16:creationId xmlns:a16="http://schemas.microsoft.com/office/drawing/2014/main" id="{4A93327E-EEC7-45A4-9C35-410D17ECB865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35" name="Gruppieren 34">
            <a:extLst>
              <a:ext uri="{FF2B5EF4-FFF2-40B4-BE49-F238E27FC236}">
                <a16:creationId xmlns:a16="http://schemas.microsoft.com/office/drawing/2014/main" id="{0EC1AF1A-26A7-479B-A176-8997B58ED4D1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36" name="Gerader Verbinder 35">
              <a:extLst>
                <a:ext uri="{FF2B5EF4-FFF2-40B4-BE49-F238E27FC236}">
                  <a16:creationId xmlns:a16="http://schemas.microsoft.com/office/drawing/2014/main" id="{80D76042-D322-4CD0-B41A-CE295CEC6835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feld 36">
              <a:extLst>
                <a:ext uri="{FF2B5EF4-FFF2-40B4-BE49-F238E27FC236}">
                  <a16:creationId xmlns:a16="http://schemas.microsoft.com/office/drawing/2014/main" id="{397EC952-23B6-4728-82B6-3D733107C66E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38" name="Gerader Verbinder 37">
            <a:extLst>
              <a:ext uri="{FF2B5EF4-FFF2-40B4-BE49-F238E27FC236}">
                <a16:creationId xmlns:a16="http://schemas.microsoft.com/office/drawing/2014/main" id="{D8CEDBB7-9662-435E-8F5A-F3EE555D9908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Gruppieren 38">
            <a:extLst>
              <a:ext uri="{FF2B5EF4-FFF2-40B4-BE49-F238E27FC236}">
                <a16:creationId xmlns:a16="http://schemas.microsoft.com/office/drawing/2014/main" id="{24365663-FE3F-47D4-A8D7-729A38C4987D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40" name="Gerader Verbinder 39">
              <a:extLst>
                <a:ext uri="{FF2B5EF4-FFF2-40B4-BE49-F238E27FC236}">
                  <a16:creationId xmlns:a16="http://schemas.microsoft.com/office/drawing/2014/main" id="{92EE37E1-8647-4AEB-9AEE-FF0711435F3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feld 40">
              <a:extLst>
                <a:ext uri="{FF2B5EF4-FFF2-40B4-BE49-F238E27FC236}">
                  <a16:creationId xmlns:a16="http://schemas.microsoft.com/office/drawing/2014/main" id="{C2B4E3D7-0BC3-4BC1-B86B-DD51E9785755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430291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 | 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E4048C-0B54-437F-B99C-D17800474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C7A1A-185D-C14D-9795-4B386CA9E3B3}" type="datetime4">
              <a:rPr lang="de-DE" smtClean="0"/>
              <a:t>8.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18B908A7-A1D8-4FB7-9CB4-BDC3E20D2B62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8" name="Textplatzhalter 9">
            <a:extLst>
              <a:ext uri="{FF2B5EF4-FFF2-40B4-BE49-F238E27FC236}">
                <a16:creationId xmlns:a16="http://schemas.microsoft.com/office/drawing/2014/main" id="{A9DBE995-23F2-460C-86CC-60633EED2519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10248113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E4048C-0B54-437F-B99C-D17800474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4814B-9FBD-A94D-8E13-5C42A3C255A7}" type="datetime4">
              <a:rPr lang="de-DE" smtClean="0"/>
              <a:t>8.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EB25E710-D493-4189-8EF7-00ABE0AB56E5}"/>
              </a:ext>
            </a:extLst>
          </p:cNvPr>
          <p:cNvSpPr/>
          <p:nvPr userDrawn="1"/>
        </p:nvSpPr>
        <p:spPr>
          <a:xfrm>
            <a:off x="518317" y="1631155"/>
            <a:ext cx="11157746" cy="456961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de-DE" sz="1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F2F509DB-422D-41FB-A02B-822A0A204E4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497190" y="2835964"/>
            <a:ext cx="7200000" cy="2160000"/>
          </a:xfrm>
        </p:spPr>
        <p:txBody>
          <a:bodyPr rIns="0" anchor="ctr" anchorCtr="0">
            <a:normAutofit/>
          </a:bodyPr>
          <a:lstStyle>
            <a:lvl1pPr algn="ctr">
              <a:defRPr sz="2000" i="1"/>
            </a:lvl1pPr>
            <a:lvl2pPr marL="0" indent="0">
              <a:buNone/>
              <a:defRPr/>
            </a:lvl2pPr>
          </a:lstStyle>
          <a:p>
            <a:pPr lvl="0"/>
            <a:r>
              <a:rPr lang="de-DE" dirty="0"/>
              <a:t>„Mastertextformat bearbeiten“</a:t>
            </a:r>
          </a:p>
        </p:txBody>
      </p:sp>
      <p:sp>
        <p:nvSpPr>
          <p:cNvPr id="10" name="Bildplatzhalter 6">
            <a:extLst>
              <a:ext uri="{FF2B5EF4-FFF2-40B4-BE49-F238E27FC236}">
                <a16:creationId xmlns:a16="http://schemas.microsoft.com/office/drawing/2014/main" id="{F862885B-685B-4384-B9F0-6266AD0BDA76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C209FD4A-C7D6-4B64-AD6B-63B653F6B000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03548958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chlussfoli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platzhalter 167">
            <a:extLst>
              <a:ext uri="{FF2B5EF4-FFF2-40B4-BE49-F238E27FC236}">
                <a16:creationId xmlns:a16="http://schemas.microsoft.com/office/drawing/2014/main" id="{68AB2348-B91F-4E68-BDE1-60ECCE02B49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1628775"/>
            <a:ext cx="12192000" cy="5229225"/>
          </a:xfrm>
          <a:gradFill>
            <a:gsLst>
              <a:gs pos="50000">
                <a:schemeClr val="accent4">
                  <a:alpha val="50000"/>
                </a:schemeClr>
              </a:gs>
              <a:gs pos="5000">
                <a:schemeClr val="accent4"/>
              </a:gs>
              <a:gs pos="100000">
                <a:schemeClr val="accent4">
                  <a:alpha val="20000"/>
                </a:schemeClr>
              </a:gs>
            </a:gsLst>
            <a:lin ang="5400000" scaled="1"/>
          </a:gradFill>
        </p:spPr>
        <p:txBody>
          <a:bodyPr vert="horz" wrap="square" lIns="540000" tIns="1188000" rIns="0" bIns="0" rtlCol="0" anchor="t" anchorCtr="0">
            <a:noAutofit/>
          </a:bodyPr>
          <a:lstStyle>
            <a:lvl1pPr>
              <a:defRPr lang="de-DE" sz="4000" b="1" dirty="0"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de-DE" dirty="0"/>
              <a:t> </a:t>
            </a:r>
          </a:p>
        </p:txBody>
      </p:sp>
      <p:sp>
        <p:nvSpPr>
          <p:cNvPr id="59" name="Bildplatzhalter 60">
            <a:extLst>
              <a:ext uri="{FF2B5EF4-FFF2-40B4-BE49-F238E27FC236}">
                <a16:creationId xmlns:a16="http://schemas.microsoft.com/office/drawing/2014/main" id="{92CE05A2-27DE-4191-8A63-5C7C7ACA37C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628775"/>
            <a:ext cx="12192000" cy="5229226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60" name="Rechteck 59">
            <a:extLst>
              <a:ext uri="{FF2B5EF4-FFF2-40B4-BE49-F238E27FC236}">
                <a16:creationId xmlns:a16="http://schemas.microsoft.com/office/drawing/2014/main" id="{CBD8B083-79E8-44E1-BA43-E993160F02E1}"/>
              </a:ext>
            </a:extLst>
          </p:cNvPr>
          <p:cNvSpPr/>
          <p:nvPr userDrawn="1"/>
        </p:nvSpPr>
        <p:spPr>
          <a:xfrm>
            <a:off x="518400" y="1196733"/>
            <a:ext cx="11676062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4" name="Textplatzhalter 64">
            <a:extLst>
              <a:ext uri="{FF2B5EF4-FFF2-40B4-BE49-F238E27FC236}">
                <a16:creationId xmlns:a16="http://schemas.microsoft.com/office/drawing/2014/main" id="{94E4DAD8-28C4-496D-803F-AF50BFF89A8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8317" y="2647985"/>
            <a:ext cx="11157745" cy="1562031"/>
          </a:xfrm>
        </p:spPr>
        <p:txBody>
          <a:bodyPr vert="horz" wrap="square" lIns="0" tIns="0" rIns="360000" bIns="0" rtlCol="0" anchor="ctr" anchorCtr="0">
            <a:spAutoFit/>
          </a:bodyPr>
          <a:lstStyle>
            <a:lvl1pPr>
              <a:spcAft>
                <a:spcPts val="0"/>
              </a:spcAft>
              <a:defRPr lang="de-DE" sz="4800" b="1" dirty="0" smtClean="0"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de-DE" dirty="0"/>
              <a:t>Vielen Dank</a:t>
            </a:r>
            <a:br>
              <a:rPr lang="de-DE" dirty="0"/>
            </a:br>
            <a:r>
              <a:rPr lang="de-DE" dirty="0"/>
              <a:t>für Ihre Aufmerksamkeit!</a:t>
            </a:r>
          </a:p>
        </p:txBody>
      </p:sp>
      <p:sp>
        <p:nvSpPr>
          <p:cNvPr id="58" name="Freihandform: Form 57">
            <a:extLst>
              <a:ext uri="{FF2B5EF4-FFF2-40B4-BE49-F238E27FC236}">
                <a16:creationId xmlns:a16="http://schemas.microsoft.com/office/drawing/2014/main" id="{1A7F7BEE-9A4B-44B2-960F-97720F4BC3DA}"/>
              </a:ext>
            </a:extLst>
          </p:cNvPr>
          <p:cNvSpPr/>
          <p:nvPr userDrawn="1"/>
        </p:nvSpPr>
        <p:spPr>
          <a:xfrm>
            <a:off x="10056938" y="300703"/>
            <a:ext cx="1619125" cy="618155"/>
          </a:xfrm>
          <a:custGeom>
            <a:avLst/>
            <a:gdLst>
              <a:gd name="connsiteX0" fmla="*/ 0 w 1456912"/>
              <a:gd name="connsiteY0" fmla="*/ 51854 h 556225"/>
              <a:gd name="connsiteX1" fmla="*/ 28188 w 1456912"/>
              <a:gd name="connsiteY1" fmla="*/ 23666 h 556225"/>
              <a:gd name="connsiteX2" fmla="*/ 28188 w 1456912"/>
              <a:gd name="connsiteY2" fmla="*/ 535557 h 556225"/>
              <a:gd name="connsiteX3" fmla="*/ 0 w 1456912"/>
              <a:gd name="connsiteY3" fmla="*/ 535557 h 556225"/>
              <a:gd name="connsiteX4" fmla="*/ 0 w 1456912"/>
              <a:gd name="connsiteY4" fmla="*/ 51854 h 556225"/>
              <a:gd name="connsiteX5" fmla="*/ 84564 w 1456912"/>
              <a:gd name="connsiteY5" fmla="*/ 28188 h 556225"/>
              <a:gd name="connsiteX6" fmla="*/ 422811 w 1456912"/>
              <a:gd name="connsiteY6" fmla="*/ 28188 h 556225"/>
              <a:gd name="connsiteX7" fmla="*/ 422811 w 1456912"/>
              <a:gd name="connsiteY7" fmla="*/ 0 h 556225"/>
              <a:gd name="connsiteX8" fmla="*/ 56376 w 1456912"/>
              <a:gd name="connsiteY8" fmla="*/ 0 h 556225"/>
              <a:gd name="connsiteX9" fmla="*/ 56376 w 1456912"/>
              <a:gd name="connsiteY9" fmla="*/ 338244 h 556225"/>
              <a:gd name="connsiteX10" fmla="*/ 367711 w 1456912"/>
              <a:gd name="connsiteY10" fmla="*/ 338244 h 556225"/>
              <a:gd name="connsiteX11" fmla="*/ 367711 w 1456912"/>
              <a:gd name="connsiteY11" fmla="*/ 310062 h 556225"/>
              <a:gd name="connsiteX12" fmla="*/ 84564 w 1456912"/>
              <a:gd name="connsiteY12" fmla="*/ 310062 h 556225"/>
              <a:gd name="connsiteX13" fmla="*/ 84564 w 1456912"/>
              <a:gd name="connsiteY13" fmla="*/ 28188 h 556225"/>
              <a:gd name="connsiteX14" fmla="*/ 410152 w 1456912"/>
              <a:gd name="connsiteY14" fmla="*/ 253686 h 556225"/>
              <a:gd name="connsiteX15" fmla="*/ 140937 w 1456912"/>
              <a:gd name="connsiteY15" fmla="*/ 253686 h 556225"/>
              <a:gd name="connsiteX16" fmla="*/ 140937 w 1456912"/>
              <a:gd name="connsiteY16" fmla="*/ 140940 h 556225"/>
              <a:gd name="connsiteX17" fmla="*/ 371171 w 1456912"/>
              <a:gd name="connsiteY17" fmla="*/ 140940 h 556225"/>
              <a:gd name="connsiteX18" fmla="*/ 399359 w 1456912"/>
              <a:gd name="connsiteY18" fmla="*/ 112752 h 556225"/>
              <a:gd name="connsiteX19" fmla="*/ 140937 w 1456912"/>
              <a:gd name="connsiteY19" fmla="*/ 112752 h 556225"/>
              <a:gd name="connsiteX20" fmla="*/ 140937 w 1456912"/>
              <a:gd name="connsiteY20" fmla="*/ 84564 h 556225"/>
              <a:gd name="connsiteX21" fmla="*/ 422811 w 1456912"/>
              <a:gd name="connsiteY21" fmla="*/ 84564 h 556225"/>
              <a:gd name="connsiteX22" fmla="*/ 422811 w 1456912"/>
              <a:gd name="connsiteY22" fmla="*/ 56376 h 556225"/>
              <a:gd name="connsiteX23" fmla="*/ 112749 w 1456912"/>
              <a:gd name="connsiteY23" fmla="*/ 56376 h 556225"/>
              <a:gd name="connsiteX24" fmla="*/ 112749 w 1456912"/>
              <a:gd name="connsiteY24" fmla="*/ 281874 h 556225"/>
              <a:gd name="connsiteX25" fmla="*/ 382334 w 1456912"/>
              <a:gd name="connsiteY25" fmla="*/ 281874 h 556225"/>
              <a:gd name="connsiteX26" fmla="*/ 410152 w 1456912"/>
              <a:gd name="connsiteY26" fmla="*/ 253686 h 556225"/>
              <a:gd name="connsiteX27" fmla="*/ 56376 w 1456912"/>
              <a:gd name="connsiteY27" fmla="*/ 535557 h 556225"/>
              <a:gd name="connsiteX28" fmla="*/ 84564 w 1456912"/>
              <a:gd name="connsiteY28" fmla="*/ 535557 h 556225"/>
              <a:gd name="connsiteX29" fmla="*/ 84564 w 1456912"/>
              <a:gd name="connsiteY29" fmla="*/ 394620 h 556225"/>
              <a:gd name="connsiteX30" fmla="*/ 112752 w 1456912"/>
              <a:gd name="connsiteY30" fmla="*/ 394620 h 556225"/>
              <a:gd name="connsiteX31" fmla="*/ 112752 w 1456912"/>
              <a:gd name="connsiteY31" fmla="*/ 511890 h 556225"/>
              <a:gd name="connsiteX32" fmla="*/ 140940 w 1456912"/>
              <a:gd name="connsiteY32" fmla="*/ 483705 h 556225"/>
              <a:gd name="connsiteX33" fmla="*/ 140940 w 1456912"/>
              <a:gd name="connsiteY33" fmla="*/ 394620 h 556225"/>
              <a:gd name="connsiteX34" fmla="*/ 367714 w 1456912"/>
              <a:gd name="connsiteY34" fmla="*/ 394620 h 556225"/>
              <a:gd name="connsiteX35" fmla="*/ 367714 w 1456912"/>
              <a:gd name="connsiteY35" fmla="*/ 366435 h 556225"/>
              <a:gd name="connsiteX36" fmla="*/ 56376 w 1456912"/>
              <a:gd name="connsiteY36" fmla="*/ 366435 h 556225"/>
              <a:gd name="connsiteX37" fmla="*/ 56376 w 1456912"/>
              <a:gd name="connsiteY37" fmla="*/ 535557 h 556225"/>
              <a:gd name="connsiteX38" fmla="*/ 1428724 w 1456912"/>
              <a:gd name="connsiteY38" fmla="*/ 0 h 556225"/>
              <a:gd name="connsiteX39" fmla="*/ 1428724 w 1456912"/>
              <a:gd name="connsiteY39" fmla="*/ 324156 h 556225"/>
              <a:gd name="connsiteX40" fmla="*/ 1316539 w 1456912"/>
              <a:gd name="connsiteY40" fmla="*/ 514089 h 556225"/>
              <a:gd name="connsiteX41" fmla="*/ 1315903 w 1456912"/>
              <a:gd name="connsiteY41" fmla="*/ 513258 h 556225"/>
              <a:gd name="connsiteX42" fmla="*/ 1400536 w 1456912"/>
              <a:gd name="connsiteY42" fmla="*/ 351869 h 556225"/>
              <a:gd name="connsiteX43" fmla="*/ 1400536 w 1456912"/>
              <a:gd name="connsiteY43" fmla="*/ 3 h 556225"/>
              <a:gd name="connsiteX44" fmla="*/ 1372348 w 1456912"/>
              <a:gd name="connsiteY44" fmla="*/ 3 h 556225"/>
              <a:gd name="connsiteX45" fmla="*/ 1372348 w 1456912"/>
              <a:gd name="connsiteY45" fmla="*/ 351400 h 556225"/>
              <a:gd name="connsiteX46" fmla="*/ 1189132 w 1456912"/>
              <a:gd name="connsiteY46" fmla="*/ 528510 h 556225"/>
              <a:gd name="connsiteX47" fmla="*/ 1005916 w 1456912"/>
              <a:gd name="connsiteY47" fmla="*/ 351400 h 556225"/>
              <a:gd name="connsiteX48" fmla="*/ 1005916 w 1456912"/>
              <a:gd name="connsiteY48" fmla="*/ 23666 h 556225"/>
              <a:gd name="connsiteX49" fmla="*/ 977728 w 1456912"/>
              <a:gd name="connsiteY49" fmla="*/ 51854 h 556225"/>
              <a:gd name="connsiteX50" fmla="*/ 977728 w 1456912"/>
              <a:gd name="connsiteY50" fmla="*/ 351869 h 556225"/>
              <a:gd name="connsiteX51" fmla="*/ 1189132 w 1456912"/>
              <a:gd name="connsiteY51" fmla="*/ 556226 h 556225"/>
              <a:gd name="connsiteX52" fmla="*/ 1217320 w 1456912"/>
              <a:gd name="connsiteY52" fmla="*/ 556226 h 556225"/>
              <a:gd name="connsiteX53" fmla="*/ 1456912 w 1456912"/>
              <a:gd name="connsiteY53" fmla="*/ 324566 h 556225"/>
              <a:gd name="connsiteX54" fmla="*/ 1456912 w 1456912"/>
              <a:gd name="connsiteY54" fmla="*/ 0 h 556225"/>
              <a:gd name="connsiteX55" fmla="*/ 1428724 w 1456912"/>
              <a:gd name="connsiteY55" fmla="*/ 0 h 556225"/>
              <a:gd name="connsiteX56" fmla="*/ 1189132 w 1456912"/>
              <a:gd name="connsiteY56" fmla="*/ 500322 h 556225"/>
              <a:gd name="connsiteX57" fmla="*/ 1344160 w 1456912"/>
              <a:gd name="connsiteY57" fmla="*/ 351400 h 556225"/>
              <a:gd name="connsiteX58" fmla="*/ 1344160 w 1456912"/>
              <a:gd name="connsiteY58" fmla="*/ 351400 h 556225"/>
              <a:gd name="connsiteX59" fmla="*/ 1344160 w 1456912"/>
              <a:gd name="connsiteY59" fmla="*/ 23666 h 556225"/>
              <a:gd name="connsiteX60" fmla="*/ 1315972 w 1456912"/>
              <a:gd name="connsiteY60" fmla="*/ 51854 h 556225"/>
              <a:gd name="connsiteX61" fmla="*/ 1315972 w 1456912"/>
              <a:gd name="connsiteY61" fmla="*/ 324153 h 556225"/>
              <a:gd name="connsiteX62" fmla="*/ 1217317 w 1456912"/>
              <a:gd name="connsiteY62" fmla="*/ 415761 h 556225"/>
              <a:gd name="connsiteX63" fmla="*/ 1118662 w 1456912"/>
              <a:gd name="connsiteY63" fmla="*/ 324153 h 556225"/>
              <a:gd name="connsiteX64" fmla="*/ 1118662 w 1456912"/>
              <a:gd name="connsiteY64" fmla="*/ 3 h 556225"/>
              <a:gd name="connsiteX65" fmla="*/ 1090474 w 1456912"/>
              <a:gd name="connsiteY65" fmla="*/ 3 h 556225"/>
              <a:gd name="connsiteX66" fmla="*/ 1090474 w 1456912"/>
              <a:gd name="connsiteY66" fmla="*/ 324156 h 556225"/>
              <a:gd name="connsiteX67" fmla="*/ 1217317 w 1456912"/>
              <a:gd name="connsiteY67" fmla="*/ 443951 h 556225"/>
              <a:gd name="connsiteX68" fmla="*/ 1304349 w 1456912"/>
              <a:gd name="connsiteY68" fmla="*/ 404889 h 556225"/>
              <a:gd name="connsiteX69" fmla="*/ 1304982 w 1456912"/>
              <a:gd name="connsiteY69" fmla="*/ 405720 h 556225"/>
              <a:gd name="connsiteX70" fmla="*/ 1189129 w 1456912"/>
              <a:gd name="connsiteY70" fmla="*/ 472139 h 556225"/>
              <a:gd name="connsiteX71" fmla="*/ 1062303 w 1456912"/>
              <a:gd name="connsiteY71" fmla="*/ 352344 h 556225"/>
              <a:gd name="connsiteX72" fmla="*/ 1062286 w 1456912"/>
              <a:gd name="connsiteY72" fmla="*/ 352344 h 556225"/>
              <a:gd name="connsiteX73" fmla="*/ 1062286 w 1456912"/>
              <a:gd name="connsiteY73" fmla="*/ 3 h 556225"/>
              <a:gd name="connsiteX74" fmla="*/ 1034098 w 1456912"/>
              <a:gd name="connsiteY74" fmla="*/ 3 h 556225"/>
              <a:gd name="connsiteX75" fmla="*/ 1034098 w 1456912"/>
              <a:gd name="connsiteY75" fmla="*/ 352341 h 556225"/>
              <a:gd name="connsiteX76" fmla="*/ 1034113 w 1456912"/>
              <a:gd name="connsiteY76" fmla="*/ 352341 h 556225"/>
              <a:gd name="connsiteX77" fmla="*/ 1189132 w 1456912"/>
              <a:gd name="connsiteY77" fmla="*/ 500322 h 556225"/>
              <a:gd name="connsiteX78" fmla="*/ 562774 w 1456912"/>
              <a:gd name="connsiteY78" fmla="*/ 366435 h 556225"/>
              <a:gd name="connsiteX79" fmla="*/ 491494 w 1456912"/>
              <a:gd name="connsiteY79" fmla="*/ 535557 h 556225"/>
              <a:gd name="connsiteX80" fmla="*/ 519684 w 1456912"/>
              <a:gd name="connsiteY80" fmla="*/ 535554 h 556225"/>
              <a:gd name="connsiteX81" fmla="*/ 519682 w 1456912"/>
              <a:gd name="connsiteY81" fmla="*/ 535557 h 556225"/>
              <a:gd name="connsiteX82" fmla="*/ 519684 w 1456912"/>
              <a:gd name="connsiteY82" fmla="*/ 535557 h 556225"/>
              <a:gd name="connsiteX83" fmla="*/ 555322 w 1456912"/>
              <a:gd name="connsiteY83" fmla="*/ 450996 h 556225"/>
              <a:gd name="connsiteX84" fmla="*/ 794138 w 1456912"/>
              <a:gd name="connsiteY84" fmla="*/ 450996 h 556225"/>
              <a:gd name="connsiteX85" fmla="*/ 829744 w 1456912"/>
              <a:gd name="connsiteY85" fmla="*/ 535557 h 556225"/>
              <a:gd name="connsiteX86" fmla="*/ 857932 w 1456912"/>
              <a:gd name="connsiteY86" fmla="*/ 535557 h 556225"/>
              <a:gd name="connsiteX87" fmla="*/ 810457 w 1456912"/>
              <a:gd name="connsiteY87" fmla="*/ 422808 h 556225"/>
              <a:gd name="connsiteX88" fmla="*/ 567200 w 1456912"/>
              <a:gd name="connsiteY88" fmla="*/ 422808 h 556225"/>
              <a:gd name="connsiteX89" fmla="*/ 579078 w 1456912"/>
              <a:gd name="connsiteY89" fmla="*/ 394620 h 556225"/>
              <a:gd name="connsiteX90" fmla="*/ 826776 w 1456912"/>
              <a:gd name="connsiteY90" fmla="*/ 394620 h 556225"/>
              <a:gd name="connsiteX91" fmla="*/ 886120 w 1456912"/>
              <a:gd name="connsiteY91" fmla="*/ 535557 h 556225"/>
              <a:gd name="connsiteX92" fmla="*/ 914308 w 1456912"/>
              <a:gd name="connsiteY92" fmla="*/ 535557 h 556225"/>
              <a:gd name="connsiteX93" fmla="*/ 843097 w 1456912"/>
              <a:gd name="connsiteY93" fmla="*/ 366435 h 556225"/>
              <a:gd name="connsiteX94" fmla="*/ 562774 w 1456912"/>
              <a:gd name="connsiteY94" fmla="*/ 366435 h 556225"/>
              <a:gd name="connsiteX95" fmla="*/ 604248 w 1456912"/>
              <a:gd name="connsiteY95" fmla="*/ 0 h 556225"/>
              <a:gd name="connsiteX96" fmla="*/ 397091 w 1456912"/>
              <a:gd name="connsiteY96" fmla="*/ 491374 h 556225"/>
              <a:gd name="connsiteX97" fmla="*/ 415032 w 1456912"/>
              <a:gd name="connsiteY97" fmla="*/ 515732 h 556225"/>
              <a:gd name="connsiteX98" fmla="*/ 632437 w 1456912"/>
              <a:gd name="connsiteY98" fmla="*/ 0 h 556225"/>
              <a:gd name="connsiteX99" fmla="*/ 604248 w 1456912"/>
              <a:gd name="connsiteY99" fmla="*/ 0 h 556225"/>
              <a:gd name="connsiteX100" fmla="*/ 716998 w 1456912"/>
              <a:gd name="connsiteY100" fmla="*/ 3 h 556225"/>
              <a:gd name="connsiteX101" fmla="*/ 934130 w 1456912"/>
              <a:gd name="connsiteY101" fmla="*/ 515735 h 556225"/>
              <a:gd name="connsiteX102" fmla="*/ 952028 w 1456912"/>
              <a:gd name="connsiteY102" fmla="*/ 491377 h 556225"/>
              <a:gd name="connsiteX103" fmla="*/ 745186 w 1456912"/>
              <a:gd name="connsiteY103" fmla="*/ 3 h 556225"/>
              <a:gd name="connsiteX104" fmla="*/ 716998 w 1456912"/>
              <a:gd name="connsiteY104" fmla="*/ 3 h 556225"/>
              <a:gd name="connsiteX105" fmla="*/ 546409 w 1456912"/>
              <a:gd name="connsiteY105" fmla="*/ 338247 h 556225"/>
              <a:gd name="connsiteX106" fmla="*/ 463042 w 1456912"/>
              <a:gd name="connsiteY106" fmla="*/ 535557 h 556225"/>
              <a:gd name="connsiteX107" fmla="*/ 434854 w 1456912"/>
              <a:gd name="connsiteY107" fmla="*/ 535557 h 556225"/>
              <a:gd name="connsiteX108" fmla="*/ 646528 w 1456912"/>
              <a:gd name="connsiteY108" fmla="*/ 33467 h 556225"/>
              <a:gd name="connsiteX109" fmla="*/ 762988 w 1456912"/>
              <a:gd name="connsiteY109" fmla="*/ 310059 h 556225"/>
              <a:gd name="connsiteX110" fmla="*/ 791176 w 1456912"/>
              <a:gd name="connsiteY110" fmla="*/ 310059 h 556225"/>
              <a:gd name="connsiteX111" fmla="*/ 660624 w 1456912"/>
              <a:gd name="connsiteY111" fmla="*/ 3 h 556225"/>
              <a:gd name="connsiteX112" fmla="*/ 688812 w 1456912"/>
              <a:gd name="connsiteY112" fmla="*/ 3 h 556225"/>
              <a:gd name="connsiteX113" fmla="*/ 831231 w 1456912"/>
              <a:gd name="connsiteY113" fmla="*/ 338247 h 556225"/>
              <a:gd name="connsiteX114" fmla="*/ 546409 w 1456912"/>
              <a:gd name="connsiteY114" fmla="*/ 338247 h 556225"/>
              <a:gd name="connsiteX115" fmla="*/ 674788 w 1456912"/>
              <a:gd name="connsiteY115" fmla="*/ 167531 h 556225"/>
              <a:gd name="connsiteX116" fmla="*/ 614721 w 1456912"/>
              <a:gd name="connsiteY116" fmla="*/ 310062 h 556225"/>
              <a:gd name="connsiteX117" fmla="*/ 734800 w 1456912"/>
              <a:gd name="connsiteY117" fmla="*/ 310062 h 556225"/>
              <a:gd name="connsiteX118" fmla="*/ 674788 w 1456912"/>
              <a:gd name="connsiteY118" fmla="*/ 167531 h 556225"/>
              <a:gd name="connsiteX119" fmla="*/ 558275 w 1456912"/>
              <a:gd name="connsiteY119" fmla="*/ 310062 h 556225"/>
              <a:gd name="connsiteX120" fmla="*/ 586535 w 1456912"/>
              <a:gd name="connsiteY120" fmla="*/ 310062 h 556225"/>
              <a:gd name="connsiteX121" fmla="*/ 660703 w 1456912"/>
              <a:gd name="connsiteY121" fmla="*/ 134072 h 556225"/>
              <a:gd name="connsiteX122" fmla="*/ 646588 w 1456912"/>
              <a:gd name="connsiteY122" fmla="*/ 100553 h 556225"/>
              <a:gd name="connsiteX123" fmla="*/ 558275 w 1456912"/>
              <a:gd name="connsiteY123" fmla="*/ 310062 h 556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1456912" h="556225">
                <a:moveTo>
                  <a:pt x="0" y="51854"/>
                </a:moveTo>
                <a:lnTo>
                  <a:pt x="28188" y="23666"/>
                </a:lnTo>
                <a:lnTo>
                  <a:pt x="28188" y="535557"/>
                </a:lnTo>
                <a:lnTo>
                  <a:pt x="0" y="535557"/>
                </a:lnTo>
                <a:lnTo>
                  <a:pt x="0" y="51854"/>
                </a:lnTo>
                <a:close/>
                <a:moveTo>
                  <a:pt x="84564" y="28188"/>
                </a:moveTo>
                <a:lnTo>
                  <a:pt x="422811" y="28188"/>
                </a:lnTo>
                <a:lnTo>
                  <a:pt x="422811" y="0"/>
                </a:lnTo>
                <a:lnTo>
                  <a:pt x="56376" y="0"/>
                </a:lnTo>
                <a:lnTo>
                  <a:pt x="56376" y="338244"/>
                </a:lnTo>
                <a:lnTo>
                  <a:pt x="367711" y="338244"/>
                </a:lnTo>
                <a:lnTo>
                  <a:pt x="367711" y="310062"/>
                </a:lnTo>
                <a:lnTo>
                  <a:pt x="84564" y="310062"/>
                </a:lnTo>
                <a:lnTo>
                  <a:pt x="84564" y="28188"/>
                </a:lnTo>
                <a:close/>
                <a:moveTo>
                  <a:pt x="410152" y="253686"/>
                </a:moveTo>
                <a:lnTo>
                  <a:pt x="140937" y="253686"/>
                </a:lnTo>
                <a:lnTo>
                  <a:pt x="140937" y="140940"/>
                </a:lnTo>
                <a:lnTo>
                  <a:pt x="371171" y="140940"/>
                </a:lnTo>
                <a:lnTo>
                  <a:pt x="399359" y="112752"/>
                </a:lnTo>
                <a:lnTo>
                  <a:pt x="140937" y="112752"/>
                </a:lnTo>
                <a:lnTo>
                  <a:pt x="140937" y="84564"/>
                </a:lnTo>
                <a:lnTo>
                  <a:pt x="422811" y="84564"/>
                </a:lnTo>
                <a:lnTo>
                  <a:pt x="422811" y="56376"/>
                </a:lnTo>
                <a:lnTo>
                  <a:pt x="112749" y="56376"/>
                </a:lnTo>
                <a:lnTo>
                  <a:pt x="112749" y="281874"/>
                </a:lnTo>
                <a:lnTo>
                  <a:pt x="382334" y="281874"/>
                </a:lnTo>
                <a:lnTo>
                  <a:pt x="410152" y="253686"/>
                </a:lnTo>
                <a:close/>
                <a:moveTo>
                  <a:pt x="56376" y="535557"/>
                </a:moveTo>
                <a:lnTo>
                  <a:pt x="84564" y="535557"/>
                </a:lnTo>
                <a:lnTo>
                  <a:pt x="84564" y="394620"/>
                </a:lnTo>
                <a:lnTo>
                  <a:pt x="112752" y="394620"/>
                </a:lnTo>
                <a:lnTo>
                  <a:pt x="112752" y="511890"/>
                </a:lnTo>
                <a:lnTo>
                  <a:pt x="140940" y="483705"/>
                </a:lnTo>
                <a:lnTo>
                  <a:pt x="140940" y="394620"/>
                </a:lnTo>
                <a:lnTo>
                  <a:pt x="367714" y="394620"/>
                </a:lnTo>
                <a:lnTo>
                  <a:pt x="367714" y="366435"/>
                </a:lnTo>
                <a:lnTo>
                  <a:pt x="56376" y="366435"/>
                </a:lnTo>
                <a:lnTo>
                  <a:pt x="56376" y="535557"/>
                </a:lnTo>
                <a:close/>
                <a:moveTo>
                  <a:pt x="1428724" y="0"/>
                </a:moveTo>
                <a:lnTo>
                  <a:pt x="1428724" y="324156"/>
                </a:lnTo>
                <a:cubicBezTo>
                  <a:pt x="1428724" y="399584"/>
                  <a:pt x="1395069" y="464387"/>
                  <a:pt x="1316539" y="514089"/>
                </a:cubicBezTo>
                <a:lnTo>
                  <a:pt x="1315903" y="513258"/>
                </a:lnTo>
                <a:cubicBezTo>
                  <a:pt x="1367503" y="472336"/>
                  <a:pt x="1400536" y="419773"/>
                  <a:pt x="1400536" y="351869"/>
                </a:cubicBezTo>
                <a:lnTo>
                  <a:pt x="1400536" y="3"/>
                </a:lnTo>
                <a:lnTo>
                  <a:pt x="1372348" y="3"/>
                </a:lnTo>
                <a:lnTo>
                  <a:pt x="1372348" y="351400"/>
                </a:lnTo>
                <a:cubicBezTo>
                  <a:pt x="1372348" y="452590"/>
                  <a:pt x="1290318" y="528510"/>
                  <a:pt x="1189132" y="528510"/>
                </a:cubicBezTo>
                <a:cubicBezTo>
                  <a:pt x="1087946" y="528510"/>
                  <a:pt x="1005916" y="452587"/>
                  <a:pt x="1005916" y="351400"/>
                </a:cubicBezTo>
                <a:lnTo>
                  <a:pt x="1005916" y="23666"/>
                </a:lnTo>
                <a:lnTo>
                  <a:pt x="977728" y="51854"/>
                </a:lnTo>
                <a:lnTo>
                  <a:pt x="977728" y="351869"/>
                </a:lnTo>
                <a:cubicBezTo>
                  <a:pt x="977728" y="468625"/>
                  <a:pt x="1072376" y="556226"/>
                  <a:pt x="1189132" y="556226"/>
                </a:cubicBezTo>
                <a:cubicBezTo>
                  <a:pt x="1191834" y="556226"/>
                  <a:pt x="1217320" y="556226"/>
                  <a:pt x="1217320" y="556226"/>
                </a:cubicBezTo>
                <a:cubicBezTo>
                  <a:pt x="1332291" y="556226"/>
                  <a:pt x="1456912" y="471321"/>
                  <a:pt x="1456912" y="324566"/>
                </a:cubicBezTo>
                <a:cubicBezTo>
                  <a:pt x="1456912" y="324428"/>
                  <a:pt x="1456912" y="0"/>
                  <a:pt x="1456912" y="0"/>
                </a:cubicBezTo>
                <a:lnTo>
                  <a:pt x="1428724" y="0"/>
                </a:lnTo>
                <a:close/>
                <a:moveTo>
                  <a:pt x="1189132" y="500322"/>
                </a:moveTo>
                <a:cubicBezTo>
                  <a:pt x="1274706" y="500322"/>
                  <a:pt x="1344082" y="436948"/>
                  <a:pt x="1344160" y="351400"/>
                </a:cubicBezTo>
                <a:lnTo>
                  <a:pt x="1344160" y="351400"/>
                </a:lnTo>
                <a:lnTo>
                  <a:pt x="1344160" y="23666"/>
                </a:lnTo>
                <a:lnTo>
                  <a:pt x="1315972" y="51854"/>
                </a:lnTo>
                <a:lnTo>
                  <a:pt x="1315972" y="324153"/>
                </a:lnTo>
                <a:cubicBezTo>
                  <a:pt x="1315972" y="378637"/>
                  <a:pt x="1271801" y="415761"/>
                  <a:pt x="1217317" y="415761"/>
                </a:cubicBezTo>
                <a:cubicBezTo>
                  <a:pt x="1162833" y="415761"/>
                  <a:pt x="1118662" y="378637"/>
                  <a:pt x="1118662" y="324153"/>
                </a:cubicBezTo>
                <a:lnTo>
                  <a:pt x="1118662" y="3"/>
                </a:lnTo>
                <a:lnTo>
                  <a:pt x="1090474" y="3"/>
                </a:lnTo>
                <a:lnTo>
                  <a:pt x="1090474" y="324156"/>
                </a:lnTo>
                <a:cubicBezTo>
                  <a:pt x="1090474" y="394209"/>
                  <a:pt x="1147264" y="443951"/>
                  <a:pt x="1217317" y="443951"/>
                </a:cubicBezTo>
                <a:cubicBezTo>
                  <a:pt x="1245962" y="443951"/>
                  <a:pt x="1280732" y="429800"/>
                  <a:pt x="1304349" y="404889"/>
                </a:cubicBezTo>
                <a:lnTo>
                  <a:pt x="1304982" y="405720"/>
                </a:lnTo>
                <a:cubicBezTo>
                  <a:pt x="1282838" y="446784"/>
                  <a:pt x="1241907" y="472139"/>
                  <a:pt x="1189129" y="472139"/>
                </a:cubicBezTo>
                <a:cubicBezTo>
                  <a:pt x="1119507" y="472139"/>
                  <a:pt x="1062992" y="421734"/>
                  <a:pt x="1062303" y="352344"/>
                </a:cubicBezTo>
                <a:lnTo>
                  <a:pt x="1062286" y="352344"/>
                </a:lnTo>
                <a:lnTo>
                  <a:pt x="1062286" y="3"/>
                </a:lnTo>
                <a:lnTo>
                  <a:pt x="1034098" y="3"/>
                </a:lnTo>
                <a:lnTo>
                  <a:pt x="1034098" y="352341"/>
                </a:lnTo>
                <a:lnTo>
                  <a:pt x="1034113" y="352341"/>
                </a:lnTo>
                <a:cubicBezTo>
                  <a:pt x="1034703" y="437411"/>
                  <a:pt x="1103877" y="500322"/>
                  <a:pt x="1189132" y="500322"/>
                </a:cubicBezTo>
                <a:close/>
                <a:moveTo>
                  <a:pt x="562774" y="366435"/>
                </a:moveTo>
                <a:lnTo>
                  <a:pt x="491494" y="535557"/>
                </a:lnTo>
                <a:lnTo>
                  <a:pt x="519684" y="535554"/>
                </a:lnTo>
                <a:lnTo>
                  <a:pt x="519682" y="535557"/>
                </a:lnTo>
                <a:lnTo>
                  <a:pt x="519684" y="535557"/>
                </a:lnTo>
                <a:lnTo>
                  <a:pt x="555322" y="450996"/>
                </a:lnTo>
                <a:lnTo>
                  <a:pt x="794138" y="450996"/>
                </a:lnTo>
                <a:lnTo>
                  <a:pt x="829744" y="535557"/>
                </a:lnTo>
                <a:lnTo>
                  <a:pt x="857932" y="535557"/>
                </a:lnTo>
                <a:lnTo>
                  <a:pt x="810457" y="422808"/>
                </a:lnTo>
                <a:lnTo>
                  <a:pt x="567200" y="422808"/>
                </a:lnTo>
                <a:lnTo>
                  <a:pt x="579078" y="394620"/>
                </a:lnTo>
                <a:lnTo>
                  <a:pt x="826776" y="394620"/>
                </a:lnTo>
                <a:lnTo>
                  <a:pt x="886120" y="535557"/>
                </a:lnTo>
                <a:lnTo>
                  <a:pt x="914308" y="535557"/>
                </a:lnTo>
                <a:lnTo>
                  <a:pt x="843097" y="366435"/>
                </a:lnTo>
                <a:lnTo>
                  <a:pt x="562774" y="366435"/>
                </a:lnTo>
                <a:close/>
                <a:moveTo>
                  <a:pt x="604248" y="0"/>
                </a:moveTo>
                <a:lnTo>
                  <a:pt x="397091" y="491374"/>
                </a:lnTo>
                <a:lnTo>
                  <a:pt x="415032" y="515732"/>
                </a:lnTo>
                <a:lnTo>
                  <a:pt x="632437" y="0"/>
                </a:lnTo>
                <a:lnTo>
                  <a:pt x="604248" y="0"/>
                </a:lnTo>
                <a:close/>
                <a:moveTo>
                  <a:pt x="716998" y="3"/>
                </a:moveTo>
                <a:lnTo>
                  <a:pt x="934130" y="515735"/>
                </a:lnTo>
                <a:lnTo>
                  <a:pt x="952028" y="491377"/>
                </a:lnTo>
                <a:lnTo>
                  <a:pt x="745186" y="3"/>
                </a:lnTo>
                <a:lnTo>
                  <a:pt x="716998" y="3"/>
                </a:lnTo>
                <a:close/>
                <a:moveTo>
                  <a:pt x="546409" y="338247"/>
                </a:moveTo>
                <a:lnTo>
                  <a:pt x="463042" y="535557"/>
                </a:lnTo>
                <a:lnTo>
                  <a:pt x="434854" y="535557"/>
                </a:lnTo>
                <a:lnTo>
                  <a:pt x="646528" y="33467"/>
                </a:lnTo>
                <a:lnTo>
                  <a:pt x="762988" y="310059"/>
                </a:lnTo>
                <a:lnTo>
                  <a:pt x="791176" y="310059"/>
                </a:lnTo>
                <a:lnTo>
                  <a:pt x="660624" y="3"/>
                </a:lnTo>
                <a:lnTo>
                  <a:pt x="688812" y="3"/>
                </a:lnTo>
                <a:lnTo>
                  <a:pt x="831231" y="338247"/>
                </a:lnTo>
                <a:lnTo>
                  <a:pt x="546409" y="338247"/>
                </a:lnTo>
                <a:close/>
                <a:moveTo>
                  <a:pt x="674788" y="167531"/>
                </a:moveTo>
                <a:lnTo>
                  <a:pt x="614721" y="310062"/>
                </a:lnTo>
                <a:lnTo>
                  <a:pt x="734800" y="310062"/>
                </a:lnTo>
                <a:lnTo>
                  <a:pt x="674788" y="167531"/>
                </a:lnTo>
                <a:close/>
                <a:moveTo>
                  <a:pt x="558275" y="310062"/>
                </a:moveTo>
                <a:lnTo>
                  <a:pt x="586535" y="310062"/>
                </a:lnTo>
                <a:lnTo>
                  <a:pt x="660703" y="134072"/>
                </a:lnTo>
                <a:lnTo>
                  <a:pt x="646588" y="100553"/>
                </a:lnTo>
                <a:lnTo>
                  <a:pt x="558275" y="310062"/>
                </a:lnTo>
                <a:close/>
              </a:path>
            </a:pathLst>
          </a:custGeom>
          <a:solidFill>
            <a:schemeClr val="tx1"/>
          </a:solidFill>
          <a:ln w="2892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grpSp>
        <p:nvGrpSpPr>
          <p:cNvPr id="56" name="Gruppieren 55">
            <a:extLst>
              <a:ext uri="{FF2B5EF4-FFF2-40B4-BE49-F238E27FC236}">
                <a16:creationId xmlns:a16="http://schemas.microsoft.com/office/drawing/2014/main" id="{0C3B9D07-F821-46AB-95B1-D19222D00FD7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62" name="Gerader Verbinder 61">
              <a:extLst>
                <a:ext uri="{FF2B5EF4-FFF2-40B4-BE49-F238E27FC236}">
                  <a16:creationId xmlns:a16="http://schemas.microsoft.com/office/drawing/2014/main" id="{22380010-0050-441D-BA9C-97B58351587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Textfeld 62">
              <a:extLst>
                <a:ext uri="{FF2B5EF4-FFF2-40B4-BE49-F238E27FC236}">
                  <a16:creationId xmlns:a16="http://schemas.microsoft.com/office/drawing/2014/main" id="{C13F555F-C26E-4B21-A77C-6CA7380155F8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64" name="Gruppieren 63">
            <a:extLst>
              <a:ext uri="{FF2B5EF4-FFF2-40B4-BE49-F238E27FC236}">
                <a16:creationId xmlns:a16="http://schemas.microsoft.com/office/drawing/2014/main" id="{705760C0-8935-4141-9AEE-BB96816B3799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66" name="Gerader Verbinder 65">
              <a:extLst>
                <a:ext uri="{FF2B5EF4-FFF2-40B4-BE49-F238E27FC236}">
                  <a16:creationId xmlns:a16="http://schemas.microsoft.com/office/drawing/2014/main" id="{EBE9DAC0-7790-4611-B602-40B3CD18C73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Textfeld 66">
              <a:extLst>
                <a:ext uri="{FF2B5EF4-FFF2-40B4-BE49-F238E27FC236}">
                  <a16:creationId xmlns:a16="http://schemas.microsoft.com/office/drawing/2014/main" id="{1FBE1EE4-3D10-40E7-9F1E-627A51E59C61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68" name="Gruppieren 67">
            <a:extLst>
              <a:ext uri="{FF2B5EF4-FFF2-40B4-BE49-F238E27FC236}">
                <a16:creationId xmlns:a16="http://schemas.microsoft.com/office/drawing/2014/main" id="{B25E0919-4E1B-4A97-A1C2-6AE7D2A59920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69" name="Gerader Verbinder 68">
              <a:extLst>
                <a:ext uri="{FF2B5EF4-FFF2-40B4-BE49-F238E27FC236}">
                  <a16:creationId xmlns:a16="http://schemas.microsoft.com/office/drawing/2014/main" id="{849FBB7D-3378-4F36-B80B-3E0BDCA8343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Textfeld 69">
              <a:extLst>
                <a:ext uri="{FF2B5EF4-FFF2-40B4-BE49-F238E27FC236}">
                  <a16:creationId xmlns:a16="http://schemas.microsoft.com/office/drawing/2014/main" id="{6141066E-6566-420D-B6EB-886DF25CCD11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71" name="Gruppieren 70">
            <a:extLst>
              <a:ext uri="{FF2B5EF4-FFF2-40B4-BE49-F238E27FC236}">
                <a16:creationId xmlns:a16="http://schemas.microsoft.com/office/drawing/2014/main" id="{87A742EA-EC3D-47DE-9C2D-533639983C8D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72" name="Gerader Verbinder 71">
              <a:extLst>
                <a:ext uri="{FF2B5EF4-FFF2-40B4-BE49-F238E27FC236}">
                  <a16:creationId xmlns:a16="http://schemas.microsoft.com/office/drawing/2014/main" id="{846719FD-F8B1-447D-8561-7A1E238E8A5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Textfeld 72">
              <a:extLst>
                <a:ext uri="{FF2B5EF4-FFF2-40B4-BE49-F238E27FC236}">
                  <a16:creationId xmlns:a16="http://schemas.microsoft.com/office/drawing/2014/main" id="{2ABDBC31-5895-4E49-887D-433A43B32DBC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74" name="Gruppieren 73">
            <a:extLst>
              <a:ext uri="{FF2B5EF4-FFF2-40B4-BE49-F238E27FC236}">
                <a16:creationId xmlns:a16="http://schemas.microsoft.com/office/drawing/2014/main" id="{AEF4BF1C-C847-48A1-A7BF-3BEE82EF1C59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75" name="Gerader Verbinder 74">
              <a:extLst>
                <a:ext uri="{FF2B5EF4-FFF2-40B4-BE49-F238E27FC236}">
                  <a16:creationId xmlns:a16="http://schemas.microsoft.com/office/drawing/2014/main" id="{1CF60061-B6B2-4FE6-9482-278DFD418BD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Textfeld 75">
              <a:extLst>
                <a:ext uri="{FF2B5EF4-FFF2-40B4-BE49-F238E27FC236}">
                  <a16:creationId xmlns:a16="http://schemas.microsoft.com/office/drawing/2014/main" id="{73D29742-39CB-41E5-B346-BADC9743E285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77" name="Gruppieren 76">
            <a:extLst>
              <a:ext uri="{FF2B5EF4-FFF2-40B4-BE49-F238E27FC236}">
                <a16:creationId xmlns:a16="http://schemas.microsoft.com/office/drawing/2014/main" id="{D55A5473-7182-4B24-8843-51E2ADF3D492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78" name="Gerader Verbinder 77">
              <a:extLst>
                <a:ext uri="{FF2B5EF4-FFF2-40B4-BE49-F238E27FC236}">
                  <a16:creationId xmlns:a16="http://schemas.microsoft.com/office/drawing/2014/main" id="{204A095A-3A24-4259-92A8-4500898AC05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Textfeld 78">
              <a:extLst>
                <a:ext uri="{FF2B5EF4-FFF2-40B4-BE49-F238E27FC236}">
                  <a16:creationId xmlns:a16="http://schemas.microsoft.com/office/drawing/2014/main" id="{82971EAD-9159-4D12-8726-4FBE6AFA23F0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80" name="Gruppieren 79">
            <a:extLst>
              <a:ext uri="{FF2B5EF4-FFF2-40B4-BE49-F238E27FC236}">
                <a16:creationId xmlns:a16="http://schemas.microsoft.com/office/drawing/2014/main" id="{D1FF9524-93DA-476B-89EA-9E475617F2D9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81" name="Gerader Verbinder 80">
              <a:extLst>
                <a:ext uri="{FF2B5EF4-FFF2-40B4-BE49-F238E27FC236}">
                  <a16:creationId xmlns:a16="http://schemas.microsoft.com/office/drawing/2014/main" id="{8DFFD401-DC7D-4F6D-82BF-DC6E357E598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Textfeld 81">
              <a:extLst>
                <a:ext uri="{FF2B5EF4-FFF2-40B4-BE49-F238E27FC236}">
                  <a16:creationId xmlns:a16="http://schemas.microsoft.com/office/drawing/2014/main" id="{36A6CE9C-ECB8-42E6-B61D-3A0F3C4D7A56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83" name="Gruppieren 82">
            <a:extLst>
              <a:ext uri="{FF2B5EF4-FFF2-40B4-BE49-F238E27FC236}">
                <a16:creationId xmlns:a16="http://schemas.microsoft.com/office/drawing/2014/main" id="{20076CAA-CFEC-4359-9762-07ED0661EE26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84" name="Gerader Verbinder 83">
              <a:extLst>
                <a:ext uri="{FF2B5EF4-FFF2-40B4-BE49-F238E27FC236}">
                  <a16:creationId xmlns:a16="http://schemas.microsoft.com/office/drawing/2014/main" id="{91EF761B-D6BF-475C-8903-456E1F05762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Textfeld 84">
              <a:extLst>
                <a:ext uri="{FF2B5EF4-FFF2-40B4-BE49-F238E27FC236}">
                  <a16:creationId xmlns:a16="http://schemas.microsoft.com/office/drawing/2014/main" id="{413A99B1-6C23-41A6-A82B-0EC01B779471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86" name="Gruppieren 85">
            <a:extLst>
              <a:ext uri="{FF2B5EF4-FFF2-40B4-BE49-F238E27FC236}">
                <a16:creationId xmlns:a16="http://schemas.microsoft.com/office/drawing/2014/main" id="{16CE4EF7-E819-4747-A9E4-8C86F991481E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87" name="Gerader Verbinder 86">
              <a:extLst>
                <a:ext uri="{FF2B5EF4-FFF2-40B4-BE49-F238E27FC236}">
                  <a16:creationId xmlns:a16="http://schemas.microsoft.com/office/drawing/2014/main" id="{3B78DE36-86EF-463F-A7E5-0CD3043C9F4D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Textfeld 87">
              <a:extLst>
                <a:ext uri="{FF2B5EF4-FFF2-40B4-BE49-F238E27FC236}">
                  <a16:creationId xmlns:a16="http://schemas.microsoft.com/office/drawing/2014/main" id="{EAD15804-28A7-4690-889A-7D8A91A7D478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89" name="Gerader Verbinder 88">
            <a:extLst>
              <a:ext uri="{FF2B5EF4-FFF2-40B4-BE49-F238E27FC236}">
                <a16:creationId xmlns:a16="http://schemas.microsoft.com/office/drawing/2014/main" id="{9023C4F7-97EF-4D2F-9223-1AFEE89D9C68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0" name="Gruppieren 89">
            <a:extLst>
              <a:ext uri="{FF2B5EF4-FFF2-40B4-BE49-F238E27FC236}">
                <a16:creationId xmlns:a16="http://schemas.microsoft.com/office/drawing/2014/main" id="{D5072DFD-BA29-43BB-A0B1-01F593A0242E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91" name="Gerader Verbinder 90">
              <a:extLst>
                <a:ext uri="{FF2B5EF4-FFF2-40B4-BE49-F238E27FC236}">
                  <a16:creationId xmlns:a16="http://schemas.microsoft.com/office/drawing/2014/main" id="{A9C77A6D-E177-4B69-A5A1-6B77E4229F3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Textfeld 91">
              <a:extLst>
                <a:ext uri="{FF2B5EF4-FFF2-40B4-BE49-F238E27FC236}">
                  <a16:creationId xmlns:a16="http://schemas.microsoft.com/office/drawing/2014/main" id="{701274C6-5A42-4082-BC4B-8532BFB4CC40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93" name="Grafik 3">
            <a:extLst>
              <a:ext uri="{FF2B5EF4-FFF2-40B4-BE49-F238E27FC236}">
                <a16:creationId xmlns:a16="http://schemas.microsoft.com/office/drawing/2014/main" id="{33FFE2D6-CE9B-4B10-874C-597FC55BD0EB}"/>
              </a:ext>
            </a:extLst>
          </p:cNvPr>
          <p:cNvGrpSpPr/>
          <p:nvPr userDrawn="1"/>
        </p:nvGrpSpPr>
        <p:grpSpPr>
          <a:xfrm>
            <a:off x="520163" y="293688"/>
            <a:ext cx="2654043" cy="328339"/>
            <a:chOff x="2090737" y="2524124"/>
            <a:chExt cx="7860982" cy="972502"/>
          </a:xfrm>
          <a:solidFill>
            <a:schemeClr val="tx1"/>
          </a:solidFill>
        </p:grpSpPr>
        <p:sp>
          <p:nvSpPr>
            <p:cNvPr id="94" name="Freihandform: Form 93">
              <a:extLst>
                <a:ext uri="{FF2B5EF4-FFF2-40B4-BE49-F238E27FC236}">
                  <a16:creationId xmlns:a16="http://schemas.microsoft.com/office/drawing/2014/main" id="{45C6E753-C535-4A2E-9943-8DF5CC64DF98}"/>
                </a:ext>
              </a:extLst>
            </p:cNvPr>
            <p:cNvSpPr/>
            <p:nvPr/>
          </p:nvSpPr>
          <p:spPr>
            <a:xfrm>
              <a:off x="2090737" y="2545079"/>
              <a:ext cx="231457" cy="369569"/>
            </a:xfrm>
            <a:custGeom>
              <a:avLst/>
              <a:gdLst>
                <a:gd name="connsiteX0" fmla="*/ 231458 w 231457"/>
                <a:gd name="connsiteY0" fmla="*/ 60960 h 369569"/>
                <a:gd name="connsiteX1" fmla="*/ 65723 w 231457"/>
                <a:gd name="connsiteY1" fmla="*/ 60960 h 369569"/>
                <a:gd name="connsiteX2" fmla="*/ 65723 w 231457"/>
                <a:gd name="connsiteY2" fmla="*/ 152400 h 369569"/>
                <a:gd name="connsiteX3" fmla="*/ 189548 w 231457"/>
                <a:gd name="connsiteY3" fmla="*/ 152400 h 369569"/>
                <a:gd name="connsiteX4" fmla="*/ 189548 w 231457"/>
                <a:gd name="connsiteY4" fmla="*/ 212408 h 369569"/>
                <a:gd name="connsiteX5" fmla="*/ 65723 w 231457"/>
                <a:gd name="connsiteY5" fmla="*/ 212408 h 369569"/>
                <a:gd name="connsiteX6" fmla="*/ 65723 w 231457"/>
                <a:gd name="connsiteY6" fmla="*/ 369570 h 369569"/>
                <a:gd name="connsiteX7" fmla="*/ 0 w 231457"/>
                <a:gd name="connsiteY7" fmla="*/ 369570 h 369569"/>
                <a:gd name="connsiteX8" fmla="*/ 0 w 231457"/>
                <a:gd name="connsiteY8" fmla="*/ 0 h 369569"/>
                <a:gd name="connsiteX9" fmla="*/ 231458 w 231457"/>
                <a:gd name="connsiteY9" fmla="*/ 0 h 369569"/>
                <a:gd name="connsiteX10" fmla="*/ 231458 w 231457"/>
                <a:gd name="connsiteY10" fmla="*/ 60960 h 36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1457" h="369569">
                  <a:moveTo>
                    <a:pt x="231458" y="60960"/>
                  </a:moveTo>
                  <a:lnTo>
                    <a:pt x="65723" y="60960"/>
                  </a:lnTo>
                  <a:lnTo>
                    <a:pt x="65723" y="152400"/>
                  </a:lnTo>
                  <a:lnTo>
                    <a:pt x="189548" y="152400"/>
                  </a:lnTo>
                  <a:lnTo>
                    <a:pt x="189548" y="212408"/>
                  </a:lnTo>
                  <a:lnTo>
                    <a:pt x="65723" y="212408"/>
                  </a:lnTo>
                  <a:lnTo>
                    <a:pt x="65723" y="369570"/>
                  </a:lnTo>
                  <a:lnTo>
                    <a:pt x="0" y="369570"/>
                  </a:lnTo>
                  <a:lnTo>
                    <a:pt x="0" y="0"/>
                  </a:lnTo>
                  <a:lnTo>
                    <a:pt x="231458" y="0"/>
                  </a:lnTo>
                  <a:lnTo>
                    <a:pt x="231458" y="6096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5" name="Freihandform: Form 94">
              <a:extLst>
                <a:ext uri="{FF2B5EF4-FFF2-40B4-BE49-F238E27FC236}">
                  <a16:creationId xmlns:a16="http://schemas.microsoft.com/office/drawing/2014/main" id="{59B46B7F-D212-453C-80BF-A6C40A6C0451}"/>
                </a:ext>
              </a:extLst>
            </p:cNvPr>
            <p:cNvSpPr/>
            <p:nvPr/>
          </p:nvSpPr>
          <p:spPr>
            <a:xfrm>
              <a:off x="2357437" y="2641039"/>
              <a:ext cx="161925" cy="272657"/>
            </a:xfrm>
            <a:custGeom>
              <a:avLst/>
              <a:gdLst>
                <a:gd name="connsiteX0" fmla="*/ 161925 w 161925"/>
                <a:gd name="connsiteY0" fmla="*/ 5005 h 272657"/>
                <a:gd name="connsiteX1" fmla="*/ 152400 w 161925"/>
                <a:gd name="connsiteY1" fmla="*/ 68823 h 272657"/>
                <a:gd name="connsiteX2" fmla="*/ 118110 w 161925"/>
                <a:gd name="connsiteY2" fmla="*/ 60250 h 272657"/>
                <a:gd name="connsiteX3" fmla="*/ 63817 w 161925"/>
                <a:gd name="connsiteY3" fmla="*/ 135498 h 272657"/>
                <a:gd name="connsiteX4" fmla="*/ 63817 w 161925"/>
                <a:gd name="connsiteY4" fmla="*/ 272658 h 272657"/>
                <a:gd name="connsiteX5" fmla="*/ 0 w 161925"/>
                <a:gd name="connsiteY5" fmla="*/ 272658 h 272657"/>
                <a:gd name="connsiteX6" fmla="*/ 0 w 161925"/>
                <a:gd name="connsiteY6" fmla="*/ 5958 h 272657"/>
                <a:gd name="connsiteX7" fmla="*/ 60960 w 161925"/>
                <a:gd name="connsiteY7" fmla="*/ 5958 h 272657"/>
                <a:gd name="connsiteX8" fmla="*/ 60960 w 161925"/>
                <a:gd name="connsiteY8" fmla="*/ 40248 h 272657"/>
                <a:gd name="connsiteX9" fmla="*/ 61913 w 161925"/>
                <a:gd name="connsiteY9" fmla="*/ 40248 h 272657"/>
                <a:gd name="connsiteX10" fmla="*/ 131445 w 161925"/>
                <a:gd name="connsiteY10" fmla="*/ 243 h 272657"/>
                <a:gd name="connsiteX11" fmla="*/ 161925 w 161925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925" h="272657">
                  <a:moveTo>
                    <a:pt x="161925" y="5005"/>
                  </a:moveTo>
                  <a:lnTo>
                    <a:pt x="152400" y="68823"/>
                  </a:lnTo>
                  <a:cubicBezTo>
                    <a:pt x="142875" y="64060"/>
                    <a:pt x="131445" y="60250"/>
                    <a:pt x="118110" y="60250"/>
                  </a:cubicBezTo>
                  <a:cubicBezTo>
                    <a:pt x="75248" y="60250"/>
                    <a:pt x="63817" y="94540"/>
                    <a:pt x="63817" y="135498"/>
                  </a:cubicBezTo>
                  <a:lnTo>
                    <a:pt x="63817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970" y="-710"/>
                    <a:pt x="152400" y="1195"/>
                    <a:pt x="161925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6" name="Freihandform: Form 95">
              <a:extLst>
                <a:ext uri="{FF2B5EF4-FFF2-40B4-BE49-F238E27FC236}">
                  <a16:creationId xmlns:a16="http://schemas.microsoft.com/office/drawing/2014/main" id="{B78EDB47-2349-4B04-8AC2-36BB12C1C39D}"/>
                </a:ext>
              </a:extLst>
            </p:cNvPr>
            <p:cNvSpPr/>
            <p:nvPr/>
          </p:nvSpPr>
          <p:spPr>
            <a:xfrm>
              <a:off x="2563176" y="2528887"/>
              <a:ext cx="79057" cy="385762"/>
            </a:xfrm>
            <a:custGeom>
              <a:avLst/>
              <a:gdLst>
                <a:gd name="connsiteX0" fmla="*/ 79058 w 79057"/>
                <a:gd name="connsiteY0" fmla="*/ 38100 h 385762"/>
                <a:gd name="connsiteX1" fmla="*/ 39052 w 79057"/>
                <a:gd name="connsiteY1" fmla="*/ 76200 h 385762"/>
                <a:gd name="connsiteX2" fmla="*/ 0 w 79057"/>
                <a:gd name="connsiteY2" fmla="*/ 38100 h 385762"/>
                <a:gd name="connsiteX3" fmla="*/ 39052 w 79057"/>
                <a:gd name="connsiteY3" fmla="*/ 0 h 385762"/>
                <a:gd name="connsiteX4" fmla="*/ 79058 w 79057"/>
                <a:gd name="connsiteY4" fmla="*/ 38100 h 385762"/>
                <a:gd name="connsiteX5" fmla="*/ 70485 w 79057"/>
                <a:gd name="connsiteY5" fmla="*/ 385763 h 385762"/>
                <a:gd name="connsiteX6" fmla="*/ 8573 w 79057"/>
                <a:gd name="connsiteY6" fmla="*/ 385763 h 385762"/>
                <a:gd name="connsiteX7" fmla="*/ 8573 w 79057"/>
                <a:gd name="connsiteY7" fmla="*/ 119063 h 385762"/>
                <a:gd name="connsiteX8" fmla="*/ 70485 w 79057"/>
                <a:gd name="connsiteY8" fmla="*/ 119063 h 385762"/>
                <a:gd name="connsiteX9" fmla="*/ 70485 w 79057"/>
                <a:gd name="connsiteY9" fmla="*/ 385763 h 385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5762">
                  <a:moveTo>
                    <a:pt x="79058" y="38100"/>
                  </a:moveTo>
                  <a:cubicBezTo>
                    <a:pt x="79058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1913" y="0"/>
                    <a:pt x="79058" y="16193"/>
                    <a:pt x="79058" y="38100"/>
                  </a:cubicBezTo>
                  <a:close/>
                  <a:moveTo>
                    <a:pt x="70485" y="385763"/>
                  </a:moveTo>
                  <a:lnTo>
                    <a:pt x="8573" y="385763"/>
                  </a:lnTo>
                  <a:lnTo>
                    <a:pt x="8573" y="119063"/>
                  </a:lnTo>
                  <a:lnTo>
                    <a:pt x="70485" y="119063"/>
                  </a:lnTo>
                  <a:lnTo>
                    <a:pt x="70485" y="38576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7" name="Freihandform: Form 96">
              <a:extLst>
                <a:ext uri="{FF2B5EF4-FFF2-40B4-BE49-F238E27FC236}">
                  <a16:creationId xmlns:a16="http://schemas.microsoft.com/office/drawing/2014/main" id="{788D67DB-86D4-4757-BF80-C74C3D598079}"/>
                </a:ext>
              </a:extLst>
            </p:cNvPr>
            <p:cNvSpPr/>
            <p:nvPr/>
          </p:nvSpPr>
          <p:spPr>
            <a:xfrm>
              <a:off x="2699384" y="2641281"/>
              <a:ext cx="242887" cy="279082"/>
            </a:xfrm>
            <a:custGeom>
              <a:avLst/>
              <a:gdLst>
                <a:gd name="connsiteX0" fmla="*/ 132398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8 w 242887"/>
                <a:gd name="connsiteY6" fmla="*/ 225743 h 279082"/>
                <a:gd name="connsiteX7" fmla="*/ 198120 w 242887"/>
                <a:gd name="connsiteY7" fmla="*/ 194310 h 279082"/>
                <a:gd name="connsiteX8" fmla="*/ 237173 w 242887"/>
                <a:gd name="connsiteY8" fmla="*/ 235268 h 279082"/>
                <a:gd name="connsiteX9" fmla="*/ 132398 w 242887"/>
                <a:gd name="connsiteY9" fmla="*/ 279083 h 279082"/>
                <a:gd name="connsiteX10" fmla="*/ 62865 w 242887"/>
                <a:gd name="connsiteY10" fmla="*/ 115253 h 279082"/>
                <a:gd name="connsiteX11" fmla="*/ 183832 w 242887"/>
                <a:gd name="connsiteY11" fmla="*/ 115253 h 279082"/>
                <a:gd name="connsiteX12" fmla="*/ 124777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8" y="225743"/>
                    <a:pt x="132398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3" y="235268"/>
                  </a:lnTo>
                  <a:cubicBezTo>
                    <a:pt x="206692" y="264795"/>
                    <a:pt x="172402" y="279083"/>
                    <a:pt x="132398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8" name="Freihandform: Form 97">
              <a:extLst>
                <a:ext uri="{FF2B5EF4-FFF2-40B4-BE49-F238E27FC236}">
                  <a16:creationId xmlns:a16="http://schemas.microsoft.com/office/drawing/2014/main" id="{0C0EDA80-7B98-43BD-8E81-D5B121FB9706}"/>
                </a:ext>
              </a:extLst>
            </p:cNvPr>
            <p:cNvSpPr/>
            <p:nvPr/>
          </p:nvSpPr>
          <p:spPr>
            <a:xfrm>
              <a:off x="2997516" y="2524124"/>
              <a:ext cx="248602" cy="396239"/>
            </a:xfrm>
            <a:custGeom>
              <a:avLst/>
              <a:gdLst>
                <a:gd name="connsiteX0" fmla="*/ 0 w 248602"/>
                <a:gd name="connsiteY0" fmla="*/ 256223 h 396239"/>
                <a:gd name="connsiteX1" fmla="*/ 108585 w 248602"/>
                <a:gd name="connsiteY1" fmla="*/ 117157 h 396239"/>
                <a:gd name="connsiteX2" fmla="*/ 185738 w 248602"/>
                <a:gd name="connsiteY2" fmla="*/ 153352 h 396239"/>
                <a:gd name="connsiteX3" fmla="*/ 186690 w 248602"/>
                <a:gd name="connsiteY3" fmla="*/ 153352 h 396239"/>
                <a:gd name="connsiteX4" fmla="*/ 186690 w 248602"/>
                <a:gd name="connsiteY4" fmla="*/ 16193 h 396239"/>
                <a:gd name="connsiteX5" fmla="*/ 248603 w 248602"/>
                <a:gd name="connsiteY5" fmla="*/ 0 h 396239"/>
                <a:gd name="connsiteX6" fmla="*/ 248603 w 248602"/>
                <a:gd name="connsiteY6" fmla="*/ 389573 h 396239"/>
                <a:gd name="connsiteX7" fmla="*/ 188595 w 248602"/>
                <a:gd name="connsiteY7" fmla="*/ 389573 h 396239"/>
                <a:gd name="connsiteX8" fmla="*/ 188595 w 248602"/>
                <a:gd name="connsiteY8" fmla="*/ 358140 h 396239"/>
                <a:gd name="connsiteX9" fmla="*/ 187642 w 248602"/>
                <a:gd name="connsiteY9" fmla="*/ 358140 h 396239"/>
                <a:gd name="connsiteX10" fmla="*/ 107633 w 248602"/>
                <a:gd name="connsiteY10" fmla="*/ 396240 h 396239"/>
                <a:gd name="connsiteX11" fmla="*/ 0 w 248602"/>
                <a:gd name="connsiteY11" fmla="*/ 256223 h 396239"/>
                <a:gd name="connsiteX12" fmla="*/ 61913 w 248602"/>
                <a:gd name="connsiteY12" fmla="*/ 256223 h 396239"/>
                <a:gd name="connsiteX13" fmla="*/ 123825 w 248602"/>
                <a:gd name="connsiteY13" fmla="*/ 341948 h 396239"/>
                <a:gd name="connsiteX14" fmla="*/ 187642 w 248602"/>
                <a:gd name="connsiteY14" fmla="*/ 306705 h 396239"/>
                <a:gd name="connsiteX15" fmla="*/ 187642 w 248602"/>
                <a:gd name="connsiteY15" fmla="*/ 208598 h 396239"/>
                <a:gd name="connsiteX16" fmla="*/ 123825 w 248602"/>
                <a:gd name="connsiteY16" fmla="*/ 173355 h 396239"/>
                <a:gd name="connsiteX17" fmla="*/ 61913 w 248602"/>
                <a:gd name="connsiteY17" fmla="*/ 256223 h 39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8602" h="396239">
                  <a:moveTo>
                    <a:pt x="0" y="256223"/>
                  </a:moveTo>
                  <a:cubicBezTo>
                    <a:pt x="0" y="170498"/>
                    <a:pt x="43815" y="117157"/>
                    <a:pt x="108585" y="117157"/>
                  </a:cubicBezTo>
                  <a:cubicBezTo>
                    <a:pt x="141923" y="117157"/>
                    <a:pt x="168592" y="131445"/>
                    <a:pt x="185738" y="153352"/>
                  </a:cubicBezTo>
                  <a:lnTo>
                    <a:pt x="186690" y="153352"/>
                  </a:lnTo>
                  <a:lnTo>
                    <a:pt x="186690" y="16193"/>
                  </a:lnTo>
                  <a:lnTo>
                    <a:pt x="248603" y="0"/>
                  </a:lnTo>
                  <a:lnTo>
                    <a:pt x="248603" y="389573"/>
                  </a:lnTo>
                  <a:lnTo>
                    <a:pt x="188595" y="389573"/>
                  </a:lnTo>
                  <a:lnTo>
                    <a:pt x="188595" y="358140"/>
                  </a:lnTo>
                  <a:lnTo>
                    <a:pt x="187642" y="358140"/>
                  </a:lnTo>
                  <a:cubicBezTo>
                    <a:pt x="168592" y="381953"/>
                    <a:pt x="140970" y="396240"/>
                    <a:pt x="107633" y="396240"/>
                  </a:cubicBezTo>
                  <a:cubicBezTo>
                    <a:pt x="43815" y="396240"/>
                    <a:pt x="0" y="341948"/>
                    <a:pt x="0" y="256223"/>
                  </a:cubicBezTo>
                  <a:close/>
                  <a:moveTo>
                    <a:pt x="61913" y="256223"/>
                  </a:moveTo>
                  <a:cubicBezTo>
                    <a:pt x="61913" y="310515"/>
                    <a:pt x="84773" y="341948"/>
                    <a:pt x="123825" y="341948"/>
                  </a:cubicBezTo>
                  <a:cubicBezTo>
                    <a:pt x="147638" y="341948"/>
                    <a:pt x="167640" y="330517"/>
                    <a:pt x="187642" y="306705"/>
                  </a:cubicBezTo>
                  <a:lnTo>
                    <a:pt x="187642" y="208598"/>
                  </a:lnTo>
                  <a:cubicBezTo>
                    <a:pt x="169545" y="184785"/>
                    <a:pt x="149542" y="173355"/>
                    <a:pt x="123825" y="173355"/>
                  </a:cubicBezTo>
                  <a:cubicBezTo>
                    <a:pt x="82867" y="173355"/>
                    <a:pt x="61913" y="202883"/>
                    <a:pt x="61913" y="25622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9" name="Freihandform: Form 98">
              <a:extLst>
                <a:ext uri="{FF2B5EF4-FFF2-40B4-BE49-F238E27FC236}">
                  <a16:creationId xmlns:a16="http://schemas.microsoft.com/office/drawing/2014/main" id="{1E69B34B-1A8A-474A-B629-2F93AD545BE8}"/>
                </a:ext>
              </a:extLst>
            </p:cNvPr>
            <p:cNvSpPr/>
            <p:nvPr/>
          </p:nvSpPr>
          <p:spPr>
            <a:xfrm>
              <a:off x="3328987" y="2641039"/>
              <a:ext cx="160020" cy="272657"/>
            </a:xfrm>
            <a:custGeom>
              <a:avLst/>
              <a:gdLst>
                <a:gd name="connsiteX0" fmla="*/ 160020 w 160020"/>
                <a:gd name="connsiteY0" fmla="*/ 5005 h 272657"/>
                <a:gd name="connsiteX1" fmla="*/ 150495 w 160020"/>
                <a:gd name="connsiteY1" fmla="*/ 68823 h 272657"/>
                <a:gd name="connsiteX2" fmla="*/ 116205 w 160020"/>
                <a:gd name="connsiteY2" fmla="*/ 60250 h 272657"/>
                <a:gd name="connsiteX3" fmla="*/ 61913 w 160020"/>
                <a:gd name="connsiteY3" fmla="*/ 135498 h 272657"/>
                <a:gd name="connsiteX4" fmla="*/ 61913 w 160020"/>
                <a:gd name="connsiteY4" fmla="*/ 272658 h 272657"/>
                <a:gd name="connsiteX5" fmla="*/ 0 w 160020"/>
                <a:gd name="connsiteY5" fmla="*/ 272658 h 272657"/>
                <a:gd name="connsiteX6" fmla="*/ 0 w 160020"/>
                <a:gd name="connsiteY6" fmla="*/ 5958 h 272657"/>
                <a:gd name="connsiteX7" fmla="*/ 60960 w 160020"/>
                <a:gd name="connsiteY7" fmla="*/ 5958 h 272657"/>
                <a:gd name="connsiteX8" fmla="*/ 60960 w 160020"/>
                <a:gd name="connsiteY8" fmla="*/ 40248 h 272657"/>
                <a:gd name="connsiteX9" fmla="*/ 61913 w 160020"/>
                <a:gd name="connsiteY9" fmla="*/ 40248 h 272657"/>
                <a:gd name="connsiteX10" fmla="*/ 131445 w 160020"/>
                <a:gd name="connsiteY10" fmla="*/ 243 h 272657"/>
                <a:gd name="connsiteX11" fmla="*/ 160020 w 160020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2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7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0" name="Freihandform: Form 99">
              <a:extLst>
                <a:ext uri="{FF2B5EF4-FFF2-40B4-BE49-F238E27FC236}">
                  <a16:creationId xmlns:a16="http://schemas.microsoft.com/office/drawing/2014/main" id="{3A135E7B-66D5-4C03-B51B-A261BFC26522}"/>
                </a:ext>
              </a:extLst>
            </p:cNvPr>
            <p:cNvSpPr/>
            <p:nvPr/>
          </p:nvSpPr>
          <p:spPr>
            <a:xfrm>
              <a:off x="3533774" y="2528887"/>
              <a:ext cx="79057" cy="385762"/>
            </a:xfrm>
            <a:custGeom>
              <a:avLst/>
              <a:gdLst>
                <a:gd name="connsiteX0" fmla="*/ 79058 w 79057"/>
                <a:gd name="connsiteY0" fmla="*/ 38100 h 385762"/>
                <a:gd name="connsiteX1" fmla="*/ 39053 w 79057"/>
                <a:gd name="connsiteY1" fmla="*/ 76200 h 385762"/>
                <a:gd name="connsiteX2" fmla="*/ 0 w 79057"/>
                <a:gd name="connsiteY2" fmla="*/ 38100 h 385762"/>
                <a:gd name="connsiteX3" fmla="*/ 39053 w 79057"/>
                <a:gd name="connsiteY3" fmla="*/ 0 h 385762"/>
                <a:gd name="connsiteX4" fmla="*/ 79058 w 79057"/>
                <a:gd name="connsiteY4" fmla="*/ 38100 h 385762"/>
                <a:gd name="connsiteX5" fmla="*/ 70485 w 79057"/>
                <a:gd name="connsiteY5" fmla="*/ 385763 h 385762"/>
                <a:gd name="connsiteX6" fmla="*/ 8572 w 79057"/>
                <a:gd name="connsiteY6" fmla="*/ 385763 h 385762"/>
                <a:gd name="connsiteX7" fmla="*/ 8572 w 79057"/>
                <a:gd name="connsiteY7" fmla="*/ 119063 h 385762"/>
                <a:gd name="connsiteX8" fmla="*/ 70485 w 79057"/>
                <a:gd name="connsiteY8" fmla="*/ 119063 h 385762"/>
                <a:gd name="connsiteX9" fmla="*/ 70485 w 79057"/>
                <a:gd name="connsiteY9" fmla="*/ 385763 h 385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5762">
                  <a:moveTo>
                    <a:pt x="79058" y="38100"/>
                  </a:moveTo>
                  <a:cubicBezTo>
                    <a:pt x="79058" y="60007"/>
                    <a:pt x="60960" y="76200"/>
                    <a:pt x="39053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7" y="0"/>
                    <a:pt x="39053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5763"/>
                  </a:moveTo>
                  <a:lnTo>
                    <a:pt x="8572" y="385763"/>
                  </a:lnTo>
                  <a:lnTo>
                    <a:pt x="8572" y="119063"/>
                  </a:lnTo>
                  <a:lnTo>
                    <a:pt x="70485" y="119063"/>
                  </a:lnTo>
                  <a:lnTo>
                    <a:pt x="70485" y="38576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1" name="Freihandform: Form 100">
              <a:extLst>
                <a:ext uri="{FF2B5EF4-FFF2-40B4-BE49-F238E27FC236}">
                  <a16:creationId xmlns:a16="http://schemas.microsoft.com/office/drawing/2014/main" id="{8F3F7707-F1C6-4427-9DB7-FCECE008CB27}"/>
                </a:ext>
              </a:extLst>
            </p:cNvPr>
            <p:cNvSpPr/>
            <p:nvPr/>
          </p:nvSpPr>
          <p:spPr>
            <a:xfrm>
              <a:off x="3671887" y="2640329"/>
              <a:ext cx="224790" cy="280034"/>
            </a:xfrm>
            <a:custGeom>
              <a:avLst/>
              <a:gdLst>
                <a:gd name="connsiteX0" fmla="*/ 222885 w 224790"/>
                <a:gd name="connsiteY0" fmla="*/ 237172 h 280034"/>
                <a:gd name="connsiteX1" fmla="*/ 127635 w 224790"/>
                <a:gd name="connsiteY1" fmla="*/ 280035 h 280034"/>
                <a:gd name="connsiteX2" fmla="*/ 0 w 224790"/>
                <a:gd name="connsiteY2" fmla="*/ 140970 h 280034"/>
                <a:gd name="connsiteX3" fmla="*/ 128588 w 224790"/>
                <a:gd name="connsiteY3" fmla="*/ 0 h 280034"/>
                <a:gd name="connsiteX4" fmla="*/ 224790 w 224790"/>
                <a:gd name="connsiteY4" fmla="*/ 45720 h 280034"/>
                <a:gd name="connsiteX5" fmla="*/ 181928 w 224790"/>
                <a:gd name="connsiteY5" fmla="*/ 86678 h 280034"/>
                <a:gd name="connsiteX6" fmla="*/ 128588 w 224790"/>
                <a:gd name="connsiteY6" fmla="*/ 57150 h 280034"/>
                <a:gd name="connsiteX7" fmla="*/ 62865 w 224790"/>
                <a:gd name="connsiteY7" fmla="*/ 140018 h 280034"/>
                <a:gd name="connsiteX8" fmla="*/ 128588 w 224790"/>
                <a:gd name="connsiteY8" fmla="*/ 222885 h 280034"/>
                <a:gd name="connsiteX9" fmla="*/ 183833 w 224790"/>
                <a:gd name="connsiteY9" fmla="*/ 193358 h 280034"/>
                <a:gd name="connsiteX10" fmla="*/ 222885 w 224790"/>
                <a:gd name="connsiteY10" fmla="*/ 237172 h 280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90" h="280034">
                  <a:moveTo>
                    <a:pt x="222885" y="237172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6688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8"/>
                  </a:cubicBezTo>
                  <a:cubicBezTo>
                    <a:pt x="62865" y="189547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3" y="193358"/>
                  </a:cubicBezTo>
                  <a:lnTo>
                    <a:pt x="222885" y="23717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2" name="Freihandform: Form 101">
              <a:extLst>
                <a:ext uri="{FF2B5EF4-FFF2-40B4-BE49-F238E27FC236}">
                  <a16:creationId xmlns:a16="http://schemas.microsoft.com/office/drawing/2014/main" id="{E0E438D6-685B-4915-8082-8343DFB814E4}"/>
                </a:ext>
              </a:extLst>
            </p:cNvPr>
            <p:cNvSpPr/>
            <p:nvPr/>
          </p:nvSpPr>
          <p:spPr>
            <a:xfrm>
              <a:off x="3950016" y="2524124"/>
              <a:ext cx="228600" cy="391477"/>
            </a:xfrm>
            <a:custGeom>
              <a:avLst/>
              <a:gdLst>
                <a:gd name="connsiteX0" fmla="*/ 228600 w 228600"/>
                <a:gd name="connsiteY0" fmla="*/ 390525 h 391477"/>
                <a:gd name="connsiteX1" fmla="*/ 166688 w 228600"/>
                <a:gd name="connsiteY1" fmla="*/ 390525 h 391477"/>
                <a:gd name="connsiteX2" fmla="*/ 166688 w 228600"/>
                <a:gd name="connsiteY2" fmla="*/ 238125 h 391477"/>
                <a:gd name="connsiteX3" fmla="*/ 117158 w 228600"/>
                <a:gd name="connsiteY3" fmla="*/ 173355 h 391477"/>
                <a:gd name="connsiteX4" fmla="*/ 61913 w 228600"/>
                <a:gd name="connsiteY4" fmla="*/ 238125 h 391477"/>
                <a:gd name="connsiteX5" fmla="*/ 61913 w 228600"/>
                <a:gd name="connsiteY5" fmla="*/ 391478 h 391477"/>
                <a:gd name="connsiteX6" fmla="*/ 0 w 228600"/>
                <a:gd name="connsiteY6" fmla="*/ 391478 h 391477"/>
                <a:gd name="connsiteX7" fmla="*/ 0 w 228600"/>
                <a:gd name="connsiteY7" fmla="*/ 16193 h 391477"/>
                <a:gd name="connsiteX8" fmla="*/ 61913 w 228600"/>
                <a:gd name="connsiteY8" fmla="*/ 0 h 391477"/>
                <a:gd name="connsiteX9" fmla="*/ 61913 w 228600"/>
                <a:gd name="connsiteY9" fmla="*/ 155258 h 391477"/>
                <a:gd name="connsiteX10" fmla="*/ 62865 w 228600"/>
                <a:gd name="connsiteY10" fmla="*/ 155258 h 391477"/>
                <a:gd name="connsiteX11" fmla="*/ 140970 w 228600"/>
                <a:gd name="connsiteY11" fmla="*/ 116205 h 391477"/>
                <a:gd name="connsiteX12" fmla="*/ 228600 w 228600"/>
                <a:gd name="connsiteY12" fmla="*/ 223838 h 391477"/>
                <a:gd name="connsiteX13" fmla="*/ 228600 w 228600"/>
                <a:gd name="connsiteY13" fmla="*/ 390525 h 391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391477">
                  <a:moveTo>
                    <a:pt x="228600" y="390525"/>
                  </a:moveTo>
                  <a:lnTo>
                    <a:pt x="166688" y="390525"/>
                  </a:lnTo>
                  <a:lnTo>
                    <a:pt x="166688" y="238125"/>
                  </a:lnTo>
                  <a:cubicBezTo>
                    <a:pt x="166688" y="199073"/>
                    <a:pt x="154305" y="173355"/>
                    <a:pt x="117158" y="173355"/>
                  </a:cubicBezTo>
                  <a:cubicBezTo>
                    <a:pt x="74295" y="173355"/>
                    <a:pt x="61913" y="207645"/>
                    <a:pt x="61913" y="238125"/>
                  </a:cubicBezTo>
                  <a:lnTo>
                    <a:pt x="61913" y="391478"/>
                  </a:lnTo>
                  <a:lnTo>
                    <a:pt x="0" y="391478"/>
                  </a:lnTo>
                  <a:lnTo>
                    <a:pt x="0" y="16193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9052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3" name="Freihandform: Form 102">
              <a:extLst>
                <a:ext uri="{FF2B5EF4-FFF2-40B4-BE49-F238E27FC236}">
                  <a16:creationId xmlns:a16="http://schemas.microsoft.com/office/drawing/2014/main" id="{271A1D79-1059-4445-971F-C23FF3062008}"/>
                </a:ext>
              </a:extLst>
            </p:cNvPr>
            <p:cNvSpPr/>
            <p:nvPr/>
          </p:nvSpPr>
          <p:spPr>
            <a:xfrm>
              <a:off x="4251006" y="2721291"/>
              <a:ext cx="130492" cy="59055"/>
            </a:xfrm>
            <a:custGeom>
              <a:avLst/>
              <a:gdLst>
                <a:gd name="connsiteX0" fmla="*/ 130493 w 130492"/>
                <a:gd name="connsiteY0" fmla="*/ 59055 h 59055"/>
                <a:gd name="connsiteX1" fmla="*/ 0 w 130492"/>
                <a:gd name="connsiteY1" fmla="*/ 59055 h 59055"/>
                <a:gd name="connsiteX2" fmla="*/ 0 w 130492"/>
                <a:gd name="connsiteY2" fmla="*/ 0 h 59055"/>
                <a:gd name="connsiteX3" fmla="*/ 130493 w 130492"/>
                <a:gd name="connsiteY3" fmla="*/ 0 h 59055"/>
                <a:gd name="connsiteX4" fmla="*/ 130493 w 130492"/>
                <a:gd name="connsiteY4" fmla="*/ 59055 h 59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492" h="59055">
                  <a:moveTo>
                    <a:pt x="130493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3" y="0"/>
                  </a:lnTo>
                  <a:lnTo>
                    <a:pt x="130493" y="5905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4" name="Freihandform: Form 103">
              <a:extLst>
                <a:ext uri="{FF2B5EF4-FFF2-40B4-BE49-F238E27FC236}">
                  <a16:creationId xmlns:a16="http://schemas.microsoft.com/office/drawing/2014/main" id="{01EACC0C-3E37-4DD4-96DF-FDE34BE06CCF}"/>
                </a:ext>
              </a:extLst>
            </p:cNvPr>
            <p:cNvSpPr/>
            <p:nvPr/>
          </p:nvSpPr>
          <p:spPr>
            <a:xfrm>
              <a:off x="4413884" y="2545079"/>
              <a:ext cx="343852" cy="368617"/>
            </a:xfrm>
            <a:custGeom>
              <a:avLst/>
              <a:gdLst>
                <a:gd name="connsiteX0" fmla="*/ 137160 w 343852"/>
                <a:gd name="connsiteY0" fmla="*/ 0 h 368617"/>
                <a:gd name="connsiteX1" fmla="*/ 206693 w 343852"/>
                <a:gd name="connsiteY1" fmla="*/ 0 h 368617"/>
                <a:gd name="connsiteX2" fmla="*/ 343853 w 343852"/>
                <a:gd name="connsiteY2" fmla="*/ 368618 h 368617"/>
                <a:gd name="connsiteX3" fmla="*/ 272415 w 343852"/>
                <a:gd name="connsiteY3" fmla="*/ 368618 h 368617"/>
                <a:gd name="connsiteX4" fmla="*/ 245745 w 343852"/>
                <a:gd name="connsiteY4" fmla="*/ 290512 h 368617"/>
                <a:gd name="connsiteX5" fmla="*/ 96203 w 343852"/>
                <a:gd name="connsiteY5" fmla="*/ 290512 h 368617"/>
                <a:gd name="connsiteX6" fmla="*/ 69533 w 343852"/>
                <a:gd name="connsiteY6" fmla="*/ 368618 h 368617"/>
                <a:gd name="connsiteX7" fmla="*/ 0 w 343852"/>
                <a:gd name="connsiteY7" fmla="*/ 368618 h 368617"/>
                <a:gd name="connsiteX8" fmla="*/ 137160 w 343852"/>
                <a:gd name="connsiteY8" fmla="*/ 0 h 368617"/>
                <a:gd name="connsiteX9" fmla="*/ 116205 w 343852"/>
                <a:gd name="connsiteY9" fmla="*/ 231458 h 368617"/>
                <a:gd name="connsiteX10" fmla="*/ 223838 w 343852"/>
                <a:gd name="connsiteY10" fmla="*/ 231458 h 368617"/>
                <a:gd name="connsiteX11" fmla="*/ 170497 w 343852"/>
                <a:gd name="connsiteY11" fmla="*/ 75247 h 368617"/>
                <a:gd name="connsiteX12" fmla="*/ 169545 w 343852"/>
                <a:gd name="connsiteY12" fmla="*/ 75247 h 368617"/>
                <a:gd name="connsiteX13" fmla="*/ 116205 w 343852"/>
                <a:gd name="connsiteY13" fmla="*/ 231458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43852" h="368617">
                  <a:moveTo>
                    <a:pt x="137160" y="0"/>
                  </a:moveTo>
                  <a:lnTo>
                    <a:pt x="206693" y="0"/>
                  </a:lnTo>
                  <a:lnTo>
                    <a:pt x="343853" y="368618"/>
                  </a:lnTo>
                  <a:lnTo>
                    <a:pt x="272415" y="368618"/>
                  </a:lnTo>
                  <a:lnTo>
                    <a:pt x="245745" y="290512"/>
                  </a:lnTo>
                  <a:lnTo>
                    <a:pt x="96203" y="290512"/>
                  </a:lnTo>
                  <a:lnTo>
                    <a:pt x="69533" y="368618"/>
                  </a:lnTo>
                  <a:lnTo>
                    <a:pt x="0" y="368618"/>
                  </a:lnTo>
                  <a:lnTo>
                    <a:pt x="137160" y="0"/>
                  </a:lnTo>
                  <a:close/>
                  <a:moveTo>
                    <a:pt x="116205" y="231458"/>
                  </a:moveTo>
                  <a:lnTo>
                    <a:pt x="223838" y="231458"/>
                  </a:lnTo>
                  <a:lnTo>
                    <a:pt x="170497" y="75247"/>
                  </a:lnTo>
                  <a:lnTo>
                    <a:pt x="169545" y="75247"/>
                  </a:lnTo>
                  <a:lnTo>
                    <a:pt x="116205" y="231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5" name="Freihandform: Form 104">
              <a:extLst>
                <a:ext uri="{FF2B5EF4-FFF2-40B4-BE49-F238E27FC236}">
                  <a16:creationId xmlns:a16="http://schemas.microsoft.com/office/drawing/2014/main" id="{C68ABD75-A08C-43C2-9215-BB2180C3FA0D}"/>
                </a:ext>
              </a:extLst>
            </p:cNvPr>
            <p:cNvSpPr/>
            <p:nvPr/>
          </p:nvSpPr>
          <p:spPr>
            <a:xfrm>
              <a:off x="4812029" y="2525076"/>
              <a:ext cx="61912" cy="389572"/>
            </a:xfrm>
            <a:custGeom>
              <a:avLst/>
              <a:gdLst>
                <a:gd name="connsiteX0" fmla="*/ 61913 w 61912"/>
                <a:gd name="connsiteY0" fmla="*/ 389573 h 389572"/>
                <a:gd name="connsiteX1" fmla="*/ 0 w 61912"/>
                <a:gd name="connsiteY1" fmla="*/ 389573 h 389572"/>
                <a:gd name="connsiteX2" fmla="*/ 0 w 61912"/>
                <a:gd name="connsiteY2" fmla="*/ 14288 h 389572"/>
                <a:gd name="connsiteX3" fmla="*/ 61913 w 61912"/>
                <a:gd name="connsiteY3" fmla="*/ 0 h 389572"/>
                <a:gd name="connsiteX4" fmla="*/ 61913 w 61912"/>
                <a:gd name="connsiteY4" fmla="*/ 389573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912" h="389572">
                  <a:moveTo>
                    <a:pt x="61913" y="389573"/>
                  </a:moveTo>
                  <a:lnTo>
                    <a:pt x="0" y="389573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95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6" name="Freihandform: Form 105">
              <a:extLst>
                <a:ext uri="{FF2B5EF4-FFF2-40B4-BE49-F238E27FC236}">
                  <a16:creationId xmlns:a16="http://schemas.microsoft.com/office/drawing/2014/main" id="{6EEDFA95-D5AD-4F05-BE43-90D2F1B713D6}"/>
                </a:ext>
              </a:extLst>
            </p:cNvPr>
            <p:cNvSpPr/>
            <p:nvPr/>
          </p:nvSpPr>
          <p:spPr>
            <a:xfrm>
              <a:off x="4941569" y="2641281"/>
              <a:ext cx="242887" cy="279082"/>
            </a:xfrm>
            <a:custGeom>
              <a:avLst/>
              <a:gdLst>
                <a:gd name="connsiteX0" fmla="*/ 132398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3818 w 242887"/>
                <a:gd name="connsiteY5" fmla="*/ 160972 h 279082"/>
                <a:gd name="connsiteX6" fmla="*/ 133350 w 242887"/>
                <a:gd name="connsiteY6" fmla="*/ 225743 h 279082"/>
                <a:gd name="connsiteX7" fmla="*/ 199073 w 242887"/>
                <a:gd name="connsiteY7" fmla="*/ 194310 h 279082"/>
                <a:gd name="connsiteX8" fmla="*/ 238125 w 242887"/>
                <a:gd name="connsiteY8" fmla="*/ 235268 h 279082"/>
                <a:gd name="connsiteX9" fmla="*/ 132398 w 242887"/>
                <a:gd name="connsiteY9" fmla="*/ 279083 h 279082"/>
                <a:gd name="connsiteX10" fmla="*/ 61913 w 242887"/>
                <a:gd name="connsiteY10" fmla="*/ 115253 h 279082"/>
                <a:gd name="connsiteX11" fmla="*/ 182880 w 242887"/>
                <a:gd name="connsiteY11" fmla="*/ 115253 h 279082"/>
                <a:gd name="connsiteX12" fmla="*/ 123825 w 242887"/>
                <a:gd name="connsiteY12" fmla="*/ 50482 h 279082"/>
                <a:gd name="connsiteX13" fmla="*/ 61913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3818" y="160972"/>
                  </a:lnTo>
                  <a:cubicBezTo>
                    <a:pt x="70485" y="201930"/>
                    <a:pt x="95250" y="225743"/>
                    <a:pt x="133350" y="225743"/>
                  </a:cubicBezTo>
                  <a:cubicBezTo>
                    <a:pt x="158115" y="225743"/>
                    <a:pt x="178118" y="216218"/>
                    <a:pt x="199073" y="194310"/>
                  </a:cubicBezTo>
                  <a:lnTo>
                    <a:pt x="238125" y="235268"/>
                  </a:lnTo>
                  <a:cubicBezTo>
                    <a:pt x="206693" y="264795"/>
                    <a:pt x="172403" y="279083"/>
                    <a:pt x="132398" y="279083"/>
                  </a:cubicBezTo>
                  <a:close/>
                  <a:moveTo>
                    <a:pt x="61913" y="115253"/>
                  </a:moveTo>
                  <a:lnTo>
                    <a:pt x="182880" y="115253"/>
                  </a:lnTo>
                  <a:cubicBezTo>
                    <a:pt x="180023" y="74295"/>
                    <a:pt x="159068" y="50482"/>
                    <a:pt x="123825" y="50482"/>
                  </a:cubicBezTo>
                  <a:cubicBezTo>
                    <a:pt x="89535" y="50482"/>
                    <a:pt x="67628" y="74295"/>
                    <a:pt x="61913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7" name="Freihandform: Form 106">
              <a:extLst>
                <a:ext uri="{FF2B5EF4-FFF2-40B4-BE49-F238E27FC236}">
                  <a16:creationId xmlns:a16="http://schemas.microsoft.com/office/drawing/2014/main" id="{5CCE0483-5A60-4EDD-AB5E-C2CDD38042D6}"/>
                </a:ext>
              </a:extLst>
            </p:cNvPr>
            <p:cNvSpPr/>
            <p:nvPr/>
          </p:nvSpPr>
          <p:spPr>
            <a:xfrm>
              <a:off x="5217794" y="2647949"/>
              <a:ext cx="255270" cy="266700"/>
            </a:xfrm>
            <a:custGeom>
              <a:avLst/>
              <a:gdLst>
                <a:gd name="connsiteX0" fmla="*/ 255270 w 255270"/>
                <a:gd name="connsiteY0" fmla="*/ 266700 h 266700"/>
                <a:gd name="connsiteX1" fmla="*/ 183833 w 255270"/>
                <a:gd name="connsiteY1" fmla="*/ 266700 h 266700"/>
                <a:gd name="connsiteX2" fmla="*/ 126683 w 255270"/>
                <a:gd name="connsiteY2" fmla="*/ 174308 h 266700"/>
                <a:gd name="connsiteX3" fmla="*/ 125730 w 255270"/>
                <a:gd name="connsiteY3" fmla="*/ 174308 h 266700"/>
                <a:gd name="connsiteX4" fmla="*/ 70485 w 255270"/>
                <a:gd name="connsiteY4" fmla="*/ 266700 h 266700"/>
                <a:gd name="connsiteX5" fmla="*/ 0 w 255270"/>
                <a:gd name="connsiteY5" fmla="*/ 266700 h 266700"/>
                <a:gd name="connsiteX6" fmla="*/ 91440 w 255270"/>
                <a:gd name="connsiteY6" fmla="*/ 128588 h 266700"/>
                <a:gd name="connsiteX7" fmla="*/ 6668 w 255270"/>
                <a:gd name="connsiteY7" fmla="*/ 0 h 266700"/>
                <a:gd name="connsiteX8" fmla="*/ 77153 w 255270"/>
                <a:gd name="connsiteY8" fmla="*/ 0 h 266700"/>
                <a:gd name="connsiteX9" fmla="*/ 127635 w 255270"/>
                <a:gd name="connsiteY9" fmla="*/ 81915 h 266700"/>
                <a:gd name="connsiteX10" fmla="*/ 128588 w 255270"/>
                <a:gd name="connsiteY10" fmla="*/ 81915 h 266700"/>
                <a:gd name="connsiteX11" fmla="*/ 178118 w 255270"/>
                <a:gd name="connsiteY11" fmla="*/ 0 h 266700"/>
                <a:gd name="connsiteX12" fmla="*/ 247650 w 255270"/>
                <a:gd name="connsiteY12" fmla="*/ 0 h 266700"/>
                <a:gd name="connsiteX13" fmla="*/ 163830 w 255270"/>
                <a:gd name="connsiteY13" fmla="*/ 127635 h 266700"/>
                <a:gd name="connsiteX14" fmla="*/ 255270 w 255270"/>
                <a:gd name="connsiteY14" fmla="*/ 26670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55270" h="266700">
                  <a:moveTo>
                    <a:pt x="255270" y="266700"/>
                  </a:moveTo>
                  <a:lnTo>
                    <a:pt x="183833" y="266700"/>
                  </a:lnTo>
                  <a:lnTo>
                    <a:pt x="126683" y="174308"/>
                  </a:lnTo>
                  <a:lnTo>
                    <a:pt x="125730" y="174308"/>
                  </a:lnTo>
                  <a:lnTo>
                    <a:pt x="70485" y="266700"/>
                  </a:lnTo>
                  <a:lnTo>
                    <a:pt x="0" y="266700"/>
                  </a:lnTo>
                  <a:lnTo>
                    <a:pt x="91440" y="128588"/>
                  </a:lnTo>
                  <a:lnTo>
                    <a:pt x="6668" y="0"/>
                  </a:lnTo>
                  <a:lnTo>
                    <a:pt x="77153" y="0"/>
                  </a:lnTo>
                  <a:lnTo>
                    <a:pt x="127635" y="81915"/>
                  </a:lnTo>
                  <a:lnTo>
                    <a:pt x="128588" y="81915"/>
                  </a:lnTo>
                  <a:lnTo>
                    <a:pt x="178118" y="0"/>
                  </a:lnTo>
                  <a:lnTo>
                    <a:pt x="247650" y="0"/>
                  </a:lnTo>
                  <a:lnTo>
                    <a:pt x="163830" y="127635"/>
                  </a:lnTo>
                  <a:lnTo>
                    <a:pt x="255270" y="26670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8" name="Freihandform: Form 107">
              <a:extLst>
                <a:ext uri="{FF2B5EF4-FFF2-40B4-BE49-F238E27FC236}">
                  <a16:creationId xmlns:a16="http://schemas.microsoft.com/office/drawing/2014/main" id="{F3C1D690-F8BA-49E5-B792-13F9CED552A7}"/>
                </a:ext>
              </a:extLst>
            </p:cNvPr>
            <p:cNvSpPr/>
            <p:nvPr/>
          </p:nvSpPr>
          <p:spPr>
            <a:xfrm>
              <a:off x="5506402" y="2641281"/>
              <a:ext cx="225742" cy="279082"/>
            </a:xfrm>
            <a:custGeom>
              <a:avLst/>
              <a:gdLst>
                <a:gd name="connsiteX0" fmla="*/ 114300 w 225742"/>
                <a:gd name="connsiteY0" fmla="*/ 107632 h 279082"/>
                <a:gd name="connsiteX1" fmla="*/ 164782 w 225742"/>
                <a:gd name="connsiteY1" fmla="*/ 113347 h 279082"/>
                <a:gd name="connsiteX2" fmla="*/ 164782 w 225742"/>
                <a:gd name="connsiteY2" fmla="*/ 103822 h 279082"/>
                <a:gd name="connsiteX3" fmla="*/ 105728 w 225742"/>
                <a:gd name="connsiteY3" fmla="*/ 52388 h 279082"/>
                <a:gd name="connsiteX4" fmla="*/ 38100 w 225742"/>
                <a:gd name="connsiteY4" fmla="*/ 67628 h 279082"/>
                <a:gd name="connsiteX5" fmla="*/ 24765 w 225742"/>
                <a:gd name="connsiteY5" fmla="*/ 15240 h 279082"/>
                <a:gd name="connsiteX6" fmla="*/ 112395 w 225742"/>
                <a:gd name="connsiteY6" fmla="*/ 0 h 279082"/>
                <a:gd name="connsiteX7" fmla="*/ 225742 w 225742"/>
                <a:gd name="connsiteY7" fmla="*/ 102870 h 279082"/>
                <a:gd name="connsiteX8" fmla="*/ 225742 w 225742"/>
                <a:gd name="connsiteY8" fmla="*/ 273368 h 279082"/>
                <a:gd name="connsiteX9" fmla="*/ 166688 w 225742"/>
                <a:gd name="connsiteY9" fmla="*/ 273368 h 279082"/>
                <a:gd name="connsiteX10" fmla="*/ 166688 w 225742"/>
                <a:gd name="connsiteY10" fmla="*/ 244793 h 279082"/>
                <a:gd name="connsiteX11" fmla="*/ 165735 w 225742"/>
                <a:gd name="connsiteY11" fmla="*/ 244793 h 279082"/>
                <a:gd name="connsiteX12" fmla="*/ 87630 w 225742"/>
                <a:gd name="connsiteY12" fmla="*/ 279083 h 279082"/>
                <a:gd name="connsiteX13" fmla="*/ 0 w 225742"/>
                <a:gd name="connsiteY13" fmla="*/ 194310 h 279082"/>
                <a:gd name="connsiteX14" fmla="*/ 114300 w 225742"/>
                <a:gd name="connsiteY14" fmla="*/ 107632 h 279082"/>
                <a:gd name="connsiteX15" fmla="*/ 103822 w 225742"/>
                <a:gd name="connsiteY15" fmla="*/ 232410 h 279082"/>
                <a:gd name="connsiteX16" fmla="*/ 164782 w 225742"/>
                <a:gd name="connsiteY16" fmla="*/ 200025 h 279082"/>
                <a:gd name="connsiteX17" fmla="*/ 164782 w 225742"/>
                <a:gd name="connsiteY17" fmla="*/ 154305 h 279082"/>
                <a:gd name="connsiteX18" fmla="*/ 120967 w 225742"/>
                <a:gd name="connsiteY18" fmla="*/ 149543 h 279082"/>
                <a:gd name="connsiteX19" fmla="*/ 59055 w 225742"/>
                <a:gd name="connsiteY19" fmla="*/ 193358 h 279082"/>
                <a:gd name="connsiteX20" fmla="*/ 103822 w 225742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5742" h="279082">
                  <a:moveTo>
                    <a:pt x="114300" y="107632"/>
                  </a:moveTo>
                  <a:cubicBezTo>
                    <a:pt x="131445" y="107632"/>
                    <a:pt x="147638" y="108585"/>
                    <a:pt x="164782" y="113347"/>
                  </a:cubicBezTo>
                  <a:lnTo>
                    <a:pt x="164782" y="103822"/>
                  </a:lnTo>
                  <a:cubicBezTo>
                    <a:pt x="164782" y="69532"/>
                    <a:pt x="144780" y="52388"/>
                    <a:pt x="105728" y="52388"/>
                  </a:cubicBezTo>
                  <a:cubicBezTo>
                    <a:pt x="83820" y="52388"/>
                    <a:pt x="60007" y="57150"/>
                    <a:pt x="38100" y="67628"/>
                  </a:cubicBezTo>
                  <a:lnTo>
                    <a:pt x="24765" y="15240"/>
                  </a:lnTo>
                  <a:cubicBezTo>
                    <a:pt x="49530" y="5715"/>
                    <a:pt x="81915" y="0"/>
                    <a:pt x="112395" y="0"/>
                  </a:cubicBezTo>
                  <a:cubicBezTo>
                    <a:pt x="187642" y="0"/>
                    <a:pt x="225742" y="35243"/>
                    <a:pt x="225742" y="102870"/>
                  </a:cubicBezTo>
                  <a:lnTo>
                    <a:pt x="225742" y="273368"/>
                  </a:lnTo>
                  <a:lnTo>
                    <a:pt x="166688" y="273368"/>
                  </a:lnTo>
                  <a:lnTo>
                    <a:pt x="166688" y="244793"/>
                  </a:lnTo>
                  <a:lnTo>
                    <a:pt x="165735" y="244793"/>
                  </a:lnTo>
                  <a:cubicBezTo>
                    <a:pt x="142875" y="268605"/>
                    <a:pt x="119063" y="279083"/>
                    <a:pt x="87630" y="279083"/>
                  </a:cubicBezTo>
                  <a:cubicBezTo>
                    <a:pt x="34290" y="279083"/>
                    <a:pt x="0" y="245745"/>
                    <a:pt x="0" y="194310"/>
                  </a:cubicBezTo>
                  <a:cubicBezTo>
                    <a:pt x="0" y="138113"/>
                    <a:pt x="40005" y="107632"/>
                    <a:pt x="114300" y="107632"/>
                  </a:cubicBezTo>
                  <a:close/>
                  <a:moveTo>
                    <a:pt x="103822" y="232410"/>
                  </a:moveTo>
                  <a:cubicBezTo>
                    <a:pt x="126682" y="232410"/>
                    <a:pt x="147638" y="220980"/>
                    <a:pt x="164782" y="200025"/>
                  </a:cubicBezTo>
                  <a:lnTo>
                    <a:pt x="164782" y="154305"/>
                  </a:lnTo>
                  <a:cubicBezTo>
                    <a:pt x="150495" y="150495"/>
                    <a:pt x="135255" y="149543"/>
                    <a:pt x="120967" y="149543"/>
                  </a:cubicBezTo>
                  <a:cubicBezTo>
                    <a:pt x="81915" y="149543"/>
                    <a:pt x="59055" y="164783"/>
                    <a:pt x="59055" y="193358"/>
                  </a:cubicBezTo>
                  <a:cubicBezTo>
                    <a:pt x="59055" y="217170"/>
                    <a:pt x="76200" y="232410"/>
                    <a:pt x="103822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9" name="Freihandform: Form 108">
              <a:extLst>
                <a:ext uri="{FF2B5EF4-FFF2-40B4-BE49-F238E27FC236}">
                  <a16:creationId xmlns:a16="http://schemas.microsoft.com/office/drawing/2014/main" id="{6B91162B-2F3A-41BD-ACE0-954CC778D4BC}"/>
                </a:ext>
              </a:extLst>
            </p:cNvPr>
            <p:cNvSpPr/>
            <p:nvPr/>
          </p:nvSpPr>
          <p:spPr>
            <a:xfrm>
              <a:off x="5812154" y="2642234"/>
              <a:ext cx="228600" cy="273367"/>
            </a:xfrm>
            <a:custGeom>
              <a:avLst/>
              <a:gdLst>
                <a:gd name="connsiteX0" fmla="*/ 228600 w 228600"/>
                <a:gd name="connsiteY0" fmla="*/ 272415 h 273367"/>
                <a:gd name="connsiteX1" fmla="*/ 166688 w 228600"/>
                <a:gd name="connsiteY1" fmla="*/ 272415 h 273367"/>
                <a:gd name="connsiteX2" fmla="*/ 166688 w 228600"/>
                <a:gd name="connsiteY2" fmla="*/ 120015 h 273367"/>
                <a:gd name="connsiteX3" fmla="*/ 117157 w 228600"/>
                <a:gd name="connsiteY3" fmla="*/ 55245 h 273367"/>
                <a:gd name="connsiteX4" fmla="*/ 61913 w 228600"/>
                <a:gd name="connsiteY4" fmla="*/ 120015 h 273367"/>
                <a:gd name="connsiteX5" fmla="*/ 61913 w 228600"/>
                <a:gd name="connsiteY5" fmla="*/ 273367 h 273367"/>
                <a:gd name="connsiteX6" fmla="*/ 0 w 228600"/>
                <a:gd name="connsiteY6" fmla="*/ 273367 h 273367"/>
                <a:gd name="connsiteX7" fmla="*/ 0 w 228600"/>
                <a:gd name="connsiteY7" fmla="*/ 6667 h 273367"/>
                <a:gd name="connsiteX8" fmla="*/ 61913 w 228600"/>
                <a:gd name="connsiteY8" fmla="*/ 6667 h 273367"/>
                <a:gd name="connsiteX9" fmla="*/ 61913 w 228600"/>
                <a:gd name="connsiteY9" fmla="*/ 39052 h 273367"/>
                <a:gd name="connsiteX10" fmla="*/ 62865 w 228600"/>
                <a:gd name="connsiteY10" fmla="*/ 39052 h 273367"/>
                <a:gd name="connsiteX11" fmla="*/ 140970 w 228600"/>
                <a:gd name="connsiteY11" fmla="*/ 0 h 273367"/>
                <a:gd name="connsiteX12" fmla="*/ 228600 w 228600"/>
                <a:gd name="connsiteY12" fmla="*/ 107632 h 273367"/>
                <a:gd name="connsiteX13" fmla="*/ 228600 w 228600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7" y="55245"/>
                    <a:pt x="117157" y="55245"/>
                  </a:cubicBezTo>
                  <a:cubicBezTo>
                    <a:pt x="73342" y="55245"/>
                    <a:pt x="61913" y="90488"/>
                    <a:pt x="61913" y="120015"/>
                  </a:cubicBezTo>
                  <a:lnTo>
                    <a:pt x="61913" y="273367"/>
                  </a:lnTo>
                  <a:lnTo>
                    <a:pt x="0" y="273367"/>
                  </a:lnTo>
                  <a:lnTo>
                    <a:pt x="0" y="6667"/>
                  </a:lnTo>
                  <a:lnTo>
                    <a:pt x="61913" y="6667"/>
                  </a:lnTo>
                  <a:lnTo>
                    <a:pt x="61913" y="39052"/>
                  </a:lnTo>
                  <a:lnTo>
                    <a:pt x="62865" y="39052"/>
                  </a:lnTo>
                  <a:cubicBezTo>
                    <a:pt x="79057" y="15240"/>
                    <a:pt x="106680" y="0"/>
                    <a:pt x="140970" y="0"/>
                  </a:cubicBezTo>
                  <a:cubicBezTo>
                    <a:pt x="201930" y="0"/>
                    <a:pt x="228600" y="44767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0" name="Freihandform: Form 109">
              <a:extLst>
                <a:ext uri="{FF2B5EF4-FFF2-40B4-BE49-F238E27FC236}">
                  <a16:creationId xmlns:a16="http://schemas.microsoft.com/office/drawing/2014/main" id="{E6A40520-E7F9-4A9B-BE6D-04EEC2395DC7}"/>
                </a:ext>
              </a:extLst>
            </p:cNvPr>
            <p:cNvSpPr/>
            <p:nvPr/>
          </p:nvSpPr>
          <p:spPr>
            <a:xfrm>
              <a:off x="6106477" y="2524124"/>
              <a:ext cx="248602" cy="396239"/>
            </a:xfrm>
            <a:custGeom>
              <a:avLst/>
              <a:gdLst>
                <a:gd name="connsiteX0" fmla="*/ 0 w 248602"/>
                <a:gd name="connsiteY0" fmla="*/ 256223 h 396239"/>
                <a:gd name="connsiteX1" fmla="*/ 108585 w 248602"/>
                <a:gd name="connsiteY1" fmla="*/ 117157 h 396239"/>
                <a:gd name="connsiteX2" fmla="*/ 185738 w 248602"/>
                <a:gd name="connsiteY2" fmla="*/ 153352 h 396239"/>
                <a:gd name="connsiteX3" fmla="*/ 186690 w 248602"/>
                <a:gd name="connsiteY3" fmla="*/ 153352 h 396239"/>
                <a:gd name="connsiteX4" fmla="*/ 186690 w 248602"/>
                <a:gd name="connsiteY4" fmla="*/ 16193 h 396239"/>
                <a:gd name="connsiteX5" fmla="*/ 248603 w 248602"/>
                <a:gd name="connsiteY5" fmla="*/ 0 h 396239"/>
                <a:gd name="connsiteX6" fmla="*/ 248603 w 248602"/>
                <a:gd name="connsiteY6" fmla="*/ 389573 h 396239"/>
                <a:gd name="connsiteX7" fmla="*/ 187642 w 248602"/>
                <a:gd name="connsiteY7" fmla="*/ 389573 h 396239"/>
                <a:gd name="connsiteX8" fmla="*/ 187642 w 248602"/>
                <a:gd name="connsiteY8" fmla="*/ 358140 h 396239"/>
                <a:gd name="connsiteX9" fmla="*/ 186690 w 248602"/>
                <a:gd name="connsiteY9" fmla="*/ 358140 h 396239"/>
                <a:gd name="connsiteX10" fmla="*/ 106680 w 248602"/>
                <a:gd name="connsiteY10" fmla="*/ 396240 h 396239"/>
                <a:gd name="connsiteX11" fmla="*/ 0 w 248602"/>
                <a:gd name="connsiteY11" fmla="*/ 256223 h 396239"/>
                <a:gd name="connsiteX12" fmla="*/ 61913 w 248602"/>
                <a:gd name="connsiteY12" fmla="*/ 256223 h 396239"/>
                <a:gd name="connsiteX13" fmla="*/ 123825 w 248602"/>
                <a:gd name="connsiteY13" fmla="*/ 341948 h 396239"/>
                <a:gd name="connsiteX14" fmla="*/ 187642 w 248602"/>
                <a:gd name="connsiteY14" fmla="*/ 306705 h 396239"/>
                <a:gd name="connsiteX15" fmla="*/ 187642 w 248602"/>
                <a:gd name="connsiteY15" fmla="*/ 208598 h 396239"/>
                <a:gd name="connsiteX16" fmla="*/ 123825 w 248602"/>
                <a:gd name="connsiteY16" fmla="*/ 173355 h 396239"/>
                <a:gd name="connsiteX17" fmla="*/ 61913 w 248602"/>
                <a:gd name="connsiteY17" fmla="*/ 256223 h 39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8602" h="396239">
                  <a:moveTo>
                    <a:pt x="0" y="256223"/>
                  </a:moveTo>
                  <a:cubicBezTo>
                    <a:pt x="0" y="170498"/>
                    <a:pt x="43815" y="117157"/>
                    <a:pt x="108585" y="117157"/>
                  </a:cubicBezTo>
                  <a:cubicBezTo>
                    <a:pt x="141922" y="117157"/>
                    <a:pt x="168592" y="131445"/>
                    <a:pt x="185738" y="153352"/>
                  </a:cubicBezTo>
                  <a:lnTo>
                    <a:pt x="186690" y="153352"/>
                  </a:lnTo>
                  <a:lnTo>
                    <a:pt x="186690" y="16193"/>
                  </a:lnTo>
                  <a:lnTo>
                    <a:pt x="248603" y="0"/>
                  </a:lnTo>
                  <a:lnTo>
                    <a:pt x="248603" y="389573"/>
                  </a:lnTo>
                  <a:lnTo>
                    <a:pt x="187642" y="389573"/>
                  </a:lnTo>
                  <a:lnTo>
                    <a:pt x="187642" y="358140"/>
                  </a:lnTo>
                  <a:lnTo>
                    <a:pt x="186690" y="358140"/>
                  </a:lnTo>
                  <a:cubicBezTo>
                    <a:pt x="167640" y="381953"/>
                    <a:pt x="140017" y="396240"/>
                    <a:pt x="106680" y="396240"/>
                  </a:cubicBezTo>
                  <a:cubicBezTo>
                    <a:pt x="43815" y="396240"/>
                    <a:pt x="0" y="341948"/>
                    <a:pt x="0" y="256223"/>
                  </a:cubicBezTo>
                  <a:close/>
                  <a:moveTo>
                    <a:pt x="61913" y="256223"/>
                  </a:moveTo>
                  <a:cubicBezTo>
                    <a:pt x="61913" y="310515"/>
                    <a:pt x="84772" y="341948"/>
                    <a:pt x="123825" y="341948"/>
                  </a:cubicBezTo>
                  <a:cubicBezTo>
                    <a:pt x="147638" y="341948"/>
                    <a:pt x="167640" y="330517"/>
                    <a:pt x="187642" y="306705"/>
                  </a:cubicBezTo>
                  <a:lnTo>
                    <a:pt x="187642" y="208598"/>
                  </a:lnTo>
                  <a:cubicBezTo>
                    <a:pt x="169545" y="184785"/>
                    <a:pt x="149542" y="173355"/>
                    <a:pt x="123825" y="173355"/>
                  </a:cubicBezTo>
                  <a:cubicBezTo>
                    <a:pt x="83820" y="173355"/>
                    <a:pt x="61913" y="202883"/>
                    <a:pt x="61913" y="25622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1" name="Freihandform: Form 110">
              <a:extLst>
                <a:ext uri="{FF2B5EF4-FFF2-40B4-BE49-F238E27FC236}">
                  <a16:creationId xmlns:a16="http://schemas.microsoft.com/office/drawing/2014/main" id="{1D9A6941-C7A1-4174-91A6-625A9538394A}"/>
                </a:ext>
              </a:extLst>
            </p:cNvPr>
            <p:cNvSpPr/>
            <p:nvPr/>
          </p:nvSpPr>
          <p:spPr>
            <a:xfrm>
              <a:off x="6423659" y="2641281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1913 w 242887"/>
                <a:gd name="connsiteY10" fmla="*/ 115253 h 279082"/>
                <a:gd name="connsiteX11" fmla="*/ 182880 w 242887"/>
                <a:gd name="connsiteY11" fmla="*/ 115253 h 279082"/>
                <a:gd name="connsiteX12" fmla="*/ 123825 w 242887"/>
                <a:gd name="connsiteY12" fmla="*/ 50482 h 279082"/>
                <a:gd name="connsiteX13" fmla="*/ 61913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3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3" y="264795"/>
                    <a:pt x="172403" y="279083"/>
                    <a:pt x="132397" y="279083"/>
                  </a:cubicBezTo>
                  <a:close/>
                  <a:moveTo>
                    <a:pt x="61913" y="115253"/>
                  </a:moveTo>
                  <a:lnTo>
                    <a:pt x="182880" y="115253"/>
                  </a:lnTo>
                  <a:cubicBezTo>
                    <a:pt x="180022" y="74295"/>
                    <a:pt x="159068" y="50482"/>
                    <a:pt x="123825" y="50482"/>
                  </a:cubicBezTo>
                  <a:cubicBezTo>
                    <a:pt x="89535" y="50482"/>
                    <a:pt x="67628" y="74295"/>
                    <a:pt x="61913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2" name="Freihandform: Form 111">
              <a:extLst>
                <a:ext uri="{FF2B5EF4-FFF2-40B4-BE49-F238E27FC236}">
                  <a16:creationId xmlns:a16="http://schemas.microsoft.com/office/drawing/2014/main" id="{13BB7DD4-25B1-4A81-A0B6-81701809DC89}"/>
                </a:ext>
              </a:extLst>
            </p:cNvPr>
            <p:cNvSpPr/>
            <p:nvPr/>
          </p:nvSpPr>
          <p:spPr>
            <a:xfrm>
              <a:off x="6737031" y="2641039"/>
              <a:ext cx="160019" cy="272657"/>
            </a:xfrm>
            <a:custGeom>
              <a:avLst/>
              <a:gdLst>
                <a:gd name="connsiteX0" fmla="*/ 160020 w 160019"/>
                <a:gd name="connsiteY0" fmla="*/ 5005 h 272657"/>
                <a:gd name="connsiteX1" fmla="*/ 150495 w 160019"/>
                <a:gd name="connsiteY1" fmla="*/ 68823 h 272657"/>
                <a:gd name="connsiteX2" fmla="*/ 116205 w 160019"/>
                <a:gd name="connsiteY2" fmla="*/ 60250 h 272657"/>
                <a:gd name="connsiteX3" fmla="*/ 61913 w 160019"/>
                <a:gd name="connsiteY3" fmla="*/ 135498 h 272657"/>
                <a:gd name="connsiteX4" fmla="*/ 61913 w 160019"/>
                <a:gd name="connsiteY4" fmla="*/ 272658 h 272657"/>
                <a:gd name="connsiteX5" fmla="*/ 0 w 160019"/>
                <a:gd name="connsiteY5" fmla="*/ 272658 h 272657"/>
                <a:gd name="connsiteX6" fmla="*/ 0 w 160019"/>
                <a:gd name="connsiteY6" fmla="*/ 5958 h 272657"/>
                <a:gd name="connsiteX7" fmla="*/ 60960 w 160019"/>
                <a:gd name="connsiteY7" fmla="*/ 5958 h 272657"/>
                <a:gd name="connsiteX8" fmla="*/ 60960 w 160019"/>
                <a:gd name="connsiteY8" fmla="*/ 40248 h 272657"/>
                <a:gd name="connsiteX9" fmla="*/ 61913 w 160019"/>
                <a:gd name="connsiteY9" fmla="*/ 40248 h 272657"/>
                <a:gd name="connsiteX10" fmla="*/ 131445 w 160019"/>
                <a:gd name="connsiteY10" fmla="*/ 243 h 272657"/>
                <a:gd name="connsiteX11" fmla="*/ 160020 w 160019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19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39065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3" name="Freihandform: Form 112">
              <a:extLst>
                <a:ext uri="{FF2B5EF4-FFF2-40B4-BE49-F238E27FC236}">
                  <a16:creationId xmlns:a16="http://schemas.microsoft.com/office/drawing/2014/main" id="{EA8CAE56-4EA6-426A-8FEC-7FCF1CDA5ECE}"/>
                </a:ext>
              </a:extLst>
            </p:cNvPr>
            <p:cNvSpPr/>
            <p:nvPr/>
          </p:nvSpPr>
          <p:spPr>
            <a:xfrm>
              <a:off x="6936104" y="2721291"/>
              <a:ext cx="130492" cy="59055"/>
            </a:xfrm>
            <a:custGeom>
              <a:avLst/>
              <a:gdLst>
                <a:gd name="connsiteX0" fmla="*/ 130493 w 130492"/>
                <a:gd name="connsiteY0" fmla="*/ 59055 h 59055"/>
                <a:gd name="connsiteX1" fmla="*/ 0 w 130492"/>
                <a:gd name="connsiteY1" fmla="*/ 59055 h 59055"/>
                <a:gd name="connsiteX2" fmla="*/ 0 w 130492"/>
                <a:gd name="connsiteY2" fmla="*/ 0 h 59055"/>
                <a:gd name="connsiteX3" fmla="*/ 130493 w 130492"/>
                <a:gd name="connsiteY3" fmla="*/ 0 h 59055"/>
                <a:gd name="connsiteX4" fmla="*/ 130493 w 130492"/>
                <a:gd name="connsiteY4" fmla="*/ 59055 h 59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492" h="59055">
                  <a:moveTo>
                    <a:pt x="130493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3" y="0"/>
                  </a:lnTo>
                  <a:lnTo>
                    <a:pt x="130493" y="5905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2" name="Freihandform: Form 161">
              <a:extLst>
                <a:ext uri="{FF2B5EF4-FFF2-40B4-BE49-F238E27FC236}">
                  <a16:creationId xmlns:a16="http://schemas.microsoft.com/office/drawing/2014/main" id="{9A847FBD-8DCF-41F4-9430-6C2133DF9073}"/>
                </a:ext>
              </a:extLst>
            </p:cNvPr>
            <p:cNvSpPr/>
            <p:nvPr/>
          </p:nvSpPr>
          <p:spPr>
            <a:xfrm>
              <a:off x="7145654" y="2545079"/>
              <a:ext cx="288607" cy="375284"/>
            </a:xfrm>
            <a:custGeom>
              <a:avLst/>
              <a:gdLst>
                <a:gd name="connsiteX0" fmla="*/ 288607 w 288607"/>
                <a:gd name="connsiteY0" fmla="*/ 222885 h 375284"/>
                <a:gd name="connsiteX1" fmla="*/ 143827 w 288607"/>
                <a:gd name="connsiteY1" fmla="*/ 375285 h 375284"/>
                <a:gd name="connsiteX2" fmla="*/ 0 w 288607"/>
                <a:gd name="connsiteY2" fmla="*/ 222885 h 375284"/>
                <a:gd name="connsiteX3" fmla="*/ 0 w 288607"/>
                <a:gd name="connsiteY3" fmla="*/ 0 h 375284"/>
                <a:gd name="connsiteX4" fmla="*/ 66675 w 288607"/>
                <a:gd name="connsiteY4" fmla="*/ 0 h 375284"/>
                <a:gd name="connsiteX5" fmla="*/ 66675 w 288607"/>
                <a:gd name="connsiteY5" fmla="*/ 219075 h 375284"/>
                <a:gd name="connsiteX6" fmla="*/ 144780 w 288607"/>
                <a:gd name="connsiteY6" fmla="*/ 312420 h 375284"/>
                <a:gd name="connsiteX7" fmla="*/ 220980 w 288607"/>
                <a:gd name="connsiteY7" fmla="*/ 219075 h 375284"/>
                <a:gd name="connsiteX8" fmla="*/ 220980 w 288607"/>
                <a:gd name="connsiteY8" fmla="*/ 0 h 375284"/>
                <a:gd name="connsiteX9" fmla="*/ 287655 w 288607"/>
                <a:gd name="connsiteY9" fmla="*/ 0 h 375284"/>
                <a:gd name="connsiteX10" fmla="*/ 287655 w 288607"/>
                <a:gd name="connsiteY10" fmla="*/ 222885 h 375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88607" h="375284">
                  <a:moveTo>
                    <a:pt x="288607" y="222885"/>
                  </a:moveTo>
                  <a:cubicBezTo>
                    <a:pt x="288607" y="311468"/>
                    <a:pt x="242888" y="375285"/>
                    <a:pt x="143827" y="375285"/>
                  </a:cubicBezTo>
                  <a:cubicBezTo>
                    <a:pt x="45720" y="375285"/>
                    <a:pt x="0" y="312420"/>
                    <a:pt x="0" y="222885"/>
                  </a:cubicBezTo>
                  <a:lnTo>
                    <a:pt x="0" y="0"/>
                  </a:lnTo>
                  <a:lnTo>
                    <a:pt x="66675" y="0"/>
                  </a:lnTo>
                  <a:lnTo>
                    <a:pt x="66675" y="219075"/>
                  </a:lnTo>
                  <a:cubicBezTo>
                    <a:pt x="66675" y="274320"/>
                    <a:pt x="90488" y="312420"/>
                    <a:pt x="144780" y="312420"/>
                  </a:cubicBezTo>
                  <a:cubicBezTo>
                    <a:pt x="199072" y="312420"/>
                    <a:pt x="220980" y="275272"/>
                    <a:pt x="220980" y="219075"/>
                  </a:cubicBezTo>
                  <a:lnTo>
                    <a:pt x="220980" y="0"/>
                  </a:lnTo>
                  <a:lnTo>
                    <a:pt x="287655" y="0"/>
                  </a:lnTo>
                  <a:lnTo>
                    <a:pt x="287655" y="22288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3" name="Freihandform: Form 162">
              <a:extLst>
                <a:ext uri="{FF2B5EF4-FFF2-40B4-BE49-F238E27FC236}">
                  <a16:creationId xmlns:a16="http://schemas.microsoft.com/office/drawing/2014/main" id="{8DA86AD3-2130-4893-98F8-724C5E2B88BD}"/>
                </a:ext>
              </a:extLst>
            </p:cNvPr>
            <p:cNvSpPr/>
            <p:nvPr/>
          </p:nvSpPr>
          <p:spPr>
            <a:xfrm>
              <a:off x="7517129" y="2642234"/>
              <a:ext cx="228600" cy="273367"/>
            </a:xfrm>
            <a:custGeom>
              <a:avLst/>
              <a:gdLst>
                <a:gd name="connsiteX0" fmla="*/ 228600 w 228600"/>
                <a:gd name="connsiteY0" fmla="*/ 272415 h 273367"/>
                <a:gd name="connsiteX1" fmla="*/ 166688 w 228600"/>
                <a:gd name="connsiteY1" fmla="*/ 272415 h 273367"/>
                <a:gd name="connsiteX2" fmla="*/ 166688 w 228600"/>
                <a:gd name="connsiteY2" fmla="*/ 120015 h 273367"/>
                <a:gd name="connsiteX3" fmla="*/ 117157 w 228600"/>
                <a:gd name="connsiteY3" fmla="*/ 55245 h 273367"/>
                <a:gd name="connsiteX4" fmla="*/ 61913 w 228600"/>
                <a:gd name="connsiteY4" fmla="*/ 120015 h 273367"/>
                <a:gd name="connsiteX5" fmla="*/ 61913 w 228600"/>
                <a:gd name="connsiteY5" fmla="*/ 273367 h 273367"/>
                <a:gd name="connsiteX6" fmla="*/ 0 w 228600"/>
                <a:gd name="connsiteY6" fmla="*/ 273367 h 273367"/>
                <a:gd name="connsiteX7" fmla="*/ 0 w 228600"/>
                <a:gd name="connsiteY7" fmla="*/ 6667 h 273367"/>
                <a:gd name="connsiteX8" fmla="*/ 61913 w 228600"/>
                <a:gd name="connsiteY8" fmla="*/ 6667 h 273367"/>
                <a:gd name="connsiteX9" fmla="*/ 61913 w 228600"/>
                <a:gd name="connsiteY9" fmla="*/ 39052 h 273367"/>
                <a:gd name="connsiteX10" fmla="*/ 62865 w 228600"/>
                <a:gd name="connsiteY10" fmla="*/ 39052 h 273367"/>
                <a:gd name="connsiteX11" fmla="*/ 140970 w 228600"/>
                <a:gd name="connsiteY11" fmla="*/ 0 h 273367"/>
                <a:gd name="connsiteX12" fmla="*/ 228600 w 228600"/>
                <a:gd name="connsiteY12" fmla="*/ 107632 h 273367"/>
                <a:gd name="connsiteX13" fmla="*/ 228600 w 228600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7" y="55245"/>
                    <a:pt x="117157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7"/>
                  </a:lnTo>
                  <a:lnTo>
                    <a:pt x="0" y="273367"/>
                  </a:lnTo>
                  <a:lnTo>
                    <a:pt x="0" y="6667"/>
                  </a:lnTo>
                  <a:lnTo>
                    <a:pt x="61913" y="6667"/>
                  </a:lnTo>
                  <a:lnTo>
                    <a:pt x="61913" y="39052"/>
                  </a:lnTo>
                  <a:lnTo>
                    <a:pt x="62865" y="39052"/>
                  </a:lnTo>
                  <a:cubicBezTo>
                    <a:pt x="79057" y="15240"/>
                    <a:pt x="106680" y="0"/>
                    <a:pt x="140970" y="0"/>
                  </a:cubicBezTo>
                  <a:cubicBezTo>
                    <a:pt x="201930" y="0"/>
                    <a:pt x="228600" y="44767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4" name="Freihandform: Form 163">
              <a:extLst>
                <a:ext uri="{FF2B5EF4-FFF2-40B4-BE49-F238E27FC236}">
                  <a16:creationId xmlns:a16="http://schemas.microsoft.com/office/drawing/2014/main" id="{87C5D211-1714-4F68-BAA8-0CCF90B4A092}"/>
                </a:ext>
              </a:extLst>
            </p:cNvPr>
            <p:cNvSpPr/>
            <p:nvPr/>
          </p:nvSpPr>
          <p:spPr>
            <a:xfrm>
              <a:off x="7816214" y="2528887"/>
              <a:ext cx="79057" cy="385762"/>
            </a:xfrm>
            <a:custGeom>
              <a:avLst/>
              <a:gdLst>
                <a:gd name="connsiteX0" fmla="*/ 79058 w 79057"/>
                <a:gd name="connsiteY0" fmla="*/ 38100 h 385762"/>
                <a:gd name="connsiteX1" fmla="*/ 39053 w 79057"/>
                <a:gd name="connsiteY1" fmla="*/ 76200 h 385762"/>
                <a:gd name="connsiteX2" fmla="*/ 0 w 79057"/>
                <a:gd name="connsiteY2" fmla="*/ 38100 h 385762"/>
                <a:gd name="connsiteX3" fmla="*/ 39053 w 79057"/>
                <a:gd name="connsiteY3" fmla="*/ 0 h 385762"/>
                <a:gd name="connsiteX4" fmla="*/ 79058 w 79057"/>
                <a:gd name="connsiteY4" fmla="*/ 38100 h 385762"/>
                <a:gd name="connsiteX5" fmla="*/ 70485 w 79057"/>
                <a:gd name="connsiteY5" fmla="*/ 385763 h 385762"/>
                <a:gd name="connsiteX6" fmla="*/ 8573 w 79057"/>
                <a:gd name="connsiteY6" fmla="*/ 385763 h 385762"/>
                <a:gd name="connsiteX7" fmla="*/ 8573 w 79057"/>
                <a:gd name="connsiteY7" fmla="*/ 119063 h 385762"/>
                <a:gd name="connsiteX8" fmla="*/ 70485 w 79057"/>
                <a:gd name="connsiteY8" fmla="*/ 119063 h 385762"/>
                <a:gd name="connsiteX9" fmla="*/ 70485 w 79057"/>
                <a:gd name="connsiteY9" fmla="*/ 385763 h 385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5762">
                  <a:moveTo>
                    <a:pt x="79058" y="38100"/>
                  </a:moveTo>
                  <a:cubicBezTo>
                    <a:pt x="79058" y="60007"/>
                    <a:pt x="60960" y="76200"/>
                    <a:pt x="39053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3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5763"/>
                  </a:moveTo>
                  <a:lnTo>
                    <a:pt x="8573" y="385763"/>
                  </a:lnTo>
                  <a:lnTo>
                    <a:pt x="8573" y="119063"/>
                  </a:lnTo>
                  <a:lnTo>
                    <a:pt x="70485" y="119063"/>
                  </a:lnTo>
                  <a:lnTo>
                    <a:pt x="70485" y="38576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5" name="Freihandform: Form 164">
              <a:extLst>
                <a:ext uri="{FF2B5EF4-FFF2-40B4-BE49-F238E27FC236}">
                  <a16:creationId xmlns:a16="http://schemas.microsoft.com/office/drawing/2014/main" id="{13A4EEEB-1931-44F7-8DD0-70CCA93FE56F}"/>
                </a:ext>
              </a:extLst>
            </p:cNvPr>
            <p:cNvSpPr/>
            <p:nvPr/>
          </p:nvSpPr>
          <p:spPr>
            <a:xfrm>
              <a:off x="7940039" y="2647949"/>
              <a:ext cx="259080" cy="266700"/>
            </a:xfrm>
            <a:custGeom>
              <a:avLst/>
              <a:gdLst>
                <a:gd name="connsiteX0" fmla="*/ 259080 w 259080"/>
                <a:gd name="connsiteY0" fmla="*/ 0 h 266700"/>
                <a:gd name="connsiteX1" fmla="*/ 161925 w 259080"/>
                <a:gd name="connsiteY1" fmla="*/ 266700 h 266700"/>
                <a:gd name="connsiteX2" fmla="*/ 97155 w 259080"/>
                <a:gd name="connsiteY2" fmla="*/ 266700 h 266700"/>
                <a:gd name="connsiteX3" fmla="*/ 0 w 259080"/>
                <a:gd name="connsiteY3" fmla="*/ 0 h 266700"/>
                <a:gd name="connsiteX4" fmla="*/ 68580 w 259080"/>
                <a:gd name="connsiteY4" fmla="*/ 0 h 266700"/>
                <a:gd name="connsiteX5" fmla="*/ 129540 w 259080"/>
                <a:gd name="connsiteY5" fmla="*/ 193358 h 266700"/>
                <a:gd name="connsiteX6" fmla="*/ 130493 w 259080"/>
                <a:gd name="connsiteY6" fmla="*/ 193358 h 266700"/>
                <a:gd name="connsiteX7" fmla="*/ 191453 w 259080"/>
                <a:gd name="connsiteY7" fmla="*/ 0 h 266700"/>
                <a:gd name="connsiteX8" fmla="*/ 259080 w 259080"/>
                <a:gd name="connsiteY8" fmla="*/ 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59080" h="266700">
                  <a:moveTo>
                    <a:pt x="259080" y="0"/>
                  </a:moveTo>
                  <a:lnTo>
                    <a:pt x="161925" y="266700"/>
                  </a:lnTo>
                  <a:lnTo>
                    <a:pt x="97155" y="266700"/>
                  </a:lnTo>
                  <a:lnTo>
                    <a:pt x="0" y="0"/>
                  </a:lnTo>
                  <a:lnTo>
                    <a:pt x="68580" y="0"/>
                  </a:lnTo>
                  <a:lnTo>
                    <a:pt x="129540" y="193358"/>
                  </a:lnTo>
                  <a:lnTo>
                    <a:pt x="130493" y="193358"/>
                  </a:lnTo>
                  <a:lnTo>
                    <a:pt x="191453" y="0"/>
                  </a:lnTo>
                  <a:lnTo>
                    <a:pt x="25908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6" name="Freihandform: Form 165">
              <a:extLst>
                <a:ext uri="{FF2B5EF4-FFF2-40B4-BE49-F238E27FC236}">
                  <a16:creationId xmlns:a16="http://schemas.microsoft.com/office/drawing/2014/main" id="{B58062EE-0C6E-4E08-9366-930B1EC5A423}"/>
                </a:ext>
              </a:extLst>
            </p:cNvPr>
            <p:cNvSpPr/>
            <p:nvPr/>
          </p:nvSpPr>
          <p:spPr>
            <a:xfrm>
              <a:off x="8227694" y="2641281"/>
              <a:ext cx="242887" cy="279082"/>
            </a:xfrm>
            <a:custGeom>
              <a:avLst/>
              <a:gdLst>
                <a:gd name="connsiteX0" fmla="*/ 132398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3818 w 242887"/>
                <a:gd name="connsiteY5" fmla="*/ 160972 h 279082"/>
                <a:gd name="connsiteX6" fmla="*/ 133350 w 242887"/>
                <a:gd name="connsiteY6" fmla="*/ 225743 h 279082"/>
                <a:gd name="connsiteX7" fmla="*/ 199073 w 242887"/>
                <a:gd name="connsiteY7" fmla="*/ 194310 h 279082"/>
                <a:gd name="connsiteX8" fmla="*/ 238125 w 242887"/>
                <a:gd name="connsiteY8" fmla="*/ 235268 h 279082"/>
                <a:gd name="connsiteX9" fmla="*/ 132398 w 242887"/>
                <a:gd name="connsiteY9" fmla="*/ 279083 h 279082"/>
                <a:gd name="connsiteX10" fmla="*/ 61913 w 242887"/>
                <a:gd name="connsiteY10" fmla="*/ 115253 h 279082"/>
                <a:gd name="connsiteX11" fmla="*/ 182880 w 242887"/>
                <a:gd name="connsiteY11" fmla="*/ 115253 h 279082"/>
                <a:gd name="connsiteX12" fmla="*/ 123825 w 242887"/>
                <a:gd name="connsiteY12" fmla="*/ 50482 h 279082"/>
                <a:gd name="connsiteX13" fmla="*/ 61913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3818" y="160972"/>
                  </a:lnTo>
                  <a:cubicBezTo>
                    <a:pt x="70485" y="201930"/>
                    <a:pt x="95250" y="225743"/>
                    <a:pt x="133350" y="225743"/>
                  </a:cubicBezTo>
                  <a:cubicBezTo>
                    <a:pt x="158115" y="225743"/>
                    <a:pt x="178118" y="216218"/>
                    <a:pt x="199073" y="194310"/>
                  </a:cubicBezTo>
                  <a:lnTo>
                    <a:pt x="238125" y="235268"/>
                  </a:lnTo>
                  <a:cubicBezTo>
                    <a:pt x="206693" y="264795"/>
                    <a:pt x="172403" y="279083"/>
                    <a:pt x="132398" y="279083"/>
                  </a:cubicBezTo>
                  <a:close/>
                  <a:moveTo>
                    <a:pt x="61913" y="115253"/>
                  </a:moveTo>
                  <a:lnTo>
                    <a:pt x="182880" y="115253"/>
                  </a:lnTo>
                  <a:cubicBezTo>
                    <a:pt x="180023" y="74295"/>
                    <a:pt x="159068" y="50482"/>
                    <a:pt x="123825" y="50482"/>
                  </a:cubicBezTo>
                  <a:cubicBezTo>
                    <a:pt x="89535" y="50482"/>
                    <a:pt x="67628" y="74295"/>
                    <a:pt x="61913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7" name="Freihandform: Form 166">
              <a:extLst>
                <a:ext uri="{FF2B5EF4-FFF2-40B4-BE49-F238E27FC236}">
                  <a16:creationId xmlns:a16="http://schemas.microsoft.com/office/drawing/2014/main" id="{CB8B1DBD-8A03-40BE-A043-3E75F48DC906}"/>
                </a:ext>
              </a:extLst>
            </p:cNvPr>
            <p:cNvSpPr/>
            <p:nvPr/>
          </p:nvSpPr>
          <p:spPr>
            <a:xfrm>
              <a:off x="8539162" y="2641039"/>
              <a:ext cx="161925" cy="272657"/>
            </a:xfrm>
            <a:custGeom>
              <a:avLst/>
              <a:gdLst>
                <a:gd name="connsiteX0" fmla="*/ 161925 w 161925"/>
                <a:gd name="connsiteY0" fmla="*/ 5005 h 272657"/>
                <a:gd name="connsiteX1" fmla="*/ 152400 w 161925"/>
                <a:gd name="connsiteY1" fmla="*/ 68823 h 272657"/>
                <a:gd name="connsiteX2" fmla="*/ 118110 w 161925"/>
                <a:gd name="connsiteY2" fmla="*/ 60250 h 272657"/>
                <a:gd name="connsiteX3" fmla="*/ 63818 w 161925"/>
                <a:gd name="connsiteY3" fmla="*/ 135498 h 272657"/>
                <a:gd name="connsiteX4" fmla="*/ 63818 w 161925"/>
                <a:gd name="connsiteY4" fmla="*/ 272658 h 272657"/>
                <a:gd name="connsiteX5" fmla="*/ 0 w 161925"/>
                <a:gd name="connsiteY5" fmla="*/ 272658 h 272657"/>
                <a:gd name="connsiteX6" fmla="*/ 0 w 161925"/>
                <a:gd name="connsiteY6" fmla="*/ 5958 h 272657"/>
                <a:gd name="connsiteX7" fmla="*/ 60960 w 161925"/>
                <a:gd name="connsiteY7" fmla="*/ 5958 h 272657"/>
                <a:gd name="connsiteX8" fmla="*/ 60960 w 161925"/>
                <a:gd name="connsiteY8" fmla="*/ 40248 h 272657"/>
                <a:gd name="connsiteX9" fmla="*/ 61913 w 161925"/>
                <a:gd name="connsiteY9" fmla="*/ 40248 h 272657"/>
                <a:gd name="connsiteX10" fmla="*/ 131445 w 161925"/>
                <a:gd name="connsiteY10" fmla="*/ 243 h 272657"/>
                <a:gd name="connsiteX11" fmla="*/ 161925 w 161925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925" h="272657">
                  <a:moveTo>
                    <a:pt x="161925" y="5005"/>
                  </a:moveTo>
                  <a:lnTo>
                    <a:pt x="152400" y="68823"/>
                  </a:lnTo>
                  <a:cubicBezTo>
                    <a:pt x="142875" y="64060"/>
                    <a:pt x="131445" y="60250"/>
                    <a:pt x="118110" y="60250"/>
                  </a:cubicBezTo>
                  <a:cubicBezTo>
                    <a:pt x="75248" y="60250"/>
                    <a:pt x="63818" y="94540"/>
                    <a:pt x="63818" y="135498"/>
                  </a:cubicBezTo>
                  <a:lnTo>
                    <a:pt x="63818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970" y="-710"/>
                    <a:pt x="152400" y="1195"/>
                    <a:pt x="161925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8" name="Freihandform: Form 167">
              <a:extLst>
                <a:ext uri="{FF2B5EF4-FFF2-40B4-BE49-F238E27FC236}">
                  <a16:creationId xmlns:a16="http://schemas.microsoft.com/office/drawing/2014/main" id="{5FAE65FD-02E0-4069-93FF-B6E34C2509A9}"/>
                </a:ext>
              </a:extLst>
            </p:cNvPr>
            <p:cNvSpPr/>
            <p:nvPr/>
          </p:nvSpPr>
          <p:spPr>
            <a:xfrm>
              <a:off x="8729662" y="2640329"/>
              <a:ext cx="205739" cy="280034"/>
            </a:xfrm>
            <a:custGeom>
              <a:avLst/>
              <a:gdLst>
                <a:gd name="connsiteX0" fmla="*/ 29527 w 205739"/>
                <a:gd name="connsiteY0" fmla="*/ 198120 h 280034"/>
                <a:gd name="connsiteX1" fmla="*/ 104775 w 205739"/>
                <a:gd name="connsiteY1" fmla="*/ 227647 h 280034"/>
                <a:gd name="connsiteX2" fmla="*/ 143827 w 205739"/>
                <a:gd name="connsiteY2" fmla="*/ 200978 h 280034"/>
                <a:gd name="connsiteX3" fmla="*/ 10477 w 205739"/>
                <a:gd name="connsiteY3" fmla="*/ 82868 h 280034"/>
                <a:gd name="connsiteX4" fmla="*/ 111443 w 205739"/>
                <a:gd name="connsiteY4" fmla="*/ 0 h 280034"/>
                <a:gd name="connsiteX5" fmla="*/ 203835 w 205739"/>
                <a:gd name="connsiteY5" fmla="*/ 27622 h 280034"/>
                <a:gd name="connsiteX6" fmla="*/ 174307 w 205739"/>
                <a:gd name="connsiteY6" fmla="*/ 76200 h 280034"/>
                <a:gd name="connsiteX7" fmla="*/ 110490 w 205739"/>
                <a:gd name="connsiteY7" fmla="*/ 52387 h 280034"/>
                <a:gd name="connsiteX8" fmla="*/ 72390 w 205739"/>
                <a:gd name="connsiteY8" fmla="*/ 77153 h 280034"/>
                <a:gd name="connsiteX9" fmla="*/ 205740 w 205739"/>
                <a:gd name="connsiteY9" fmla="*/ 195262 h 280034"/>
                <a:gd name="connsiteX10" fmla="*/ 102870 w 205739"/>
                <a:gd name="connsiteY10" fmla="*/ 280035 h 280034"/>
                <a:gd name="connsiteX11" fmla="*/ 0 w 205739"/>
                <a:gd name="connsiteY11" fmla="*/ 247650 h 280034"/>
                <a:gd name="connsiteX12" fmla="*/ 29527 w 205739"/>
                <a:gd name="connsiteY12" fmla="*/ 198120 h 280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39" h="280034">
                  <a:moveTo>
                    <a:pt x="29527" y="198120"/>
                  </a:moveTo>
                  <a:cubicBezTo>
                    <a:pt x="56198" y="218122"/>
                    <a:pt x="80963" y="227647"/>
                    <a:pt x="104775" y="227647"/>
                  </a:cubicBezTo>
                  <a:cubicBezTo>
                    <a:pt x="127635" y="227647"/>
                    <a:pt x="143827" y="217170"/>
                    <a:pt x="143827" y="200978"/>
                  </a:cubicBezTo>
                  <a:cubicBezTo>
                    <a:pt x="143827" y="155258"/>
                    <a:pt x="10477" y="171450"/>
                    <a:pt x="10477" y="82868"/>
                  </a:cubicBezTo>
                  <a:cubicBezTo>
                    <a:pt x="10477" y="33338"/>
                    <a:pt x="51435" y="0"/>
                    <a:pt x="111443" y="0"/>
                  </a:cubicBezTo>
                  <a:cubicBezTo>
                    <a:pt x="143827" y="0"/>
                    <a:pt x="175260" y="9525"/>
                    <a:pt x="203835" y="27622"/>
                  </a:cubicBezTo>
                  <a:lnTo>
                    <a:pt x="174307" y="76200"/>
                  </a:lnTo>
                  <a:cubicBezTo>
                    <a:pt x="151448" y="60007"/>
                    <a:pt x="130493" y="52387"/>
                    <a:pt x="110490" y="52387"/>
                  </a:cubicBezTo>
                  <a:cubicBezTo>
                    <a:pt x="87630" y="52387"/>
                    <a:pt x="72390" y="61912"/>
                    <a:pt x="72390" y="77153"/>
                  </a:cubicBezTo>
                  <a:cubicBezTo>
                    <a:pt x="72390" y="120968"/>
                    <a:pt x="205740" y="105728"/>
                    <a:pt x="205740" y="195262"/>
                  </a:cubicBezTo>
                  <a:cubicBezTo>
                    <a:pt x="205740" y="245745"/>
                    <a:pt x="164782" y="280035"/>
                    <a:pt x="102870" y="280035"/>
                  </a:cubicBezTo>
                  <a:cubicBezTo>
                    <a:pt x="67627" y="280035"/>
                    <a:pt x="31432" y="268605"/>
                    <a:pt x="0" y="247650"/>
                  </a:cubicBezTo>
                  <a:lnTo>
                    <a:pt x="29527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9" name="Freihandform: Form 168">
              <a:extLst>
                <a:ext uri="{FF2B5EF4-FFF2-40B4-BE49-F238E27FC236}">
                  <a16:creationId xmlns:a16="http://schemas.microsoft.com/office/drawing/2014/main" id="{DBB5CC19-A116-4318-9947-CEF7AD437127}"/>
                </a:ext>
              </a:extLst>
            </p:cNvPr>
            <p:cNvSpPr/>
            <p:nvPr/>
          </p:nvSpPr>
          <p:spPr>
            <a:xfrm>
              <a:off x="8993504" y="2528887"/>
              <a:ext cx="79057" cy="385762"/>
            </a:xfrm>
            <a:custGeom>
              <a:avLst/>
              <a:gdLst>
                <a:gd name="connsiteX0" fmla="*/ 79057 w 79057"/>
                <a:gd name="connsiteY0" fmla="*/ 38100 h 385762"/>
                <a:gd name="connsiteX1" fmla="*/ 39052 w 79057"/>
                <a:gd name="connsiteY1" fmla="*/ 76200 h 385762"/>
                <a:gd name="connsiteX2" fmla="*/ 0 w 79057"/>
                <a:gd name="connsiteY2" fmla="*/ 38100 h 385762"/>
                <a:gd name="connsiteX3" fmla="*/ 39052 w 79057"/>
                <a:gd name="connsiteY3" fmla="*/ 0 h 385762"/>
                <a:gd name="connsiteX4" fmla="*/ 79057 w 79057"/>
                <a:gd name="connsiteY4" fmla="*/ 38100 h 385762"/>
                <a:gd name="connsiteX5" fmla="*/ 70485 w 79057"/>
                <a:gd name="connsiteY5" fmla="*/ 385763 h 385762"/>
                <a:gd name="connsiteX6" fmla="*/ 8572 w 79057"/>
                <a:gd name="connsiteY6" fmla="*/ 385763 h 385762"/>
                <a:gd name="connsiteX7" fmla="*/ 8572 w 79057"/>
                <a:gd name="connsiteY7" fmla="*/ 119063 h 385762"/>
                <a:gd name="connsiteX8" fmla="*/ 70485 w 79057"/>
                <a:gd name="connsiteY8" fmla="*/ 119063 h 385762"/>
                <a:gd name="connsiteX9" fmla="*/ 70485 w 79057"/>
                <a:gd name="connsiteY9" fmla="*/ 385763 h 385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5762">
                  <a:moveTo>
                    <a:pt x="79057" y="38100"/>
                  </a:moveTo>
                  <a:cubicBezTo>
                    <a:pt x="79057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7" y="0"/>
                    <a:pt x="39052" y="0"/>
                  </a:cubicBezTo>
                  <a:cubicBezTo>
                    <a:pt x="60960" y="0"/>
                    <a:pt x="79057" y="16193"/>
                    <a:pt x="79057" y="38100"/>
                  </a:cubicBezTo>
                  <a:close/>
                  <a:moveTo>
                    <a:pt x="70485" y="385763"/>
                  </a:moveTo>
                  <a:lnTo>
                    <a:pt x="8572" y="385763"/>
                  </a:lnTo>
                  <a:lnTo>
                    <a:pt x="8572" y="119063"/>
                  </a:lnTo>
                  <a:lnTo>
                    <a:pt x="70485" y="119063"/>
                  </a:lnTo>
                  <a:lnTo>
                    <a:pt x="70485" y="38576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0" name="Freihandform: Form 169">
              <a:extLst>
                <a:ext uri="{FF2B5EF4-FFF2-40B4-BE49-F238E27FC236}">
                  <a16:creationId xmlns:a16="http://schemas.microsoft.com/office/drawing/2014/main" id="{C5C58F9F-B4C2-412E-8BE7-E2E312D955E1}"/>
                </a:ext>
              </a:extLst>
            </p:cNvPr>
            <p:cNvSpPr/>
            <p:nvPr/>
          </p:nvSpPr>
          <p:spPr>
            <a:xfrm>
              <a:off x="9117329" y="2562224"/>
              <a:ext cx="165734" cy="358139"/>
            </a:xfrm>
            <a:custGeom>
              <a:avLst/>
              <a:gdLst>
                <a:gd name="connsiteX0" fmla="*/ 165735 w 165734"/>
                <a:gd name="connsiteY0" fmla="*/ 295275 h 358139"/>
                <a:gd name="connsiteX1" fmla="*/ 165735 w 165734"/>
                <a:gd name="connsiteY1" fmla="*/ 348615 h 358139"/>
                <a:gd name="connsiteX2" fmla="*/ 113347 w 165734"/>
                <a:gd name="connsiteY2" fmla="*/ 358140 h 358139"/>
                <a:gd name="connsiteX3" fmla="*/ 40957 w 165734"/>
                <a:gd name="connsiteY3" fmla="*/ 282892 h 358139"/>
                <a:gd name="connsiteX4" fmla="*/ 40957 w 165734"/>
                <a:gd name="connsiteY4" fmla="*/ 137160 h 358139"/>
                <a:gd name="connsiteX5" fmla="*/ 0 w 165734"/>
                <a:gd name="connsiteY5" fmla="*/ 137160 h 358139"/>
                <a:gd name="connsiteX6" fmla="*/ 0 w 165734"/>
                <a:gd name="connsiteY6" fmla="*/ 85725 h 358139"/>
                <a:gd name="connsiteX7" fmla="*/ 40005 w 165734"/>
                <a:gd name="connsiteY7" fmla="*/ 85725 h 358139"/>
                <a:gd name="connsiteX8" fmla="*/ 40005 w 165734"/>
                <a:gd name="connsiteY8" fmla="*/ 13335 h 358139"/>
                <a:gd name="connsiteX9" fmla="*/ 101918 w 165734"/>
                <a:gd name="connsiteY9" fmla="*/ 0 h 358139"/>
                <a:gd name="connsiteX10" fmla="*/ 101918 w 165734"/>
                <a:gd name="connsiteY10" fmla="*/ 86677 h 358139"/>
                <a:gd name="connsiteX11" fmla="*/ 165735 w 165734"/>
                <a:gd name="connsiteY11" fmla="*/ 86677 h 358139"/>
                <a:gd name="connsiteX12" fmla="*/ 165735 w 165734"/>
                <a:gd name="connsiteY12" fmla="*/ 138113 h 358139"/>
                <a:gd name="connsiteX13" fmla="*/ 101918 w 165734"/>
                <a:gd name="connsiteY13" fmla="*/ 138113 h 358139"/>
                <a:gd name="connsiteX14" fmla="*/ 101918 w 165734"/>
                <a:gd name="connsiteY14" fmla="*/ 269558 h 358139"/>
                <a:gd name="connsiteX15" fmla="*/ 130493 w 165734"/>
                <a:gd name="connsiteY15" fmla="*/ 304800 h 358139"/>
                <a:gd name="connsiteX16" fmla="*/ 165735 w 165734"/>
                <a:gd name="connsiteY16" fmla="*/ 295275 h 358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39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3"/>
                    <a:pt x="110490" y="304800"/>
                    <a:pt x="130493" y="304800"/>
                  </a:cubicBezTo>
                  <a:cubicBezTo>
                    <a:pt x="142875" y="303848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1" name="Freihandform: Form 170">
              <a:extLst>
                <a:ext uri="{FF2B5EF4-FFF2-40B4-BE49-F238E27FC236}">
                  <a16:creationId xmlns:a16="http://schemas.microsoft.com/office/drawing/2014/main" id="{9D489816-B6E9-495C-BE5C-702D18922C49}"/>
                </a:ext>
              </a:extLst>
            </p:cNvPr>
            <p:cNvSpPr/>
            <p:nvPr/>
          </p:nvSpPr>
          <p:spPr>
            <a:xfrm>
              <a:off x="9331642" y="2533649"/>
              <a:ext cx="225742" cy="386714"/>
            </a:xfrm>
            <a:custGeom>
              <a:avLst/>
              <a:gdLst>
                <a:gd name="connsiteX0" fmla="*/ 114300 w 225742"/>
                <a:gd name="connsiteY0" fmla="*/ 215265 h 386714"/>
                <a:gd name="connsiteX1" fmla="*/ 164782 w 225742"/>
                <a:gd name="connsiteY1" fmla="*/ 220980 h 386714"/>
                <a:gd name="connsiteX2" fmla="*/ 164782 w 225742"/>
                <a:gd name="connsiteY2" fmla="*/ 211455 h 386714"/>
                <a:gd name="connsiteX3" fmla="*/ 105727 w 225742"/>
                <a:gd name="connsiteY3" fmla="*/ 160020 h 386714"/>
                <a:gd name="connsiteX4" fmla="*/ 38100 w 225742"/>
                <a:gd name="connsiteY4" fmla="*/ 175260 h 386714"/>
                <a:gd name="connsiteX5" fmla="*/ 24765 w 225742"/>
                <a:gd name="connsiteY5" fmla="*/ 122873 h 386714"/>
                <a:gd name="connsiteX6" fmla="*/ 112395 w 225742"/>
                <a:gd name="connsiteY6" fmla="*/ 107632 h 386714"/>
                <a:gd name="connsiteX7" fmla="*/ 225743 w 225742"/>
                <a:gd name="connsiteY7" fmla="*/ 210502 h 386714"/>
                <a:gd name="connsiteX8" fmla="*/ 225743 w 225742"/>
                <a:gd name="connsiteY8" fmla="*/ 381000 h 386714"/>
                <a:gd name="connsiteX9" fmla="*/ 166688 w 225742"/>
                <a:gd name="connsiteY9" fmla="*/ 381000 h 386714"/>
                <a:gd name="connsiteX10" fmla="*/ 166688 w 225742"/>
                <a:gd name="connsiteY10" fmla="*/ 352425 h 386714"/>
                <a:gd name="connsiteX11" fmla="*/ 165735 w 225742"/>
                <a:gd name="connsiteY11" fmla="*/ 352425 h 386714"/>
                <a:gd name="connsiteX12" fmla="*/ 87630 w 225742"/>
                <a:gd name="connsiteY12" fmla="*/ 386715 h 386714"/>
                <a:gd name="connsiteX13" fmla="*/ 0 w 225742"/>
                <a:gd name="connsiteY13" fmla="*/ 301942 h 386714"/>
                <a:gd name="connsiteX14" fmla="*/ 114300 w 225742"/>
                <a:gd name="connsiteY14" fmla="*/ 215265 h 386714"/>
                <a:gd name="connsiteX15" fmla="*/ 63818 w 225742"/>
                <a:gd name="connsiteY15" fmla="*/ 72390 h 386714"/>
                <a:gd name="connsiteX16" fmla="*/ 26670 w 225742"/>
                <a:gd name="connsiteY16" fmla="*/ 36195 h 386714"/>
                <a:gd name="connsiteX17" fmla="*/ 63818 w 225742"/>
                <a:gd name="connsiteY17" fmla="*/ 0 h 386714"/>
                <a:gd name="connsiteX18" fmla="*/ 100965 w 225742"/>
                <a:gd name="connsiteY18" fmla="*/ 36195 h 386714"/>
                <a:gd name="connsiteX19" fmla="*/ 63818 w 225742"/>
                <a:gd name="connsiteY19" fmla="*/ 72390 h 386714"/>
                <a:gd name="connsiteX20" fmla="*/ 104775 w 225742"/>
                <a:gd name="connsiteY20" fmla="*/ 340042 h 386714"/>
                <a:gd name="connsiteX21" fmla="*/ 165735 w 225742"/>
                <a:gd name="connsiteY21" fmla="*/ 307658 h 386714"/>
                <a:gd name="connsiteX22" fmla="*/ 165735 w 225742"/>
                <a:gd name="connsiteY22" fmla="*/ 261938 h 386714"/>
                <a:gd name="connsiteX23" fmla="*/ 121920 w 225742"/>
                <a:gd name="connsiteY23" fmla="*/ 257175 h 386714"/>
                <a:gd name="connsiteX24" fmla="*/ 60007 w 225742"/>
                <a:gd name="connsiteY24" fmla="*/ 300990 h 386714"/>
                <a:gd name="connsiteX25" fmla="*/ 104775 w 225742"/>
                <a:gd name="connsiteY25" fmla="*/ 340042 h 386714"/>
                <a:gd name="connsiteX26" fmla="*/ 173355 w 225742"/>
                <a:gd name="connsiteY26" fmla="*/ 72390 h 386714"/>
                <a:gd name="connsiteX27" fmla="*/ 136207 w 225742"/>
                <a:gd name="connsiteY27" fmla="*/ 36195 h 386714"/>
                <a:gd name="connsiteX28" fmla="*/ 173355 w 225742"/>
                <a:gd name="connsiteY28" fmla="*/ 0 h 386714"/>
                <a:gd name="connsiteX29" fmla="*/ 210502 w 225742"/>
                <a:gd name="connsiteY29" fmla="*/ 36195 h 386714"/>
                <a:gd name="connsiteX30" fmla="*/ 173355 w 225742"/>
                <a:gd name="connsiteY30" fmla="*/ 72390 h 386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25742" h="386714">
                  <a:moveTo>
                    <a:pt x="114300" y="215265"/>
                  </a:moveTo>
                  <a:cubicBezTo>
                    <a:pt x="131445" y="215265"/>
                    <a:pt x="147638" y="216217"/>
                    <a:pt x="164782" y="220980"/>
                  </a:cubicBezTo>
                  <a:lnTo>
                    <a:pt x="164782" y="211455"/>
                  </a:lnTo>
                  <a:cubicBezTo>
                    <a:pt x="164782" y="177165"/>
                    <a:pt x="144780" y="160020"/>
                    <a:pt x="105727" y="160020"/>
                  </a:cubicBezTo>
                  <a:cubicBezTo>
                    <a:pt x="83820" y="160020"/>
                    <a:pt x="60007" y="164783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2"/>
                    <a:pt x="112395" y="107632"/>
                  </a:cubicBezTo>
                  <a:cubicBezTo>
                    <a:pt x="187643" y="107632"/>
                    <a:pt x="225743" y="142875"/>
                    <a:pt x="225743" y="210502"/>
                  </a:cubicBezTo>
                  <a:lnTo>
                    <a:pt x="225743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8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8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8" y="72390"/>
                  </a:cubicBezTo>
                  <a:close/>
                  <a:moveTo>
                    <a:pt x="104775" y="340042"/>
                  </a:moveTo>
                  <a:cubicBezTo>
                    <a:pt x="127635" y="340042"/>
                    <a:pt x="148590" y="328613"/>
                    <a:pt x="165735" y="307658"/>
                  </a:cubicBezTo>
                  <a:lnTo>
                    <a:pt x="165735" y="261938"/>
                  </a:lnTo>
                  <a:cubicBezTo>
                    <a:pt x="151447" y="258127"/>
                    <a:pt x="136207" y="257175"/>
                    <a:pt x="121920" y="257175"/>
                  </a:cubicBezTo>
                  <a:cubicBezTo>
                    <a:pt x="82868" y="257175"/>
                    <a:pt x="60007" y="272415"/>
                    <a:pt x="60007" y="300990"/>
                  </a:cubicBezTo>
                  <a:cubicBezTo>
                    <a:pt x="60007" y="324803"/>
                    <a:pt x="77152" y="340042"/>
                    <a:pt x="104775" y="340042"/>
                  </a:cubicBezTo>
                  <a:close/>
                  <a:moveTo>
                    <a:pt x="173355" y="72390"/>
                  </a:moveTo>
                  <a:cubicBezTo>
                    <a:pt x="153352" y="72390"/>
                    <a:pt x="136207" y="55245"/>
                    <a:pt x="136207" y="36195"/>
                  </a:cubicBezTo>
                  <a:cubicBezTo>
                    <a:pt x="136207" y="17145"/>
                    <a:pt x="153352" y="0"/>
                    <a:pt x="173355" y="0"/>
                  </a:cubicBezTo>
                  <a:cubicBezTo>
                    <a:pt x="193357" y="0"/>
                    <a:pt x="210502" y="17145"/>
                    <a:pt x="210502" y="36195"/>
                  </a:cubicBezTo>
                  <a:cubicBezTo>
                    <a:pt x="210502" y="56198"/>
                    <a:pt x="192405" y="72390"/>
                    <a:pt x="173355" y="723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2" name="Freihandform: Form 171">
              <a:extLst>
                <a:ext uri="{FF2B5EF4-FFF2-40B4-BE49-F238E27FC236}">
                  <a16:creationId xmlns:a16="http://schemas.microsoft.com/office/drawing/2014/main" id="{A2DDD381-1879-4360-925E-2E2FAB769E83}"/>
                </a:ext>
              </a:extLst>
            </p:cNvPr>
            <p:cNvSpPr/>
            <p:nvPr/>
          </p:nvSpPr>
          <p:spPr>
            <a:xfrm>
              <a:off x="9605962" y="2562224"/>
              <a:ext cx="166687" cy="358139"/>
            </a:xfrm>
            <a:custGeom>
              <a:avLst/>
              <a:gdLst>
                <a:gd name="connsiteX0" fmla="*/ 166688 w 166687"/>
                <a:gd name="connsiteY0" fmla="*/ 295275 h 358139"/>
                <a:gd name="connsiteX1" fmla="*/ 166688 w 166687"/>
                <a:gd name="connsiteY1" fmla="*/ 348615 h 358139"/>
                <a:gd name="connsiteX2" fmla="*/ 114300 w 166687"/>
                <a:gd name="connsiteY2" fmla="*/ 358140 h 358139"/>
                <a:gd name="connsiteX3" fmla="*/ 41910 w 166687"/>
                <a:gd name="connsiteY3" fmla="*/ 282892 h 358139"/>
                <a:gd name="connsiteX4" fmla="*/ 41910 w 166687"/>
                <a:gd name="connsiteY4" fmla="*/ 137160 h 358139"/>
                <a:gd name="connsiteX5" fmla="*/ 0 w 166687"/>
                <a:gd name="connsiteY5" fmla="*/ 137160 h 358139"/>
                <a:gd name="connsiteX6" fmla="*/ 0 w 166687"/>
                <a:gd name="connsiteY6" fmla="*/ 85725 h 358139"/>
                <a:gd name="connsiteX7" fmla="*/ 40005 w 166687"/>
                <a:gd name="connsiteY7" fmla="*/ 85725 h 358139"/>
                <a:gd name="connsiteX8" fmla="*/ 40005 w 166687"/>
                <a:gd name="connsiteY8" fmla="*/ 13335 h 358139"/>
                <a:gd name="connsiteX9" fmla="*/ 101918 w 166687"/>
                <a:gd name="connsiteY9" fmla="*/ 0 h 358139"/>
                <a:gd name="connsiteX10" fmla="*/ 101918 w 166687"/>
                <a:gd name="connsiteY10" fmla="*/ 86677 h 358139"/>
                <a:gd name="connsiteX11" fmla="*/ 165735 w 166687"/>
                <a:gd name="connsiteY11" fmla="*/ 86677 h 358139"/>
                <a:gd name="connsiteX12" fmla="*/ 165735 w 166687"/>
                <a:gd name="connsiteY12" fmla="*/ 138113 h 358139"/>
                <a:gd name="connsiteX13" fmla="*/ 101918 w 166687"/>
                <a:gd name="connsiteY13" fmla="*/ 138113 h 358139"/>
                <a:gd name="connsiteX14" fmla="*/ 101918 w 166687"/>
                <a:gd name="connsiteY14" fmla="*/ 269558 h 358139"/>
                <a:gd name="connsiteX15" fmla="*/ 130493 w 166687"/>
                <a:gd name="connsiteY15" fmla="*/ 304800 h 358139"/>
                <a:gd name="connsiteX16" fmla="*/ 166688 w 166687"/>
                <a:gd name="connsiteY16" fmla="*/ 295275 h 358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6687" h="358139">
                  <a:moveTo>
                    <a:pt x="166688" y="295275"/>
                  </a:moveTo>
                  <a:lnTo>
                    <a:pt x="166688" y="348615"/>
                  </a:lnTo>
                  <a:cubicBezTo>
                    <a:pt x="153352" y="355283"/>
                    <a:pt x="132398" y="358140"/>
                    <a:pt x="114300" y="358140"/>
                  </a:cubicBezTo>
                  <a:cubicBezTo>
                    <a:pt x="67627" y="358140"/>
                    <a:pt x="41910" y="331470"/>
                    <a:pt x="41910" y="282892"/>
                  </a:cubicBezTo>
                  <a:lnTo>
                    <a:pt x="41910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3"/>
                    <a:pt x="110490" y="304800"/>
                    <a:pt x="130493" y="304800"/>
                  </a:cubicBezTo>
                  <a:cubicBezTo>
                    <a:pt x="143827" y="303848"/>
                    <a:pt x="156210" y="300038"/>
                    <a:pt x="166688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3" name="Freihandform: Form 172">
              <a:extLst>
                <a:ext uri="{FF2B5EF4-FFF2-40B4-BE49-F238E27FC236}">
                  <a16:creationId xmlns:a16="http://schemas.microsoft.com/office/drawing/2014/main" id="{86F9E7FA-DD20-4A3F-B947-C3E6352B7EA0}"/>
                </a:ext>
              </a:extLst>
            </p:cNvPr>
            <p:cNvSpPr/>
            <p:nvPr/>
          </p:nvSpPr>
          <p:spPr>
            <a:xfrm>
              <a:off x="2090737" y="3122294"/>
              <a:ext cx="231457" cy="368617"/>
            </a:xfrm>
            <a:custGeom>
              <a:avLst/>
              <a:gdLst>
                <a:gd name="connsiteX0" fmla="*/ 231458 w 231457"/>
                <a:gd name="connsiteY0" fmla="*/ 60007 h 368617"/>
                <a:gd name="connsiteX1" fmla="*/ 65723 w 231457"/>
                <a:gd name="connsiteY1" fmla="*/ 60007 h 368617"/>
                <a:gd name="connsiteX2" fmla="*/ 65723 w 231457"/>
                <a:gd name="connsiteY2" fmla="*/ 151447 h 368617"/>
                <a:gd name="connsiteX3" fmla="*/ 189548 w 231457"/>
                <a:gd name="connsiteY3" fmla="*/ 151447 h 368617"/>
                <a:gd name="connsiteX4" fmla="*/ 189548 w 231457"/>
                <a:gd name="connsiteY4" fmla="*/ 211455 h 368617"/>
                <a:gd name="connsiteX5" fmla="*/ 65723 w 231457"/>
                <a:gd name="connsiteY5" fmla="*/ 211455 h 368617"/>
                <a:gd name="connsiteX6" fmla="*/ 65723 w 231457"/>
                <a:gd name="connsiteY6" fmla="*/ 368617 h 368617"/>
                <a:gd name="connsiteX7" fmla="*/ 0 w 231457"/>
                <a:gd name="connsiteY7" fmla="*/ 368617 h 368617"/>
                <a:gd name="connsiteX8" fmla="*/ 0 w 231457"/>
                <a:gd name="connsiteY8" fmla="*/ 0 h 368617"/>
                <a:gd name="connsiteX9" fmla="*/ 231458 w 231457"/>
                <a:gd name="connsiteY9" fmla="*/ 0 h 368617"/>
                <a:gd name="connsiteX10" fmla="*/ 231458 w 231457"/>
                <a:gd name="connsiteY10" fmla="*/ 60007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1457" h="368617">
                  <a:moveTo>
                    <a:pt x="231458" y="60007"/>
                  </a:moveTo>
                  <a:lnTo>
                    <a:pt x="65723" y="60007"/>
                  </a:lnTo>
                  <a:lnTo>
                    <a:pt x="65723" y="151447"/>
                  </a:lnTo>
                  <a:lnTo>
                    <a:pt x="189548" y="151447"/>
                  </a:lnTo>
                  <a:lnTo>
                    <a:pt x="189548" y="211455"/>
                  </a:lnTo>
                  <a:lnTo>
                    <a:pt x="65723" y="211455"/>
                  </a:lnTo>
                  <a:lnTo>
                    <a:pt x="65723" y="368617"/>
                  </a:lnTo>
                  <a:lnTo>
                    <a:pt x="0" y="368617"/>
                  </a:lnTo>
                  <a:lnTo>
                    <a:pt x="0" y="0"/>
                  </a:lnTo>
                  <a:lnTo>
                    <a:pt x="231458" y="0"/>
                  </a:lnTo>
                  <a:lnTo>
                    <a:pt x="231458" y="6000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4" name="Freihandform: Form 173">
              <a:extLst>
                <a:ext uri="{FF2B5EF4-FFF2-40B4-BE49-F238E27FC236}">
                  <a16:creationId xmlns:a16="http://schemas.microsoft.com/office/drawing/2014/main" id="{90D84DBD-C27A-43CD-8985-12C88AB5F9AE}"/>
                </a:ext>
              </a:extLst>
            </p:cNvPr>
            <p:cNvSpPr/>
            <p:nvPr/>
          </p:nvSpPr>
          <p:spPr>
            <a:xfrm>
              <a:off x="2334560" y="3217544"/>
              <a:ext cx="225758" cy="279082"/>
            </a:xfrm>
            <a:custGeom>
              <a:avLst/>
              <a:gdLst>
                <a:gd name="connsiteX0" fmla="*/ 114316 w 225758"/>
                <a:gd name="connsiteY0" fmla="*/ 107633 h 279082"/>
                <a:gd name="connsiteX1" fmla="*/ 164799 w 225758"/>
                <a:gd name="connsiteY1" fmla="*/ 113347 h 279082"/>
                <a:gd name="connsiteX2" fmla="*/ 164799 w 225758"/>
                <a:gd name="connsiteY2" fmla="*/ 103822 h 279082"/>
                <a:gd name="connsiteX3" fmla="*/ 105744 w 225758"/>
                <a:gd name="connsiteY3" fmla="*/ 52388 h 279082"/>
                <a:gd name="connsiteX4" fmla="*/ 38116 w 225758"/>
                <a:gd name="connsiteY4" fmla="*/ 67627 h 279082"/>
                <a:gd name="connsiteX5" fmla="*/ 24781 w 225758"/>
                <a:gd name="connsiteY5" fmla="*/ 15240 h 279082"/>
                <a:gd name="connsiteX6" fmla="*/ 112411 w 225758"/>
                <a:gd name="connsiteY6" fmla="*/ 0 h 279082"/>
                <a:gd name="connsiteX7" fmla="*/ 225759 w 225758"/>
                <a:gd name="connsiteY7" fmla="*/ 102870 h 279082"/>
                <a:gd name="connsiteX8" fmla="*/ 225759 w 225758"/>
                <a:gd name="connsiteY8" fmla="*/ 273367 h 279082"/>
                <a:gd name="connsiteX9" fmla="*/ 166704 w 225758"/>
                <a:gd name="connsiteY9" fmla="*/ 273367 h 279082"/>
                <a:gd name="connsiteX10" fmla="*/ 166704 w 225758"/>
                <a:gd name="connsiteY10" fmla="*/ 244792 h 279082"/>
                <a:gd name="connsiteX11" fmla="*/ 165751 w 225758"/>
                <a:gd name="connsiteY11" fmla="*/ 244792 h 279082"/>
                <a:gd name="connsiteX12" fmla="*/ 87646 w 225758"/>
                <a:gd name="connsiteY12" fmla="*/ 279083 h 279082"/>
                <a:gd name="connsiteX13" fmla="*/ 16 w 225758"/>
                <a:gd name="connsiteY13" fmla="*/ 194310 h 279082"/>
                <a:gd name="connsiteX14" fmla="*/ 114316 w 225758"/>
                <a:gd name="connsiteY14" fmla="*/ 107633 h 279082"/>
                <a:gd name="connsiteX15" fmla="*/ 103839 w 225758"/>
                <a:gd name="connsiteY15" fmla="*/ 232410 h 279082"/>
                <a:gd name="connsiteX16" fmla="*/ 164799 w 225758"/>
                <a:gd name="connsiteY16" fmla="*/ 200025 h 279082"/>
                <a:gd name="connsiteX17" fmla="*/ 164799 w 225758"/>
                <a:gd name="connsiteY17" fmla="*/ 153352 h 279082"/>
                <a:gd name="connsiteX18" fmla="*/ 120984 w 225758"/>
                <a:gd name="connsiteY18" fmla="*/ 148590 h 279082"/>
                <a:gd name="connsiteX19" fmla="*/ 59071 w 225758"/>
                <a:gd name="connsiteY19" fmla="*/ 192405 h 279082"/>
                <a:gd name="connsiteX20" fmla="*/ 103839 w 225758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5758" h="279082">
                  <a:moveTo>
                    <a:pt x="114316" y="107633"/>
                  </a:moveTo>
                  <a:cubicBezTo>
                    <a:pt x="131461" y="107633"/>
                    <a:pt x="147654" y="108585"/>
                    <a:pt x="164799" y="113347"/>
                  </a:cubicBezTo>
                  <a:lnTo>
                    <a:pt x="164799" y="103822"/>
                  </a:lnTo>
                  <a:cubicBezTo>
                    <a:pt x="164799" y="69532"/>
                    <a:pt x="144796" y="52388"/>
                    <a:pt x="105744" y="52388"/>
                  </a:cubicBezTo>
                  <a:cubicBezTo>
                    <a:pt x="83836" y="52388"/>
                    <a:pt x="60024" y="57150"/>
                    <a:pt x="38116" y="67627"/>
                  </a:cubicBezTo>
                  <a:lnTo>
                    <a:pt x="24781" y="15240"/>
                  </a:lnTo>
                  <a:cubicBezTo>
                    <a:pt x="49546" y="5715"/>
                    <a:pt x="81931" y="0"/>
                    <a:pt x="112411" y="0"/>
                  </a:cubicBezTo>
                  <a:cubicBezTo>
                    <a:pt x="187659" y="0"/>
                    <a:pt x="225759" y="35242"/>
                    <a:pt x="225759" y="102870"/>
                  </a:cubicBezTo>
                  <a:lnTo>
                    <a:pt x="225759" y="273367"/>
                  </a:lnTo>
                  <a:lnTo>
                    <a:pt x="166704" y="273367"/>
                  </a:lnTo>
                  <a:lnTo>
                    <a:pt x="166704" y="244792"/>
                  </a:lnTo>
                  <a:lnTo>
                    <a:pt x="165751" y="244792"/>
                  </a:lnTo>
                  <a:cubicBezTo>
                    <a:pt x="142891" y="268605"/>
                    <a:pt x="119079" y="279083"/>
                    <a:pt x="87646" y="279083"/>
                  </a:cubicBezTo>
                  <a:cubicBezTo>
                    <a:pt x="34306" y="279083"/>
                    <a:pt x="16" y="245745"/>
                    <a:pt x="16" y="194310"/>
                  </a:cubicBezTo>
                  <a:cubicBezTo>
                    <a:pt x="-936" y="138113"/>
                    <a:pt x="40021" y="107633"/>
                    <a:pt x="114316" y="107633"/>
                  </a:cubicBezTo>
                  <a:close/>
                  <a:moveTo>
                    <a:pt x="103839" y="232410"/>
                  </a:moveTo>
                  <a:cubicBezTo>
                    <a:pt x="126699" y="232410"/>
                    <a:pt x="147654" y="220980"/>
                    <a:pt x="164799" y="200025"/>
                  </a:cubicBezTo>
                  <a:lnTo>
                    <a:pt x="164799" y="153352"/>
                  </a:lnTo>
                  <a:cubicBezTo>
                    <a:pt x="150511" y="149542"/>
                    <a:pt x="135271" y="148590"/>
                    <a:pt x="120984" y="148590"/>
                  </a:cubicBezTo>
                  <a:cubicBezTo>
                    <a:pt x="81931" y="148590"/>
                    <a:pt x="59071" y="163830"/>
                    <a:pt x="59071" y="192405"/>
                  </a:cubicBezTo>
                  <a:cubicBezTo>
                    <a:pt x="59071" y="217170"/>
                    <a:pt x="76216" y="232410"/>
                    <a:pt x="103839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5" name="Freihandform: Form 174">
              <a:extLst>
                <a:ext uri="{FF2B5EF4-FFF2-40B4-BE49-F238E27FC236}">
                  <a16:creationId xmlns:a16="http://schemas.microsoft.com/office/drawing/2014/main" id="{94233EBB-FE37-4CE4-89F2-97886A4BABFC}"/>
                </a:ext>
              </a:extLst>
            </p:cNvPr>
            <p:cNvSpPr/>
            <p:nvPr/>
          </p:nvSpPr>
          <p:spPr>
            <a:xfrm>
              <a:off x="2625089" y="3216591"/>
              <a:ext cx="224789" cy="280035"/>
            </a:xfrm>
            <a:custGeom>
              <a:avLst/>
              <a:gdLst>
                <a:gd name="connsiteX0" fmla="*/ 222885 w 224789"/>
                <a:gd name="connsiteY0" fmla="*/ 237173 h 280035"/>
                <a:gd name="connsiteX1" fmla="*/ 127635 w 224789"/>
                <a:gd name="connsiteY1" fmla="*/ 280035 h 280035"/>
                <a:gd name="connsiteX2" fmla="*/ 0 w 224789"/>
                <a:gd name="connsiteY2" fmla="*/ 140970 h 280035"/>
                <a:gd name="connsiteX3" fmla="*/ 128588 w 224789"/>
                <a:gd name="connsiteY3" fmla="*/ 0 h 280035"/>
                <a:gd name="connsiteX4" fmla="*/ 224790 w 224789"/>
                <a:gd name="connsiteY4" fmla="*/ 45720 h 280035"/>
                <a:gd name="connsiteX5" fmla="*/ 181927 w 224789"/>
                <a:gd name="connsiteY5" fmla="*/ 86678 h 280035"/>
                <a:gd name="connsiteX6" fmla="*/ 128588 w 224789"/>
                <a:gd name="connsiteY6" fmla="*/ 57150 h 280035"/>
                <a:gd name="connsiteX7" fmla="*/ 62865 w 224789"/>
                <a:gd name="connsiteY7" fmla="*/ 140017 h 280035"/>
                <a:gd name="connsiteX8" fmla="*/ 128588 w 224789"/>
                <a:gd name="connsiteY8" fmla="*/ 222885 h 280035"/>
                <a:gd name="connsiteX9" fmla="*/ 183833 w 224789"/>
                <a:gd name="connsiteY9" fmla="*/ 193358 h 280035"/>
                <a:gd name="connsiteX10" fmla="*/ 222885 w 224789"/>
                <a:gd name="connsiteY10" fmla="*/ 237173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89" h="280035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3" y="0"/>
                    <a:pt x="200977" y="15240"/>
                    <a:pt x="224790" y="45720"/>
                  </a:cubicBezTo>
                  <a:lnTo>
                    <a:pt x="181927" y="86678"/>
                  </a:lnTo>
                  <a:cubicBezTo>
                    <a:pt x="166688" y="66675"/>
                    <a:pt x="149543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3" y="222885"/>
                    <a:pt x="166688" y="213360"/>
                    <a:pt x="183833" y="193358"/>
                  </a:cubicBezTo>
                  <a:lnTo>
                    <a:pt x="222885" y="2371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6" name="Freihandform: Form 175">
              <a:extLst>
                <a:ext uri="{FF2B5EF4-FFF2-40B4-BE49-F238E27FC236}">
                  <a16:creationId xmlns:a16="http://schemas.microsoft.com/office/drawing/2014/main" id="{7A2AD458-911D-49BF-858A-C8BBE6FBCB2F}"/>
                </a:ext>
              </a:extLst>
            </p:cNvPr>
            <p:cNvSpPr/>
            <p:nvPr/>
          </p:nvSpPr>
          <p:spPr>
            <a:xfrm>
              <a:off x="2904172" y="3100387"/>
              <a:ext cx="228599" cy="390525"/>
            </a:xfrm>
            <a:custGeom>
              <a:avLst/>
              <a:gdLst>
                <a:gd name="connsiteX0" fmla="*/ 228600 w 228599"/>
                <a:gd name="connsiteY0" fmla="*/ 390525 h 390525"/>
                <a:gd name="connsiteX1" fmla="*/ 166687 w 228599"/>
                <a:gd name="connsiteY1" fmla="*/ 390525 h 390525"/>
                <a:gd name="connsiteX2" fmla="*/ 166687 w 228599"/>
                <a:gd name="connsiteY2" fmla="*/ 238125 h 390525"/>
                <a:gd name="connsiteX3" fmla="*/ 117157 w 228599"/>
                <a:gd name="connsiteY3" fmla="*/ 173355 h 390525"/>
                <a:gd name="connsiteX4" fmla="*/ 61913 w 228599"/>
                <a:gd name="connsiteY4" fmla="*/ 238125 h 390525"/>
                <a:gd name="connsiteX5" fmla="*/ 61913 w 228599"/>
                <a:gd name="connsiteY5" fmla="*/ 390525 h 390525"/>
                <a:gd name="connsiteX6" fmla="*/ 0 w 228599"/>
                <a:gd name="connsiteY6" fmla="*/ 390525 h 390525"/>
                <a:gd name="connsiteX7" fmla="*/ 0 w 228599"/>
                <a:gd name="connsiteY7" fmla="*/ 16192 h 390525"/>
                <a:gd name="connsiteX8" fmla="*/ 61913 w 228599"/>
                <a:gd name="connsiteY8" fmla="*/ 0 h 390525"/>
                <a:gd name="connsiteX9" fmla="*/ 61913 w 228599"/>
                <a:gd name="connsiteY9" fmla="*/ 155258 h 390525"/>
                <a:gd name="connsiteX10" fmla="*/ 62865 w 228599"/>
                <a:gd name="connsiteY10" fmla="*/ 155258 h 390525"/>
                <a:gd name="connsiteX11" fmla="*/ 140970 w 228599"/>
                <a:gd name="connsiteY11" fmla="*/ 116205 h 390525"/>
                <a:gd name="connsiteX12" fmla="*/ 228600 w 228599"/>
                <a:gd name="connsiteY12" fmla="*/ 223838 h 390525"/>
                <a:gd name="connsiteX13" fmla="*/ 228600 w 228599"/>
                <a:gd name="connsiteY13" fmla="*/ 390525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599" h="390525">
                  <a:moveTo>
                    <a:pt x="228600" y="390525"/>
                  </a:moveTo>
                  <a:lnTo>
                    <a:pt x="166687" y="390525"/>
                  </a:lnTo>
                  <a:lnTo>
                    <a:pt x="166687" y="238125"/>
                  </a:lnTo>
                  <a:cubicBezTo>
                    <a:pt x="166687" y="199073"/>
                    <a:pt x="154305" y="173355"/>
                    <a:pt x="117157" y="173355"/>
                  </a:cubicBezTo>
                  <a:cubicBezTo>
                    <a:pt x="74295" y="173355"/>
                    <a:pt x="61913" y="207645"/>
                    <a:pt x="61913" y="238125"/>
                  </a:cubicBezTo>
                  <a:lnTo>
                    <a:pt x="61913" y="390525"/>
                  </a:lnTo>
                  <a:lnTo>
                    <a:pt x="0" y="390525"/>
                  </a:lnTo>
                  <a:lnTo>
                    <a:pt x="0" y="16192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7" y="116205"/>
                    <a:pt x="140970" y="116205"/>
                  </a:cubicBezTo>
                  <a:cubicBezTo>
                    <a:pt x="202882" y="116205"/>
                    <a:pt x="228600" y="161925"/>
                    <a:pt x="228600" y="223838"/>
                  </a:cubicBezTo>
                  <a:lnTo>
                    <a:pt x="228600" y="39052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7" name="Freihandform: Form 176">
              <a:extLst>
                <a:ext uri="{FF2B5EF4-FFF2-40B4-BE49-F238E27FC236}">
                  <a16:creationId xmlns:a16="http://schemas.microsoft.com/office/drawing/2014/main" id="{C20CF276-1400-4BB7-BE83-A79F8856A4E2}"/>
                </a:ext>
              </a:extLst>
            </p:cNvPr>
            <p:cNvSpPr/>
            <p:nvPr/>
          </p:nvSpPr>
          <p:spPr>
            <a:xfrm>
              <a:off x="3211829" y="3099434"/>
              <a:ext cx="249554" cy="397192"/>
            </a:xfrm>
            <a:custGeom>
              <a:avLst/>
              <a:gdLst>
                <a:gd name="connsiteX0" fmla="*/ 249555 w 249554"/>
                <a:gd name="connsiteY0" fmla="*/ 256223 h 397192"/>
                <a:gd name="connsiteX1" fmla="*/ 140970 w 249554"/>
                <a:gd name="connsiteY1" fmla="*/ 397193 h 397192"/>
                <a:gd name="connsiteX2" fmla="*/ 61913 w 249554"/>
                <a:gd name="connsiteY2" fmla="*/ 360045 h 397192"/>
                <a:gd name="connsiteX3" fmla="*/ 60008 w 249554"/>
                <a:gd name="connsiteY3" fmla="*/ 360045 h 397192"/>
                <a:gd name="connsiteX4" fmla="*/ 60008 w 249554"/>
                <a:gd name="connsiteY4" fmla="*/ 390525 h 397192"/>
                <a:gd name="connsiteX5" fmla="*/ 0 w 249554"/>
                <a:gd name="connsiteY5" fmla="*/ 390525 h 397192"/>
                <a:gd name="connsiteX6" fmla="*/ 0 w 249554"/>
                <a:gd name="connsiteY6" fmla="*/ 16192 h 397192"/>
                <a:gd name="connsiteX7" fmla="*/ 61913 w 249554"/>
                <a:gd name="connsiteY7" fmla="*/ 0 h 397192"/>
                <a:gd name="connsiteX8" fmla="*/ 61913 w 249554"/>
                <a:gd name="connsiteY8" fmla="*/ 154305 h 397192"/>
                <a:gd name="connsiteX9" fmla="*/ 62865 w 249554"/>
                <a:gd name="connsiteY9" fmla="*/ 154305 h 397192"/>
                <a:gd name="connsiteX10" fmla="*/ 140970 w 249554"/>
                <a:gd name="connsiteY10" fmla="*/ 116205 h 397192"/>
                <a:gd name="connsiteX11" fmla="*/ 249555 w 249554"/>
                <a:gd name="connsiteY11" fmla="*/ 256223 h 397192"/>
                <a:gd name="connsiteX12" fmla="*/ 187642 w 249554"/>
                <a:gd name="connsiteY12" fmla="*/ 257175 h 397192"/>
                <a:gd name="connsiteX13" fmla="*/ 125730 w 249554"/>
                <a:gd name="connsiteY13" fmla="*/ 173355 h 397192"/>
                <a:gd name="connsiteX14" fmla="*/ 62865 w 249554"/>
                <a:gd name="connsiteY14" fmla="*/ 207645 h 397192"/>
                <a:gd name="connsiteX15" fmla="*/ 62865 w 249554"/>
                <a:gd name="connsiteY15" fmla="*/ 305753 h 397192"/>
                <a:gd name="connsiteX16" fmla="*/ 126683 w 249554"/>
                <a:gd name="connsiteY16" fmla="*/ 341948 h 397192"/>
                <a:gd name="connsiteX17" fmla="*/ 187642 w 249554"/>
                <a:gd name="connsiteY17" fmla="*/ 257175 h 397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9554" h="397192">
                  <a:moveTo>
                    <a:pt x="249555" y="256223"/>
                  </a:moveTo>
                  <a:cubicBezTo>
                    <a:pt x="249555" y="341948"/>
                    <a:pt x="205740" y="397193"/>
                    <a:pt x="140970" y="397193"/>
                  </a:cubicBezTo>
                  <a:cubicBezTo>
                    <a:pt x="107633" y="397193"/>
                    <a:pt x="80010" y="382905"/>
                    <a:pt x="61913" y="360045"/>
                  </a:cubicBezTo>
                  <a:lnTo>
                    <a:pt x="60008" y="360045"/>
                  </a:lnTo>
                  <a:lnTo>
                    <a:pt x="60008" y="390525"/>
                  </a:lnTo>
                  <a:lnTo>
                    <a:pt x="0" y="390525"/>
                  </a:lnTo>
                  <a:lnTo>
                    <a:pt x="0" y="16192"/>
                  </a:lnTo>
                  <a:lnTo>
                    <a:pt x="61913" y="0"/>
                  </a:lnTo>
                  <a:lnTo>
                    <a:pt x="61913" y="154305"/>
                  </a:lnTo>
                  <a:lnTo>
                    <a:pt x="62865" y="154305"/>
                  </a:lnTo>
                  <a:cubicBezTo>
                    <a:pt x="80963" y="130492"/>
                    <a:pt x="107633" y="116205"/>
                    <a:pt x="140970" y="116205"/>
                  </a:cubicBezTo>
                  <a:cubicBezTo>
                    <a:pt x="205740" y="117157"/>
                    <a:pt x="249555" y="169545"/>
                    <a:pt x="249555" y="256223"/>
                  </a:cubicBezTo>
                  <a:close/>
                  <a:moveTo>
                    <a:pt x="187642" y="257175"/>
                  </a:moveTo>
                  <a:cubicBezTo>
                    <a:pt x="187642" y="201930"/>
                    <a:pt x="164783" y="173355"/>
                    <a:pt x="125730" y="173355"/>
                  </a:cubicBezTo>
                  <a:cubicBezTo>
                    <a:pt x="101917" y="173355"/>
                    <a:pt x="81915" y="183832"/>
                    <a:pt x="62865" y="207645"/>
                  </a:cubicBezTo>
                  <a:lnTo>
                    <a:pt x="62865" y="305753"/>
                  </a:lnTo>
                  <a:cubicBezTo>
                    <a:pt x="80963" y="329565"/>
                    <a:pt x="100965" y="341948"/>
                    <a:pt x="126683" y="341948"/>
                  </a:cubicBezTo>
                  <a:cubicBezTo>
                    <a:pt x="166688" y="341948"/>
                    <a:pt x="187642" y="310515"/>
                    <a:pt x="187642" y="2571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8" name="Freihandform: Form 177">
              <a:extLst>
                <a:ext uri="{FF2B5EF4-FFF2-40B4-BE49-F238E27FC236}">
                  <a16:creationId xmlns:a16="http://schemas.microsoft.com/office/drawing/2014/main" id="{AD34D773-239C-4D74-81BE-0FC6195EB2B5}"/>
                </a:ext>
              </a:extLst>
            </p:cNvPr>
            <p:cNvSpPr/>
            <p:nvPr/>
          </p:nvSpPr>
          <p:spPr>
            <a:xfrm>
              <a:off x="3515677" y="3217544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2 h 279082"/>
                <a:gd name="connsiteX7" fmla="*/ 198120 w 242887"/>
                <a:gd name="connsiteY7" fmla="*/ 194310 h 279082"/>
                <a:gd name="connsiteX8" fmla="*/ 237172 w 242887"/>
                <a:gd name="connsiteY8" fmla="*/ 235267 h 279082"/>
                <a:gd name="connsiteX9" fmla="*/ 132397 w 242887"/>
                <a:gd name="connsiteY9" fmla="*/ 279083 h 279082"/>
                <a:gd name="connsiteX10" fmla="*/ 62865 w 242887"/>
                <a:gd name="connsiteY10" fmla="*/ 115252 h 279082"/>
                <a:gd name="connsiteX11" fmla="*/ 183832 w 242887"/>
                <a:gd name="connsiteY11" fmla="*/ 115252 h 279082"/>
                <a:gd name="connsiteX12" fmla="*/ 124777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2"/>
                    <a:pt x="132397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2" y="235267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2865" y="115252"/>
                  </a:moveTo>
                  <a:lnTo>
                    <a:pt x="183832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9" name="Freihandform: Form 178">
              <a:extLst>
                <a:ext uri="{FF2B5EF4-FFF2-40B4-BE49-F238E27FC236}">
                  <a16:creationId xmlns:a16="http://schemas.microsoft.com/office/drawing/2014/main" id="{717406AB-483F-4C36-8A29-92B6BFF98885}"/>
                </a:ext>
              </a:extLst>
            </p:cNvPr>
            <p:cNvSpPr/>
            <p:nvPr/>
          </p:nvSpPr>
          <p:spPr>
            <a:xfrm>
              <a:off x="3829049" y="3217301"/>
              <a:ext cx="160020" cy="273610"/>
            </a:xfrm>
            <a:custGeom>
              <a:avLst/>
              <a:gdLst>
                <a:gd name="connsiteX0" fmla="*/ 160020 w 160020"/>
                <a:gd name="connsiteY0" fmla="*/ 5005 h 273610"/>
                <a:gd name="connsiteX1" fmla="*/ 150495 w 160020"/>
                <a:gd name="connsiteY1" fmla="*/ 68823 h 273610"/>
                <a:gd name="connsiteX2" fmla="*/ 116205 w 160020"/>
                <a:gd name="connsiteY2" fmla="*/ 60250 h 273610"/>
                <a:gd name="connsiteX3" fmla="*/ 61913 w 160020"/>
                <a:gd name="connsiteY3" fmla="*/ 135498 h 273610"/>
                <a:gd name="connsiteX4" fmla="*/ 61913 w 160020"/>
                <a:gd name="connsiteY4" fmla="*/ 273610 h 273610"/>
                <a:gd name="connsiteX5" fmla="*/ 0 w 160020"/>
                <a:gd name="connsiteY5" fmla="*/ 273610 h 273610"/>
                <a:gd name="connsiteX6" fmla="*/ 0 w 160020"/>
                <a:gd name="connsiteY6" fmla="*/ 6910 h 273610"/>
                <a:gd name="connsiteX7" fmla="*/ 60960 w 160020"/>
                <a:gd name="connsiteY7" fmla="*/ 6910 h 273610"/>
                <a:gd name="connsiteX8" fmla="*/ 60960 w 160020"/>
                <a:gd name="connsiteY8" fmla="*/ 40248 h 273610"/>
                <a:gd name="connsiteX9" fmla="*/ 61913 w 160020"/>
                <a:gd name="connsiteY9" fmla="*/ 40248 h 273610"/>
                <a:gd name="connsiteX10" fmla="*/ 131445 w 160020"/>
                <a:gd name="connsiteY10" fmla="*/ 243 h 273610"/>
                <a:gd name="connsiteX11" fmla="*/ 160020 w 160020"/>
                <a:gd name="connsiteY11" fmla="*/ 5005 h 273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3610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2" y="60250"/>
                    <a:pt x="61913" y="94540"/>
                    <a:pt x="61913" y="135498"/>
                  </a:cubicBezTo>
                  <a:lnTo>
                    <a:pt x="61913" y="273610"/>
                  </a:lnTo>
                  <a:lnTo>
                    <a:pt x="0" y="273610"/>
                  </a:lnTo>
                  <a:lnTo>
                    <a:pt x="0" y="6910"/>
                  </a:lnTo>
                  <a:lnTo>
                    <a:pt x="60960" y="6910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39065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0" name="Freihandform: Form 179">
              <a:extLst>
                <a:ext uri="{FF2B5EF4-FFF2-40B4-BE49-F238E27FC236}">
                  <a16:creationId xmlns:a16="http://schemas.microsoft.com/office/drawing/2014/main" id="{7C10380E-8231-4359-81F9-4B25B77D5ECA}"/>
                </a:ext>
              </a:extLst>
            </p:cNvPr>
            <p:cNvSpPr/>
            <p:nvPr/>
          </p:nvSpPr>
          <p:spPr>
            <a:xfrm>
              <a:off x="4022407" y="3217544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7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2 h 279082"/>
                <a:gd name="connsiteX7" fmla="*/ 198120 w 242887"/>
                <a:gd name="connsiteY7" fmla="*/ 194310 h 279082"/>
                <a:gd name="connsiteX8" fmla="*/ 237173 w 242887"/>
                <a:gd name="connsiteY8" fmla="*/ 235267 h 279082"/>
                <a:gd name="connsiteX9" fmla="*/ 132397 w 242887"/>
                <a:gd name="connsiteY9" fmla="*/ 279083 h 279082"/>
                <a:gd name="connsiteX10" fmla="*/ 62865 w 242887"/>
                <a:gd name="connsiteY10" fmla="*/ 115252 h 279082"/>
                <a:gd name="connsiteX11" fmla="*/ 183833 w 242887"/>
                <a:gd name="connsiteY11" fmla="*/ 115252 h 279082"/>
                <a:gd name="connsiteX12" fmla="*/ 124777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7" y="0"/>
                  </a:cubicBezTo>
                  <a:cubicBezTo>
                    <a:pt x="196215" y="0"/>
                    <a:pt x="242887" y="53340"/>
                    <a:pt x="242887" y="135255"/>
                  </a:cubicBezTo>
                  <a:cubicBezTo>
                    <a:pt x="242887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3" y="201930"/>
                    <a:pt x="94297" y="225742"/>
                    <a:pt x="132397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3" y="235267"/>
                  </a:lnTo>
                  <a:cubicBezTo>
                    <a:pt x="207645" y="264795"/>
                    <a:pt x="173355" y="279083"/>
                    <a:pt x="132397" y="279083"/>
                  </a:cubicBezTo>
                  <a:close/>
                  <a:moveTo>
                    <a:pt x="62865" y="115252"/>
                  </a:moveTo>
                  <a:lnTo>
                    <a:pt x="183833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90488" y="50482"/>
                    <a:pt x="68580" y="74295"/>
                    <a:pt x="62865" y="115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1" name="Freihandform: Form 180">
              <a:extLst>
                <a:ext uri="{FF2B5EF4-FFF2-40B4-BE49-F238E27FC236}">
                  <a16:creationId xmlns:a16="http://schemas.microsoft.com/office/drawing/2014/main" id="{6FEFFC8E-05EF-4439-9D01-F9FD118AB61A}"/>
                </a:ext>
              </a:extLst>
            </p:cNvPr>
            <p:cNvSpPr/>
            <p:nvPr/>
          </p:nvSpPr>
          <p:spPr>
            <a:xfrm>
              <a:off x="4325302" y="3105149"/>
              <a:ext cx="79057" cy="385762"/>
            </a:xfrm>
            <a:custGeom>
              <a:avLst/>
              <a:gdLst>
                <a:gd name="connsiteX0" fmla="*/ 79057 w 79057"/>
                <a:gd name="connsiteY0" fmla="*/ 38100 h 385762"/>
                <a:gd name="connsiteX1" fmla="*/ 39053 w 79057"/>
                <a:gd name="connsiteY1" fmla="*/ 76200 h 385762"/>
                <a:gd name="connsiteX2" fmla="*/ 0 w 79057"/>
                <a:gd name="connsiteY2" fmla="*/ 38100 h 385762"/>
                <a:gd name="connsiteX3" fmla="*/ 39053 w 79057"/>
                <a:gd name="connsiteY3" fmla="*/ 0 h 385762"/>
                <a:gd name="connsiteX4" fmla="*/ 79057 w 79057"/>
                <a:gd name="connsiteY4" fmla="*/ 38100 h 385762"/>
                <a:gd name="connsiteX5" fmla="*/ 71438 w 79057"/>
                <a:gd name="connsiteY5" fmla="*/ 385763 h 385762"/>
                <a:gd name="connsiteX6" fmla="*/ 9525 w 79057"/>
                <a:gd name="connsiteY6" fmla="*/ 385763 h 385762"/>
                <a:gd name="connsiteX7" fmla="*/ 9525 w 79057"/>
                <a:gd name="connsiteY7" fmla="*/ 119063 h 385762"/>
                <a:gd name="connsiteX8" fmla="*/ 71438 w 79057"/>
                <a:gd name="connsiteY8" fmla="*/ 119063 h 385762"/>
                <a:gd name="connsiteX9" fmla="*/ 71438 w 79057"/>
                <a:gd name="connsiteY9" fmla="*/ 385763 h 385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5762">
                  <a:moveTo>
                    <a:pt x="79057" y="38100"/>
                  </a:moveTo>
                  <a:cubicBezTo>
                    <a:pt x="79057" y="60008"/>
                    <a:pt x="60960" y="76200"/>
                    <a:pt x="39053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2"/>
                    <a:pt x="18097" y="0"/>
                    <a:pt x="39053" y="0"/>
                  </a:cubicBezTo>
                  <a:cubicBezTo>
                    <a:pt x="61913" y="0"/>
                    <a:pt x="79057" y="16192"/>
                    <a:pt x="79057" y="38100"/>
                  </a:cubicBezTo>
                  <a:close/>
                  <a:moveTo>
                    <a:pt x="71438" y="385763"/>
                  </a:moveTo>
                  <a:lnTo>
                    <a:pt x="9525" y="385763"/>
                  </a:lnTo>
                  <a:lnTo>
                    <a:pt x="9525" y="119063"/>
                  </a:lnTo>
                  <a:lnTo>
                    <a:pt x="71438" y="119063"/>
                  </a:lnTo>
                  <a:lnTo>
                    <a:pt x="71438" y="38576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2" name="Freihandform: Form 181">
              <a:extLst>
                <a:ext uri="{FF2B5EF4-FFF2-40B4-BE49-F238E27FC236}">
                  <a16:creationId xmlns:a16="http://schemas.microsoft.com/office/drawing/2014/main" id="{15CC45AC-F73E-4AEA-832F-4EB41A9FC1A0}"/>
                </a:ext>
              </a:extLst>
            </p:cNvPr>
            <p:cNvSpPr/>
            <p:nvPr/>
          </p:nvSpPr>
          <p:spPr>
            <a:xfrm>
              <a:off x="4463414" y="3216591"/>
              <a:ext cx="224790" cy="280035"/>
            </a:xfrm>
            <a:custGeom>
              <a:avLst/>
              <a:gdLst>
                <a:gd name="connsiteX0" fmla="*/ 222885 w 224790"/>
                <a:gd name="connsiteY0" fmla="*/ 237173 h 280035"/>
                <a:gd name="connsiteX1" fmla="*/ 127635 w 224790"/>
                <a:gd name="connsiteY1" fmla="*/ 280035 h 280035"/>
                <a:gd name="connsiteX2" fmla="*/ 0 w 224790"/>
                <a:gd name="connsiteY2" fmla="*/ 140970 h 280035"/>
                <a:gd name="connsiteX3" fmla="*/ 128588 w 224790"/>
                <a:gd name="connsiteY3" fmla="*/ 0 h 280035"/>
                <a:gd name="connsiteX4" fmla="*/ 224790 w 224790"/>
                <a:gd name="connsiteY4" fmla="*/ 45720 h 280035"/>
                <a:gd name="connsiteX5" fmla="*/ 181928 w 224790"/>
                <a:gd name="connsiteY5" fmla="*/ 86678 h 280035"/>
                <a:gd name="connsiteX6" fmla="*/ 128588 w 224790"/>
                <a:gd name="connsiteY6" fmla="*/ 57150 h 280035"/>
                <a:gd name="connsiteX7" fmla="*/ 62865 w 224790"/>
                <a:gd name="connsiteY7" fmla="*/ 140017 h 280035"/>
                <a:gd name="connsiteX8" fmla="*/ 128588 w 224790"/>
                <a:gd name="connsiteY8" fmla="*/ 222885 h 280035"/>
                <a:gd name="connsiteX9" fmla="*/ 183832 w 224790"/>
                <a:gd name="connsiteY9" fmla="*/ 193358 h 280035"/>
                <a:gd name="connsiteX10" fmla="*/ 222885 w 224790"/>
                <a:gd name="connsiteY10" fmla="*/ 237173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90" h="280035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6688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2" y="193358"/>
                  </a:cubicBezTo>
                  <a:lnTo>
                    <a:pt x="222885" y="2371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3" name="Freihandform: Form 182">
              <a:extLst>
                <a:ext uri="{FF2B5EF4-FFF2-40B4-BE49-F238E27FC236}">
                  <a16:creationId xmlns:a16="http://schemas.microsoft.com/office/drawing/2014/main" id="{CC3E7569-FEFD-4840-91A2-AED5BF9C3024}"/>
                </a:ext>
              </a:extLst>
            </p:cNvPr>
            <p:cNvSpPr/>
            <p:nvPr/>
          </p:nvSpPr>
          <p:spPr>
            <a:xfrm>
              <a:off x="4742496" y="3100387"/>
              <a:ext cx="228600" cy="390525"/>
            </a:xfrm>
            <a:custGeom>
              <a:avLst/>
              <a:gdLst>
                <a:gd name="connsiteX0" fmla="*/ 228600 w 228600"/>
                <a:gd name="connsiteY0" fmla="*/ 390525 h 390525"/>
                <a:gd name="connsiteX1" fmla="*/ 166688 w 228600"/>
                <a:gd name="connsiteY1" fmla="*/ 390525 h 390525"/>
                <a:gd name="connsiteX2" fmla="*/ 166688 w 228600"/>
                <a:gd name="connsiteY2" fmla="*/ 238125 h 390525"/>
                <a:gd name="connsiteX3" fmla="*/ 117158 w 228600"/>
                <a:gd name="connsiteY3" fmla="*/ 173355 h 390525"/>
                <a:gd name="connsiteX4" fmla="*/ 61913 w 228600"/>
                <a:gd name="connsiteY4" fmla="*/ 238125 h 390525"/>
                <a:gd name="connsiteX5" fmla="*/ 61913 w 228600"/>
                <a:gd name="connsiteY5" fmla="*/ 390525 h 390525"/>
                <a:gd name="connsiteX6" fmla="*/ 0 w 228600"/>
                <a:gd name="connsiteY6" fmla="*/ 390525 h 390525"/>
                <a:gd name="connsiteX7" fmla="*/ 0 w 228600"/>
                <a:gd name="connsiteY7" fmla="*/ 16192 h 390525"/>
                <a:gd name="connsiteX8" fmla="*/ 61913 w 228600"/>
                <a:gd name="connsiteY8" fmla="*/ 0 h 390525"/>
                <a:gd name="connsiteX9" fmla="*/ 61913 w 228600"/>
                <a:gd name="connsiteY9" fmla="*/ 155258 h 390525"/>
                <a:gd name="connsiteX10" fmla="*/ 62865 w 228600"/>
                <a:gd name="connsiteY10" fmla="*/ 155258 h 390525"/>
                <a:gd name="connsiteX11" fmla="*/ 140970 w 228600"/>
                <a:gd name="connsiteY11" fmla="*/ 116205 h 390525"/>
                <a:gd name="connsiteX12" fmla="*/ 228600 w 228600"/>
                <a:gd name="connsiteY12" fmla="*/ 223838 h 390525"/>
                <a:gd name="connsiteX13" fmla="*/ 228600 w 228600"/>
                <a:gd name="connsiteY13" fmla="*/ 390525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390525">
                  <a:moveTo>
                    <a:pt x="228600" y="390525"/>
                  </a:moveTo>
                  <a:lnTo>
                    <a:pt x="166688" y="390525"/>
                  </a:lnTo>
                  <a:lnTo>
                    <a:pt x="166688" y="238125"/>
                  </a:lnTo>
                  <a:cubicBezTo>
                    <a:pt x="166688" y="199073"/>
                    <a:pt x="154305" y="173355"/>
                    <a:pt x="117158" y="173355"/>
                  </a:cubicBezTo>
                  <a:cubicBezTo>
                    <a:pt x="74295" y="173355"/>
                    <a:pt x="61913" y="207645"/>
                    <a:pt x="61913" y="238125"/>
                  </a:cubicBezTo>
                  <a:lnTo>
                    <a:pt x="61913" y="390525"/>
                  </a:lnTo>
                  <a:lnTo>
                    <a:pt x="0" y="390525"/>
                  </a:lnTo>
                  <a:lnTo>
                    <a:pt x="0" y="16192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9052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4" name="Freihandform: Form 183">
              <a:extLst>
                <a:ext uri="{FF2B5EF4-FFF2-40B4-BE49-F238E27FC236}">
                  <a16:creationId xmlns:a16="http://schemas.microsoft.com/office/drawing/2014/main" id="{4C8A46FB-F89F-464F-AB95-1955CB3A057A}"/>
                </a:ext>
              </a:extLst>
            </p:cNvPr>
            <p:cNvSpPr/>
            <p:nvPr/>
          </p:nvSpPr>
          <p:spPr>
            <a:xfrm>
              <a:off x="5209221" y="3122294"/>
              <a:ext cx="273367" cy="368617"/>
            </a:xfrm>
            <a:custGeom>
              <a:avLst/>
              <a:gdLst>
                <a:gd name="connsiteX0" fmla="*/ 64770 w 273367"/>
                <a:gd name="connsiteY0" fmla="*/ 368617 h 368617"/>
                <a:gd name="connsiteX1" fmla="*/ 0 w 273367"/>
                <a:gd name="connsiteY1" fmla="*/ 368617 h 368617"/>
                <a:gd name="connsiteX2" fmla="*/ 0 w 273367"/>
                <a:gd name="connsiteY2" fmla="*/ 0 h 368617"/>
                <a:gd name="connsiteX3" fmla="*/ 137160 w 273367"/>
                <a:gd name="connsiteY3" fmla="*/ 0 h 368617"/>
                <a:gd name="connsiteX4" fmla="*/ 263843 w 273367"/>
                <a:gd name="connsiteY4" fmla="*/ 108585 h 368617"/>
                <a:gd name="connsiteX5" fmla="*/ 188595 w 273367"/>
                <a:gd name="connsiteY5" fmla="*/ 214313 h 368617"/>
                <a:gd name="connsiteX6" fmla="*/ 273368 w 273367"/>
                <a:gd name="connsiteY6" fmla="*/ 368617 h 368617"/>
                <a:gd name="connsiteX7" fmla="*/ 196215 w 273367"/>
                <a:gd name="connsiteY7" fmla="*/ 368617 h 368617"/>
                <a:gd name="connsiteX8" fmla="*/ 120015 w 273367"/>
                <a:gd name="connsiteY8" fmla="*/ 220980 h 368617"/>
                <a:gd name="connsiteX9" fmla="*/ 63818 w 273367"/>
                <a:gd name="connsiteY9" fmla="*/ 220980 h 368617"/>
                <a:gd name="connsiteX10" fmla="*/ 63818 w 273367"/>
                <a:gd name="connsiteY10" fmla="*/ 368617 h 368617"/>
                <a:gd name="connsiteX11" fmla="*/ 197168 w 273367"/>
                <a:gd name="connsiteY11" fmla="*/ 110490 h 368617"/>
                <a:gd name="connsiteX12" fmla="*/ 131445 w 273367"/>
                <a:gd name="connsiteY12" fmla="*/ 57150 h 368617"/>
                <a:gd name="connsiteX13" fmla="*/ 64770 w 273367"/>
                <a:gd name="connsiteY13" fmla="*/ 57150 h 368617"/>
                <a:gd name="connsiteX14" fmla="*/ 64770 w 273367"/>
                <a:gd name="connsiteY14" fmla="*/ 164782 h 368617"/>
                <a:gd name="connsiteX15" fmla="*/ 128588 w 273367"/>
                <a:gd name="connsiteY15" fmla="*/ 164782 h 368617"/>
                <a:gd name="connsiteX16" fmla="*/ 197168 w 273367"/>
                <a:gd name="connsiteY16" fmla="*/ 110490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73367" h="368617">
                  <a:moveTo>
                    <a:pt x="64770" y="368617"/>
                  </a:moveTo>
                  <a:lnTo>
                    <a:pt x="0" y="368617"/>
                  </a:lnTo>
                  <a:lnTo>
                    <a:pt x="0" y="0"/>
                  </a:lnTo>
                  <a:lnTo>
                    <a:pt x="137160" y="0"/>
                  </a:lnTo>
                  <a:cubicBezTo>
                    <a:pt x="215265" y="0"/>
                    <a:pt x="263843" y="36195"/>
                    <a:pt x="263843" y="108585"/>
                  </a:cubicBezTo>
                  <a:cubicBezTo>
                    <a:pt x="263843" y="164782"/>
                    <a:pt x="235268" y="200025"/>
                    <a:pt x="188595" y="214313"/>
                  </a:cubicBezTo>
                  <a:lnTo>
                    <a:pt x="273368" y="368617"/>
                  </a:lnTo>
                  <a:lnTo>
                    <a:pt x="196215" y="368617"/>
                  </a:lnTo>
                  <a:lnTo>
                    <a:pt x="120015" y="220980"/>
                  </a:lnTo>
                  <a:lnTo>
                    <a:pt x="63818" y="220980"/>
                  </a:lnTo>
                  <a:lnTo>
                    <a:pt x="63818" y="368617"/>
                  </a:lnTo>
                  <a:close/>
                  <a:moveTo>
                    <a:pt x="197168" y="110490"/>
                  </a:moveTo>
                  <a:cubicBezTo>
                    <a:pt x="197168" y="74295"/>
                    <a:pt x="174308" y="57150"/>
                    <a:pt x="131445" y="57150"/>
                  </a:cubicBezTo>
                  <a:lnTo>
                    <a:pt x="64770" y="57150"/>
                  </a:lnTo>
                  <a:lnTo>
                    <a:pt x="64770" y="164782"/>
                  </a:lnTo>
                  <a:lnTo>
                    <a:pt x="128588" y="164782"/>
                  </a:lnTo>
                  <a:cubicBezTo>
                    <a:pt x="173355" y="164782"/>
                    <a:pt x="197168" y="146685"/>
                    <a:pt x="197168" y="1104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5" name="Freihandform: Form 184">
              <a:extLst>
                <a:ext uri="{FF2B5EF4-FFF2-40B4-BE49-F238E27FC236}">
                  <a16:creationId xmlns:a16="http://schemas.microsoft.com/office/drawing/2014/main" id="{F0BDD119-E404-4E32-9FCD-F32FF7160AB0}"/>
                </a:ext>
              </a:extLst>
            </p:cNvPr>
            <p:cNvSpPr/>
            <p:nvPr/>
          </p:nvSpPr>
          <p:spPr>
            <a:xfrm>
              <a:off x="5523546" y="3217544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2 h 279082"/>
                <a:gd name="connsiteX7" fmla="*/ 198120 w 242887"/>
                <a:gd name="connsiteY7" fmla="*/ 194310 h 279082"/>
                <a:gd name="connsiteX8" fmla="*/ 237172 w 242887"/>
                <a:gd name="connsiteY8" fmla="*/ 235267 h 279082"/>
                <a:gd name="connsiteX9" fmla="*/ 132397 w 242887"/>
                <a:gd name="connsiteY9" fmla="*/ 279083 h 279082"/>
                <a:gd name="connsiteX10" fmla="*/ 62865 w 242887"/>
                <a:gd name="connsiteY10" fmla="*/ 115252 h 279082"/>
                <a:gd name="connsiteX11" fmla="*/ 183833 w 242887"/>
                <a:gd name="connsiteY11" fmla="*/ 115252 h 279082"/>
                <a:gd name="connsiteX12" fmla="*/ 124778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3" y="201930"/>
                    <a:pt x="94297" y="225742"/>
                    <a:pt x="132397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2" y="235267"/>
                  </a:lnTo>
                  <a:cubicBezTo>
                    <a:pt x="206693" y="264795"/>
                    <a:pt x="173355" y="279083"/>
                    <a:pt x="132397" y="279083"/>
                  </a:cubicBezTo>
                  <a:close/>
                  <a:moveTo>
                    <a:pt x="62865" y="115252"/>
                  </a:moveTo>
                  <a:lnTo>
                    <a:pt x="183833" y="115252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8580" y="74295"/>
                    <a:pt x="62865" y="115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6" name="Freihandform: Form 185">
              <a:extLst>
                <a:ext uri="{FF2B5EF4-FFF2-40B4-BE49-F238E27FC236}">
                  <a16:creationId xmlns:a16="http://schemas.microsoft.com/office/drawing/2014/main" id="{3E823F4D-1704-4718-A76C-8A78BB2CF3CD}"/>
                </a:ext>
              </a:extLst>
            </p:cNvPr>
            <p:cNvSpPr/>
            <p:nvPr/>
          </p:nvSpPr>
          <p:spPr>
            <a:xfrm>
              <a:off x="5821679" y="3216591"/>
              <a:ext cx="224789" cy="280035"/>
            </a:xfrm>
            <a:custGeom>
              <a:avLst/>
              <a:gdLst>
                <a:gd name="connsiteX0" fmla="*/ 222885 w 224789"/>
                <a:gd name="connsiteY0" fmla="*/ 237173 h 280035"/>
                <a:gd name="connsiteX1" fmla="*/ 127635 w 224789"/>
                <a:gd name="connsiteY1" fmla="*/ 280035 h 280035"/>
                <a:gd name="connsiteX2" fmla="*/ 0 w 224789"/>
                <a:gd name="connsiteY2" fmla="*/ 140970 h 280035"/>
                <a:gd name="connsiteX3" fmla="*/ 128588 w 224789"/>
                <a:gd name="connsiteY3" fmla="*/ 0 h 280035"/>
                <a:gd name="connsiteX4" fmla="*/ 224790 w 224789"/>
                <a:gd name="connsiteY4" fmla="*/ 45720 h 280035"/>
                <a:gd name="connsiteX5" fmla="*/ 181927 w 224789"/>
                <a:gd name="connsiteY5" fmla="*/ 86678 h 280035"/>
                <a:gd name="connsiteX6" fmla="*/ 128588 w 224789"/>
                <a:gd name="connsiteY6" fmla="*/ 57150 h 280035"/>
                <a:gd name="connsiteX7" fmla="*/ 62865 w 224789"/>
                <a:gd name="connsiteY7" fmla="*/ 140017 h 280035"/>
                <a:gd name="connsiteX8" fmla="*/ 128588 w 224789"/>
                <a:gd name="connsiteY8" fmla="*/ 222885 h 280035"/>
                <a:gd name="connsiteX9" fmla="*/ 183832 w 224789"/>
                <a:gd name="connsiteY9" fmla="*/ 193358 h 280035"/>
                <a:gd name="connsiteX10" fmla="*/ 222885 w 224789"/>
                <a:gd name="connsiteY10" fmla="*/ 237173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89" h="280035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7" y="15240"/>
                    <a:pt x="224790" y="45720"/>
                  </a:cubicBezTo>
                  <a:lnTo>
                    <a:pt x="181927" y="86678"/>
                  </a:lnTo>
                  <a:cubicBezTo>
                    <a:pt x="166688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2" y="193358"/>
                  </a:cubicBezTo>
                  <a:lnTo>
                    <a:pt x="222885" y="2371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7" name="Freihandform: Form 186">
              <a:extLst>
                <a:ext uri="{FF2B5EF4-FFF2-40B4-BE49-F238E27FC236}">
                  <a16:creationId xmlns:a16="http://schemas.microsoft.com/office/drawing/2014/main" id="{0FDE95C1-131B-435A-9D59-14FB31EE8986}"/>
                </a:ext>
              </a:extLst>
            </p:cNvPr>
            <p:cNvSpPr/>
            <p:nvPr/>
          </p:nvSpPr>
          <p:spPr>
            <a:xfrm>
              <a:off x="6099809" y="3100387"/>
              <a:ext cx="228600" cy="390525"/>
            </a:xfrm>
            <a:custGeom>
              <a:avLst/>
              <a:gdLst>
                <a:gd name="connsiteX0" fmla="*/ 228600 w 228600"/>
                <a:gd name="connsiteY0" fmla="*/ 390525 h 390525"/>
                <a:gd name="connsiteX1" fmla="*/ 166688 w 228600"/>
                <a:gd name="connsiteY1" fmla="*/ 390525 h 390525"/>
                <a:gd name="connsiteX2" fmla="*/ 166688 w 228600"/>
                <a:gd name="connsiteY2" fmla="*/ 238125 h 390525"/>
                <a:gd name="connsiteX3" fmla="*/ 117158 w 228600"/>
                <a:gd name="connsiteY3" fmla="*/ 173355 h 390525"/>
                <a:gd name="connsiteX4" fmla="*/ 61913 w 228600"/>
                <a:gd name="connsiteY4" fmla="*/ 238125 h 390525"/>
                <a:gd name="connsiteX5" fmla="*/ 61913 w 228600"/>
                <a:gd name="connsiteY5" fmla="*/ 390525 h 390525"/>
                <a:gd name="connsiteX6" fmla="*/ 0 w 228600"/>
                <a:gd name="connsiteY6" fmla="*/ 390525 h 390525"/>
                <a:gd name="connsiteX7" fmla="*/ 0 w 228600"/>
                <a:gd name="connsiteY7" fmla="*/ 16192 h 390525"/>
                <a:gd name="connsiteX8" fmla="*/ 61913 w 228600"/>
                <a:gd name="connsiteY8" fmla="*/ 0 h 390525"/>
                <a:gd name="connsiteX9" fmla="*/ 61913 w 228600"/>
                <a:gd name="connsiteY9" fmla="*/ 155258 h 390525"/>
                <a:gd name="connsiteX10" fmla="*/ 62865 w 228600"/>
                <a:gd name="connsiteY10" fmla="*/ 155258 h 390525"/>
                <a:gd name="connsiteX11" fmla="*/ 140970 w 228600"/>
                <a:gd name="connsiteY11" fmla="*/ 116205 h 390525"/>
                <a:gd name="connsiteX12" fmla="*/ 228600 w 228600"/>
                <a:gd name="connsiteY12" fmla="*/ 223838 h 390525"/>
                <a:gd name="connsiteX13" fmla="*/ 228600 w 228600"/>
                <a:gd name="connsiteY13" fmla="*/ 390525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390525">
                  <a:moveTo>
                    <a:pt x="228600" y="390525"/>
                  </a:moveTo>
                  <a:lnTo>
                    <a:pt x="166688" y="390525"/>
                  </a:lnTo>
                  <a:lnTo>
                    <a:pt x="166688" y="238125"/>
                  </a:lnTo>
                  <a:cubicBezTo>
                    <a:pt x="166688" y="199073"/>
                    <a:pt x="154305" y="173355"/>
                    <a:pt x="117158" y="173355"/>
                  </a:cubicBezTo>
                  <a:cubicBezTo>
                    <a:pt x="74295" y="173355"/>
                    <a:pt x="61913" y="207645"/>
                    <a:pt x="61913" y="238125"/>
                  </a:cubicBezTo>
                  <a:lnTo>
                    <a:pt x="61913" y="390525"/>
                  </a:lnTo>
                  <a:lnTo>
                    <a:pt x="0" y="390525"/>
                  </a:lnTo>
                  <a:lnTo>
                    <a:pt x="0" y="16192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9052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8" name="Freihandform: Form 187">
              <a:extLst>
                <a:ext uri="{FF2B5EF4-FFF2-40B4-BE49-F238E27FC236}">
                  <a16:creationId xmlns:a16="http://schemas.microsoft.com/office/drawing/2014/main" id="{500E535E-8025-4D42-9149-C207DDA98379}"/>
                </a:ext>
              </a:extLst>
            </p:cNvPr>
            <p:cNvSpPr/>
            <p:nvPr/>
          </p:nvSpPr>
          <p:spPr>
            <a:xfrm>
              <a:off x="6377939" y="3138487"/>
              <a:ext cx="165734" cy="358140"/>
            </a:xfrm>
            <a:custGeom>
              <a:avLst/>
              <a:gdLst>
                <a:gd name="connsiteX0" fmla="*/ 165735 w 165734"/>
                <a:gd name="connsiteY0" fmla="*/ 295275 h 358140"/>
                <a:gd name="connsiteX1" fmla="*/ 165735 w 165734"/>
                <a:gd name="connsiteY1" fmla="*/ 348615 h 358140"/>
                <a:gd name="connsiteX2" fmla="*/ 113347 w 165734"/>
                <a:gd name="connsiteY2" fmla="*/ 358140 h 358140"/>
                <a:gd name="connsiteX3" fmla="*/ 40957 w 165734"/>
                <a:gd name="connsiteY3" fmla="*/ 282892 h 358140"/>
                <a:gd name="connsiteX4" fmla="*/ 40957 w 165734"/>
                <a:gd name="connsiteY4" fmla="*/ 137160 h 358140"/>
                <a:gd name="connsiteX5" fmla="*/ 0 w 165734"/>
                <a:gd name="connsiteY5" fmla="*/ 137160 h 358140"/>
                <a:gd name="connsiteX6" fmla="*/ 0 w 165734"/>
                <a:gd name="connsiteY6" fmla="*/ 85725 h 358140"/>
                <a:gd name="connsiteX7" fmla="*/ 40005 w 165734"/>
                <a:gd name="connsiteY7" fmla="*/ 85725 h 358140"/>
                <a:gd name="connsiteX8" fmla="*/ 40005 w 165734"/>
                <a:gd name="connsiteY8" fmla="*/ 13335 h 358140"/>
                <a:gd name="connsiteX9" fmla="*/ 101917 w 165734"/>
                <a:gd name="connsiteY9" fmla="*/ 0 h 358140"/>
                <a:gd name="connsiteX10" fmla="*/ 101917 w 165734"/>
                <a:gd name="connsiteY10" fmla="*/ 86677 h 358140"/>
                <a:gd name="connsiteX11" fmla="*/ 165735 w 165734"/>
                <a:gd name="connsiteY11" fmla="*/ 86677 h 358140"/>
                <a:gd name="connsiteX12" fmla="*/ 165735 w 165734"/>
                <a:gd name="connsiteY12" fmla="*/ 138113 h 358140"/>
                <a:gd name="connsiteX13" fmla="*/ 101917 w 165734"/>
                <a:gd name="connsiteY13" fmla="*/ 138113 h 358140"/>
                <a:gd name="connsiteX14" fmla="*/ 101917 w 165734"/>
                <a:gd name="connsiteY14" fmla="*/ 269558 h 358140"/>
                <a:gd name="connsiteX15" fmla="*/ 130492 w 165734"/>
                <a:gd name="connsiteY15" fmla="*/ 304800 h 358140"/>
                <a:gd name="connsiteX16" fmla="*/ 165735 w 165734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7" y="0"/>
                  </a:lnTo>
                  <a:lnTo>
                    <a:pt x="101917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7" y="138113"/>
                  </a:lnTo>
                  <a:lnTo>
                    <a:pt x="101917" y="269558"/>
                  </a:lnTo>
                  <a:cubicBezTo>
                    <a:pt x="101917" y="294322"/>
                    <a:pt x="110490" y="304800"/>
                    <a:pt x="130492" y="304800"/>
                  </a:cubicBezTo>
                  <a:cubicBezTo>
                    <a:pt x="142875" y="303847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9" name="Freihandform: Form 188">
              <a:extLst>
                <a:ext uri="{FF2B5EF4-FFF2-40B4-BE49-F238E27FC236}">
                  <a16:creationId xmlns:a16="http://schemas.microsoft.com/office/drawing/2014/main" id="{EF497F22-FF1E-455E-9B26-2218731DEA9E}"/>
                </a:ext>
              </a:extLst>
            </p:cNvPr>
            <p:cNvSpPr/>
            <p:nvPr/>
          </p:nvSpPr>
          <p:spPr>
            <a:xfrm>
              <a:off x="6588442" y="3216591"/>
              <a:ext cx="205739" cy="280035"/>
            </a:xfrm>
            <a:custGeom>
              <a:avLst/>
              <a:gdLst>
                <a:gd name="connsiteX0" fmla="*/ 29527 w 205739"/>
                <a:gd name="connsiteY0" fmla="*/ 198120 h 280035"/>
                <a:gd name="connsiteX1" fmla="*/ 104775 w 205739"/>
                <a:gd name="connsiteY1" fmla="*/ 227648 h 280035"/>
                <a:gd name="connsiteX2" fmla="*/ 143827 w 205739"/>
                <a:gd name="connsiteY2" fmla="*/ 200978 h 280035"/>
                <a:gd name="connsiteX3" fmla="*/ 10477 w 205739"/>
                <a:gd name="connsiteY3" fmla="*/ 82868 h 280035"/>
                <a:gd name="connsiteX4" fmla="*/ 111443 w 205739"/>
                <a:gd name="connsiteY4" fmla="*/ 0 h 280035"/>
                <a:gd name="connsiteX5" fmla="*/ 203835 w 205739"/>
                <a:gd name="connsiteY5" fmla="*/ 27623 h 280035"/>
                <a:gd name="connsiteX6" fmla="*/ 174307 w 205739"/>
                <a:gd name="connsiteY6" fmla="*/ 76200 h 280035"/>
                <a:gd name="connsiteX7" fmla="*/ 110490 w 205739"/>
                <a:gd name="connsiteY7" fmla="*/ 52388 h 280035"/>
                <a:gd name="connsiteX8" fmla="*/ 72390 w 205739"/>
                <a:gd name="connsiteY8" fmla="*/ 77153 h 280035"/>
                <a:gd name="connsiteX9" fmla="*/ 205740 w 205739"/>
                <a:gd name="connsiteY9" fmla="*/ 195263 h 280035"/>
                <a:gd name="connsiteX10" fmla="*/ 102870 w 205739"/>
                <a:gd name="connsiteY10" fmla="*/ 280035 h 280035"/>
                <a:gd name="connsiteX11" fmla="*/ 0 w 205739"/>
                <a:gd name="connsiteY11" fmla="*/ 247650 h 280035"/>
                <a:gd name="connsiteX12" fmla="*/ 29527 w 205739"/>
                <a:gd name="connsiteY12" fmla="*/ 198120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39" h="280035">
                  <a:moveTo>
                    <a:pt x="29527" y="198120"/>
                  </a:moveTo>
                  <a:cubicBezTo>
                    <a:pt x="56197" y="218123"/>
                    <a:pt x="80963" y="227648"/>
                    <a:pt x="104775" y="227648"/>
                  </a:cubicBezTo>
                  <a:cubicBezTo>
                    <a:pt x="127635" y="227648"/>
                    <a:pt x="143827" y="217170"/>
                    <a:pt x="143827" y="200978"/>
                  </a:cubicBezTo>
                  <a:cubicBezTo>
                    <a:pt x="143827" y="155258"/>
                    <a:pt x="10477" y="171450"/>
                    <a:pt x="10477" y="82868"/>
                  </a:cubicBezTo>
                  <a:cubicBezTo>
                    <a:pt x="10477" y="33338"/>
                    <a:pt x="51435" y="0"/>
                    <a:pt x="111443" y="0"/>
                  </a:cubicBezTo>
                  <a:cubicBezTo>
                    <a:pt x="143827" y="0"/>
                    <a:pt x="175260" y="9525"/>
                    <a:pt x="203835" y="27623"/>
                  </a:cubicBezTo>
                  <a:lnTo>
                    <a:pt x="174307" y="76200"/>
                  </a:lnTo>
                  <a:cubicBezTo>
                    <a:pt x="151447" y="60008"/>
                    <a:pt x="130493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2" y="280035"/>
                    <a:pt x="102870" y="280035"/>
                  </a:cubicBezTo>
                  <a:cubicBezTo>
                    <a:pt x="67627" y="280035"/>
                    <a:pt x="31432" y="268605"/>
                    <a:pt x="0" y="247650"/>
                  </a:cubicBezTo>
                  <a:lnTo>
                    <a:pt x="29527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0" name="Freihandform: Form 189">
              <a:extLst>
                <a:ext uri="{FF2B5EF4-FFF2-40B4-BE49-F238E27FC236}">
                  <a16:creationId xmlns:a16="http://schemas.microsoft.com/office/drawing/2014/main" id="{B60477FE-90C0-4774-9C70-17D5CA53298D}"/>
                </a:ext>
              </a:extLst>
            </p:cNvPr>
            <p:cNvSpPr/>
            <p:nvPr/>
          </p:nvSpPr>
          <p:spPr>
            <a:xfrm>
              <a:off x="6837044" y="3224212"/>
              <a:ext cx="376237" cy="266700"/>
            </a:xfrm>
            <a:custGeom>
              <a:avLst/>
              <a:gdLst>
                <a:gd name="connsiteX0" fmla="*/ 376238 w 376237"/>
                <a:gd name="connsiteY0" fmla="*/ 0 h 266700"/>
                <a:gd name="connsiteX1" fmla="*/ 297180 w 376237"/>
                <a:gd name="connsiteY1" fmla="*/ 266700 h 266700"/>
                <a:gd name="connsiteX2" fmla="*/ 237173 w 376237"/>
                <a:gd name="connsiteY2" fmla="*/ 266700 h 266700"/>
                <a:gd name="connsiteX3" fmla="*/ 188595 w 376237"/>
                <a:gd name="connsiteY3" fmla="*/ 81915 h 266700"/>
                <a:gd name="connsiteX4" fmla="*/ 187643 w 376237"/>
                <a:gd name="connsiteY4" fmla="*/ 81915 h 266700"/>
                <a:gd name="connsiteX5" fmla="*/ 139065 w 376237"/>
                <a:gd name="connsiteY5" fmla="*/ 266700 h 266700"/>
                <a:gd name="connsiteX6" fmla="*/ 79057 w 376237"/>
                <a:gd name="connsiteY6" fmla="*/ 266700 h 266700"/>
                <a:gd name="connsiteX7" fmla="*/ 0 w 376237"/>
                <a:gd name="connsiteY7" fmla="*/ 0 h 266700"/>
                <a:gd name="connsiteX8" fmla="*/ 65723 w 376237"/>
                <a:gd name="connsiteY8" fmla="*/ 0 h 266700"/>
                <a:gd name="connsiteX9" fmla="*/ 111443 w 376237"/>
                <a:gd name="connsiteY9" fmla="*/ 180022 h 266700"/>
                <a:gd name="connsiteX10" fmla="*/ 112395 w 376237"/>
                <a:gd name="connsiteY10" fmla="*/ 180022 h 266700"/>
                <a:gd name="connsiteX11" fmla="*/ 159068 w 376237"/>
                <a:gd name="connsiteY11" fmla="*/ 0 h 266700"/>
                <a:gd name="connsiteX12" fmla="*/ 216218 w 376237"/>
                <a:gd name="connsiteY12" fmla="*/ 0 h 266700"/>
                <a:gd name="connsiteX13" fmla="*/ 264795 w 376237"/>
                <a:gd name="connsiteY13" fmla="*/ 180022 h 266700"/>
                <a:gd name="connsiteX14" fmla="*/ 265748 w 376237"/>
                <a:gd name="connsiteY14" fmla="*/ 180022 h 266700"/>
                <a:gd name="connsiteX15" fmla="*/ 311468 w 376237"/>
                <a:gd name="connsiteY15" fmla="*/ 0 h 266700"/>
                <a:gd name="connsiteX16" fmla="*/ 376238 w 376237"/>
                <a:gd name="connsiteY16" fmla="*/ 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76237" h="266700">
                  <a:moveTo>
                    <a:pt x="376238" y="0"/>
                  </a:moveTo>
                  <a:lnTo>
                    <a:pt x="297180" y="266700"/>
                  </a:lnTo>
                  <a:lnTo>
                    <a:pt x="237173" y="266700"/>
                  </a:lnTo>
                  <a:lnTo>
                    <a:pt x="188595" y="81915"/>
                  </a:lnTo>
                  <a:lnTo>
                    <a:pt x="187643" y="81915"/>
                  </a:lnTo>
                  <a:lnTo>
                    <a:pt x="139065" y="266700"/>
                  </a:lnTo>
                  <a:lnTo>
                    <a:pt x="79057" y="266700"/>
                  </a:lnTo>
                  <a:lnTo>
                    <a:pt x="0" y="0"/>
                  </a:lnTo>
                  <a:lnTo>
                    <a:pt x="65723" y="0"/>
                  </a:lnTo>
                  <a:lnTo>
                    <a:pt x="111443" y="180022"/>
                  </a:lnTo>
                  <a:lnTo>
                    <a:pt x="112395" y="180022"/>
                  </a:lnTo>
                  <a:lnTo>
                    <a:pt x="159068" y="0"/>
                  </a:lnTo>
                  <a:lnTo>
                    <a:pt x="216218" y="0"/>
                  </a:lnTo>
                  <a:lnTo>
                    <a:pt x="264795" y="180022"/>
                  </a:lnTo>
                  <a:lnTo>
                    <a:pt x="265748" y="180022"/>
                  </a:lnTo>
                  <a:lnTo>
                    <a:pt x="311468" y="0"/>
                  </a:lnTo>
                  <a:lnTo>
                    <a:pt x="376238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1" name="Freihandform: Form 190">
              <a:extLst>
                <a:ext uri="{FF2B5EF4-FFF2-40B4-BE49-F238E27FC236}">
                  <a16:creationId xmlns:a16="http://schemas.microsoft.com/office/drawing/2014/main" id="{EF0023EF-8627-43B5-8FB5-CA3ADDC100FB}"/>
                </a:ext>
              </a:extLst>
            </p:cNvPr>
            <p:cNvSpPr/>
            <p:nvPr/>
          </p:nvSpPr>
          <p:spPr>
            <a:xfrm>
              <a:off x="7259954" y="3105149"/>
              <a:ext cx="79057" cy="385762"/>
            </a:xfrm>
            <a:custGeom>
              <a:avLst/>
              <a:gdLst>
                <a:gd name="connsiteX0" fmla="*/ 79057 w 79057"/>
                <a:gd name="connsiteY0" fmla="*/ 38100 h 385762"/>
                <a:gd name="connsiteX1" fmla="*/ 39052 w 79057"/>
                <a:gd name="connsiteY1" fmla="*/ 76200 h 385762"/>
                <a:gd name="connsiteX2" fmla="*/ 0 w 79057"/>
                <a:gd name="connsiteY2" fmla="*/ 38100 h 385762"/>
                <a:gd name="connsiteX3" fmla="*/ 39052 w 79057"/>
                <a:gd name="connsiteY3" fmla="*/ 0 h 385762"/>
                <a:gd name="connsiteX4" fmla="*/ 79057 w 79057"/>
                <a:gd name="connsiteY4" fmla="*/ 38100 h 385762"/>
                <a:gd name="connsiteX5" fmla="*/ 70485 w 79057"/>
                <a:gd name="connsiteY5" fmla="*/ 385763 h 385762"/>
                <a:gd name="connsiteX6" fmla="*/ 8572 w 79057"/>
                <a:gd name="connsiteY6" fmla="*/ 385763 h 385762"/>
                <a:gd name="connsiteX7" fmla="*/ 8572 w 79057"/>
                <a:gd name="connsiteY7" fmla="*/ 119063 h 385762"/>
                <a:gd name="connsiteX8" fmla="*/ 70485 w 79057"/>
                <a:gd name="connsiteY8" fmla="*/ 119063 h 385762"/>
                <a:gd name="connsiteX9" fmla="*/ 70485 w 79057"/>
                <a:gd name="connsiteY9" fmla="*/ 385763 h 385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5762">
                  <a:moveTo>
                    <a:pt x="79057" y="38100"/>
                  </a:moveTo>
                  <a:cubicBezTo>
                    <a:pt x="79057" y="60008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2"/>
                    <a:pt x="18097" y="0"/>
                    <a:pt x="39052" y="0"/>
                  </a:cubicBezTo>
                  <a:cubicBezTo>
                    <a:pt x="61913" y="0"/>
                    <a:pt x="79057" y="16192"/>
                    <a:pt x="79057" y="38100"/>
                  </a:cubicBezTo>
                  <a:close/>
                  <a:moveTo>
                    <a:pt x="70485" y="385763"/>
                  </a:moveTo>
                  <a:lnTo>
                    <a:pt x="8572" y="385763"/>
                  </a:lnTo>
                  <a:lnTo>
                    <a:pt x="8572" y="119063"/>
                  </a:lnTo>
                  <a:lnTo>
                    <a:pt x="70485" y="119063"/>
                  </a:lnTo>
                  <a:lnTo>
                    <a:pt x="70485" y="38576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2" name="Freihandform: Form 191">
              <a:extLst>
                <a:ext uri="{FF2B5EF4-FFF2-40B4-BE49-F238E27FC236}">
                  <a16:creationId xmlns:a16="http://schemas.microsoft.com/office/drawing/2014/main" id="{74358F21-1A96-45BD-993F-F2F065AA2251}"/>
                </a:ext>
              </a:extLst>
            </p:cNvPr>
            <p:cNvSpPr/>
            <p:nvPr/>
          </p:nvSpPr>
          <p:spPr>
            <a:xfrm>
              <a:off x="7388542" y="3216591"/>
              <a:ext cx="205739" cy="280035"/>
            </a:xfrm>
            <a:custGeom>
              <a:avLst/>
              <a:gdLst>
                <a:gd name="connsiteX0" fmla="*/ 29527 w 205739"/>
                <a:gd name="connsiteY0" fmla="*/ 198120 h 280035"/>
                <a:gd name="connsiteX1" fmla="*/ 104775 w 205739"/>
                <a:gd name="connsiteY1" fmla="*/ 227648 h 280035"/>
                <a:gd name="connsiteX2" fmla="*/ 143827 w 205739"/>
                <a:gd name="connsiteY2" fmla="*/ 200978 h 280035"/>
                <a:gd name="connsiteX3" fmla="*/ 10477 w 205739"/>
                <a:gd name="connsiteY3" fmla="*/ 82868 h 280035"/>
                <a:gd name="connsiteX4" fmla="*/ 111443 w 205739"/>
                <a:gd name="connsiteY4" fmla="*/ 0 h 280035"/>
                <a:gd name="connsiteX5" fmla="*/ 203835 w 205739"/>
                <a:gd name="connsiteY5" fmla="*/ 27623 h 280035"/>
                <a:gd name="connsiteX6" fmla="*/ 174307 w 205739"/>
                <a:gd name="connsiteY6" fmla="*/ 76200 h 280035"/>
                <a:gd name="connsiteX7" fmla="*/ 110490 w 205739"/>
                <a:gd name="connsiteY7" fmla="*/ 52388 h 280035"/>
                <a:gd name="connsiteX8" fmla="*/ 72390 w 205739"/>
                <a:gd name="connsiteY8" fmla="*/ 77153 h 280035"/>
                <a:gd name="connsiteX9" fmla="*/ 205740 w 205739"/>
                <a:gd name="connsiteY9" fmla="*/ 195263 h 280035"/>
                <a:gd name="connsiteX10" fmla="*/ 102870 w 205739"/>
                <a:gd name="connsiteY10" fmla="*/ 280035 h 280035"/>
                <a:gd name="connsiteX11" fmla="*/ 0 w 205739"/>
                <a:gd name="connsiteY11" fmla="*/ 247650 h 280035"/>
                <a:gd name="connsiteX12" fmla="*/ 29527 w 205739"/>
                <a:gd name="connsiteY12" fmla="*/ 198120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39" h="280035">
                  <a:moveTo>
                    <a:pt x="29527" y="198120"/>
                  </a:moveTo>
                  <a:cubicBezTo>
                    <a:pt x="56197" y="218123"/>
                    <a:pt x="80963" y="227648"/>
                    <a:pt x="104775" y="227648"/>
                  </a:cubicBezTo>
                  <a:cubicBezTo>
                    <a:pt x="127635" y="227648"/>
                    <a:pt x="143827" y="217170"/>
                    <a:pt x="143827" y="200978"/>
                  </a:cubicBezTo>
                  <a:cubicBezTo>
                    <a:pt x="143827" y="155258"/>
                    <a:pt x="10477" y="171450"/>
                    <a:pt x="10477" y="82868"/>
                  </a:cubicBezTo>
                  <a:cubicBezTo>
                    <a:pt x="10477" y="33338"/>
                    <a:pt x="51435" y="0"/>
                    <a:pt x="111443" y="0"/>
                  </a:cubicBezTo>
                  <a:cubicBezTo>
                    <a:pt x="143827" y="0"/>
                    <a:pt x="175260" y="9525"/>
                    <a:pt x="203835" y="27623"/>
                  </a:cubicBezTo>
                  <a:lnTo>
                    <a:pt x="174307" y="76200"/>
                  </a:lnTo>
                  <a:cubicBezTo>
                    <a:pt x="151447" y="60008"/>
                    <a:pt x="130493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2" y="280035"/>
                    <a:pt x="102870" y="280035"/>
                  </a:cubicBezTo>
                  <a:cubicBezTo>
                    <a:pt x="67627" y="280035"/>
                    <a:pt x="31432" y="268605"/>
                    <a:pt x="0" y="247650"/>
                  </a:cubicBezTo>
                  <a:lnTo>
                    <a:pt x="29527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3" name="Freihandform: Form 192">
              <a:extLst>
                <a:ext uri="{FF2B5EF4-FFF2-40B4-BE49-F238E27FC236}">
                  <a16:creationId xmlns:a16="http://schemas.microsoft.com/office/drawing/2014/main" id="{13A8A515-862A-4F6A-82DB-B96CF42A8D67}"/>
                </a:ext>
              </a:extLst>
            </p:cNvPr>
            <p:cNvSpPr/>
            <p:nvPr/>
          </p:nvSpPr>
          <p:spPr>
            <a:xfrm>
              <a:off x="7635239" y="3216591"/>
              <a:ext cx="205740" cy="280035"/>
            </a:xfrm>
            <a:custGeom>
              <a:avLst/>
              <a:gdLst>
                <a:gd name="connsiteX0" fmla="*/ 29528 w 205740"/>
                <a:gd name="connsiteY0" fmla="*/ 198120 h 280035"/>
                <a:gd name="connsiteX1" fmla="*/ 104775 w 205740"/>
                <a:gd name="connsiteY1" fmla="*/ 227648 h 280035"/>
                <a:gd name="connsiteX2" fmla="*/ 143828 w 205740"/>
                <a:gd name="connsiteY2" fmla="*/ 200978 h 280035"/>
                <a:gd name="connsiteX3" fmla="*/ 10478 w 205740"/>
                <a:gd name="connsiteY3" fmla="*/ 82868 h 280035"/>
                <a:gd name="connsiteX4" fmla="*/ 111443 w 205740"/>
                <a:gd name="connsiteY4" fmla="*/ 0 h 280035"/>
                <a:gd name="connsiteX5" fmla="*/ 203835 w 205740"/>
                <a:gd name="connsiteY5" fmla="*/ 27623 h 280035"/>
                <a:gd name="connsiteX6" fmla="*/ 174308 w 205740"/>
                <a:gd name="connsiteY6" fmla="*/ 76200 h 280035"/>
                <a:gd name="connsiteX7" fmla="*/ 110490 w 205740"/>
                <a:gd name="connsiteY7" fmla="*/ 52388 h 280035"/>
                <a:gd name="connsiteX8" fmla="*/ 72390 w 205740"/>
                <a:gd name="connsiteY8" fmla="*/ 77153 h 280035"/>
                <a:gd name="connsiteX9" fmla="*/ 205740 w 205740"/>
                <a:gd name="connsiteY9" fmla="*/ 195263 h 280035"/>
                <a:gd name="connsiteX10" fmla="*/ 102870 w 205740"/>
                <a:gd name="connsiteY10" fmla="*/ 280035 h 280035"/>
                <a:gd name="connsiteX11" fmla="*/ 0 w 205740"/>
                <a:gd name="connsiteY11" fmla="*/ 247650 h 280035"/>
                <a:gd name="connsiteX12" fmla="*/ 29528 w 205740"/>
                <a:gd name="connsiteY12" fmla="*/ 198120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40" h="280035">
                  <a:moveTo>
                    <a:pt x="29528" y="198120"/>
                  </a:moveTo>
                  <a:cubicBezTo>
                    <a:pt x="56198" y="218123"/>
                    <a:pt x="80963" y="227648"/>
                    <a:pt x="104775" y="227648"/>
                  </a:cubicBezTo>
                  <a:cubicBezTo>
                    <a:pt x="127635" y="227648"/>
                    <a:pt x="143828" y="217170"/>
                    <a:pt x="143828" y="200978"/>
                  </a:cubicBezTo>
                  <a:cubicBezTo>
                    <a:pt x="143828" y="155258"/>
                    <a:pt x="10478" y="171450"/>
                    <a:pt x="10478" y="82868"/>
                  </a:cubicBezTo>
                  <a:cubicBezTo>
                    <a:pt x="10478" y="33338"/>
                    <a:pt x="51435" y="0"/>
                    <a:pt x="111443" y="0"/>
                  </a:cubicBezTo>
                  <a:cubicBezTo>
                    <a:pt x="143828" y="0"/>
                    <a:pt x="175260" y="9525"/>
                    <a:pt x="203835" y="27623"/>
                  </a:cubicBezTo>
                  <a:lnTo>
                    <a:pt x="174308" y="76200"/>
                  </a:lnTo>
                  <a:cubicBezTo>
                    <a:pt x="151448" y="60008"/>
                    <a:pt x="130493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3" y="280035"/>
                    <a:pt x="102870" y="280035"/>
                  </a:cubicBezTo>
                  <a:cubicBezTo>
                    <a:pt x="67628" y="280035"/>
                    <a:pt x="31433" y="268605"/>
                    <a:pt x="0" y="247650"/>
                  </a:cubicBezTo>
                  <a:lnTo>
                    <a:pt x="29528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4" name="Freihandform: Form 193">
              <a:extLst>
                <a:ext uri="{FF2B5EF4-FFF2-40B4-BE49-F238E27FC236}">
                  <a16:creationId xmlns:a16="http://schemas.microsoft.com/office/drawing/2014/main" id="{CBE2C598-8BEA-4337-B381-3B90B86F167A}"/>
                </a:ext>
              </a:extLst>
            </p:cNvPr>
            <p:cNvSpPr/>
            <p:nvPr/>
          </p:nvSpPr>
          <p:spPr>
            <a:xfrm>
              <a:off x="7890509" y="3217544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2 h 279082"/>
                <a:gd name="connsiteX7" fmla="*/ 198120 w 242887"/>
                <a:gd name="connsiteY7" fmla="*/ 194310 h 279082"/>
                <a:gd name="connsiteX8" fmla="*/ 237172 w 242887"/>
                <a:gd name="connsiteY8" fmla="*/ 235267 h 279082"/>
                <a:gd name="connsiteX9" fmla="*/ 132397 w 242887"/>
                <a:gd name="connsiteY9" fmla="*/ 279083 h 279082"/>
                <a:gd name="connsiteX10" fmla="*/ 62865 w 242887"/>
                <a:gd name="connsiteY10" fmla="*/ 115252 h 279082"/>
                <a:gd name="connsiteX11" fmla="*/ 183832 w 242887"/>
                <a:gd name="connsiteY11" fmla="*/ 115252 h 279082"/>
                <a:gd name="connsiteX12" fmla="*/ 124777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2"/>
                    <a:pt x="132397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2" y="235267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2865" y="115252"/>
                  </a:moveTo>
                  <a:lnTo>
                    <a:pt x="183832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5" name="Freihandform: Form 194">
              <a:extLst>
                <a:ext uri="{FF2B5EF4-FFF2-40B4-BE49-F238E27FC236}">
                  <a16:creationId xmlns:a16="http://schemas.microsoft.com/office/drawing/2014/main" id="{193C3EB6-379F-462A-97E1-8223B7D72B98}"/>
                </a:ext>
              </a:extLst>
            </p:cNvPr>
            <p:cNvSpPr/>
            <p:nvPr/>
          </p:nvSpPr>
          <p:spPr>
            <a:xfrm>
              <a:off x="8202929" y="3217544"/>
              <a:ext cx="228600" cy="273367"/>
            </a:xfrm>
            <a:custGeom>
              <a:avLst/>
              <a:gdLst>
                <a:gd name="connsiteX0" fmla="*/ 228600 w 228600"/>
                <a:gd name="connsiteY0" fmla="*/ 273367 h 273367"/>
                <a:gd name="connsiteX1" fmla="*/ 166688 w 228600"/>
                <a:gd name="connsiteY1" fmla="*/ 273367 h 273367"/>
                <a:gd name="connsiteX2" fmla="*/ 166688 w 228600"/>
                <a:gd name="connsiteY2" fmla="*/ 120967 h 273367"/>
                <a:gd name="connsiteX3" fmla="*/ 117157 w 228600"/>
                <a:gd name="connsiteY3" fmla="*/ 56197 h 273367"/>
                <a:gd name="connsiteX4" fmla="*/ 61913 w 228600"/>
                <a:gd name="connsiteY4" fmla="*/ 120967 h 273367"/>
                <a:gd name="connsiteX5" fmla="*/ 61913 w 228600"/>
                <a:gd name="connsiteY5" fmla="*/ 273367 h 273367"/>
                <a:gd name="connsiteX6" fmla="*/ 0 w 228600"/>
                <a:gd name="connsiteY6" fmla="*/ 273367 h 273367"/>
                <a:gd name="connsiteX7" fmla="*/ 0 w 228600"/>
                <a:gd name="connsiteY7" fmla="*/ 6667 h 273367"/>
                <a:gd name="connsiteX8" fmla="*/ 61913 w 228600"/>
                <a:gd name="connsiteY8" fmla="*/ 6667 h 273367"/>
                <a:gd name="connsiteX9" fmla="*/ 61913 w 228600"/>
                <a:gd name="connsiteY9" fmla="*/ 39052 h 273367"/>
                <a:gd name="connsiteX10" fmla="*/ 62865 w 228600"/>
                <a:gd name="connsiteY10" fmla="*/ 39052 h 273367"/>
                <a:gd name="connsiteX11" fmla="*/ 140970 w 228600"/>
                <a:gd name="connsiteY11" fmla="*/ 0 h 273367"/>
                <a:gd name="connsiteX12" fmla="*/ 228600 w 228600"/>
                <a:gd name="connsiteY12" fmla="*/ 107633 h 273367"/>
                <a:gd name="connsiteX13" fmla="*/ 228600 w 228600"/>
                <a:gd name="connsiteY13" fmla="*/ 273367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3367"/>
                  </a:moveTo>
                  <a:lnTo>
                    <a:pt x="166688" y="273367"/>
                  </a:lnTo>
                  <a:lnTo>
                    <a:pt x="166688" y="120967"/>
                  </a:lnTo>
                  <a:cubicBezTo>
                    <a:pt x="166688" y="81915"/>
                    <a:pt x="155257" y="56197"/>
                    <a:pt x="117157" y="56197"/>
                  </a:cubicBezTo>
                  <a:cubicBezTo>
                    <a:pt x="73343" y="56197"/>
                    <a:pt x="61913" y="91440"/>
                    <a:pt x="61913" y="120967"/>
                  </a:cubicBezTo>
                  <a:lnTo>
                    <a:pt x="61913" y="273367"/>
                  </a:lnTo>
                  <a:lnTo>
                    <a:pt x="0" y="273367"/>
                  </a:lnTo>
                  <a:lnTo>
                    <a:pt x="0" y="6667"/>
                  </a:lnTo>
                  <a:lnTo>
                    <a:pt x="61913" y="6667"/>
                  </a:lnTo>
                  <a:lnTo>
                    <a:pt x="61913" y="39052"/>
                  </a:lnTo>
                  <a:lnTo>
                    <a:pt x="62865" y="39052"/>
                  </a:lnTo>
                  <a:cubicBezTo>
                    <a:pt x="79057" y="15240"/>
                    <a:pt x="106680" y="0"/>
                    <a:pt x="140970" y="0"/>
                  </a:cubicBezTo>
                  <a:cubicBezTo>
                    <a:pt x="201930" y="0"/>
                    <a:pt x="228600" y="44767"/>
                    <a:pt x="228600" y="107633"/>
                  </a:cubicBezTo>
                  <a:lnTo>
                    <a:pt x="228600" y="27336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6" name="Freihandform: Form 195">
              <a:extLst>
                <a:ext uri="{FF2B5EF4-FFF2-40B4-BE49-F238E27FC236}">
                  <a16:creationId xmlns:a16="http://schemas.microsoft.com/office/drawing/2014/main" id="{AB878F57-4CD5-487D-B929-B5D17E7037DA}"/>
                </a:ext>
              </a:extLst>
            </p:cNvPr>
            <p:cNvSpPr/>
            <p:nvPr/>
          </p:nvSpPr>
          <p:spPr>
            <a:xfrm>
              <a:off x="8487726" y="3216591"/>
              <a:ext cx="205740" cy="280035"/>
            </a:xfrm>
            <a:custGeom>
              <a:avLst/>
              <a:gdLst>
                <a:gd name="connsiteX0" fmla="*/ 29528 w 205740"/>
                <a:gd name="connsiteY0" fmla="*/ 198120 h 280035"/>
                <a:gd name="connsiteX1" fmla="*/ 104775 w 205740"/>
                <a:gd name="connsiteY1" fmla="*/ 227648 h 280035"/>
                <a:gd name="connsiteX2" fmla="*/ 143828 w 205740"/>
                <a:gd name="connsiteY2" fmla="*/ 200978 h 280035"/>
                <a:gd name="connsiteX3" fmla="*/ 10478 w 205740"/>
                <a:gd name="connsiteY3" fmla="*/ 82868 h 280035"/>
                <a:gd name="connsiteX4" fmla="*/ 111443 w 205740"/>
                <a:gd name="connsiteY4" fmla="*/ 0 h 280035"/>
                <a:gd name="connsiteX5" fmla="*/ 203835 w 205740"/>
                <a:gd name="connsiteY5" fmla="*/ 27623 h 280035"/>
                <a:gd name="connsiteX6" fmla="*/ 174308 w 205740"/>
                <a:gd name="connsiteY6" fmla="*/ 76200 h 280035"/>
                <a:gd name="connsiteX7" fmla="*/ 110490 w 205740"/>
                <a:gd name="connsiteY7" fmla="*/ 52388 h 280035"/>
                <a:gd name="connsiteX8" fmla="*/ 72390 w 205740"/>
                <a:gd name="connsiteY8" fmla="*/ 77153 h 280035"/>
                <a:gd name="connsiteX9" fmla="*/ 205740 w 205740"/>
                <a:gd name="connsiteY9" fmla="*/ 195263 h 280035"/>
                <a:gd name="connsiteX10" fmla="*/ 102870 w 205740"/>
                <a:gd name="connsiteY10" fmla="*/ 280035 h 280035"/>
                <a:gd name="connsiteX11" fmla="*/ 0 w 205740"/>
                <a:gd name="connsiteY11" fmla="*/ 247650 h 280035"/>
                <a:gd name="connsiteX12" fmla="*/ 29528 w 205740"/>
                <a:gd name="connsiteY12" fmla="*/ 198120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40" h="280035">
                  <a:moveTo>
                    <a:pt x="29528" y="198120"/>
                  </a:moveTo>
                  <a:cubicBezTo>
                    <a:pt x="56198" y="218123"/>
                    <a:pt x="80963" y="227648"/>
                    <a:pt x="104775" y="227648"/>
                  </a:cubicBezTo>
                  <a:cubicBezTo>
                    <a:pt x="127635" y="227648"/>
                    <a:pt x="143828" y="217170"/>
                    <a:pt x="143828" y="200978"/>
                  </a:cubicBezTo>
                  <a:cubicBezTo>
                    <a:pt x="143828" y="155258"/>
                    <a:pt x="10478" y="171450"/>
                    <a:pt x="10478" y="82868"/>
                  </a:cubicBezTo>
                  <a:cubicBezTo>
                    <a:pt x="10478" y="33338"/>
                    <a:pt x="51435" y="0"/>
                    <a:pt x="111443" y="0"/>
                  </a:cubicBezTo>
                  <a:cubicBezTo>
                    <a:pt x="143828" y="0"/>
                    <a:pt x="175260" y="9525"/>
                    <a:pt x="203835" y="27623"/>
                  </a:cubicBezTo>
                  <a:lnTo>
                    <a:pt x="174308" y="76200"/>
                  </a:lnTo>
                  <a:cubicBezTo>
                    <a:pt x="151448" y="60008"/>
                    <a:pt x="130493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3" y="280035"/>
                    <a:pt x="102870" y="280035"/>
                  </a:cubicBezTo>
                  <a:cubicBezTo>
                    <a:pt x="67628" y="280035"/>
                    <a:pt x="31433" y="268605"/>
                    <a:pt x="0" y="247650"/>
                  </a:cubicBezTo>
                  <a:lnTo>
                    <a:pt x="29528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7" name="Freihandform: Form 196">
              <a:extLst>
                <a:ext uri="{FF2B5EF4-FFF2-40B4-BE49-F238E27FC236}">
                  <a16:creationId xmlns:a16="http://schemas.microsoft.com/office/drawing/2014/main" id="{A9DF4386-8A6E-409B-9C72-1C6CE27164A2}"/>
                </a:ext>
              </a:extLst>
            </p:cNvPr>
            <p:cNvSpPr/>
            <p:nvPr/>
          </p:nvSpPr>
          <p:spPr>
            <a:xfrm>
              <a:off x="8743949" y="3216591"/>
              <a:ext cx="224789" cy="280035"/>
            </a:xfrm>
            <a:custGeom>
              <a:avLst/>
              <a:gdLst>
                <a:gd name="connsiteX0" fmla="*/ 222885 w 224789"/>
                <a:gd name="connsiteY0" fmla="*/ 237173 h 280035"/>
                <a:gd name="connsiteX1" fmla="*/ 127635 w 224789"/>
                <a:gd name="connsiteY1" fmla="*/ 280035 h 280035"/>
                <a:gd name="connsiteX2" fmla="*/ 0 w 224789"/>
                <a:gd name="connsiteY2" fmla="*/ 140970 h 280035"/>
                <a:gd name="connsiteX3" fmla="*/ 128588 w 224789"/>
                <a:gd name="connsiteY3" fmla="*/ 0 h 280035"/>
                <a:gd name="connsiteX4" fmla="*/ 224790 w 224789"/>
                <a:gd name="connsiteY4" fmla="*/ 45720 h 280035"/>
                <a:gd name="connsiteX5" fmla="*/ 181927 w 224789"/>
                <a:gd name="connsiteY5" fmla="*/ 86678 h 280035"/>
                <a:gd name="connsiteX6" fmla="*/ 128588 w 224789"/>
                <a:gd name="connsiteY6" fmla="*/ 57150 h 280035"/>
                <a:gd name="connsiteX7" fmla="*/ 62865 w 224789"/>
                <a:gd name="connsiteY7" fmla="*/ 140017 h 280035"/>
                <a:gd name="connsiteX8" fmla="*/ 128588 w 224789"/>
                <a:gd name="connsiteY8" fmla="*/ 222885 h 280035"/>
                <a:gd name="connsiteX9" fmla="*/ 183832 w 224789"/>
                <a:gd name="connsiteY9" fmla="*/ 193358 h 280035"/>
                <a:gd name="connsiteX10" fmla="*/ 222885 w 224789"/>
                <a:gd name="connsiteY10" fmla="*/ 237173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89" h="280035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3" y="0"/>
                    <a:pt x="200977" y="15240"/>
                    <a:pt x="224790" y="45720"/>
                  </a:cubicBezTo>
                  <a:lnTo>
                    <a:pt x="181927" y="86678"/>
                  </a:lnTo>
                  <a:cubicBezTo>
                    <a:pt x="166688" y="66675"/>
                    <a:pt x="149543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3" y="222885"/>
                    <a:pt x="166688" y="213360"/>
                    <a:pt x="183832" y="193358"/>
                  </a:cubicBezTo>
                  <a:lnTo>
                    <a:pt x="222885" y="2371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8" name="Freihandform: Form 197">
              <a:extLst>
                <a:ext uri="{FF2B5EF4-FFF2-40B4-BE49-F238E27FC236}">
                  <a16:creationId xmlns:a16="http://schemas.microsoft.com/office/drawing/2014/main" id="{4851C5E3-828C-4527-B7BD-3339989145C7}"/>
                </a:ext>
              </a:extLst>
            </p:cNvPr>
            <p:cNvSpPr/>
            <p:nvPr/>
          </p:nvSpPr>
          <p:spPr>
            <a:xfrm>
              <a:off x="9022079" y="3100387"/>
              <a:ext cx="228600" cy="390525"/>
            </a:xfrm>
            <a:custGeom>
              <a:avLst/>
              <a:gdLst>
                <a:gd name="connsiteX0" fmla="*/ 228600 w 228600"/>
                <a:gd name="connsiteY0" fmla="*/ 390525 h 390525"/>
                <a:gd name="connsiteX1" fmla="*/ 166688 w 228600"/>
                <a:gd name="connsiteY1" fmla="*/ 390525 h 390525"/>
                <a:gd name="connsiteX2" fmla="*/ 166688 w 228600"/>
                <a:gd name="connsiteY2" fmla="*/ 238125 h 390525"/>
                <a:gd name="connsiteX3" fmla="*/ 117157 w 228600"/>
                <a:gd name="connsiteY3" fmla="*/ 173355 h 390525"/>
                <a:gd name="connsiteX4" fmla="*/ 61913 w 228600"/>
                <a:gd name="connsiteY4" fmla="*/ 238125 h 390525"/>
                <a:gd name="connsiteX5" fmla="*/ 61913 w 228600"/>
                <a:gd name="connsiteY5" fmla="*/ 390525 h 390525"/>
                <a:gd name="connsiteX6" fmla="*/ 0 w 228600"/>
                <a:gd name="connsiteY6" fmla="*/ 390525 h 390525"/>
                <a:gd name="connsiteX7" fmla="*/ 0 w 228600"/>
                <a:gd name="connsiteY7" fmla="*/ 16192 h 390525"/>
                <a:gd name="connsiteX8" fmla="*/ 61913 w 228600"/>
                <a:gd name="connsiteY8" fmla="*/ 0 h 390525"/>
                <a:gd name="connsiteX9" fmla="*/ 61913 w 228600"/>
                <a:gd name="connsiteY9" fmla="*/ 155258 h 390525"/>
                <a:gd name="connsiteX10" fmla="*/ 62865 w 228600"/>
                <a:gd name="connsiteY10" fmla="*/ 155258 h 390525"/>
                <a:gd name="connsiteX11" fmla="*/ 140970 w 228600"/>
                <a:gd name="connsiteY11" fmla="*/ 116205 h 390525"/>
                <a:gd name="connsiteX12" fmla="*/ 228600 w 228600"/>
                <a:gd name="connsiteY12" fmla="*/ 223838 h 390525"/>
                <a:gd name="connsiteX13" fmla="*/ 228600 w 228600"/>
                <a:gd name="connsiteY13" fmla="*/ 390525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390525">
                  <a:moveTo>
                    <a:pt x="228600" y="390525"/>
                  </a:moveTo>
                  <a:lnTo>
                    <a:pt x="166688" y="390525"/>
                  </a:lnTo>
                  <a:lnTo>
                    <a:pt x="166688" y="238125"/>
                  </a:lnTo>
                  <a:cubicBezTo>
                    <a:pt x="166688" y="199073"/>
                    <a:pt x="154305" y="173355"/>
                    <a:pt x="117157" y="173355"/>
                  </a:cubicBezTo>
                  <a:cubicBezTo>
                    <a:pt x="74295" y="173355"/>
                    <a:pt x="61913" y="207645"/>
                    <a:pt x="61913" y="238125"/>
                  </a:cubicBezTo>
                  <a:lnTo>
                    <a:pt x="61913" y="390525"/>
                  </a:lnTo>
                  <a:lnTo>
                    <a:pt x="0" y="390525"/>
                  </a:lnTo>
                  <a:lnTo>
                    <a:pt x="0" y="16192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7" y="116205"/>
                    <a:pt x="140970" y="116205"/>
                  </a:cubicBezTo>
                  <a:cubicBezTo>
                    <a:pt x="202882" y="116205"/>
                    <a:pt x="228600" y="161925"/>
                    <a:pt x="228600" y="223838"/>
                  </a:cubicBezTo>
                  <a:lnTo>
                    <a:pt x="228600" y="39052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9" name="Freihandform: Form 198">
              <a:extLst>
                <a:ext uri="{FF2B5EF4-FFF2-40B4-BE49-F238E27FC236}">
                  <a16:creationId xmlns:a16="http://schemas.microsoft.com/office/drawing/2014/main" id="{A9397179-8378-443B-9F78-4EC0E5FF56C9}"/>
                </a:ext>
              </a:extLst>
            </p:cNvPr>
            <p:cNvSpPr/>
            <p:nvPr/>
          </p:nvSpPr>
          <p:spPr>
            <a:xfrm>
              <a:off x="9312592" y="3217544"/>
              <a:ext cx="225742" cy="279082"/>
            </a:xfrm>
            <a:custGeom>
              <a:avLst/>
              <a:gdLst>
                <a:gd name="connsiteX0" fmla="*/ 114300 w 225742"/>
                <a:gd name="connsiteY0" fmla="*/ 107633 h 279082"/>
                <a:gd name="connsiteX1" fmla="*/ 164782 w 225742"/>
                <a:gd name="connsiteY1" fmla="*/ 113347 h 279082"/>
                <a:gd name="connsiteX2" fmla="*/ 164782 w 225742"/>
                <a:gd name="connsiteY2" fmla="*/ 103822 h 279082"/>
                <a:gd name="connsiteX3" fmla="*/ 105727 w 225742"/>
                <a:gd name="connsiteY3" fmla="*/ 52388 h 279082"/>
                <a:gd name="connsiteX4" fmla="*/ 38100 w 225742"/>
                <a:gd name="connsiteY4" fmla="*/ 67627 h 279082"/>
                <a:gd name="connsiteX5" fmla="*/ 24765 w 225742"/>
                <a:gd name="connsiteY5" fmla="*/ 15240 h 279082"/>
                <a:gd name="connsiteX6" fmla="*/ 112395 w 225742"/>
                <a:gd name="connsiteY6" fmla="*/ 0 h 279082"/>
                <a:gd name="connsiteX7" fmla="*/ 225743 w 225742"/>
                <a:gd name="connsiteY7" fmla="*/ 102870 h 279082"/>
                <a:gd name="connsiteX8" fmla="*/ 225743 w 225742"/>
                <a:gd name="connsiteY8" fmla="*/ 273367 h 279082"/>
                <a:gd name="connsiteX9" fmla="*/ 166688 w 225742"/>
                <a:gd name="connsiteY9" fmla="*/ 273367 h 279082"/>
                <a:gd name="connsiteX10" fmla="*/ 166688 w 225742"/>
                <a:gd name="connsiteY10" fmla="*/ 244792 h 279082"/>
                <a:gd name="connsiteX11" fmla="*/ 165735 w 225742"/>
                <a:gd name="connsiteY11" fmla="*/ 244792 h 279082"/>
                <a:gd name="connsiteX12" fmla="*/ 87630 w 225742"/>
                <a:gd name="connsiteY12" fmla="*/ 279083 h 279082"/>
                <a:gd name="connsiteX13" fmla="*/ 0 w 225742"/>
                <a:gd name="connsiteY13" fmla="*/ 194310 h 279082"/>
                <a:gd name="connsiteX14" fmla="*/ 114300 w 225742"/>
                <a:gd name="connsiteY14" fmla="*/ 107633 h 279082"/>
                <a:gd name="connsiteX15" fmla="*/ 103822 w 225742"/>
                <a:gd name="connsiteY15" fmla="*/ 232410 h 279082"/>
                <a:gd name="connsiteX16" fmla="*/ 164782 w 225742"/>
                <a:gd name="connsiteY16" fmla="*/ 200025 h 279082"/>
                <a:gd name="connsiteX17" fmla="*/ 164782 w 225742"/>
                <a:gd name="connsiteY17" fmla="*/ 153352 h 279082"/>
                <a:gd name="connsiteX18" fmla="*/ 120968 w 225742"/>
                <a:gd name="connsiteY18" fmla="*/ 148590 h 279082"/>
                <a:gd name="connsiteX19" fmla="*/ 59055 w 225742"/>
                <a:gd name="connsiteY19" fmla="*/ 192405 h 279082"/>
                <a:gd name="connsiteX20" fmla="*/ 103822 w 225742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5742" h="279082">
                  <a:moveTo>
                    <a:pt x="114300" y="107633"/>
                  </a:moveTo>
                  <a:cubicBezTo>
                    <a:pt x="131445" y="107633"/>
                    <a:pt x="147638" y="108585"/>
                    <a:pt x="164782" y="113347"/>
                  </a:cubicBezTo>
                  <a:lnTo>
                    <a:pt x="164782" y="103822"/>
                  </a:lnTo>
                  <a:cubicBezTo>
                    <a:pt x="164782" y="69532"/>
                    <a:pt x="144780" y="52388"/>
                    <a:pt x="105727" y="52388"/>
                  </a:cubicBezTo>
                  <a:cubicBezTo>
                    <a:pt x="83820" y="52388"/>
                    <a:pt x="60007" y="57150"/>
                    <a:pt x="38100" y="67627"/>
                  </a:cubicBezTo>
                  <a:lnTo>
                    <a:pt x="24765" y="15240"/>
                  </a:lnTo>
                  <a:cubicBezTo>
                    <a:pt x="49530" y="5715"/>
                    <a:pt x="81915" y="0"/>
                    <a:pt x="112395" y="0"/>
                  </a:cubicBezTo>
                  <a:cubicBezTo>
                    <a:pt x="187643" y="0"/>
                    <a:pt x="225743" y="35242"/>
                    <a:pt x="225743" y="102870"/>
                  </a:cubicBezTo>
                  <a:lnTo>
                    <a:pt x="225743" y="273367"/>
                  </a:lnTo>
                  <a:lnTo>
                    <a:pt x="166688" y="273367"/>
                  </a:lnTo>
                  <a:lnTo>
                    <a:pt x="166688" y="244792"/>
                  </a:lnTo>
                  <a:lnTo>
                    <a:pt x="165735" y="244792"/>
                  </a:lnTo>
                  <a:cubicBezTo>
                    <a:pt x="142875" y="268605"/>
                    <a:pt x="119063" y="279083"/>
                    <a:pt x="87630" y="279083"/>
                  </a:cubicBezTo>
                  <a:cubicBezTo>
                    <a:pt x="34290" y="279083"/>
                    <a:pt x="0" y="245745"/>
                    <a:pt x="0" y="194310"/>
                  </a:cubicBezTo>
                  <a:cubicBezTo>
                    <a:pt x="0" y="138113"/>
                    <a:pt x="40005" y="107633"/>
                    <a:pt x="114300" y="107633"/>
                  </a:cubicBezTo>
                  <a:close/>
                  <a:moveTo>
                    <a:pt x="103822" y="232410"/>
                  </a:moveTo>
                  <a:cubicBezTo>
                    <a:pt x="126682" y="232410"/>
                    <a:pt x="147638" y="220980"/>
                    <a:pt x="164782" y="200025"/>
                  </a:cubicBezTo>
                  <a:lnTo>
                    <a:pt x="164782" y="153352"/>
                  </a:lnTo>
                  <a:cubicBezTo>
                    <a:pt x="150495" y="149542"/>
                    <a:pt x="135255" y="148590"/>
                    <a:pt x="120968" y="148590"/>
                  </a:cubicBezTo>
                  <a:cubicBezTo>
                    <a:pt x="81915" y="148590"/>
                    <a:pt x="59055" y="163830"/>
                    <a:pt x="59055" y="192405"/>
                  </a:cubicBezTo>
                  <a:cubicBezTo>
                    <a:pt x="60007" y="217170"/>
                    <a:pt x="77152" y="232410"/>
                    <a:pt x="103822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0" name="Freihandform: Form 199">
              <a:extLst>
                <a:ext uri="{FF2B5EF4-FFF2-40B4-BE49-F238E27FC236}">
                  <a16:creationId xmlns:a16="http://schemas.microsoft.com/office/drawing/2014/main" id="{6416B46B-F997-44E4-9A7A-2C0AA4735DCE}"/>
                </a:ext>
              </a:extLst>
            </p:cNvPr>
            <p:cNvSpPr/>
            <p:nvPr/>
          </p:nvSpPr>
          <p:spPr>
            <a:xfrm>
              <a:off x="9588817" y="3097529"/>
              <a:ext cx="162877" cy="393382"/>
            </a:xfrm>
            <a:custGeom>
              <a:avLst/>
              <a:gdLst>
                <a:gd name="connsiteX0" fmla="*/ 162877 w 162877"/>
                <a:gd name="connsiteY0" fmla="*/ 58103 h 393382"/>
                <a:gd name="connsiteX1" fmla="*/ 135255 w 162877"/>
                <a:gd name="connsiteY1" fmla="*/ 53340 h 393382"/>
                <a:gd name="connsiteX2" fmla="*/ 101918 w 162877"/>
                <a:gd name="connsiteY2" fmla="*/ 90488 h 393382"/>
                <a:gd name="connsiteX3" fmla="*/ 101918 w 162877"/>
                <a:gd name="connsiteY3" fmla="*/ 126683 h 393382"/>
                <a:gd name="connsiteX4" fmla="*/ 155257 w 162877"/>
                <a:gd name="connsiteY4" fmla="*/ 126683 h 393382"/>
                <a:gd name="connsiteX5" fmla="*/ 155257 w 162877"/>
                <a:gd name="connsiteY5" fmla="*/ 178118 h 393382"/>
                <a:gd name="connsiteX6" fmla="*/ 102870 w 162877"/>
                <a:gd name="connsiteY6" fmla="*/ 178118 h 393382"/>
                <a:gd name="connsiteX7" fmla="*/ 102870 w 162877"/>
                <a:gd name="connsiteY7" fmla="*/ 393383 h 393382"/>
                <a:gd name="connsiteX8" fmla="*/ 40957 w 162877"/>
                <a:gd name="connsiteY8" fmla="*/ 393383 h 393382"/>
                <a:gd name="connsiteX9" fmla="*/ 40957 w 162877"/>
                <a:gd name="connsiteY9" fmla="*/ 179070 h 393382"/>
                <a:gd name="connsiteX10" fmla="*/ 0 w 162877"/>
                <a:gd name="connsiteY10" fmla="*/ 179070 h 393382"/>
                <a:gd name="connsiteX11" fmla="*/ 0 w 162877"/>
                <a:gd name="connsiteY11" fmla="*/ 126683 h 393382"/>
                <a:gd name="connsiteX12" fmla="*/ 40957 w 162877"/>
                <a:gd name="connsiteY12" fmla="*/ 126683 h 393382"/>
                <a:gd name="connsiteX13" fmla="*/ 40957 w 162877"/>
                <a:gd name="connsiteY13" fmla="*/ 88583 h 393382"/>
                <a:gd name="connsiteX14" fmla="*/ 125730 w 162877"/>
                <a:gd name="connsiteY14" fmla="*/ 0 h 393382"/>
                <a:gd name="connsiteX15" fmla="*/ 162877 w 162877"/>
                <a:gd name="connsiteY15" fmla="*/ 5715 h 393382"/>
                <a:gd name="connsiteX16" fmla="*/ 162877 w 162877"/>
                <a:gd name="connsiteY16" fmla="*/ 58103 h 393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2877" h="393382">
                  <a:moveTo>
                    <a:pt x="162877" y="58103"/>
                  </a:moveTo>
                  <a:cubicBezTo>
                    <a:pt x="154305" y="54293"/>
                    <a:pt x="144780" y="53340"/>
                    <a:pt x="135255" y="53340"/>
                  </a:cubicBezTo>
                  <a:cubicBezTo>
                    <a:pt x="111443" y="53340"/>
                    <a:pt x="101918" y="65723"/>
                    <a:pt x="101918" y="90488"/>
                  </a:cubicBezTo>
                  <a:lnTo>
                    <a:pt x="101918" y="126683"/>
                  </a:lnTo>
                  <a:lnTo>
                    <a:pt x="155257" y="126683"/>
                  </a:lnTo>
                  <a:lnTo>
                    <a:pt x="155257" y="178118"/>
                  </a:lnTo>
                  <a:lnTo>
                    <a:pt x="102870" y="178118"/>
                  </a:lnTo>
                  <a:lnTo>
                    <a:pt x="102870" y="393383"/>
                  </a:lnTo>
                  <a:lnTo>
                    <a:pt x="40957" y="393383"/>
                  </a:lnTo>
                  <a:lnTo>
                    <a:pt x="40957" y="179070"/>
                  </a:lnTo>
                  <a:lnTo>
                    <a:pt x="0" y="179070"/>
                  </a:lnTo>
                  <a:lnTo>
                    <a:pt x="0" y="126683"/>
                  </a:lnTo>
                  <a:lnTo>
                    <a:pt x="40957" y="126683"/>
                  </a:lnTo>
                  <a:lnTo>
                    <a:pt x="40957" y="88583"/>
                  </a:lnTo>
                  <a:cubicBezTo>
                    <a:pt x="40957" y="33338"/>
                    <a:pt x="65722" y="0"/>
                    <a:pt x="125730" y="0"/>
                  </a:cubicBezTo>
                  <a:cubicBezTo>
                    <a:pt x="139065" y="0"/>
                    <a:pt x="152400" y="1905"/>
                    <a:pt x="162877" y="5715"/>
                  </a:cubicBezTo>
                  <a:lnTo>
                    <a:pt x="162877" y="5810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1" name="Freihandform: Form 200">
              <a:extLst>
                <a:ext uri="{FF2B5EF4-FFF2-40B4-BE49-F238E27FC236}">
                  <a16:creationId xmlns:a16="http://schemas.microsoft.com/office/drawing/2014/main" id="{A06D570A-B13C-44B1-87AF-99795C3F8598}"/>
                </a:ext>
              </a:extLst>
            </p:cNvPr>
            <p:cNvSpPr/>
            <p:nvPr/>
          </p:nvSpPr>
          <p:spPr>
            <a:xfrm>
              <a:off x="9785984" y="3138487"/>
              <a:ext cx="165734" cy="358140"/>
            </a:xfrm>
            <a:custGeom>
              <a:avLst/>
              <a:gdLst>
                <a:gd name="connsiteX0" fmla="*/ 165735 w 165734"/>
                <a:gd name="connsiteY0" fmla="*/ 295275 h 358140"/>
                <a:gd name="connsiteX1" fmla="*/ 165735 w 165734"/>
                <a:gd name="connsiteY1" fmla="*/ 348615 h 358140"/>
                <a:gd name="connsiteX2" fmla="*/ 113347 w 165734"/>
                <a:gd name="connsiteY2" fmla="*/ 358140 h 358140"/>
                <a:gd name="connsiteX3" fmla="*/ 40957 w 165734"/>
                <a:gd name="connsiteY3" fmla="*/ 282892 h 358140"/>
                <a:gd name="connsiteX4" fmla="*/ 40957 w 165734"/>
                <a:gd name="connsiteY4" fmla="*/ 137160 h 358140"/>
                <a:gd name="connsiteX5" fmla="*/ 0 w 165734"/>
                <a:gd name="connsiteY5" fmla="*/ 137160 h 358140"/>
                <a:gd name="connsiteX6" fmla="*/ 0 w 165734"/>
                <a:gd name="connsiteY6" fmla="*/ 85725 h 358140"/>
                <a:gd name="connsiteX7" fmla="*/ 40005 w 165734"/>
                <a:gd name="connsiteY7" fmla="*/ 85725 h 358140"/>
                <a:gd name="connsiteX8" fmla="*/ 40005 w 165734"/>
                <a:gd name="connsiteY8" fmla="*/ 13335 h 358140"/>
                <a:gd name="connsiteX9" fmla="*/ 101917 w 165734"/>
                <a:gd name="connsiteY9" fmla="*/ 0 h 358140"/>
                <a:gd name="connsiteX10" fmla="*/ 101917 w 165734"/>
                <a:gd name="connsiteY10" fmla="*/ 86677 h 358140"/>
                <a:gd name="connsiteX11" fmla="*/ 165735 w 165734"/>
                <a:gd name="connsiteY11" fmla="*/ 86677 h 358140"/>
                <a:gd name="connsiteX12" fmla="*/ 165735 w 165734"/>
                <a:gd name="connsiteY12" fmla="*/ 138113 h 358140"/>
                <a:gd name="connsiteX13" fmla="*/ 101917 w 165734"/>
                <a:gd name="connsiteY13" fmla="*/ 138113 h 358140"/>
                <a:gd name="connsiteX14" fmla="*/ 101917 w 165734"/>
                <a:gd name="connsiteY14" fmla="*/ 269558 h 358140"/>
                <a:gd name="connsiteX15" fmla="*/ 130492 w 165734"/>
                <a:gd name="connsiteY15" fmla="*/ 304800 h 358140"/>
                <a:gd name="connsiteX16" fmla="*/ 165735 w 165734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7" y="0"/>
                  </a:lnTo>
                  <a:lnTo>
                    <a:pt x="101917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7" y="138113"/>
                  </a:lnTo>
                  <a:lnTo>
                    <a:pt x="101917" y="269558"/>
                  </a:lnTo>
                  <a:cubicBezTo>
                    <a:pt x="101917" y="294322"/>
                    <a:pt x="110490" y="304800"/>
                    <a:pt x="130492" y="304800"/>
                  </a:cubicBezTo>
                  <a:cubicBezTo>
                    <a:pt x="141922" y="303847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24838911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bil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Textplatzhalter 167">
            <a:extLst>
              <a:ext uri="{FF2B5EF4-FFF2-40B4-BE49-F238E27FC236}">
                <a16:creationId xmlns:a16="http://schemas.microsoft.com/office/drawing/2014/main" id="{91CA67B1-C872-42F5-99A5-C31B319F69A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628775"/>
            <a:ext cx="12192000" cy="5229225"/>
          </a:xfrm>
          <a:gradFill>
            <a:gsLst>
              <a:gs pos="50000">
                <a:schemeClr val="accent4">
                  <a:alpha val="50000"/>
                </a:schemeClr>
              </a:gs>
              <a:gs pos="5000">
                <a:schemeClr val="accent4"/>
              </a:gs>
              <a:gs pos="100000">
                <a:schemeClr val="accent4">
                  <a:alpha val="20000"/>
                </a:schemeClr>
              </a:gs>
            </a:gsLst>
            <a:lin ang="5400000" scaled="1"/>
          </a:gradFill>
        </p:spPr>
        <p:txBody>
          <a:bodyPr vert="horz" wrap="square" lIns="540000" tIns="1188000" rIns="0" bIns="0" rtlCol="0" anchor="t" anchorCtr="0">
            <a:noAutofit/>
          </a:bodyPr>
          <a:lstStyle>
            <a:lvl1pPr>
              <a:defRPr lang="de-DE" sz="4000" b="1" dirty="0"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de-DE" dirty="0"/>
              <a:t> </a:t>
            </a:r>
          </a:p>
        </p:txBody>
      </p:sp>
      <p:sp>
        <p:nvSpPr>
          <p:cNvPr id="165" name="Bildplatzhalter 60">
            <a:extLst>
              <a:ext uri="{FF2B5EF4-FFF2-40B4-BE49-F238E27FC236}">
                <a16:creationId xmlns:a16="http://schemas.microsoft.com/office/drawing/2014/main" id="{F018B551-27B5-4B00-BF39-7527999917A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628775"/>
            <a:ext cx="12192000" cy="5229226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C1DC1BF-B7B9-4143-AFEB-7D1D6C73E8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0163" y="2913731"/>
            <a:ext cx="4979505" cy="1030539"/>
          </a:xfrm>
        </p:spPr>
        <p:txBody>
          <a:bodyPr wrap="none" tIns="0" rIns="0"/>
          <a:lstStyle>
            <a:lvl1pPr algn="l">
              <a:lnSpc>
                <a:spcPct val="110000"/>
              </a:lnSpc>
              <a:defRPr sz="660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Willkommen</a:t>
            </a:r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929994FB-5DBF-40C3-99B7-BCB45F80FCBA}"/>
              </a:ext>
            </a:extLst>
          </p:cNvPr>
          <p:cNvSpPr/>
          <p:nvPr userDrawn="1"/>
        </p:nvSpPr>
        <p:spPr>
          <a:xfrm>
            <a:off x="518400" y="1196733"/>
            <a:ext cx="11676062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Freihandform: Form 5">
            <a:extLst>
              <a:ext uri="{FF2B5EF4-FFF2-40B4-BE49-F238E27FC236}">
                <a16:creationId xmlns:a16="http://schemas.microsoft.com/office/drawing/2014/main" id="{DB0B422D-422E-4796-8EA3-E0C93BC35646}"/>
              </a:ext>
            </a:extLst>
          </p:cNvPr>
          <p:cNvSpPr/>
          <p:nvPr/>
        </p:nvSpPr>
        <p:spPr>
          <a:xfrm>
            <a:off x="10056938" y="300703"/>
            <a:ext cx="1619125" cy="618155"/>
          </a:xfrm>
          <a:custGeom>
            <a:avLst/>
            <a:gdLst>
              <a:gd name="connsiteX0" fmla="*/ 0 w 1456912"/>
              <a:gd name="connsiteY0" fmla="*/ 51854 h 556225"/>
              <a:gd name="connsiteX1" fmla="*/ 28188 w 1456912"/>
              <a:gd name="connsiteY1" fmla="*/ 23666 h 556225"/>
              <a:gd name="connsiteX2" fmla="*/ 28188 w 1456912"/>
              <a:gd name="connsiteY2" fmla="*/ 535557 h 556225"/>
              <a:gd name="connsiteX3" fmla="*/ 0 w 1456912"/>
              <a:gd name="connsiteY3" fmla="*/ 535557 h 556225"/>
              <a:gd name="connsiteX4" fmla="*/ 0 w 1456912"/>
              <a:gd name="connsiteY4" fmla="*/ 51854 h 556225"/>
              <a:gd name="connsiteX5" fmla="*/ 84564 w 1456912"/>
              <a:gd name="connsiteY5" fmla="*/ 28188 h 556225"/>
              <a:gd name="connsiteX6" fmla="*/ 422811 w 1456912"/>
              <a:gd name="connsiteY6" fmla="*/ 28188 h 556225"/>
              <a:gd name="connsiteX7" fmla="*/ 422811 w 1456912"/>
              <a:gd name="connsiteY7" fmla="*/ 0 h 556225"/>
              <a:gd name="connsiteX8" fmla="*/ 56376 w 1456912"/>
              <a:gd name="connsiteY8" fmla="*/ 0 h 556225"/>
              <a:gd name="connsiteX9" fmla="*/ 56376 w 1456912"/>
              <a:gd name="connsiteY9" fmla="*/ 338244 h 556225"/>
              <a:gd name="connsiteX10" fmla="*/ 367711 w 1456912"/>
              <a:gd name="connsiteY10" fmla="*/ 338244 h 556225"/>
              <a:gd name="connsiteX11" fmla="*/ 367711 w 1456912"/>
              <a:gd name="connsiteY11" fmla="*/ 310062 h 556225"/>
              <a:gd name="connsiteX12" fmla="*/ 84564 w 1456912"/>
              <a:gd name="connsiteY12" fmla="*/ 310062 h 556225"/>
              <a:gd name="connsiteX13" fmla="*/ 84564 w 1456912"/>
              <a:gd name="connsiteY13" fmla="*/ 28188 h 556225"/>
              <a:gd name="connsiteX14" fmla="*/ 410152 w 1456912"/>
              <a:gd name="connsiteY14" fmla="*/ 253686 h 556225"/>
              <a:gd name="connsiteX15" fmla="*/ 140937 w 1456912"/>
              <a:gd name="connsiteY15" fmla="*/ 253686 h 556225"/>
              <a:gd name="connsiteX16" fmla="*/ 140937 w 1456912"/>
              <a:gd name="connsiteY16" fmla="*/ 140940 h 556225"/>
              <a:gd name="connsiteX17" fmla="*/ 371171 w 1456912"/>
              <a:gd name="connsiteY17" fmla="*/ 140940 h 556225"/>
              <a:gd name="connsiteX18" fmla="*/ 399359 w 1456912"/>
              <a:gd name="connsiteY18" fmla="*/ 112752 h 556225"/>
              <a:gd name="connsiteX19" fmla="*/ 140937 w 1456912"/>
              <a:gd name="connsiteY19" fmla="*/ 112752 h 556225"/>
              <a:gd name="connsiteX20" fmla="*/ 140937 w 1456912"/>
              <a:gd name="connsiteY20" fmla="*/ 84564 h 556225"/>
              <a:gd name="connsiteX21" fmla="*/ 422811 w 1456912"/>
              <a:gd name="connsiteY21" fmla="*/ 84564 h 556225"/>
              <a:gd name="connsiteX22" fmla="*/ 422811 w 1456912"/>
              <a:gd name="connsiteY22" fmla="*/ 56376 h 556225"/>
              <a:gd name="connsiteX23" fmla="*/ 112749 w 1456912"/>
              <a:gd name="connsiteY23" fmla="*/ 56376 h 556225"/>
              <a:gd name="connsiteX24" fmla="*/ 112749 w 1456912"/>
              <a:gd name="connsiteY24" fmla="*/ 281874 h 556225"/>
              <a:gd name="connsiteX25" fmla="*/ 382334 w 1456912"/>
              <a:gd name="connsiteY25" fmla="*/ 281874 h 556225"/>
              <a:gd name="connsiteX26" fmla="*/ 410152 w 1456912"/>
              <a:gd name="connsiteY26" fmla="*/ 253686 h 556225"/>
              <a:gd name="connsiteX27" fmla="*/ 56376 w 1456912"/>
              <a:gd name="connsiteY27" fmla="*/ 535557 h 556225"/>
              <a:gd name="connsiteX28" fmla="*/ 84564 w 1456912"/>
              <a:gd name="connsiteY28" fmla="*/ 535557 h 556225"/>
              <a:gd name="connsiteX29" fmla="*/ 84564 w 1456912"/>
              <a:gd name="connsiteY29" fmla="*/ 394620 h 556225"/>
              <a:gd name="connsiteX30" fmla="*/ 112752 w 1456912"/>
              <a:gd name="connsiteY30" fmla="*/ 394620 h 556225"/>
              <a:gd name="connsiteX31" fmla="*/ 112752 w 1456912"/>
              <a:gd name="connsiteY31" fmla="*/ 511890 h 556225"/>
              <a:gd name="connsiteX32" fmla="*/ 140940 w 1456912"/>
              <a:gd name="connsiteY32" fmla="*/ 483705 h 556225"/>
              <a:gd name="connsiteX33" fmla="*/ 140940 w 1456912"/>
              <a:gd name="connsiteY33" fmla="*/ 394620 h 556225"/>
              <a:gd name="connsiteX34" fmla="*/ 367714 w 1456912"/>
              <a:gd name="connsiteY34" fmla="*/ 394620 h 556225"/>
              <a:gd name="connsiteX35" fmla="*/ 367714 w 1456912"/>
              <a:gd name="connsiteY35" fmla="*/ 366435 h 556225"/>
              <a:gd name="connsiteX36" fmla="*/ 56376 w 1456912"/>
              <a:gd name="connsiteY36" fmla="*/ 366435 h 556225"/>
              <a:gd name="connsiteX37" fmla="*/ 56376 w 1456912"/>
              <a:gd name="connsiteY37" fmla="*/ 535557 h 556225"/>
              <a:gd name="connsiteX38" fmla="*/ 1428724 w 1456912"/>
              <a:gd name="connsiteY38" fmla="*/ 0 h 556225"/>
              <a:gd name="connsiteX39" fmla="*/ 1428724 w 1456912"/>
              <a:gd name="connsiteY39" fmla="*/ 324156 h 556225"/>
              <a:gd name="connsiteX40" fmla="*/ 1316539 w 1456912"/>
              <a:gd name="connsiteY40" fmla="*/ 514089 h 556225"/>
              <a:gd name="connsiteX41" fmla="*/ 1315903 w 1456912"/>
              <a:gd name="connsiteY41" fmla="*/ 513258 h 556225"/>
              <a:gd name="connsiteX42" fmla="*/ 1400536 w 1456912"/>
              <a:gd name="connsiteY42" fmla="*/ 351869 h 556225"/>
              <a:gd name="connsiteX43" fmla="*/ 1400536 w 1456912"/>
              <a:gd name="connsiteY43" fmla="*/ 3 h 556225"/>
              <a:gd name="connsiteX44" fmla="*/ 1372348 w 1456912"/>
              <a:gd name="connsiteY44" fmla="*/ 3 h 556225"/>
              <a:gd name="connsiteX45" fmla="*/ 1372348 w 1456912"/>
              <a:gd name="connsiteY45" fmla="*/ 351400 h 556225"/>
              <a:gd name="connsiteX46" fmla="*/ 1189132 w 1456912"/>
              <a:gd name="connsiteY46" fmla="*/ 528510 h 556225"/>
              <a:gd name="connsiteX47" fmla="*/ 1005916 w 1456912"/>
              <a:gd name="connsiteY47" fmla="*/ 351400 h 556225"/>
              <a:gd name="connsiteX48" fmla="*/ 1005916 w 1456912"/>
              <a:gd name="connsiteY48" fmla="*/ 23666 h 556225"/>
              <a:gd name="connsiteX49" fmla="*/ 977728 w 1456912"/>
              <a:gd name="connsiteY49" fmla="*/ 51854 h 556225"/>
              <a:gd name="connsiteX50" fmla="*/ 977728 w 1456912"/>
              <a:gd name="connsiteY50" fmla="*/ 351869 h 556225"/>
              <a:gd name="connsiteX51" fmla="*/ 1189132 w 1456912"/>
              <a:gd name="connsiteY51" fmla="*/ 556226 h 556225"/>
              <a:gd name="connsiteX52" fmla="*/ 1217320 w 1456912"/>
              <a:gd name="connsiteY52" fmla="*/ 556226 h 556225"/>
              <a:gd name="connsiteX53" fmla="*/ 1456912 w 1456912"/>
              <a:gd name="connsiteY53" fmla="*/ 324566 h 556225"/>
              <a:gd name="connsiteX54" fmla="*/ 1456912 w 1456912"/>
              <a:gd name="connsiteY54" fmla="*/ 0 h 556225"/>
              <a:gd name="connsiteX55" fmla="*/ 1428724 w 1456912"/>
              <a:gd name="connsiteY55" fmla="*/ 0 h 556225"/>
              <a:gd name="connsiteX56" fmla="*/ 1189132 w 1456912"/>
              <a:gd name="connsiteY56" fmla="*/ 500322 h 556225"/>
              <a:gd name="connsiteX57" fmla="*/ 1344160 w 1456912"/>
              <a:gd name="connsiteY57" fmla="*/ 351400 h 556225"/>
              <a:gd name="connsiteX58" fmla="*/ 1344160 w 1456912"/>
              <a:gd name="connsiteY58" fmla="*/ 351400 h 556225"/>
              <a:gd name="connsiteX59" fmla="*/ 1344160 w 1456912"/>
              <a:gd name="connsiteY59" fmla="*/ 23666 h 556225"/>
              <a:gd name="connsiteX60" fmla="*/ 1315972 w 1456912"/>
              <a:gd name="connsiteY60" fmla="*/ 51854 h 556225"/>
              <a:gd name="connsiteX61" fmla="*/ 1315972 w 1456912"/>
              <a:gd name="connsiteY61" fmla="*/ 324153 h 556225"/>
              <a:gd name="connsiteX62" fmla="*/ 1217317 w 1456912"/>
              <a:gd name="connsiteY62" fmla="*/ 415761 h 556225"/>
              <a:gd name="connsiteX63" fmla="*/ 1118662 w 1456912"/>
              <a:gd name="connsiteY63" fmla="*/ 324153 h 556225"/>
              <a:gd name="connsiteX64" fmla="*/ 1118662 w 1456912"/>
              <a:gd name="connsiteY64" fmla="*/ 3 h 556225"/>
              <a:gd name="connsiteX65" fmla="*/ 1090474 w 1456912"/>
              <a:gd name="connsiteY65" fmla="*/ 3 h 556225"/>
              <a:gd name="connsiteX66" fmla="*/ 1090474 w 1456912"/>
              <a:gd name="connsiteY66" fmla="*/ 324156 h 556225"/>
              <a:gd name="connsiteX67" fmla="*/ 1217317 w 1456912"/>
              <a:gd name="connsiteY67" fmla="*/ 443951 h 556225"/>
              <a:gd name="connsiteX68" fmla="*/ 1304349 w 1456912"/>
              <a:gd name="connsiteY68" fmla="*/ 404889 h 556225"/>
              <a:gd name="connsiteX69" fmla="*/ 1304982 w 1456912"/>
              <a:gd name="connsiteY69" fmla="*/ 405720 h 556225"/>
              <a:gd name="connsiteX70" fmla="*/ 1189129 w 1456912"/>
              <a:gd name="connsiteY70" fmla="*/ 472139 h 556225"/>
              <a:gd name="connsiteX71" fmla="*/ 1062303 w 1456912"/>
              <a:gd name="connsiteY71" fmla="*/ 352344 h 556225"/>
              <a:gd name="connsiteX72" fmla="*/ 1062286 w 1456912"/>
              <a:gd name="connsiteY72" fmla="*/ 352344 h 556225"/>
              <a:gd name="connsiteX73" fmla="*/ 1062286 w 1456912"/>
              <a:gd name="connsiteY73" fmla="*/ 3 h 556225"/>
              <a:gd name="connsiteX74" fmla="*/ 1034098 w 1456912"/>
              <a:gd name="connsiteY74" fmla="*/ 3 h 556225"/>
              <a:gd name="connsiteX75" fmla="*/ 1034098 w 1456912"/>
              <a:gd name="connsiteY75" fmla="*/ 352341 h 556225"/>
              <a:gd name="connsiteX76" fmla="*/ 1034113 w 1456912"/>
              <a:gd name="connsiteY76" fmla="*/ 352341 h 556225"/>
              <a:gd name="connsiteX77" fmla="*/ 1189132 w 1456912"/>
              <a:gd name="connsiteY77" fmla="*/ 500322 h 556225"/>
              <a:gd name="connsiteX78" fmla="*/ 562774 w 1456912"/>
              <a:gd name="connsiteY78" fmla="*/ 366435 h 556225"/>
              <a:gd name="connsiteX79" fmla="*/ 491494 w 1456912"/>
              <a:gd name="connsiteY79" fmla="*/ 535557 h 556225"/>
              <a:gd name="connsiteX80" fmla="*/ 519684 w 1456912"/>
              <a:gd name="connsiteY80" fmla="*/ 535554 h 556225"/>
              <a:gd name="connsiteX81" fmla="*/ 519682 w 1456912"/>
              <a:gd name="connsiteY81" fmla="*/ 535557 h 556225"/>
              <a:gd name="connsiteX82" fmla="*/ 519684 w 1456912"/>
              <a:gd name="connsiteY82" fmla="*/ 535557 h 556225"/>
              <a:gd name="connsiteX83" fmla="*/ 555322 w 1456912"/>
              <a:gd name="connsiteY83" fmla="*/ 450996 h 556225"/>
              <a:gd name="connsiteX84" fmla="*/ 794138 w 1456912"/>
              <a:gd name="connsiteY84" fmla="*/ 450996 h 556225"/>
              <a:gd name="connsiteX85" fmla="*/ 829744 w 1456912"/>
              <a:gd name="connsiteY85" fmla="*/ 535557 h 556225"/>
              <a:gd name="connsiteX86" fmla="*/ 857932 w 1456912"/>
              <a:gd name="connsiteY86" fmla="*/ 535557 h 556225"/>
              <a:gd name="connsiteX87" fmla="*/ 810457 w 1456912"/>
              <a:gd name="connsiteY87" fmla="*/ 422808 h 556225"/>
              <a:gd name="connsiteX88" fmla="*/ 567200 w 1456912"/>
              <a:gd name="connsiteY88" fmla="*/ 422808 h 556225"/>
              <a:gd name="connsiteX89" fmla="*/ 579078 w 1456912"/>
              <a:gd name="connsiteY89" fmla="*/ 394620 h 556225"/>
              <a:gd name="connsiteX90" fmla="*/ 826776 w 1456912"/>
              <a:gd name="connsiteY90" fmla="*/ 394620 h 556225"/>
              <a:gd name="connsiteX91" fmla="*/ 886120 w 1456912"/>
              <a:gd name="connsiteY91" fmla="*/ 535557 h 556225"/>
              <a:gd name="connsiteX92" fmla="*/ 914308 w 1456912"/>
              <a:gd name="connsiteY92" fmla="*/ 535557 h 556225"/>
              <a:gd name="connsiteX93" fmla="*/ 843097 w 1456912"/>
              <a:gd name="connsiteY93" fmla="*/ 366435 h 556225"/>
              <a:gd name="connsiteX94" fmla="*/ 562774 w 1456912"/>
              <a:gd name="connsiteY94" fmla="*/ 366435 h 556225"/>
              <a:gd name="connsiteX95" fmla="*/ 604248 w 1456912"/>
              <a:gd name="connsiteY95" fmla="*/ 0 h 556225"/>
              <a:gd name="connsiteX96" fmla="*/ 397091 w 1456912"/>
              <a:gd name="connsiteY96" fmla="*/ 491374 h 556225"/>
              <a:gd name="connsiteX97" fmla="*/ 415032 w 1456912"/>
              <a:gd name="connsiteY97" fmla="*/ 515732 h 556225"/>
              <a:gd name="connsiteX98" fmla="*/ 632437 w 1456912"/>
              <a:gd name="connsiteY98" fmla="*/ 0 h 556225"/>
              <a:gd name="connsiteX99" fmla="*/ 604248 w 1456912"/>
              <a:gd name="connsiteY99" fmla="*/ 0 h 556225"/>
              <a:gd name="connsiteX100" fmla="*/ 716998 w 1456912"/>
              <a:gd name="connsiteY100" fmla="*/ 3 h 556225"/>
              <a:gd name="connsiteX101" fmla="*/ 934130 w 1456912"/>
              <a:gd name="connsiteY101" fmla="*/ 515735 h 556225"/>
              <a:gd name="connsiteX102" fmla="*/ 952028 w 1456912"/>
              <a:gd name="connsiteY102" fmla="*/ 491377 h 556225"/>
              <a:gd name="connsiteX103" fmla="*/ 745186 w 1456912"/>
              <a:gd name="connsiteY103" fmla="*/ 3 h 556225"/>
              <a:gd name="connsiteX104" fmla="*/ 716998 w 1456912"/>
              <a:gd name="connsiteY104" fmla="*/ 3 h 556225"/>
              <a:gd name="connsiteX105" fmla="*/ 546409 w 1456912"/>
              <a:gd name="connsiteY105" fmla="*/ 338247 h 556225"/>
              <a:gd name="connsiteX106" fmla="*/ 463042 w 1456912"/>
              <a:gd name="connsiteY106" fmla="*/ 535557 h 556225"/>
              <a:gd name="connsiteX107" fmla="*/ 434854 w 1456912"/>
              <a:gd name="connsiteY107" fmla="*/ 535557 h 556225"/>
              <a:gd name="connsiteX108" fmla="*/ 646528 w 1456912"/>
              <a:gd name="connsiteY108" fmla="*/ 33467 h 556225"/>
              <a:gd name="connsiteX109" fmla="*/ 762988 w 1456912"/>
              <a:gd name="connsiteY109" fmla="*/ 310059 h 556225"/>
              <a:gd name="connsiteX110" fmla="*/ 791176 w 1456912"/>
              <a:gd name="connsiteY110" fmla="*/ 310059 h 556225"/>
              <a:gd name="connsiteX111" fmla="*/ 660624 w 1456912"/>
              <a:gd name="connsiteY111" fmla="*/ 3 h 556225"/>
              <a:gd name="connsiteX112" fmla="*/ 688812 w 1456912"/>
              <a:gd name="connsiteY112" fmla="*/ 3 h 556225"/>
              <a:gd name="connsiteX113" fmla="*/ 831231 w 1456912"/>
              <a:gd name="connsiteY113" fmla="*/ 338247 h 556225"/>
              <a:gd name="connsiteX114" fmla="*/ 546409 w 1456912"/>
              <a:gd name="connsiteY114" fmla="*/ 338247 h 556225"/>
              <a:gd name="connsiteX115" fmla="*/ 674788 w 1456912"/>
              <a:gd name="connsiteY115" fmla="*/ 167531 h 556225"/>
              <a:gd name="connsiteX116" fmla="*/ 614721 w 1456912"/>
              <a:gd name="connsiteY116" fmla="*/ 310062 h 556225"/>
              <a:gd name="connsiteX117" fmla="*/ 734800 w 1456912"/>
              <a:gd name="connsiteY117" fmla="*/ 310062 h 556225"/>
              <a:gd name="connsiteX118" fmla="*/ 674788 w 1456912"/>
              <a:gd name="connsiteY118" fmla="*/ 167531 h 556225"/>
              <a:gd name="connsiteX119" fmla="*/ 558275 w 1456912"/>
              <a:gd name="connsiteY119" fmla="*/ 310062 h 556225"/>
              <a:gd name="connsiteX120" fmla="*/ 586535 w 1456912"/>
              <a:gd name="connsiteY120" fmla="*/ 310062 h 556225"/>
              <a:gd name="connsiteX121" fmla="*/ 660703 w 1456912"/>
              <a:gd name="connsiteY121" fmla="*/ 134072 h 556225"/>
              <a:gd name="connsiteX122" fmla="*/ 646588 w 1456912"/>
              <a:gd name="connsiteY122" fmla="*/ 100553 h 556225"/>
              <a:gd name="connsiteX123" fmla="*/ 558275 w 1456912"/>
              <a:gd name="connsiteY123" fmla="*/ 310062 h 556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1456912" h="556225">
                <a:moveTo>
                  <a:pt x="0" y="51854"/>
                </a:moveTo>
                <a:lnTo>
                  <a:pt x="28188" y="23666"/>
                </a:lnTo>
                <a:lnTo>
                  <a:pt x="28188" y="535557"/>
                </a:lnTo>
                <a:lnTo>
                  <a:pt x="0" y="535557"/>
                </a:lnTo>
                <a:lnTo>
                  <a:pt x="0" y="51854"/>
                </a:lnTo>
                <a:close/>
                <a:moveTo>
                  <a:pt x="84564" y="28188"/>
                </a:moveTo>
                <a:lnTo>
                  <a:pt x="422811" y="28188"/>
                </a:lnTo>
                <a:lnTo>
                  <a:pt x="422811" y="0"/>
                </a:lnTo>
                <a:lnTo>
                  <a:pt x="56376" y="0"/>
                </a:lnTo>
                <a:lnTo>
                  <a:pt x="56376" y="338244"/>
                </a:lnTo>
                <a:lnTo>
                  <a:pt x="367711" y="338244"/>
                </a:lnTo>
                <a:lnTo>
                  <a:pt x="367711" y="310062"/>
                </a:lnTo>
                <a:lnTo>
                  <a:pt x="84564" y="310062"/>
                </a:lnTo>
                <a:lnTo>
                  <a:pt x="84564" y="28188"/>
                </a:lnTo>
                <a:close/>
                <a:moveTo>
                  <a:pt x="410152" y="253686"/>
                </a:moveTo>
                <a:lnTo>
                  <a:pt x="140937" y="253686"/>
                </a:lnTo>
                <a:lnTo>
                  <a:pt x="140937" y="140940"/>
                </a:lnTo>
                <a:lnTo>
                  <a:pt x="371171" y="140940"/>
                </a:lnTo>
                <a:lnTo>
                  <a:pt x="399359" y="112752"/>
                </a:lnTo>
                <a:lnTo>
                  <a:pt x="140937" y="112752"/>
                </a:lnTo>
                <a:lnTo>
                  <a:pt x="140937" y="84564"/>
                </a:lnTo>
                <a:lnTo>
                  <a:pt x="422811" y="84564"/>
                </a:lnTo>
                <a:lnTo>
                  <a:pt x="422811" y="56376"/>
                </a:lnTo>
                <a:lnTo>
                  <a:pt x="112749" y="56376"/>
                </a:lnTo>
                <a:lnTo>
                  <a:pt x="112749" y="281874"/>
                </a:lnTo>
                <a:lnTo>
                  <a:pt x="382334" y="281874"/>
                </a:lnTo>
                <a:lnTo>
                  <a:pt x="410152" y="253686"/>
                </a:lnTo>
                <a:close/>
                <a:moveTo>
                  <a:pt x="56376" y="535557"/>
                </a:moveTo>
                <a:lnTo>
                  <a:pt x="84564" y="535557"/>
                </a:lnTo>
                <a:lnTo>
                  <a:pt x="84564" y="394620"/>
                </a:lnTo>
                <a:lnTo>
                  <a:pt x="112752" y="394620"/>
                </a:lnTo>
                <a:lnTo>
                  <a:pt x="112752" y="511890"/>
                </a:lnTo>
                <a:lnTo>
                  <a:pt x="140940" y="483705"/>
                </a:lnTo>
                <a:lnTo>
                  <a:pt x="140940" y="394620"/>
                </a:lnTo>
                <a:lnTo>
                  <a:pt x="367714" y="394620"/>
                </a:lnTo>
                <a:lnTo>
                  <a:pt x="367714" y="366435"/>
                </a:lnTo>
                <a:lnTo>
                  <a:pt x="56376" y="366435"/>
                </a:lnTo>
                <a:lnTo>
                  <a:pt x="56376" y="535557"/>
                </a:lnTo>
                <a:close/>
                <a:moveTo>
                  <a:pt x="1428724" y="0"/>
                </a:moveTo>
                <a:lnTo>
                  <a:pt x="1428724" y="324156"/>
                </a:lnTo>
                <a:cubicBezTo>
                  <a:pt x="1428724" y="399584"/>
                  <a:pt x="1395069" y="464387"/>
                  <a:pt x="1316539" y="514089"/>
                </a:cubicBezTo>
                <a:lnTo>
                  <a:pt x="1315903" y="513258"/>
                </a:lnTo>
                <a:cubicBezTo>
                  <a:pt x="1367503" y="472336"/>
                  <a:pt x="1400536" y="419773"/>
                  <a:pt x="1400536" y="351869"/>
                </a:cubicBezTo>
                <a:lnTo>
                  <a:pt x="1400536" y="3"/>
                </a:lnTo>
                <a:lnTo>
                  <a:pt x="1372348" y="3"/>
                </a:lnTo>
                <a:lnTo>
                  <a:pt x="1372348" y="351400"/>
                </a:lnTo>
                <a:cubicBezTo>
                  <a:pt x="1372348" y="452590"/>
                  <a:pt x="1290318" y="528510"/>
                  <a:pt x="1189132" y="528510"/>
                </a:cubicBezTo>
                <a:cubicBezTo>
                  <a:pt x="1087946" y="528510"/>
                  <a:pt x="1005916" y="452587"/>
                  <a:pt x="1005916" y="351400"/>
                </a:cubicBezTo>
                <a:lnTo>
                  <a:pt x="1005916" y="23666"/>
                </a:lnTo>
                <a:lnTo>
                  <a:pt x="977728" y="51854"/>
                </a:lnTo>
                <a:lnTo>
                  <a:pt x="977728" y="351869"/>
                </a:lnTo>
                <a:cubicBezTo>
                  <a:pt x="977728" y="468625"/>
                  <a:pt x="1072376" y="556226"/>
                  <a:pt x="1189132" y="556226"/>
                </a:cubicBezTo>
                <a:cubicBezTo>
                  <a:pt x="1191834" y="556226"/>
                  <a:pt x="1217320" y="556226"/>
                  <a:pt x="1217320" y="556226"/>
                </a:cubicBezTo>
                <a:cubicBezTo>
                  <a:pt x="1332291" y="556226"/>
                  <a:pt x="1456912" y="471321"/>
                  <a:pt x="1456912" y="324566"/>
                </a:cubicBezTo>
                <a:cubicBezTo>
                  <a:pt x="1456912" y="324428"/>
                  <a:pt x="1456912" y="0"/>
                  <a:pt x="1456912" y="0"/>
                </a:cubicBezTo>
                <a:lnTo>
                  <a:pt x="1428724" y="0"/>
                </a:lnTo>
                <a:close/>
                <a:moveTo>
                  <a:pt x="1189132" y="500322"/>
                </a:moveTo>
                <a:cubicBezTo>
                  <a:pt x="1274706" y="500322"/>
                  <a:pt x="1344082" y="436948"/>
                  <a:pt x="1344160" y="351400"/>
                </a:cubicBezTo>
                <a:lnTo>
                  <a:pt x="1344160" y="351400"/>
                </a:lnTo>
                <a:lnTo>
                  <a:pt x="1344160" y="23666"/>
                </a:lnTo>
                <a:lnTo>
                  <a:pt x="1315972" y="51854"/>
                </a:lnTo>
                <a:lnTo>
                  <a:pt x="1315972" y="324153"/>
                </a:lnTo>
                <a:cubicBezTo>
                  <a:pt x="1315972" y="378637"/>
                  <a:pt x="1271801" y="415761"/>
                  <a:pt x="1217317" y="415761"/>
                </a:cubicBezTo>
                <a:cubicBezTo>
                  <a:pt x="1162833" y="415761"/>
                  <a:pt x="1118662" y="378637"/>
                  <a:pt x="1118662" y="324153"/>
                </a:cubicBezTo>
                <a:lnTo>
                  <a:pt x="1118662" y="3"/>
                </a:lnTo>
                <a:lnTo>
                  <a:pt x="1090474" y="3"/>
                </a:lnTo>
                <a:lnTo>
                  <a:pt x="1090474" y="324156"/>
                </a:lnTo>
                <a:cubicBezTo>
                  <a:pt x="1090474" y="394209"/>
                  <a:pt x="1147264" y="443951"/>
                  <a:pt x="1217317" y="443951"/>
                </a:cubicBezTo>
                <a:cubicBezTo>
                  <a:pt x="1245962" y="443951"/>
                  <a:pt x="1280732" y="429800"/>
                  <a:pt x="1304349" y="404889"/>
                </a:cubicBezTo>
                <a:lnTo>
                  <a:pt x="1304982" y="405720"/>
                </a:lnTo>
                <a:cubicBezTo>
                  <a:pt x="1282838" y="446784"/>
                  <a:pt x="1241907" y="472139"/>
                  <a:pt x="1189129" y="472139"/>
                </a:cubicBezTo>
                <a:cubicBezTo>
                  <a:pt x="1119507" y="472139"/>
                  <a:pt x="1062992" y="421734"/>
                  <a:pt x="1062303" y="352344"/>
                </a:cubicBezTo>
                <a:lnTo>
                  <a:pt x="1062286" y="352344"/>
                </a:lnTo>
                <a:lnTo>
                  <a:pt x="1062286" y="3"/>
                </a:lnTo>
                <a:lnTo>
                  <a:pt x="1034098" y="3"/>
                </a:lnTo>
                <a:lnTo>
                  <a:pt x="1034098" y="352341"/>
                </a:lnTo>
                <a:lnTo>
                  <a:pt x="1034113" y="352341"/>
                </a:lnTo>
                <a:cubicBezTo>
                  <a:pt x="1034703" y="437411"/>
                  <a:pt x="1103877" y="500322"/>
                  <a:pt x="1189132" y="500322"/>
                </a:cubicBezTo>
                <a:close/>
                <a:moveTo>
                  <a:pt x="562774" y="366435"/>
                </a:moveTo>
                <a:lnTo>
                  <a:pt x="491494" y="535557"/>
                </a:lnTo>
                <a:lnTo>
                  <a:pt x="519684" y="535554"/>
                </a:lnTo>
                <a:lnTo>
                  <a:pt x="519682" y="535557"/>
                </a:lnTo>
                <a:lnTo>
                  <a:pt x="519684" y="535557"/>
                </a:lnTo>
                <a:lnTo>
                  <a:pt x="555322" y="450996"/>
                </a:lnTo>
                <a:lnTo>
                  <a:pt x="794138" y="450996"/>
                </a:lnTo>
                <a:lnTo>
                  <a:pt x="829744" y="535557"/>
                </a:lnTo>
                <a:lnTo>
                  <a:pt x="857932" y="535557"/>
                </a:lnTo>
                <a:lnTo>
                  <a:pt x="810457" y="422808"/>
                </a:lnTo>
                <a:lnTo>
                  <a:pt x="567200" y="422808"/>
                </a:lnTo>
                <a:lnTo>
                  <a:pt x="579078" y="394620"/>
                </a:lnTo>
                <a:lnTo>
                  <a:pt x="826776" y="394620"/>
                </a:lnTo>
                <a:lnTo>
                  <a:pt x="886120" y="535557"/>
                </a:lnTo>
                <a:lnTo>
                  <a:pt x="914308" y="535557"/>
                </a:lnTo>
                <a:lnTo>
                  <a:pt x="843097" y="366435"/>
                </a:lnTo>
                <a:lnTo>
                  <a:pt x="562774" y="366435"/>
                </a:lnTo>
                <a:close/>
                <a:moveTo>
                  <a:pt x="604248" y="0"/>
                </a:moveTo>
                <a:lnTo>
                  <a:pt x="397091" y="491374"/>
                </a:lnTo>
                <a:lnTo>
                  <a:pt x="415032" y="515732"/>
                </a:lnTo>
                <a:lnTo>
                  <a:pt x="632437" y="0"/>
                </a:lnTo>
                <a:lnTo>
                  <a:pt x="604248" y="0"/>
                </a:lnTo>
                <a:close/>
                <a:moveTo>
                  <a:pt x="716998" y="3"/>
                </a:moveTo>
                <a:lnTo>
                  <a:pt x="934130" y="515735"/>
                </a:lnTo>
                <a:lnTo>
                  <a:pt x="952028" y="491377"/>
                </a:lnTo>
                <a:lnTo>
                  <a:pt x="745186" y="3"/>
                </a:lnTo>
                <a:lnTo>
                  <a:pt x="716998" y="3"/>
                </a:lnTo>
                <a:close/>
                <a:moveTo>
                  <a:pt x="546409" y="338247"/>
                </a:moveTo>
                <a:lnTo>
                  <a:pt x="463042" y="535557"/>
                </a:lnTo>
                <a:lnTo>
                  <a:pt x="434854" y="535557"/>
                </a:lnTo>
                <a:lnTo>
                  <a:pt x="646528" y="33467"/>
                </a:lnTo>
                <a:lnTo>
                  <a:pt x="762988" y="310059"/>
                </a:lnTo>
                <a:lnTo>
                  <a:pt x="791176" y="310059"/>
                </a:lnTo>
                <a:lnTo>
                  <a:pt x="660624" y="3"/>
                </a:lnTo>
                <a:lnTo>
                  <a:pt x="688812" y="3"/>
                </a:lnTo>
                <a:lnTo>
                  <a:pt x="831231" y="338247"/>
                </a:lnTo>
                <a:lnTo>
                  <a:pt x="546409" y="338247"/>
                </a:lnTo>
                <a:close/>
                <a:moveTo>
                  <a:pt x="674788" y="167531"/>
                </a:moveTo>
                <a:lnTo>
                  <a:pt x="614721" y="310062"/>
                </a:lnTo>
                <a:lnTo>
                  <a:pt x="734800" y="310062"/>
                </a:lnTo>
                <a:lnTo>
                  <a:pt x="674788" y="167531"/>
                </a:lnTo>
                <a:close/>
                <a:moveTo>
                  <a:pt x="558275" y="310062"/>
                </a:moveTo>
                <a:lnTo>
                  <a:pt x="586535" y="310062"/>
                </a:lnTo>
                <a:lnTo>
                  <a:pt x="660703" y="134072"/>
                </a:lnTo>
                <a:lnTo>
                  <a:pt x="646588" y="100553"/>
                </a:lnTo>
                <a:lnTo>
                  <a:pt x="558275" y="310062"/>
                </a:lnTo>
                <a:close/>
              </a:path>
            </a:pathLst>
          </a:custGeom>
          <a:solidFill>
            <a:schemeClr val="tx1"/>
          </a:solidFill>
          <a:ln w="2892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grpSp>
        <p:nvGrpSpPr>
          <p:cNvPr id="57" name="Gruppieren 56">
            <a:extLst>
              <a:ext uri="{FF2B5EF4-FFF2-40B4-BE49-F238E27FC236}">
                <a16:creationId xmlns:a16="http://schemas.microsoft.com/office/drawing/2014/main" id="{A67BB0E1-5E7F-46E5-9D87-74249FA80151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58" name="Gerader Verbinder 57">
              <a:extLst>
                <a:ext uri="{FF2B5EF4-FFF2-40B4-BE49-F238E27FC236}">
                  <a16:creationId xmlns:a16="http://schemas.microsoft.com/office/drawing/2014/main" id="{735EC3F0-D52F-43D8-9D20-FC4F70B1922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feld 58">
              <a:extLst>
                <a:ext uri="{FF2B5EF4-FFF2-40B4-BE49-F238E27FC236}">
                  <a16:creationId xmlns:a16="http://schemas.microsoft.com/office/drawing/2014/main" id="{D73E6E84-A759-4118-9971-2B614D3FE504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60" name="Gruppieren 59">
            <a:extLst>
              <a:ext uri="{FF2B5EF4-FFF2-40B4-BE49-F238E27FC236}">
                <a16:creationId xmlns:a16="http://schemas.microsoft.com/office/drawing/2014/main" id="{F1FCC803-A93B-423F-B835-B52876B2721B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61" name="Gerader Verbinder 60">
              <a:extLst>
                <a:ext uri="{FF2B5EF4-FFF2-40B4-BE49-F238E27FC236}">
                  <a16:creationId xmlns:a16="http://schemas.microsoft.com/office/drawing/2014/main" id="{94D29247-DB20-40F1-888F-155F9E5ABC8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feld 61">
              <a:extLst>
                <a:ext uri="{FF2B5EF4-FFF2-40B4-BE49-F238E27FC236}">
                  <a16:creationId xmlns:a16="http://schemas.microsoft.com/office/drawing/2014/main" id="{5E32A3F3-E989-43F3-A16F-94173C632533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63" name="Gruppieren 62">
            <a:extLst>
              <a:ext uri="{FF2B5EF4-FFF2-40B4-BE49-F238E27FC236}">
                <a16:creationId xmlns:a16="http://schemas.microsoft.com/office/drawing/2014/main" id="{44D22F83-A0F5-4FE2-9D6C-012542F7E2B8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64" name="Gerader Verbinder 63">
              <a:extLst>
                <a:ext uri="{FF2B5EF4-FFF2-40B4-BE49-F238E27FC236}">
                  <a16:creationId xmlns:a16="http://schemas.microsoft.com/office/drawing/2014/main" id="{BA2BC1BF-6FE4-4475-BE69-6D37CBD5164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Textfeld 64">
              <a:extLst>
                <a:ext uri="{FF2B5EF4-FFF2-40B4-BE49-F238E27FC236}">
                  <a16:creationId xmlns:a16="http://schemas.microsoft.com/office/drawing/2014/main" id="{88D7DDBE-C865-4F05-B6F5-3E2BBB15FDA7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66" name="Gruppieren 65">
            <a:extLst>
              <a:ext uri="{FF2B5EF4-FFF2-40B4-BE49-F238E27FC236}">
                <a16:creationId xmlns:a16="http://schemas.microsoft.com/office/drawing/2014/main" id="{5BF365C6-4DF1-469F-A081-5BB981472333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67" name="Gerader Verbinder 66">
              <a:extLst>
                <a:ext uri="{FF2B5EF4-FFF2-40B4-BE49-F238E27FC236}">
                  <a16:creationId xmlns:a16="http://schemas.microsoft.com/office/drawing/2014/main" id="{9CA1C573-E95F-4CC5-A4BE-0E74960DBC2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Textfeld 67">
              <a:extLst>
                <a:ext uri="{FF2B5EF4-FFF2-40B4-BE49-F238E27FC236}">
                  <a16:creationId xmlns:a16="http://schemas.microsoft.com/office/drawing/2014/main" id="{02A35681-195F-407A-BB6C-7E3B4E241132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69" name="Gruppieren 68">
            <a:extLst>
              <a:ext uri="{FF2B5EF4-FFF2-40B4-BE49-F238E27FC236}">
                <a16:creationId xmlns:a16="http://schemas.microsoft.com/office/drawing/2014/main" id="{BF6DC0B3-1B79-4824-B73B-DC9B7AA77A08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70" name="Gerader Verbinder 69">
              <a:extLst>
                <a:ext uri="{FF2B5EF4-FFF2-40B4-BE49-F238E27FC236}">
                  <a16:creationId xmlns:a16="http://schemas.microsoft.com/office/drawing/2014/main" id="{439D9EA3-D6F8-4D8A-8C91-B7BCDD4883C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Textfeld 70">
              <a:extLst>
                <a:ext uri="{FF2B5EF4-FFF2-40B4-BE49-F238E27FC236}">
                  <a16:creationId xmlns:a16="http://schemas.microsoft.com/office/drawing/2014/main" id="{EF8776E0-353D-4DBE-918C-2BE4D9ED22C0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72" name="Gruppieren 71">
            <a:extLst>
              <a:ext uri="{FF2B5EF4-FFF2-40B4-BE49-F238E27FC236}">
                <a16:creationId xmlns:a16="http://schemas.microsoft.com/office/drawing/2014/main" id="{EB1A981A-C15F-48BC-856D-45BFDE402164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73" name="Gerader Verbinder 72">
              <a:extLst>
                <a:ext uri="{FF2B5EF4-FFF2-40B4-BE49-F238E27FC236}">
                  <a16:creationId xmlns:a16="http://schemas.microsoft.com/office/drawing/2014/main" id="{CA1B7D91-52B4-4C4E-9872-DAE627C5BDA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Textfeld 73">
              <a:extLst>
                <a:ext uri="{FF2B5EF4-FFF2-40B4-BE49-F238E27FC236}">
                  <a16:creationId xmlns:a16="http://schemas.microsoft.com/office/drawing/2014/main" id="{DD5301F3-CDC0-4F62-A7F3-64DF1FAFB6C3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75" name="Gruppieren 74">
            <a:extLst>
              <a:ext uri="{FF2B5EF4-FFF2-40B4-BE49-F238E27FC236}">
                <a16:creationId xmlns:a16="http://schemas.microsoft.com/office/drawing/2014/main" id="{C5363AC9-A7FE-4ED9-A4AE-BF1F41479440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76" name="Gerader Verbinder 75">
              <a:extLst>
                <a:ext uri="{FF2B5EF4-FFF2-40B4-BE49-F238E27FC236}">
                  <a16:creationId xmlns:a16="http://schemas.microsoft.com/office/drawing/2014/main" id="{A5C058E5-1B77-4F37-8A90-6C2DB0C9F0D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Textfeld 76">
              <a:extLst>
                <a:ext uri="{FF2B5EF4-FFF2-40B4-BE49-F238E27FC236}">
                  <a16:creationId xmlns:a16="http://schemas.microsoft.com/office/drawing/2014/main" id="{3F3FD432-7B0C-441D-887D-260F088129D6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78" name="Gruppieren 77">
            <a:extLst>
              <a:ext uri="{FF2B5EF4-FFF2-40B4-BE49-F238E27FC236}">
                <a16:creationId xmlns:a16="http://schemas.microsoft.com/office/drawing/2014/main" id="{11D3348D-CD05-48E5-89ED-528A62DA8118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79" name="Gerader Verbinder 78">
              <a:extLst>
                <a:ext uri="{FF2B5EF4-FFF2-40B4-BE49-F238E27FC236}">
                  <a16:creationId xmlns:a16="http://schemas.microsoft.com/office/drawing/2014/main" id="{8C904B9B-CFB8-4878-BE89-64B7783A68C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Textfeld 79">
              <a:extLst>
                <a:ext uri="{FF2B5EF4-FFF2-40B4-BE49-F238E27FC236}">
                  <a16:creationId xmlns:a16="http://schemas.microsoft.com/office/drawing/2014/main" id="{C15810B6-1DFF-43DE-849F-E24988A1AC21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81" name="Gruppieren 80">
            <a:extLst>
              <a:ext uri="{FF2B5EF4-FFF2-40B4-BE49-F238E27FC236}">
                <a16:creationId xmlns:a16="http://schemas.microsoft.com/office/drawing/2014/main" id="{CFDE3FDD-B76C-49E7-81B4-7302EAE01430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82" name="Gerader Verbinder 81">
              <a:extLst>
                <a:ext uri="{FF2B5EF4-FFF2-40B4-BE49-F238E27FC236}">
                  <a16:creationId xmlns:a16="http://schemas.microsoft.com/office/drawing/2014/main" id="{CC2966EC-F4C0-41FC-88ED-2E5F725EA0B2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Textfeld 82">
              <a:extLst>
                <a:ext uri="{FF2B5EF4-FFF2-40B4-BE49-F238E27FC236}">
                  <a16:creationId xmlns:a16="http://schemas.microsoft.com/office/drawing/2014/main" id="{92230FDE-430C-429C-A396-DFCEF2CE147E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84" name="Gerader Verbinder 83">
            <a:extLst>
              <a:ext uri="{FF2B5EF4-FFF2-40B4-BE49-F238E27FC236}">
                <a16:creationId xmlns:a16="http://schemas.microsoft.com/office/drawing/2014/main" id="{53056242-C21F-4347-8E6E-305C959935E8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5" name="Gruppieren 84">
            <a:extLst>
              <a:ext uri="{FF2B5EF4-FFF2-40B4-BE49-F238E27FC236}">
                <a16:creationId xmlns:a16="http://schemas.microsoft.com/office/drawing/2014/main" id="{A954A2AB-7A1B-4F20-8556-0C283B584BE2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86" name="Gerader Verbinder 85">
              <a:extLst>
                <a:ext uri="{FF2B5EF4-FFF2-40B4-BE49-F238E27FC236}">
                  <a16:creationId xmlns:a16="http://schemas.microsoft.com/office/drawing/2014/main" id="{C31D32E9-A207-4C49-AAE0-5A541EE5B56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Textfeld 86">
              <a:extLst>
                <a:ext uri="{FF2B5EF4-FFF2-40B4-BE49-F238E27FC236}">
                  <a16:creationId xmlns:a16="http://schemas.microsoft.com/office/drawing/2014/main" id="{0027A521-04C3-4807-A55B-38087BBBA705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141" name="Grafik 3">
            <a:extLst>
              <a:ext uri="{FF2B5EF4-FFF2-40B4-BE49-F238E27FC236}">
                <a16:creationId xmlns:a16="http://schemas.microsoft.com/office/drawing/2014/main" id="{6137700A-CC4E-43C0-A285-5EB4C4D8DB59}"/>
              </a:ext>
            </a:extLst>
          </p:cNvPr>
          <p:cNvGrpSpPr/>
          <p:nvPr userDrawn="1"/>
        </p:nvGrpSpPr>
        <p:grpSpPr>
          <a:xfrm>
            <a:off x="520163" y="293688"/>
            <a:ext cx="2589683" cy="327844"/>
            <a:chOff x="2269806" y="2525076"/>
            <a:chExt cx="7681912" cy="972502"/>
          </a:xfrm>
          <a:solidFill>
            <a:schemeClr val="tx1"/>
          </a:solidFill>
        </p:grpSpPr>
        <p:sp>
          <p:nvSpPr>
            <p:cNvPr id="142" name="Freihandform: Form 141">
              <a:extLst>
                <a:ext uri="{FF2B5EF4-FFF2-40B4-BE49-F238E27FC236}">
                  <a16:creationId xmlns:a16="http://schemas.microsoft.com/office/drawing/2014/main" id="{6B91A8CD-98F6-42A3-800A-C635CCA88734}"/>
                </a:ext>
              </a:extLst>
            </p:cNvPr>
            <p:cNvSpPr/>
            <p:nvPr/>
          </p:nvSpPr>
          <p:spPr>
            <a:xfrm>
              <a:off x="2269806" y="2545079"/>
              <a:ext cx="232409" cy="369569"/>
            </a:xfrm>
            <a:custGeom>
              <a:avLst/>
              <a:gdLst>
                <a:gd name="connsiteX0" fmla="*/ 232410 w 232409"/>
                <a:gd name="connsiteY0" fmla="*/ 60960 h 369569"/>
                <a:gd name="connsiteX1" fmla="*/ 65723 w 232409"/>
                <a:gd name="connsiteY1" fmla="*/ 60960 h 369569"/>
                <a:gd name="connsiteX2" fmla="*/ 65723 w 232409"/>
                <a:gd name="connsiteY2" fmla="*/ 152400 h 369569"/>
                <a:gd name="connsiteX3" fmla="*/ 189547 w 232409"/>
                <a:gd name="connsiteY3" fmla="*/ 152400 h 369569"/>
                <a:gd name="connsiteX4" fmla="*/ 189547 w 232409"/>
                <a:gd name="connsiteY4" fmla="*/ 212408 h 369569"/>
                <a:gd name="connsiteX5" fmla="*/ 65723 w 232409"/>
                <a:gd name="connsiteY5" fmla="*/ 212408 h 369569"/>
                <a:gd name="connsiteX6" fmla="*/ 65723 w 232409"/>
                <a:gd name="connsiteY6" fmla="*/ 369570 h 369569"/>
                <a:gd name="connsiteX7" fmla="*/ 0 w 232409"/>
                <a:gd name="connsiteY7" fmla="*/ 369570 h 369569"/>
                <a:gd name="connsiteX8" fmla="*/ 0 w 232409"/>
                <a:gd name="connsiteY8" fmla="*/ 0 h 369569"/>
                <a:gd name="connsiteX9" fmla="*/ 231458 w 232409"/>
                <a:gd name="connsiteY9" fmla="*/ 0 h 369569"/>
                <a:gd name="connsiteX10" fmla="*/ 231458 w 232409"/>
                <a:gd name="connsiteY10" fmla="*/ 60960 h 36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2409" h="369569">
                  <a:moveTo>
                    <a:pt x="232410" y="60960"/>
                  </a:moveTo>
                  <a:lnTo>
                    <a:pt x="65723" y="60960"/>
                  </a:lnTo>
                  <a:lnTo>
                    <a:pt x="65723" y="152400"/>
                  </a:lnTo>
                  <a:lnTo>
                    <a:pt x="189547" y="152400"/>
                  </a:lnTo>
                  <a:lnTo>
                    <a:pt x="189547" y="212408"/>
                  </a:lnTo>
                  <a:lnTo>
                    <a:pt x="65723" y="212408"/>
                  </a:lnTo>
                  <a:lnTo>
                    <a:pt x="65723" y="369570"/>
                  </a:lnTo>
                  <a:lnTo>
                    <a:pt x="0" y="369570"/>
                  </a:lnTo>
                  <a:lnTo>
                    <a:pt x="0" y="0"/>
                  </a:lnTo>
                  <a:lnTo>
                    <a:pt x="231458" y="0"/>
                  </a:lnTo>
                  <a:lnTo>
                    <a:pt x="231458" y="6096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3" name="Freihandform: Form 142">
              <a:extLst>
                <a:ext uri="{FF2B5EF4-FFF2-40B4-BE49-F238E27FC236}">
                  <a16:creationId xmlns:a16="http://schemas.microsoft.com/office/drawing/2014/main" id="{549274FD-58DD-4FAF-8D02-55582E234285}"/>
                </a:ext>
              </a:extLst>
            </p:cNvPr>
            <p:cNvSpPr/>
            <p:nvPr/>
          </p:nvSpPr>
          <p:spPr>
            <a:xfrm>
              <a:off x="2538412" y="2641039"/>
              <a:ext cx="160020" cy="272657"/>
            </a:xfrm>
            <a:custGeom>
              <a:avLst/>
              <a:gdLst>
                <a:gd name="connsiteX0" fmla="*/ 160020 w 160020"/>
                <a:gd name="connsiteY0" fmla="*/ 5005 h 272657"/>
                <a:gd name="connsiteX1" fmla="*/ 150495 w 160020"/>
                <a:gd name="connsiteY1" fmla="*/ 68823 h 272657"/>
                <a:gd name="connsiteX2" fmla="*/ 116205 w 160020"/>
                <a:gd name="connsiteY2" fmla="*/ 60250 h 272657"/>
                <a:gd name="connsiteX3" fmla="*/ 61913 w 160020"/>
                <a:gd name="connsiteY3" fmla="*/ 135498 h 272657"/>
                <a:gd name="connsiteX4" fmla="*/ 61913 w 160020"/>
                <a:gd name="connsiteY4" fmla="*/ 272658 h 272657"/>
                <a:gd name="connsiteX5" fmla="*/ 0 w 160020"/>
                <a:gd name="connsiteY5" fmla="*/ 272658 h 272657"/>
                <a:gd name="connsiteX6" fmla="*/ 0 w 160020"/>
                <a:gd name="connsiteY6" fmla="*/ 5958 h 272657"/>
                <a:gd name="connsiteX7" fmla="*/ 60960 w 160020"/>
                <a:gd name="connsiteY7" fmla="*/ 5958 h 272657"/>
                <a:gd name="connsiteX8" fmla="*/ 60960 w 160020"/>
                <a:gd name="connsiteY8" fmla="*/ 40248 h 272657"/>
                <a:gd name="connsiteX9" fmla="*/ 61913 w 160020"/>
                <a:gd name="connsiteY9" fmla="*/ 40248 h 272657"/>
                <a:gd name="connsiteX10" fmla="*/ 131445 w 160020"/>
                <a:gd name="connsiteY10" fmla="*/ 243 h 272657"/>
                <a:gd name="connsiteX11" fmla="*/ 160020 w 160020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2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7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4" name="Freihandform: Form 143">
              <a:extLst>
                <a:ext uri="{FF2B5EF4-FFF2-40B4-BE49-F238E27FC236}">
                  <a16:creationId xmlns:a16="http://schemas.microsoft.com/office/drawing/2014/main" id="{3AAA0352-F104-41B2-BE0F-3590B98C7C9D}"/>
                </a:ext>
              </a:extLst>
            </p:cNvPr>
            <p:cNvSpPr/>
            <p:nvPr/>
          </p:nvSpPr>
          <p:spPr>
            <a:xfrm>
              <a:off x="2743199" y="2528887"/>
              <a:ext cx="79057" cy="384810"/>
            </a:xfrm>
            <a:custGeom>
              <a:avLst/>
              <a:gdLst>
                <a:gd name="connsiteX0" fmla="*/ 79058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8 w 79057"/>
                <a:gd name="connsiteY4" fmla="*/ 38100 h 384810"/>
                <a:gd name="connsiteX5" fmla="*/ 70485 w 79057"/>
                <a:gd name="connsiteY5" fmla="*/ 384810 h 384810"/>
                <a:gd name="connsiteX6" fmla="*/ 8573 w 79057"/>
                <a:gd name="connsiteY6" fmla="*/ 384810 h 384810"/>
                <a:gd name="connsiteX7" fmla="*/ 8573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8" y="38100"/>
                  </a:moveTo>
                  <a:cubicBezTo>
                    <a:pt x="79058" y="60007"/>
                    <a:pt x="60960" y="76200"/>
                    <a:pt x="39052" y="76200"/>
                  </a:cubicBezTo>
                  <a:cubicBezTo>
                    <a:pt x="17145" y="76200"/>
                    <a:pt x="0" y="60007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5" name="Freihandform: Form 144">
              <a:extLst>
                <a:ext uri="{FF2B5EF4-FFF2-40B4-BE49-F238E27FC236}">
                  <a16:creationId xmlns:a16="http://schemas.microsoft.com/office/drawing/2014/main" id="{3E814530-3828-4A24-BE5E-FCABE419B518}"/>
                </a:ext>
              </a:extLst>
            </p:cNvPr>
            <p:cNvSpPr/>
            <p:nvPr/>
          </p:nvSpPr>
          <p:spPr>
            <a:xfrm>
              <a:off x="2879407" y="2641281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1913 w 242887"/>
                <a:gd name="connsiteY10" fmla="*/ 115253 h 279082"/>
                <a:gd name="connsiteX11" fmla="*/ 182880 w 242887"/>
                <a:gd name="connsiteY11" fmla="*/ 115253 h 279082"/>
                <a:gd name="connsiteX12" fmla="*/ 123825 w 242887"/>
                <a:gd name="connsiteY12" fmla="*/ 50482 h 279082"/>
                <a:gd name="connsiteX13" fmla="*/ 61913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1913" y="115253"/>
                  </a:moveTo>
                  <a:lnTo>
                    <a:pt x="182880" y="115253"/>
                  </a:lnTo>
                  <a:cubicBezTo>
                    <a:pt x="180022" y="74295"/>
                    <a:pt x="159067" y="50482"/>
                    <a:pt x="123825" y="50482"/>
                  </a:cubicBezTo>
                  <a:cubicBezTo>
                    <a:pt x="89535" y="50482"/>
                    <a:pt x="67627" y="74295"/>
                    <a:pt x="61913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6" name="Freihandform: Form 145">
              <a:extLst>
                <a:ext uri="{FF2B5EF4-FFF2-40B4-BE49-F238E27FC236}">
                  <a16:creationId xmlns:a16="http://schemas.microsoft.com/office/drawing/2014/main" id="{7B6A0E9B-656E-40B4-8D95-E6C5661FCAC0}"/>
                </a:ext>
              </a:extLst>
            </p:cNvPr>
            <p:cNvSpPr/>
            <p:nvPr/>
          </p:nvSpPr>
          <p:spPr>
            <a:xfrm>
              <a:off x="3177539" y="2525076"/>
              <a:ext cx="248602" cy="396239"/>
            </a:xfrm>
            <a:custGeom>
              <a:avLst/>
              <a:gdLst>
                <a:gd name="connsiteX0" fmla="*/ 0 w 248602"/>
                <a:gd name="connsiteY0" fmla="*/ 255270 h 396239"/>
                <a:gd name="connsiteX1" fmla="*/ 108585 w 248602"/>
                <a:gd name="connsiteY1" fmla="*/ 116205 h 396239"/>
                <a:gd name="connsiteX2" fmla="*/ 185738 w 248602"/>
                <a:gd name="connsiteY2" fmla="*/ 152400 h 396239"/>
                <a:gd name="connsiteX3" fmla="*/ 186690 w 248602"/>
                <a:gd name="connsiteY3" fmla="*/ 152400 h 396239"/>
                <a:gd name="connsiteX4" fmla="*/ 186690 w 248602"/>
                <a:gd name="connsiteY4" fmla="*/ 15240 h 396239"/>
                <a:gd name="connsiteX5" fmla="*/ 248602 w 248602"/>
                <a:gd name="connsiteY5" fmla="*/ 0 h 396239"/>
                <a:gd name="connsiteX6" fmla="*/ 248602 w 248602"/>
                <a:gd name="connsiteY6" fmla="*/ 389573 h 396239"/>
                <a:gd name="connsiteX7" fmla="*/ 187642 w 248602"/>
                <a:gd name="connsiteY7" fmla="*/ 389573 h 396239"/>
                <a:gd name="connsiteX8" fmla="*/ 187642 w 248602"/>
                <a:gd name="connsiteY8" fmla="*/ 358140 h 396239"/>
                <a:gd name="connsiteX9" fmla="*/ 186690 w 248602"/>
                <a:gd name="connsiteY9" fmla="*/ 358140 h 396239"/>
                <a:gd name="connsiteX10" fmla="*/ 106680 w 248602"/>
                <a:gd name="connsiteY10" fmla="*/ 396240 h 396239"/>
                <a:gd name="connsiteX11" fmla="*/ 0 w 248602"/>
                <a:gd name="connsiteY11" fmla="*/ 255270 h 396239"/>
                <a:gd name="connsiteX12" fmla="*/ 60960 w 248602"/>
                <a:gd name="connsiteY12" fmla="*/ 255270 h 396239"/>
                <a:gd name="connsiteX13" fmla="*/ 122872 w 248602"/>
                <a:gd name="connsiteY13" fmla="*/ 340995 h 396239"/>
                <a:gd name="connsiteX14" fmla="*/ 186690 w 248602"/>
                <a:gd name="connsiteY14" fmla="*/ 305753 h 396239"/>
                <a:gd name="connsiteX15" fmla="*/ 186690 w 248602"/>
                <a:gd name="connsiteY15" fmla="*/ 207645 h 396239"/>
                <a:gd name="connsiteX16" fmla="*/ 122872 w 248602"/>
                <a:gd name="connsiteY16" fmla="*/ 172402 h 396239"/>
                <a:gd name="connsiteX17" fmla="*/ 60960 w 248602"/>
                <a:gd name="connsiteY17" fmla="*/ 255270 h 39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8602" h="396239">
                  <a:moveTo>
                    <a:pt x="0" y="255270"/>
                  </a:moveTo>
                  <a:cubicBezTo>
                    <a:pt x="0" y="169545"/>
                    <a:pt x="43815" y="116205"/>
                    <a:pt x="108585" y="116205"/>
                  </a:cubicBezTo>
                  <a:cubicBezTo>
                    <a:pt x="141922" y="116205"/>
                    <a:pt x="168592" y="130493"/>
                    <a:pt x="185738" y="152400"/>
                  </a:cubicBezTo>
                  <a:lnTo>
                    <a:pt x="186690" y="152400"/>
                  </a:lnTo>
                  <a:lnTo>
                    <a:pt x="186690" y="15240"/>
                  </a:lnTo>
                  <a:lnTo>
                    <a:pt x="248602" y="0"/>
                  </a:lnTo>
                  <a:lnTo>
                    <a:pt x="248602" y="389573"/>
                  </a:lnTo>
                  <a:lnTo>
                    <a:pt x="187642" y="389573"/>
                  </a:lnTo>
                  <a:lnTo>
                    <a:pt x="187642" y="358140"/>
                  </a:lnTo>
                  <a:lnTo>
                    <a:pt x="186690" y="358140"/>
                  </a:lnTo>
                  <a:cubicBezTo>
                    <a:pt x="167640" y="381953"/>
                    <a:pt x="140017" y="396240"/>
                    <a:pt x="106680" y="396240"/>
                  </a:cubicBezTo>
                  <a:cubicBezTo>
                    <a:pt x="43815" y="395288"/>
                    <a:pt x="0" y="340995"/>
                    <a:pt x="0" y="255270"/>
                  </a:cubicBezTo>
                  <a:close/>
                  <a:moveTo>
                    <a:pt x="60960" y="255270"/>
                  </a:moveTo>
                  <a:cubicBezTo>
                    <a:pt x="60960" y="309563"/>
                    <a:pt x="83820" y="340995"/>
                    <a:pt x="122872" y="340995"/>
                  </a:cubicBezTo>
                  <a:cubicBezTo>
                    <a:pt x="146685" y="340995"/>
                    <a:pt x="166688" y="329565"/>
                    <a:pt x="186690" y="305753"/>
                  </a:cubicBezTo>
                  <a:lnTo>
                    <a:pt x="186690" y="207645"/>
                  </a:lnTo>
                  <a:cubicBezTo>
                    <a:pt x="168592" y="183833"/>
                    <a:pt x="148590" y="172402"/>
                    <a:pt x="122872" y="172402"/>
                  </a:cubicBezTo>
                  <a:cubicBezTo>
                    <a:pt x="82867" y="172402"/>
                    <a:pt x="60960" y="201930"/>
                    <a:pt x="60960" y="2552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7" name="Freihandform: Form 146">
              <a:extLst>
                <a:ext uri="{FF2B5EF4-FFF2-40B4-BE49-F238E27FC236}">
                  <a16:creationId xmlns:a16="http://schemas.microsoft.com/office/drawing/2014/main" id="{8C6043E1-1047-4143-AE4E-40A9E12A9C03}"/>
                </a:ext>
              </a:extLst>
            </p:cNvPr>
            <p:cNvSpPr/>
            <p:nvPr/>
          </p:nvSpPr>
          <p:spPr>
            <a:xfrm>
              <a:off x="3509009" y="2641039"/>
              <a:ext cx="160020" cy="272657"/>
            </a:xfrm>
            <a:custGeom>
              <a:avLst/>
              <a:gdLst>
                <a:gd name="connsiteX0" fmla="*/ 160020 w 160020"/>
                <a:gd name="connsiteY0" fmla="*/ 5005 h 272657"/>
                <a:gd name="connsiteX1" fmla="*/ 150495 w 160020"/>
                <a:gd name="connsiteY1" fmla="*/ 68823 h 272657"/>
                <a:gd name="connsiteX2" fmla="*/ 116205 w 160020"/>
                <a:gd name="connsiteY2" fmla="*/ 60250 h 272657"/>
                <a:gd name="connsiteX3" fmla="*/ 61913 w 160020"/>
                <a:gd name="connsiteY3" fmla="*/ 135498 h 272657"/>
                <a:gd name="connsiteX4" fmla="*/ 61913 w 160020"/>
                <a:gd name="connsiteY4" fmla="*/ 272658 h 272657"/>
                <a:gd name="connsiteX5" fmla="*/ 0 w 160020"/>
                <a:gd name="connsiteY5" fmla="*/ 272658 h 272657"/>
                <a:gd name="connsiteX6" fmla="*/ 0 w 160020"/>
                <a:gd name="connsiteY6" fmla="*/ 5958 h 272657"/>
                <a:gd name="connsiteX7" fmla="*/ 60960 w 160020"/>
                <a:gd name="connsiteY7" fmla="*/ 5958 h 272657"/>
                <a:gd name="connsiteX8" fmla="*/ 60960 w 160020"/>
                <a:gd name="connsiteY8" fmla="*/ 40248 h 272657"/>
                <a:gd name="connsiteX9" fmla="*/ 61913 w 160020"/>
                <a:gd name="connsiteY9" fmla="*/ 40248 h 272657"/>
                <a:gd name="connsiteX10" fmla="*/ 131445 w 160020"/>
                <a:gd name="connsiteY10" fmla="*/ 243 h 272657"/>
                <a:gd name="connsiteX11" fmla="*/ 160020 w 160020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8" name="Freihandform: Form 147">
              <a:extLst>
                <a:ext uri="{FF2B5EF4-FFF2-40B4-BE49-F238E27FC236}">
                  <a16:creationId xmlns:a16="http://schemas.microsoft.com/office/drawing/2014/main" id="{8D5C9184-3CC4-4501-B870-F984583E988B}"/>
                </a:ext>
              </a:extLst>
            </p:cNvPr>
            <p:cNvSpPr/>
            <p:nvPr/>
          </p:nvSpPr>
          <p:spPr>
            <a:xfrm>
              <a:off x="3712844" y="2528887"/>
              <a:ext cx="79057" cy="384810"/>
            </a:xfrm>
            <a:custGeom>
              <a:avLst/>
              <a:gdLst>
                <a:gd name="connsiteX0" fmla="*/ 79058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8 w 79057"/>
                <a:gd name="connsiteY4" fmla="*/ 38100 h 384810"/>
                <a:gd name="connsiteX5" fmla="*/ 71438 w 79057"/>
                <a:gd name="connsiteY5" fmla="*/ 384810 h 384810"/>
                <a:gd name="connsiteX6" fmla="*/ 9525 w 79057"/>
                <a:gd name="connsiteY6" fmla="*/ 384810 h 384810"/>
                <a:gd name="connsiteX7" fmla="*/ 9525 w 79057"/>
                <a:gd name="connsiteY7" fmla="*/ 118110 h 384810"/>
                <a:gd name="connsiteX8" fmla="*/ 71438 w 79057"/>
                <a:gd name="connsiteY8" fmla="*/ 118110 h 384810"/>
                <a:gd name="connsiteX9" fmla="*/ 71438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8" y="38100"/>
                  </a:moveTo>
                  <a:cubicBezTo>
                    <a:pt x="79058" y="60007"/>
                    <a:pt x="60960" y="76200"/>
                    <a:pt x="39052" y="76200"/>
                  </a:cubicBezTo>
                  <a:cubicBezTo>
                    <a:pt x="17145" y="76200"/>
                    <a:pt x="0" y="60007"/>
                    <a:pt x="0" y="38100"/>
                  </a:cubicBezTo>
                  <a:cubicBezTo>
                    <a:pt x="0" y="16193"/>
                    <a:pt x="18097" y="0"/>
                    <a:pt x="39052" y="0"/>
                  </a:cubicBezTo>
                  <a:cubicBezTo>
                    <a:pt x="61913" y="0"/>
                    <a:pt x="79058" y="16193"/>
                    <a:pt x="79058" y="38100"/>
                  </a:cubicBezTo>
                  <a:close/>
                  <a:moveTo>
                    <a:pt x="71438" y="384810"/>
                  </a:moveTo>
                  <a:lnTo>
                    <a:pt x="9525" y="384810"/>
                  </a:lnTo>
                  <a:lnTo>
                    <a:pt x="9525" y="118110"/>
                  </a:lnTo>
                  <a:lnTo>
                    <a:pt x="71438" y="118110"/>
                  </a:lnTo>
                  <a:lnTo>
                    <a:pt x="71438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9" name="Freihandform: Form 148">
              <a:extLst>
                <a:ext uri="{FF2B5EF4-FFF2-40B4-BE49-F238E27FC236}">
                  <a16:creationId xmlns:a16="http://schemas.microsoft.com/office/drawing/2014/main" id="{869AD892-F335-4BFB-8F2F-2EE8B8E5E8F0}"/>
                </a:ext>
              </a:extLst>
            </p:cNvPr>
            <p:cNvSpPr/>
            <p:nvPr/>
          </p:nvSpPr>
          <p:spPr>
            <a:xfrm>
              <a:off x="3850957" y="2640329"/>
              <a:ext cx="224789" cy="280034"/>
            </a:xfrm>
            <a:custGeom>
              <a:avLst/>
              <a:gdLst>
                <a:gd name="connsiteX0" fmla="*/ 222885 w 224789"/>
                <a:gd name="connsiteY0" fmla="*/ 237172 h 280034"/>
                <a:gd name="connsiteX1" fmla="*/ 127635 w 224789"/>
                <a:gd name="connsiteY1" fmla="*/ 280035 h 280034"/>
                <a:gd name="connsiteX2" fmla="*/ 0 w 224789"/>
                <a:gd name="connsiteY2" fmla="*/ 140970 h 280034"/>
                <a:gd name="connsiteX3" fmla="*/ 128588 w 224789"/>
                <a:gd name="connsiteY3" fmla="*/ 0 h 280034"/>
                <a:gd name="connsiteX4" fmla="*/ 224790 w 224789"/>
                <a:gd name="connsiteY4" fmla="*/ 45720 h 280034"/>
                <a:gd name="connsiteX5" fmla="*/ 181927 w 224789"/>
                <a:gd name="connsiteY5" fmla="*/ 86678 h 280034"/>
                <a:gd name="connsiteX6" fmla="*/ 128588 w 224789"/>
                <a:gd name="connsiteY6" fmla="*/ 57150 h 280034"/>
                <a:gd name="connsiteX7" fmla="*/ 62865 w 224789"/>
                <a:gd name="connsiteY7" fmla="*/ 140018 h 280034"/>
                <a:gd name="connsiteX8" fmla="*/ 128588 w 224789"/>
                <a:gd name="connsiteY8" fmla="*/ 222885 h 280034"/>
                <a:gd name="connsiteX9" fmla="*/ 183833 w 224789"/>
                <a:gd name="connsiteY9" fmla="*/ 193358 h 280034"/>
                <a:gd name="connsiteX10" fmla="*/ 222885 w 224789"/>
                <a:gd name="connsiteY10" fmla="*/ 237172 h 280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89" h="280034">
                  <a:moveTo>
                    <a:pt x="222885" y="237172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7" y="15240"/>
                    <a:pt x="224790" y="45720"/>
                  </a:cubicBezTo>
                  <a:lnTo>
                    <a:pt x="181927" y="86678"/>
                  </a:lnTo>
                  <a:cubicBezTo>
                    <a:pt x="166688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8"/>
                  </a:cubicBezTo>
                  <a:cubicBezTo>
                    <a:pt x="62865" y="189547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3" y="193358"/>
                  </a:cubicBezTo>
                  <a:lnTo>
                    <a:pt x="222885" y="23717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0" name="Freihandform: Form 149">
              <a:extLst>
                <a:ext uri="{FF2B5EF4-FFF2-40B4-BE49-F238E27FC236}">
                  <a16:creationId xmlns:a16="http://schemas.microsoft.com/office/drawing/2014/main" id="{D4F83502-E212-4AAA-A2E4-517247605A23}"/>
                </a:ext>
              </a:extLst>
            </p:cNvPr>
            <p:cNvSpPr/>
            <p:nvPr/>
          </p:nvSpPr>
          <p:spPr>
            <a:xfrm>
              <a:off x="4129087" y="2525076"/>
              <a:ext cx="229552" cy="389572"/>
            </a:xfrm>
            <a:custGeom>
              <a:avLst/>
              <a:gdLst>
                <a:gd name="connsiteX0" fmla="*/ 229553 w 229552"/>
                <a:gd name="connsiteY0" fmla="*/ 388620 h 389572"/>
                <a:gd name="connsiteX1" fmla="*/ 167640 w 229552"/>
                <a:gd name="connsiteY1" fmla="*/ 388620 h 389572"/>
                <a:gd name="connsiteX2" fmla="*/ 167640 w 229552"/>
                <a:gd name="connsiteY2" fmla="*/ 236220 h 389572"/>
                <a:gd name="connsiteX3" fmla="*/ 118110 w 229552"/>
                <a:gd name="connsiteY3" fmla="*/ 171450 h 389572"/>
                <a:gd name="connsiteX4" fmla="*/ 62865 w 229552"/>
                <a:gd name="connsiteY4" fmla="*/ 236220 h 389572"/>
                <a:gd name="connsiteX5" fmla="*/ 62865 w 229552"/>
                <a:gd name="connsiteY5" fmla="*/ 389573 h 389572"/>
                <a:gd name="connsiteX6" fmla="*/ 0 w 229552"/>
                <a:gd name="connsiteY6" fmla="*/ 389573 h 389572"/>
                <a:gd name="connsiteX7" fmla="*/ 0 w 229552"/>
                <a:gd name="connsiteY7" fmla="*/ 15240 h 389572"/>
                <a:gd name="connsiteX8" fmla="*/ 61913 w 229552"/>
                <a:gd name="connsiteY8" fmla="*/ 0 h 389572"/>
                <a:gd name="connsiteX9" fmla="*/ 61913 w 229552"/>
                <a:gd name="connsiteY9" fmla="*/ 155258 h 389572"/>
                <a:gd name="connsiteX10" fmla="*/ 62865 w 229552"/>
                <a:gd name="connsiteY10" fmla="*/ 155258 h 389572"/>
                <a:gd name="connsiteX11" fmla="*/ 140970 w 229552"/>
                <a:gd name="connsiteY11" fmla="*/ 116205 h 389572"/>
                <a:gd name="connsiteX12" fmla="*/ 228600 w 229552"/>
                <a:gd name="connsiteY12" fmla="*/ 223838 h 389572"/>
                <a:gd name="connsiteX13" fmla="*/ 228600 w 229552"/>
                <a:gd name="connsiteY13" fmla="*/ 38862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9552" h="389572">
                  <a:moveTo>
                    <a:pt x="229553" y="388620"/>
                  </a:moveTo>
                  <a:lnTo>
                    <a:pt x="167640" y="388620"/>
                  </a:lnTo>
                  <a:lnTo>
                    <a:pt x="167640" y="236220"/>
                  </a:lnTo>
                  <a:cubicBezTo>
                    <a:pt x="167640" y="197168"/>
                    <a:pt x="155257" y="171450"/>
                    <a:pt x="118110" y="171450"/>
                  </a:cubicBezTo>
                  <a:cubicBezTo>
                    <a:pt x="75247" y="171450"/>
                    <a:pt x="62865" y="205740"/>
                    <a:pt x="62865" y="236220"/>
                  </a:cubicBezTo>
                  <a:lnTo>
                    <a:pt x="62865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2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1" name="Freihandform: Form 150">
              <a:extLst>
                <a:ext uri="{FF2B5EF4-FFF2-40B4-BE49-F238E27FC236}">
                  <a16:creationId xmlns:a16="http://schemas.microsoft.com/office/drawing/2014/main" id="{3EE3A909-5BA5-4896-A5F4-B99113BAD67A}"/>
                </a:ext>
              </a:extLst>
            </p:cNvPr>
            <p:cNvSpPr/>
            <p:nvPr/>
          </p:nvSpPr>
          <p:spPr>
            <a:xfrm>
              <a:off x="4430077" y="2721291"/>
              <a:ext cx="130492" cy="59055"/>
            </a:xfrm>
            <a:custGeom>
              <a:avLst/>
              <a:gdLst>
                <a:gd name="connsiteX0" fmla="*/ 130492 w 130492"/>
                <a:gd name="connsiteY0" fmla="*/ 59055 h 59055"/>
                <a:gd name="connsiteX1" fmla="*/ 0 w 130492"/>
                <a:gd name="connsiteY1" fmla="*/ 59055 h 59055"/>
                <a:gd name="connsiteX2" fmla="*/ 0 w 130492"/>
                <a:gd name="connsiteY2" fmla="*/ 0 h 59055"/>
                <a:gd name="connsiteX3" fmla="*/ 130492 w 130492"/>
                <a:gd name="connsiteY3" fmla="*/ 0 h 59055"/>
                <a:gd name="connsiteX4" fmla="*/ 130492 w 130492"/>
                <a:gd name="connsiteY4" fmla="*/ 59055 h 59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492" h="59055">
                  <a:moveTo>
                    <a:pt x="130492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2" y="0"/>
                  </a:lnTo>
                  <a:lnTo>
                    <a:pt x="130492" y="5905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2" name="Freihandform: Form 151">
              <a:extLst>
                <a:ext uri="{FF2B5EF4-FFF2-40B4-BE49-F238E27FC236}">
                  <a16:creationId xmlns:a16="http://schemas.microsoft.com/office/drawing/2014/main" id="{C42CAE58-7688-4A42-9F49-7C1A17FEA91E}"/>
                </a:ext>
              </a:extLst>
            </p:cNvPr>
            <p:cNvSpPr/>
            <p:nvPr/>
          </p:nvSpPr>
          <p:spPr>
            <a:xfrm>
              <a:off x="4593906" y="2545079"/>
              <a:ext cx="342900" cy="368617"/>
            </a:xfrm>
            <a:custGeom>
              <a:avLst/>
              <a:gdLst>
                <a:gd name="connsiteX0" fmla="*/ 136208 w 342900"/>
                <a:gd name="connsiteY0" fmla="*/ 0 h 368617"/>
                <a:gd name="connsiteX1" fmla="*/ 205740 w 342900"/>
                <a:gd name="connsiteY1" fmla="*/ 0 h 368617"/>
                <a:gd name="connsiteX2" fmla="*/ 342900 w 342900"/>
                <a:gd name="connsiteY2" fmla="*/ 368618 h 368617"/>
                <a:gd name="connsiteX3" fmla="*/ 271463 w 342900"/>
                <a:gd name="connsiteY3" fmla="*/ 368618 h 368617"/>
                <a:gd name="connsiteX4" fmla="*/ 244793 w 342900"/>
                <a:gd name="connsiteY4" fmla="*/ 290512 h 368617"/>
                <a:gd name="connsiteX5" fmla="*/ 96203 w 342900"/>
                <a:gd name="connsiteY5" fmla="*/ 290512 h 368617"/>
                <a:gd name="connsiteX6" fmla="*/ 69533 w 342900"/>
                <a:gd name="connsiteY6" fmla="*/ 368618 h 368617"/>
                <a:gd name="connsiteX7" fmla="*/ 0 w 342900"/>
                <a:gd name="connsiteY7" fmla="*/ 368618 h 368617"/>
                <a:gd name="connsiteX8" fmla="*/ 136208 w 342900"/>
                <a:gd name="connsiteY8" fmla="*/ 0 h 368617"/>
                <a:gd name="connsiteX9" fmla="*/ 116205 w 342900"/>
                <a:gd name="connsiteY9" fmla="*/ 231458 h 368617"/>
                <a:gd name="connsiteX10" fmla="*/ 223838 w 342900"/>
                <a:gd name="connsiteY10" fmla="*/ 231458 h 368617"/>
                <a:gd name="connsiteX11" fmla="*/ 170498 w 342900"/>
                <a:gd name="connsiteY11" fmla="*/ 75247 h 368617"/>
                <a:gd name="connsiteX12" fmla="*/ 169545 w 342900"/>
                <a:gd name="connsiteY12" fmla="*/ 75247 h 368617"/>
                <a:gd name="connsiteX13" fmla="*/ 116205 w 342900"/>
                <a:gd name="connsiteY13" fmla="*/ 231458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42900" h="368617">
                  <a:moveTo>
                    <a:pt x="136208" y="0"/>
                  </a:moveTo>
                  <a:lnTo>
                    <a:pt x="205740" y="0"/>
                  </a:lnTo>
                  <a:lnTo>
                    <a:pt x="342900" y="368618"/>
                  </a:lnTo>
                  <a:lnTo>
                    <a:pt x="271463" y="368618"/>
                  </a:lnTo>
                  <a:lnTo>
                    <a:pt x="244793" y="290512"/>
                  </a:lnTo>
                  <a:lnTo>
                    <a:pt x="96203" y="290512"/>
                  </a:lnTo>
                  <a:lnTo>
                    <a:pt x="69533" y="368618"/>
                  </a:lnTo>
                  <a:lnTo>
                    <a:pt x="0" y="368618"/>
                  </a:lnTo>
                  <a:lnTo>
                    <a:pt x="136208" y="0"/>
                  </a:lnTo>
                  <a:close/>
                  <a:moveTo>
                    <a:pt x="116205" y="231458"/>
                  </a:moveTo>
                  <a:lnTo>
                    <a:pt x="223838" y="231458"/>
                  </a:lnTo>
                  <a:lnTo>
                    <a:pt x="170498" y="75247"/>
                  </a:lnTo>
                  <a:lnTo>
                    <a:pt x="169545" y="75247"/>
                  </a:lnTo>
                  <a:lnTo>
                    <a:pt x="116205" y="231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3" name="Freihandform: Form 152">
              <a:extLst>
                <a:ext uri="{FF2B5EF4-FFF2-40B4-BE49-F238E27FC236}">
                  <a16:creationId xmlns:a16="http://schemas.microsoft.com/office/drawing/2014/main" id="{F5E85483-C91D-49A4-ADA4-0BA16C3D9EF8}"/>
                </a:ext>
              </a:extLst>
            </p:cNvPr>
            <p:cNvSpPr/>
            <p:nvPr/>
          </p:nvSpPr>
          <p:spPr>
            <a:xfrm>
              <a:off x="4992052" y="2525076"/>
              <a:ext cx="61912" cy="388620"/>
            </a:xfrm>
            <a:custGeom>
              <a:avLst/>
              <a:gdLst>
                <a:gd name="connsiteX0" fmla="*/ 61913 w 61912"/>
                <a:gd name="connsiteY0" fmla="*/ 388620 h 388620"/>
                <a:gd name="connsiteX1" fmla="*/ 0 w 61912"/>
                <a:gd name="connsiteY1" fmla="*/ 388620 h 388620"/>
                <a:gd name="connsiteX2" fmla="*/ 0 w 61912"/>
                <a:gd name="connsiteY2" fmla="*/ 14288 h 388620"/>
                <a:gd name="connsiteX3" fmla="*/ 61913 w 61912"/>
                <a:gd name="connsiteY3" fmla="*/ 0 h 388620"/>
                <a:gd name="connsiteX4" fmla="*/ 61913 w 61912"/>
                <a:gd name="connsiteY4" fmla="*/ 388620 h 388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912" h="388620">
                  <a:moveTo>
                    <a:pt x="61913" y="388620"/>
                  </a:moveTo>
                  <a:lnTo>
                    <a:pt x="0" y="388620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4" name="Freihandform: Form 153">
              <a:extLst>
                <a:ext uri="{FF2B5EF4-FFF2-40B4-BE49-F238E27FC236}">
                  <a16:creationId xmlns:a16="http://schemas.microsoft.com/office/drawing/2014/main" id="{4B206A12-4618-42FB-8ECF-8ABE45C0411F}"/>
                </a:ext>
              </a:extLst>
            </p:cNvPr>
            <p:cNvSpPr/>
            <p:nvPr/>
          </p:nvSpPr>
          <p:spPr>
            <a:xfrm>
              <a:off x="5120639" y="2641281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2865 w 242887"/>
                <a:gd name="connsiteY10" fmla="*/ 115253 h 279082"/>
                <a:gd name="connsiteX11" fmla="*/ 183832 w 242887"/>
                <a:gd name="connsiteY11" fmla="*/ 115253 h 279082"/>
                <a:gd name="connsiteX12" fmla="*/ 124778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2" y="264795"/>
                    <a:pt x="173355" y="279083"/>
                    <a:pt x="132397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8580" y="74295"/>
                    <a:pt x="62865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5" name="Freihandform: Form 154">
              <a:extLst>
                <a:ext uri="{FF2B5EF4-FFF2-40B4-BE49-F238E27FC236}">
                  <a16:creationId xmlns:a16="http://schemas.microsoft.com/office/drawing/2014/main" id="{D534A7B6-93CE-44CF-B039-9BD62FFB1ABC}"/>
                </a:ext>
              </a:extLst>
            </p:cNvPr>
            <p:cNvSpPr/>
            <p:nvPr/>
          </p:nvSpPr>
          <p:spPr>
            <a:xfrm>
              <a:off x="5397817" y="2646997"/>
              <a:ext cx="255269" cy="266700"/>
            </a:xfrm>
            <a:custGeom>
              <a:avLst/>
              <a:gdLst>
                <a:gd name="connsiteX0" fmla="*/ 255270 w 255269"/>
                <a:gd name="connsiteY0" fmla="*/ 266700 h 266700"/>
                <a:gd name="connsiteX1" fmla="*/ 183832 w 255269"/>
                <a:gd name="connsiteY1" fmla="*/ 266700 h 266700"/>
                <a:gd name="connsiteX2" fmla="*/ 126682 w 255269"/>
                <a:gd name="connsiteY2" fmla="*/ 174307 h 266700"/>
                <a:gd name="connsiteX3" fmla="*/ 125730 w 255269"/>
                <a:gd name="connsiteY3" fmla="*/ 174307 h 266700"/>
                <a:gd name="connsiteX4" fmla="*/ 70485 w 255269"/>
                <a:gd name="connsiteY4" fmla="*/ 266700 h 266700"/>
                <a:gd name="connsiteX5" fmla="*/ 0 w 255269"/>
                <a:gd name="connsiteY5" fmla="*/ 266700 h 266700"/>
                <a:gd name="connsiteX6" fmla="*/ 91440 w 255269"/>
                <a:gd name="connsiteY6" fmla="*/ 128588 h 266700"/>
                <a:gd name="connsiteX7" fmla="*/ 6667 w 255269"/>
                <a:gd name="connsiteY7" fmla="*/ 0 h 266700"/>
                <a:gd name="connsiteX8" fmla="*/ 77152 w 255269"/>
                <a:gd name="connsiteY8" fmla="*/ 0 h 266700"/>
                <a:gd name="connsiteX9" fmla="*/ 127635 w 255269"/>
                <a:gd name="connsiteY9" fmla="*/ 81915 h 266700"/>
                <a:gd name="connsiteX10" fmla="*/ 128588 w 255269"/>
                <a:gd name="connsiteY10" fmla="*/ 81915 h 266700"/>
                <a:gd name="connsiteX11" fmla="*/ 178117 w 255269"/>
                <a:gd name="connsiteY11" fmla="*/ 0 h 266700"/>
                <a:gd name="connsiteX12" fmla="*/ 247650 w 255269"/>
                <a:gd name="connsiteY12" fmla="*/ 0 h 266700"/>
                <a:gd name="connsiteX13" fmla="*/ 163830 w 255269"/>
                <a:gd name="connsiteY13" fmla="*/ 127635 h 266700"/>
                <a:gd name="connsiteX14" fmla="*/ 255270 w 255269"/>
                <a:gd name="connsiteY14" fmla="*/ 26670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55269" h="266700">
                  <a:moveTo>
                    <a:pt x="255270" y="266700"/>
                  </a:moveTo>
                  <a:lnTo>
                    <a:pt x="183832" y="266700"/>
                  </a:lnTo>
                  <a:lnTo>
                    <a:pt x="126682" y="174307"/>
                  </a:lnTo>
                  <a:lnTo>
                    <a:pt x="125730" y="174307"/>
                  </a:lnTo>
                  <a:lnTo>
                    <a:pt x="70485" y="266700"/>
                  </a:lnTo>
                  <a:lnTo>
                    <a:pt x="0" y="266700"/>
                  </a:lnTo>
                  <a:lnTo>
                    <a:pt x="91440" y="128588"/>
                  </a:lnTo>
                  <a:lnTo>
                    <a:pt x="6667" y="0"/>
                  </a:lnTo>
                  <a:lnTo>
                    <a:pt x="77152" y="0"/>
                  </a:lnTo>
                  <a:lnTo>
                    <a:pt x="127635" y="81915"/>
                  </a:lnTo>
                  <a:lnTo>
                    <a:pt x="128588" y="81915"/>
                  </a:lnTo>
                  <a:lnTo>
                    <a:pt x="178117" y="0"/>
                  </a:lnTo>
                  <a:lnTo>
                    <a:pt x="247650" y="0"/>
                  </a:lnTo>
                  <a:lnTo>
                    <a:pt x="163830" y="127635"/>
                  </a:lnTo>
                  <a:lnTo>
                    <a:pt x="255270" y="26670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6" name="Freihandform: Form 155">
              <a:extLst>
                <a:ext uri="{FF2B5EF4-FFF2-40B4-BE49-F238E27FC236}">
                  <a16:creationId xmlns:a16="http://schemas.microsoft.com/office/drawing/2014/main" id="{669E4AD7-9CBC-47E4-A150-82143670658B}"/>
                </a:ext>
              </a:extLst>
            </p:cNvPr>
            <p:cNvSpPr/>
            <p:nvPr/>
          </p:nvSpPr>
          <p:spPr>
            <a:xfrm>
              <a:off x="5686407" y="2641281"/>
              <a:ext cx="225759" cy="279082"/>
            </a:xfrm>
            <a:custGeom>
              <a:avLst/>
              <a:gdLst>
                <a:gd name="connsiteX0" fmla="*/ 114317 w 225759"/>
                <a:gd name="connsiteY0" fmla="*/ 107632 h 279082"/>
                <a:gd name="connsiteX1" fmla="*/ 164799 w 225759"/>
                <a:gd name="connsiteY1" fmla="*/ 113347 h 279082"/>
                <a:gd name="connsiteX2" fmla="*/ 164799 w 225759"/>
                <a:gd name="connsiteY2" fmla="*/ 103822 h 279082"/>
                <a:gd name="connsiteX3" fmla="*/ 105744 w 225759"/>
                <a:gd name="connsiteY3" fmla="*/ 52388 h 279082"/>
                <a:gd name="connsiteX4" fmla="*/ 38117 w 225759"/>
                <a:gd name="connsiteY4" fmla="*/ 67628 h 279082"/>
                <a:gd name="connsiteX5" fmla="*/ 24782 w 225759"/>
                <a:gd name="connsiteY5" fmla="*/ 15240 h 279082"/>
                <a:gd name="connsiteX6" fmla="*/ 112412 w 225759"/>
                <a:gd name="connsiteY6" fmla="*/ 0 h 279082"/>
                <a:gd name="connsiteX7" fmla="*/ 225759 w 225759"/>
                <a:gd name="connsiteY7" fmla="*/ 102870 h 279082"/>
                <a:gd name="connsiteX8" fmla="*/ 225759 w 225759"/>
                <a:gd name="connsiteY8" fmla="*/ 273368 h 279082"/>
                <a:gd name="connsiteX9" fmla="*/ 166704 w 225759"/>
                <a:gd name="connsiteY9" fmla="*/ 273368 h 279082"/>
                <a:gd name="connsiteX10" fmla="*/ 166704 w 225759"/>
                <a:gd name="connsiteY10" fmla="*/ 244793 h 279082"/>
                <a:gd name="connsiteX11" fmla="*/ 165752 w 225759"/>
                <a:gd name="connsiteY11" fmla="*/ 244793 h 279082"/>
                <a:gd name="connsiteX12" fmla="*/ 87647 w 225759"/>
                <a:gd name="connsiteY12" fmla="*/ 279083 h 279082"/>
                <a:gd name="connsiteX13" fmla="*/ 17 w 225759"/>
                <a:gd name="connsiteY13" fmla="*/ 194310 h 279082"/>
                <a:gd name="connsiteX14" fmla="*/ 114317 w 225759"/>
                <a:gd name="connsiteY14" fmla="*/ 107632 h 279082"/>
                <a:gd name="connsiteX15" fmla="*/ 103839 w 225759"/>
                <a:gd name="connsiteY15" fmla="*/ 232410 h 279082"/>
                <a:gd name="connsiteX16" fmla="*/ 164799 w 225759"/>
                <a:gd name="connsiteY16" fmla="*/ 200025 h 279082"/>
                <a:gd name="connsiteX17" fmla="*/ 164799 w 225759"/>
                <a:gd name="connsiteY17" fmla="*/ 154305 h 279082"/>
                <a:gd name="connsiteX18" fmla="*/ 120984 w 225759"/>
                <a:gd name="connsiteY18" fmla="*/ 149543 h 279082"/>
                <a:gd name="connsiteX19" fmla="*/ 59072 w 225759"/>
                <a:gd name="connsiteY19" fmla="*/ 193358 h 279082"/>
                <a:gd name="connsiteX20" fmla="*/ 103839 w 225759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5759" h="279082">
                  <a:moveTo>
                    <a:pt x="114317" y="107632"/>
                  </a:moveTo>
                  <a:cubicBezTo>
                    <a:pt x="131462" y="107632"/>
                    <a:pt x="147654" y="108585"/>
                    <a:pt x="164799" y="113347"/>
                  </a:cubicBezTo>
                  <a:lnTo>
                    <a:pt x="164799" y="103822"/>
                  </a:lnTo>
                  <a:cubicBezTo>
                    <a:pt x="164799" y="69532"/>
                    <a:pt x="144797" y="52388"/>
                    <a:pt x="105744" y="52388"/>
                  </a:cubicBezTo>
                  <a:cubicBezTo>
                    <a:pt x="83837" y="52388"/>
                    <a:pt x="60024" y="58103"/>
                    <a:pt x="38117" y="67628"/>
                  </a:cubicBezTo>
                  <a:lnTo>
                    <a:pt x="24782" y="15240"/>
                  </a:lnTo>
                  <a:cubicBezTo>
                    <a:pt x="49547" y="5715"/>
                    <a:pt x="81932" y="0"/>
                    <a:pt x="112412" y="0"/>
                  </a:cubicBezTo>
                  <a:cubicBezTo>
                    <a:pt x="187659" y="0"/>
                    <a:pt x="225759" y="35243"/>
                    <a:pt x="225759" y="102870"/>
                  </a:cubicBezTo>
                  <a:lnTo>
                    <a:pt x="225759" y="273368"/>
                  </a:lnTo>
                  <a:lnTo>
                    <a:pt x="166704" y="273368"/>
                  </a:lnTo>
                  <a:lnTo>
                    <a:pt x="166704" y="244793"/>
                  </a:lnTo>
                  <a:lnTo>
                    <a:pt x="165752" y="244793"/>
                  </a:lnTo>
                  <a:cubicBezTo>
                    <a:pt x="142892" y="268605"/>
                    <a:pt x="119079" y="279083"/>
                    <a:pt x="87647" y="279083"/>
                  </a:cubicBezTo>
                  <a:cubicBezTo>
                    <a:pt x="34307" y="279083"/>
                    <a:pt x="17" y="245745"/>
                    <a:pt x="17" y="194310"/>
                  </a:cubicBezTo>
                  <a:cubicBezTo>
                    <a:pt x="-936" y="138113"/>
                    <a:pt x="39069" y="107632"/>
                    <a:pt x="114317" y="107632"/>
                  </a:cubicBezTo>
                  <a:close/>
                  <a:moveTo>
                    <a:pt x="103839" y="232410"/>
                  </a:moveTo>
                  <a:cubicBezTo>
                    <a:pt x="126699" y="232410"/>
                    <a:pt x="147654" y="220980"/>
                    <a:pt x="164799" y="200025"/>
                  </a:cubicBezTo>
                  <a:lnTo>
                    <a:pt x="164799" y="154305"/>
                  </a:lnTo>
                  <a:cubicBezTo>
                    <a:pt x="150512" y="150495"/>
                    <a:pt x="135272" y="149543"/>
                    <a:pt x="120984" y="149543"/>
                  </a:cubicBezTo>
                  <a:cubicBezTo>
                    <a:pt x="81932" y="149543"/>
                    <a:pt x="59072" y="164783"/>
                    <a:pt x="59072" y="193358"/>
                  </a:cubicBezTo>
                  <a:cubicBezTo>
                    <a:pt x="59072" y="217170"/>
                    <a:pt x="76217" y="232410"/>
                    <a:pt x="103839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7" name="Freihandform: Form 156">
              <a:extLst>
                <a:ext uri="{FF2B5EF4-FFF2-40B4-BE49-F238E27FC236}">
                  <a16:creationId xmlns:a16="http://schemas.microsoft.com/office/drawing/2014/main" id="{5E9FE3F8-CCF5-41E1-BF52-47B95AA3BBE8}"/>
                </a:ext>
              </a:extLst>
            </p:cNvPr>
            <p:cNvSpPr/>
            <p:nvPr/>
          </p:nvSpPr>
          <p:spPr>
            <a:xfrm>
              <a:off x="5991224" y="2641281"/>
              <a:ext cx="229552" cy="273367"/>
            </a:xfrm>
            <a:custGeom>
              <a:avLst/>
              <a:gdLst>
                <a:gd name="connsiteX0" fmla="*/ 229553 w 229552"/>
                <a:gd name="connsiteY0" fmla="*/ 272415 h 273367"/>
                <a:gd name="connsiteX1" fmla="*/ 166688 w 229552"/>
                <a:gd name="connsiteY1" fmla="*/ 272415 h 273367"/>
                <a:gd name="connsiteX2" fmla="*/ 166688 w 229552"/>
                <a:gd name="connsiteY2" fmla="*/ 120015 h 273367"/>
                <a:gd name="connsiteX3" fmla="*/ 117157 w 229552"/>
                <a:gd name="connsiteY3" fmla="*/ 55245 h 273367"/>
                <a:gd name="connsiteX4" fmla="*/ 61913 w 229552"/>
                <a:gd name="connsiteY4" fmla="*/ 120015 h 273367"/>
                <a:gd name="connsiteX5" fmla="*/ 61913 w 229552"/>
                <a:gd name="connsiteY5" fmla="*/ 273368 h 273367"/>
                <a:gd name="connsiteX6" fmla="*/ 0 w 229552"/>
                <a:gd name="connsiteY6" fmla="*/ 273368 h 273367"/>
                <a:gd name="connsiteX7" fmla="*/ 0 w 229552"/>
                <a:gd name="connsiteY7" fmla="*/ 6668 h 273367"/>
                <a:gd name="connsiteX8" fmla="*/ 61913 w 229552"/>
                <a:gd name="connsiteY8" fmla="*/ 6668 h 273367"/>
                <a:gd name="connsiteX9" fmla="*/ 61913 w 229552"/>
                <a:gd name="connsiteY9" fmla="*/ 39053 h 273367"/>
                <a:gd name="connsiteX10" fmla="*/ 62865 w 229552"/>
                <a:gd name="connsiteY10" fmla="*/ 39053 h 273367"/>
                <a:gd name="connsiteX11" fmla="*/ 140970 w 229552"/>
                <a:gd name="connsiteY11" fmla="*/ 0 h 273367"/>
                <a:gd name="connsiteX12" fmla="*/ 228600 w 229552"/>
                <a:gd name="connsiteY12" fmla="*/ 107632 h 273367"/>
                <a:gd name="connsiteX13" fmla="*/ 228600 w 229552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9552" h="273367">
                  <a:moveTo>
                    <a:pt x="229553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7" y="55245"/>
                    <a:pt x="117157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8"/>
                  </a:lnTo>
                  <a:lnTo>
                    <a:pt x="0" y="273368"/>
                  </a:lnTo>
                  <a:lnTo>
                    <a:pt x="0" y="6668"/>
                  </a:lnTo>
                  <a:lnTo>
                    <a:pt x="61913" y="6668"/>
                  </a:lnTo>
                  <a:lnTo>
                    <a:pt x="61913" y="39053"/>
                  </a:lnTo>
                  <a:lnTo>
                    <a:pt x="62865" y="39053"/>
                  </a:lnTo>
                  <a:cubicBezTo>
                    <a:pt x="79057" y="15240"/>
                    <a:pt x="106680" y="0"/>
                    <a:pt x="140970" y="0"/>
                  </a:cubicBezTo>
                  <a:cubicBezTo>
                    <a:pt x="201930" y="0"/>
                    <a:pt x="228600" y="44768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8" name="Freihandform: Form 157">
              <a:extLst>
                <a:ext uri="{FF2B5EF4-FFF2-40B4-BE49-F238E27FC236}">
                  <a16:creationId xmlns:a16="http://schemas.microsoft.com/office/drawing/2014/main" id="{3339F6C1-7626-466E-BDC4-6BC4655E6486}"/>
                </a:ext>
              </a:extLst>
            </p:cNvPr>
            <p:cNvSpPr/>
            <p:nvPr/>
          </p:nvSpPr>
          <p:spPr>
            <a:xfrm>
              <a:off x="6286499" y="2525076"/>
              <a:ext cx="248602" cy="396239"/>
            </a:xfrm>
            <a:custGeom>
              <a:avLst/>
              <a:gdLst>
                <a:gd name="connsiteX0" fmla="*/ 0 w 248602"/>
                <a:gd name="connsiteY0" fmla="*/ 255270 h 396239"/>
                <a:gd name="connsiteX1" fmla="*/ 108585 w 248602"/>
                <a:gd name="connsiteY1" fmla="*/ 116205 h 396239"/>
                <a:gd name="connsiteX2" fmla="*/ 185738 w 248602"/>
                <a:gd name="connsiteY2" fmla="*/ 152400 h 396239"/>
                <a:gd name="connsiteX3" fmla="*/ 186690 w 248602"/>
                <a:gd name="connsiteY3" fmla="*/ 152400 h 396239"/>
                <a:gd name="connsiteX4" fmla="*/ 186690 w 248602"/>
                <a:gd name="connsiteY4" fmla="*/ 15240 h 396239"/>
                <a:gd name="connsiteX5" fmla="*/ 248603 w 248602"/>
                <a:gd name="connsiteY5" fmla="*/ 0 h 396239"/>
                <a:gd name="connsiteX6" fmla="*/ 248603 w 248602"/>
                <a:gd name="connsiteY6" fmla="*/ 389573 h 396239"/>
                <a:gd name="connsiteX7" fmla="*/ 187643 w 248602"/>
                <a:gd name="connsiteY7" fmla="*/ 389573 h 396239"/>
                <a:gd name="connsiteX8" fmla="*/ 187643 w 248602"/>
                <a:gd name="connsiteY8" fmla="*/ 358140 h 396239"/>
                <a:gd name="connsiteX9" fmla="*/ 186690 w 248602"/>
                <a:gd name="connsiteY9" fmla="*/ 358140 h 396239"/>
                <a:gd name="connsiteX10" fmla="*/ 106680 w 248602"/>
                <a:gd name="connsiteY10" fmla="*/ 396240 h 396239"/>
                <a:gd name="connsiteX11" fmla="*/ 0 w 248602"/>
                <a:gd name="connsiteY11" fmla="*/ 255270 h 396239"/>
                <a:gd name="connsiteX12" fmla="*/ 61913 w 248602"/>
                <a:gd name="connsiteY12" fmla="*/ 255270 h 396239"/>
                <a:gd name="connsiteX13" fmla="*/ 123825 w 248602"/>
                <a:gd name="connsiteY13" fmla="*/ 340995 h 396239"/>
                <a:gd name="connsiteX14" fmla="*/ 187643 w 248602"/>
                <a:gd name="connsiteY14" fmla="*/ 305753 h 396239"/>
                <a:gd name="connsiteX15" fmla="*/ 187643 w 248602"/>
                <a:gd name="connsiteY15" fmla="*/ 207645 h 396239"/>
                <a:gd name="connsiteX16" fmla="*/ 123825 w 248602"/>
                <a:gd name="connsiteY16" fmla="*/ 172402 h 396239"/>
                <a:gd name="connsiteX17" fmla="*/ 61913 w 248602"/>
                <a:gd name="connsiteY17" fmla="*/ 255270 h 39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8602" h="396239">
                  <a:moveTo>
                    <a:pt x="0" y="255270"/>
                  </a:moveTo>
                  <a:cubicBezTo>
                    <a:pt x="0" y="169545"/>
                    <a:pt x="43815" y="116205"/>
                    <a:pt x="108585" y="116205"/>
                  </a:cubicBezTo>
                  <a:cubicBezTo>
                    <a:pt x="141922" y="116205"/>
                    <a:pt x="168593" y="130493"/>
                    <a:pt x="185738" y="152400"/>
                  </a:cubicBezTo>
                  <a:lnTo>
                    <a:pt x="186690" y="152400"/>
                  </a:lnTo>
                  <a:lnTo>
                    <a:pt x="186690" y="15240"/>
                  </a:lnTo>
                  <a:lnTo>
                    <a:pt x="248603" y="0"/>
                  </a:lnTo>
                  <a:lnTo>
                    <a:pt x="248603" y="389573"/>
                  </a:lnTo>
                  <a:lnTo>
                    <a:pt x="187643" y="389573"/>
                  </a:lnTo>
                  <a:lnTo>
                    <a:pt x="187643" y="358140"/>
                  </a:lnTo>
                  <a:lnTo>
                    <a:pt x="186690" y="358140"/>
                  </a:lnTo>
                  <a:cubicBezTo>
                    <a:pt x="167640" y="381953"/>
                    <a:pt x="140018" y="396240"/>
                    <a:pt x="106680" y="396240"/>
                  </a:cubicBezTo>
                  <a:cubicBezTo>
                    <a:pt x="43815" y="395288"/>
                    <a:pt x="0" y="340995"/>
                    <a:pt x="0" y="255270"/>
                  </a:cubicBezTo>
                  <a:close/>
                  <a:moveTo>
                    <a:pt x="61913" y="255270"/>
                  </a:moveTo>
                  <a:cubicBezTo>
                    <a:pt x="61913" y="309563"/>
                    <a:pt x="84772" y="340995"/>
                    <a:pt x="123825" y="340995"/>
                  </a:cubicBezTo>
                  <a:cubicBezTo>
                    <a:pt x="147638" y="340995"/>
                    <a:pt x="167640" y="329565"/>
                    <a:pt x="187643" y="305753"/>
                  </a:cubicBezTo>
                  <a:lnTo>
                    <a:pt x="187643" y="207645"/>
                  </a:lnTo>
                  <a:cubicBezTo>
                    <a:pt x="169545" y="183833"/>
                    <a:pt x="149543" y="172402"/>
                    <a:pt x="123825" y="172402"/>
                  </a:cubicBezTo>
                  <a:cubicBezTo>
                    <a:pt x="82868" y="172402"/>
                    <a:pt x="61913" y="201930"/>
                    <a:pt x="61913" y="2552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9" name="Freihandform: Form 158">
              <a:extLst>
                <a:ext uri="{FF2B5EF4-FFF2-40B4-BE49-F238E27FC236}">
                  <a16:creationId xmlns:a16="http://schemas.microsoft.com/office/drawing/2014/main" id="{68752AFC-B321-4C30-8C54-CEC9D9023B13}"/>
                </a:ext>
              </a:extLst>
            </p:cNvPr>
            <p:cNvSpPr/>
            <p:nvPr/>
          </p:nvSpPr>
          <p:spPr>
            <a:xfrm>
              <a:off x="6602729" y="2641281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2865 w 242887"/>
                <a:gd name="connsiteY10" fmla="*/ 115253 h 279082"/>
                <a:gd name="connsiteX11" fmla="*/ 183832 w 242887"/>
                <a:gd name="connsiteY11" fmla="*/ 115253 h 279082"/>
                <a:gd name="connsiteX12" fmla="*/ 124777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3" y="264795"/>
                    <a:pt x="172402" y="279083"/>
                    <a:pt x="132397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90488" y="50482"/>
                    <a:pt x="67627" y="74295"/>
                    <a:pt x="62865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0" name="Freihandform: Form 159">
              <a:extLst>
                <a:ext uri="{FF2B5EF4-FFF2-40B4-BE49-F238E27FC236}">
                  <a16:creationId xmlns:a16="http://schemas.microsoft.com/office/drawing/2014/main" id="{EDB161CA-7E11-414E-B351-EAD8C9475A17}"/>
                </a:ext>
              </a:extLst>
            </p:cNvPr>
            <p:cNvSpPr/>
            <p:nvPr/>
          </p:nvSpPr>
          <p:spPr>
            <a:xfrm>
              <a:off x="6916101" y="2641039"/>
              <a:ext cx="160020" cy="272657"/>
            </a:xfrm>
            <a:custGeom>
              <a:avLst/>
              <a:gdLst>
                <a:gd name="connsiteX0" fmla="*/ 160020 w 160020"/>
                <a:gd name="connsiteY0" fmla="*/ 5005 h 272657"/>
                <a:gd name="connsiteX1" fmla="*/ 150495 w 160020"/>
                <a:gd name="connsiteY1" fmla="*/ 68823 h 272657"/>
                <a:gd name="connsiteX2" fmla="*/ 116205 w 160020"/>
                <a:gd name="connsiteY2" fmla="*/ 60250 h 272657"/>
                <a:gd name="connsiteX3" fmla="*/ 61913 w 160020"/>
                <a:gd name="connsiteY3" fmla="*/ 135498 h 272657"/>
                <a:gd name="connsiteX4" fmla="*/ 61913 w 160020"/>
                <a:gd name="connsiteY4" fmla="*/ 272658 h 272657"/>
                <a:gd name="connsiteX5" fmla="*/ 0 w 160020"/>
                <a:gd name="connsiteY5" fmla="*/ 272658 h 272657"/>
                <a:gd name="connsiteX6" fmla="*/ 0 w 160020"/>
                <a:gd name="connsiteY6" fmla="*/ 5958 h 272657"/>
                <a:gd name="connsiteX7" fmla="*/ 60960 w 160020"/>
                <a:gd name="connsiteY7" fmla="*/ 5958 h 272657"/>
                <a:gd name="connsiteX8" fmla="*/ 60960 w 160020"/>
                <a:gd name="connsiteY8" fmla="*/ 40248 h 272657"/>
                <a:gd name="connsiteX9" fmla="*/ 61913 w 160020"/>
                <a:gd name="connsiteY9" fmla="*/ 40248 h 272657"/>
                <a:gd name="connsiteX10" fmla="*/ 131445 w 160020"/>
                <a:gd name="connsiteY10" fmla="*/ 243 h 272657"/>
                <a:gd name="connsiteX11" fmla="*/ 160020 w 160020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1" name="Freihandform: Form 160">
              <a:extLst>
                <a:ext uri="{FF2B5EF4-FFF2-40B4-BE49-F238E27FC236}">
                  <a16:creationId xmlns:a16="http://schemas.microsoft.com/office/drawing/2014/main" id="{EE44CDE7-39CA-422F-8718-5D4E4E698B9D}"/>
                </a:ext>
              </a:extLst>
            </p:cNvPr>
            <p:cNvSpPr/>
            <p:nvPr/>
          </p:nvSpPr>
          <p:spPr>
            <a:xfrm>
              <a:off x="7115174" y="2721291"/>
              <a:ext cx="130492" cy="59055"/>
            </a:xfrm>
            <a:custGeom>
              <a:avLst/>
              <a:gdLst>
                <a:gd name="connsiteX0" fmla="*/ 130493 w 130492"/>
                <a:gd name="connsiteY0" fmla="*/ 59055 h 59055"/>
                <a:gd name="connsiteX1" fmla="*/ 0 w 130492"/>
                <a:gd name="connsiteY1" fmla="*/ 59055 h 59055"/>
                <a:gd name="connsiteX2" fmla="*/ 0 w 130492"/>
                <a:gd name="connsiteY2" fmla="*/ 0 h 59055"/>
                <a:gd name="connsiteX3" fmla="*/ 130493 w 130492"/>
                <a:gd name="connsiteY3" fmla="*/ 0 h 59055"/>
                <a:gd name="connsiteX4" fmla="*/ 130493 w 130492"/>
                <a:gd name="connsiteY4" fmla="*/ 59055 h 59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492" h="59055">
                  <a:moveTo>
                    <a:pt x="130493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3" y="0"/>
                  </a:lnTo>
                  <a:lnTo>
                    <a:pt x="130493" y="5905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2" name="Freihandform: Form 161">
              <a:extLst>
                <a:ext uri="{FF2B5EF4-FFF2-40B4-BE49-F238E27FC236}">
                  <a16:creationId xmlns:a16="http://schemas.microsoft.com/office/drawing/2014/main" id="{121B33D4-82BB-4EE8-8105-D9DB08B0048E}"/>
                </a:ext>
              </a:extLst>
            </p:cNvPr>
            <p:cNvSpPr/>
            <p:nvPr/>
          </p:nvSpPr>
          <p:spPr>
            <a:xfrm>
              <a:off x="7324724" y="2545079"/>
              <a:ext cx="288607" cy="375284"/>
            </a:xfrm>
            <a:custGeom>
              <a:avLst/>
              <a:gdLst>
                <a:gd name="connsiteX0" fmla="*/ 288607 w 288607"/>
                <a:gd name="connsiteY0" fmla="*/ 222885 h 375284"/>
                <a:gd name="connsiteX1" fmla="*/ 143827 w 288607"/>
                <a:gd name="connsiteY1" fmla="*/ 375285 h 375284"/>
                <a:gd name="connsiteX2" fmla="*/ 0 w 288607"/>
                <a:gd name="connsiteY2" fmla="*/ 222885 h 375284"/>
                <a:gd name="connsiteX3" fmla="*/ 0 w 288607"/>
                <a:gd name="connsiteY3" fmla="*/ 0 h 375284"/>
                <a:gd name="connsiteX4" fmla="*/ 66675 w 288607"/>
                <a:gd name="connsiteY4" fmla="*/ 0 h 375284"/>
                <a:gd name="connsiteX5" fmla="*/ 66675 w 288607"/>
                <a:gd name="connsiteY5" fmla="*/ 219075 h 375284"/>
                <a:gd name="connsiteX6" fmla="*/ 144780 w 288607"/>
                <a:gd name="connsiteY6" fmla="*/ 312420 h 375284"/>
                <a:gd name="connsiteX7" fmla="*/ 220980 w 288607"/>
                <a:gd name="connsiteY7" fmla="*/ 219075 h 375284"/>
                <a:gd name="connsiteX8" fmla="*/ 220980 w 288607"/>
                <a:gd name="connsiteY8" fmla="*/ 0 h 375284"/>
                <a:gd name="connsiteX9" fmla="*/ 287655 w 288607"/>
                <a:gd name="connsiteY9" fmla="*/ 0 h 375284"/>
                <a:gd name="connsiteX10" fmla="*/ 287655 w 288607"/>
                <a:gd name="connsiteY10" fmla="*/ 222885 h 375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88607" h="375284">
                  <a:moveTo>
                    <a:pt x="288607" y="222885"/>
                  </a:moveTo>
                  <a:cubicBezTo>
                    <a:pt x="288607" y="311468"/>
                    <a:pt x="242888" y="375285"/>
                    <a:pt x="143827" y="375285"/>
                  </a:cubicBezTo>
                  <a:cubicBezTo>
                    <a:pt x="45720" y="375285"/>
                    <a:pt x="0" y="312420"/>
                    <a:pt x="0" y="222885"/>
                  </a:cubicBezTo>
                  <a:lnTo>
                    <a:pt x="0" y="0"/>
                  </a:lnTo>
                  <a:lnTo>
                    <a:pt x="66675" y="0"/>
                  </a:lnTo>
                  <a:lnTo>
                    <a:pt x="66675" y="219075"/>
                  </a:lnTo>
                  <a:cubicBezTo>
                    <a:pt x="66675" y="274320"/>
                    <a:pt x="90488" y="312420"/>
                    <a:pt x="144780" y="312420"/>
                  </a:cubicBezTo>
                  <a:cubicBezTo>
                    <a:pt x="199073" y="312420"/>
                    <a:pt x="220980" y="275272"/>
                    <a:pt x="220980" y="219075"/>
                  </a:cubicBezTo>
                  <a:lnTo>
                    <a:pt x="220980" y="0"/>
                  </a:lnTo>
                  <a:lnTo>
                    <a:pt x="287655" y="0"/>
                  </a:lnTo>
                  <a:lnTo>
                    <a:pt x="287655" y="22288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3" name="Freihandform: Form 162">
              <a:extLst>
                <a:ext uri="{FF2B5EF4-FFF2-40B4-BE49-F238E27FC236}">
                  <a16:creationId xmlns:a16="http://schemas.microsoft.com/office/drawing/2014/main" id="{B240D7B1-4B99-4E33-8513-9C4B65AB7A79}"/>
                </a:ext>
              </a:extLst>
            </p:cNvPr>
            <p:cNvSpPr/>
            <p:nvPr/>
          </p:nvSpPr>
          <p:spPr>
            <a:xfrm>
              <a:off x="7697151" y="2641281"/>
              <a:ext cx="228600" cy="273367"/>
            </a:xfrm>
            <a:custGeom>
              <a:avLst/>
              <a:gdLst>
                <a:gd name="connsiteX0" fmla="*/ 228600 w 228600"/>
                <a:gd name="connsiteY0" fmla="*/ 272415 h 273367"/>
                <a:gd name="connsiteX1" fmla="*/ 166688 w 228600"/>
                <a:gd name="connsiteY1" fmla="*/ 272415 h 273367"/>
                <a:gd name="connsiteX2" fmla="*/ 166688 w 228600"/>
                <a:gd name="connsiteY2" fmla="*/ 120015 h 273367"/>
                <a:gd name="connsiteX3" fmla="*/ 117158 w 228600"/>
                <a:gd name="connsiteY3" fmla="*/ 55245 h 273367"/>
                <a:gd name="connsiteX4" fmla="*/ 61913 w 228600"/>
                <a:gd name="connsiteY4" fmla="*/ 120015 h 273367"/>
                <a:gd name="connsiteX5" fmla="*/ 61913 w 228600"/>
                <a:gd name="connsiteY5" fmla="*/ 273368 h 273367"/>
                <a:gd name="connsiteX6" fmla="*/ 0 w 228600"/>
                <a:gd name="connsiteY6" fmla="*/ 273368 h 273367"/>
                <a:gd name="connsiteX7" fmla="*/ 0 w 228600"/>
                <a:gd name="connsiteY7" fmla="*/ 6668 h 273367"/>
                <a:gd name="connsiteX8" fmla="*/ 61913 w 228600"/>
                <a:gd name="connsiteY8" fmla="*/ 6668 h 273367"/>
                <a:gd name="connsiteX9" fmla="*/ 61913 w 228600"/>
                <a:gd name="connsiteY9" fmla="*/ 39053 h 273367"/>
                <a:gd name="connsiteX10" fmla="*/ 62865 w 228600"/>
                <a:gd name="connsiteY10" fmla="*/ 39053 h 273367"/>
                <a:gd name="connsiteX11" fmla="*/ 140970 w 228600"/>
                <a:gd name="connsiteY11" fmla="*/ 0 h 273367"/>
                <a:gd name="connsiteX12" fmla="*/ 228600 w 228600"/>
                <a:gd name="connsiteY12" fmla="*/ 107632 h 273367"/>
                <a:gd name="connsiteX13" fmla="*/ 228600 w 228600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8" y="55245"/>
                    <a:pt x="117158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8"/>
                  </a:lnTo>
                  <a:lnTo>
                    <a:pt x="0" y="273368"/>
                  </a:lnTo>
                  <a:lnTo>
                    <a:pt x="0" y="6668"/>
                  </a:lnTo>
                  <a:lnTo>
                    <a:pt x="61913" y="6668"/>
                  </a:lnTo>
                  <a:lnTo>
                    <a:pt x="61913" y="39053"/>
                  </a:lnTo>
                  <a:lnTo>
                    <a:pt x="62865" y="39053"/>
                  </a:lnTo>
                  <a:cubicBezTo>
                    <a:pt x="79058" y="15240"/>
                    <a:pt x="106680" y="0"/>
                    <a:pt x="140970" y="0"/>
                  </a:cubicBezTo>
                  <a:cubicBezTo>
                    <a:pt x="201930" y="0"/>
                    <a:pt x="228600" y="44768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4" name="Freihandform: Form 163">
              <a:extLst>
                <a:ext uri="{FF2B5EF4-FFF2-40B4-BE49-F238E27FC236}">
                  <a16:creationId xmlns:a16="http://schemas.microsoft.com/office/drawing/2014/main" id="{AD00072F-DF48-47A5-B159-6A25EEBF77A8}"/>
                </a:ext>
              </a:extLst>
            </p:cNvPr>
            <p:cNvSpPr/>
            <p:nvPr/>
          </p:nvSpPr>
          <p:spPr>
            <a:xfrm>
              <a:off x="7996237" y="2528887"/>
              <a:ext cx="79057" cy="384810"/>
            </a:xfrm>
            <a:custGeom>
              <a:avLst/>
              <a:gdLst>
                <a:gd name="connsiteX0" fmla="*/ 79057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7 w 79057"/>
                <a:gd name="connsiteY4" fmla="*/ 38100 h 384810"/>
                <a:gd name="connsiteX5" fmla="*/ 70485 w 79057"/>
                <a:gd name="connsiteY5" fmla="*/ 384810 h 384810"/>
                <a:gd name="connsiteX6" fmla="*/ 8573 w 79057"/>
                <a:gd name="connsiteY6" fmla="*/ 384810 h 384810"/>
                <a:gd name="connsiteX7" fmla="*/ 8573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7" y="38100"/>
                  </a:moveTo>
                  <a:cubicBezTo>
                    <a:pt x="79057" y="60007"/>
                    <a:pt x="60960" y="76200"/>
                    <a:pt x="39052" y="76200"/>
                  </a:cubicBezTo>
                  <a:cubicBezTo>
                    <a:pt x="17145" y="76200"/>
                    <a:pt x="0" y="60007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0960" y="0"/>
                    <a:pt x="79057" y="16193"/>
                    <a:pt x="79057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6" name="Freihandform: Form 165">
              <a:extLst>
                <a:ext uri="{FF2B5EF4-FFF2-40B4-BE49-F238E27FC236}">
                  <a16:creationId xmlns:a16="http://schemas.microsoft.com/office/drawing/2014/main" id="{E3B21D0A-878A-4D2A-B912-C524217301EC}"/>
                </a:ext>
              </a:extLst>
            </p:cNvPr>
            <p:cNvSpPr/>
            <p:nvPr/>
          </p:nvSpPr>
          <p:spPr>
            <a:xfrm>
              <a:off x="8119109" y="2647949"/>
              <a:ext cx="259079" cy="266700"/>
            </a:xfrm>
            <a:custGeom>
              <a:avLst/>
              <a:gdLst>
                <a:gd name="connsiteX0" fmla="*/ 259080 w 259079"/>
                <a:gd name="connsiteY0" fmla="*/ 0 h 266700"/>
                <a:gd name="connsiteX1" fmla="*/ 161925 w 259079"/>
                <a:gd name="connsiteY1" fmla="*/ 266700 h 266700"/>
                <a:gd name="connsiteX2" fmla="*/ 97155 w 259079"/>
                <a:gd name="connsiteY2" fmla="*/ 266700 h 266700"/>
                <a:gd name="connsiteX3" fmla="*/ 0 w 259079"/>
                <a:gd name="connsiteY3" fmla="*/ 0 h 266700"/>
                <a:gd name="connsiteX4" fmla="*/ 68580 w 259079"/>
                <a:gd name="connsiteY4" fmla="*/ 0 h 266700"/>
                <a:gd name="connsiteX5" fmla="*/ 129540 w 259079"/>
                <a:gd name="connsiteY5" fmla="*/ 193358 h 266700"/>
                <a:gd name="connsiteX6" fmla="*/ 130492 w 259079"/>
                <a:gd name="connsiteY6" fmla="*/ 193358 h 266700"/>
                <a:gd name="connsiteX7" fmla="*/ 191452 w 259079"/>
                <a:gd name="connsiteY7" fmla="*/ 0 h 266700"/>
                <a:gd name="connsiteX8" fmla="*/ 259080 w 259079"/>
                <a:gd name="connsiteY8" fmla="*/ 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59079" h="266700">
                  <a:moveTo>
                    <a:pt x="259080" y="0"/>
                  </a:moveTo>
                  <a:lnTo>
                    <a:pt x="161925" y="266700"/>
                  </a:lnTo>
                  <a:lnTo>
                    <a:pt x="97155" y="266700"/>
                  </a:lnTo>
                  <a:lnTo>
                    <a:pt x="0" y="0"/>
                  </a:lnTo>
                  <a:lnTo>
                    <a:pt x="68580" y="0"/>
                  </a:lnTo>
                  <a:lnTo>
                    <a:pt x="129540" y="193358"/>
                  </a:lnTo>
                  <a:lnTo>
                    <a:pt x="130492" y="193358"/>
                  </a:lnTo>
                  <a:lnTo>
                    <a:pt x="191452" y="0"/>
                  </a:lnTo>
                  <a:lnTo>
                    <a:pt x="25908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7" name="Freihandform: Form 166">
              <a:extLst>
                <a:ext uri="{FF2B5EF4-FFF2-40B4-BE49-F238E27FC236}">
                  <a16:creationId xmlns:a16="http://schemas.microsoft.com/office/drawing/2014/main" id="{56781AA2-902F-43E7-8524-0A4A2EE7F006}"/>
                </a:ext>
              </a:extLst>
            </p:cNvPr>
            <p:cNvSpPr/>
            <p:nvPr/>
          </p:nvSpPr>
          <p:spPr>
            <a:xfrm>
              <a:off x="8406764" y="2641281"/>
              <a:ext cx="242887" cy="279082"/>
            </a:xfrm>
            <a:custGeom>
              <a:avLst/>
              <a:gdLst>
                <a:gd name="connsiteX0" fmla="*/ 132398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8 w 242887"/>
                <a:gd name="connsiteY6" fmla="*/ 225743 h 279082"/>
                <a:gd name="connsiteX7" fmla="*/ 198120 w 242887"/>
                <a:gd name="connsiteY7" fmla="*/ 194310 h 279082"/>
                <a:gd name="connsiteX8" fmla="*/ 237173 w 242887"/>
                <a:gd name="connsiteY8" fmla="*/ 235268 h 279082"/>
                <a:gd name="connsiteX9" fmla="*/ 132398 w 242887"/>
                <a:gd name="connsiteY9" fmla="*/ 279083 h 279082"/>
                <a:gd name="connsiteX10" fmla="*/ 62865 w 242887"/>
                <a:gd name="connsiteY10" fmla="*/ 115253 h 279082"/>
                <a:gd name="connsiteX11" fmla="*/ 183833 w 242887"/>
                <a:gd name="connsiteY11" fmla="*/ 115253 h 279082"/>
                <a:gd name="connsiteX12" fmla="*/ 124778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3" y="201930"/>
                    <a:pt x="94298" y="225743"/>
                    <a:pt x="132398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3" y="235268"/>
                  </a:lnTo>
                  <a:cubicBezTo>
                    <a:pt x="206693" y="264795"/>
                    <a:pt x="173355" y="279083"/>
                    <a:pt x="132398" y="279083"/>
                  </a:cubicBezTo>
                  <a:close/>
                  <a:moveTo>
                    <a:pt x="62865" y="115253"/>
                  </a:moveTo>
                  <a:lnTo>
                    <a:pt x="183833" y="115253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8580" y="74295"/>
                    <a:pt x="62865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9" name="Freihandform: Form 168">
              <a:extLst>
                <a:ext uri="{FF2B5EF4-FFF2-40B4-BE49-F238E27FC236}">
                  <a16:creationId xmlns:a16="http://schemas.microsoft.com/office/drawing/2014/main" id="{BCD18816-7285-4DE9-9DDC-71EF7BEE33DB}"/>
                </a:ext>
              </a:extLst>
            </p:cNvPr>
            <p:cNvSpPr/>
            <p:nvPr/>
          </p:nvSpPr>
          <p:spPr>
            <a:xfrm>
              <a:off x="8720137" y="2641039"/>
              <a:ext cx="160019" cy="272657"/>
            </a:xfrm>
            <a:custGeom>
              <a:avLst/>
              <a:gdLst>
                <a:gd name="connsiteX0" fmla="*/ 160020 w 160019"/>
                <a:gd name="connsiteY0" fmla="*/ 5005 h 272657"/>
                <a:gd name="connsiteX1" fmla="*/ 150495 w 160019"/>
                <a:gd name="connsiteY1" fmla="*/ 68823 h 272657"/>
                <a:gd name="connsiteX2" fmla="*/ 116205 w 160019"/>
                <a:gd name="connsiteY2" fmla="*/ 60250 h 272657"/>
                <a:gd name="connsiteX3" fmla="*/ 61913 w 160019"/>
                <a:gd name="connsiteY3" fmla="*/ 135498 h 272657"/>
                <a:gd name="connsiteX4" fmla="*/ 61913 w 160019"/>
                <a:gd name="connsiteY4" fmla="*/ 272658 h 272657"/>
                <a:gd name="connsiteX5" fmla="*/ 0 w 160019"/>
                <a:gd name="connsiteY5" fmla="*/ 272658 h 272657"/>
                <a:gd name="connsiteX6" fmla="*/ 0 w 160019"/>
                <a:gd name="connsiteY6" fmla="*/ 5958 h 272657"/>
                <a:gd name="connsiteX7" fmla="*/ 60960 w 160019"/>
                <a:gd name="connsiteY7" fmla="*/ 5958 h 272657"/>
                <a:gd name="connsiteX8" fmla="*/ 60960 w 160019"/>
                <a:gd name="connsiteY8" fmla="*/ 40248 h 272657"/>
                <a:gd name="connsiteX9" fmla="*/ 61913 w 160019"/>
                <a:gd name="connsiteY9" fmla="*/ 40248 h 272657"/>
                <a:gd name="connsiteX10" fmla="*/ 131445 w 160019"/>
                <a:gd name="connsiteY10" fmla="*/ 243 h 272657"/>
                <a:gd name="connsiteX11" fmla="*/ 160020 w 160019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19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0" name="Freihandform: Form 169">
              <a:extLst>
                <a:ext uri="{FF2B5EF4-FFF2-40B4-BE49-F238E27FC236}">
                  <a16:creationId xmlns:a16="http://schemas.microsoft.com/office/drawing/2014/main" id="{B29C4B1F-66D8-44B9-9DCB-5EA808143694}"/>
                </a:ext>
              </a:extLst>
            </p:cNvPr>
            <p:cNvSpPr/>
            <p:nvPr/>
          </p:nvSpPr>
          <p:spPr>
            <a:xfrm>
              <a:off x="8909684" y="2640329"/>
              <a:ext cx="205739" cy="280034"/>
            </a:xfrm>
            <a:custGeom>
              <a:avLst/>
              <a:gdLst>
                <a:gd name="connsiteX0" fmla="*/ 29527 w 205739"/>
                <a:gd name="connsiteY0" fmla="*/ 198120 h 280034"/>
                <a:gd name="connsiteX1" fmla="*/ 104775 w 205739"/>
                <a:gd name="connsiteY1" fmla="*/ 227647 h 280034"/>
                <a:gd name="connsiteX2" fmla="*/ 143827 w 205739"/>
                <a:gd name="connsiteY2" fmla="*/ 200978 h 280034"/>
                <a:gd name="connsiteX3" fmla="*/ 10477 w 205739"/>
                <a:gd name="connsiteY3" fmla="*/ 82868 h 280034"/>
                <a:gd name="connsiteX4" fmla="*/ 111442 w 205739"/>
                <a:gd name="connsiteY4" fmla="*/ 0 h 280034"/>
                <a:gd name="connsiteX5" fmla="*/ 203835 w 205739"/>
                <a:gd name="connsiteY5" fmla="*/ 27622 h 280034"/>
                <a:gd name="connsiteX6" fmla="*/ 174307 w 205739"/>
                <a:gd name="connsiteY6" fmla="*/ 76200 h 280034"/>
                <a:gd name="connsiteX7" fmla="*/ 110490 w 205739"/>
                <a:gd name="connsiteY7" fmla="*/ 52387 h 280034"/>
                <a:gd name="connsiteX8" fmla="*/ 72390 w 205739"/>
                <a:gd name="connsiteY8" fmla="*/ 77153 h 280034"/>
                <a:gd name="connsiteX9" fmla="*/ 205740 w 205739"/>
                <a:gd name="connsiteY9" fmla="*/ 195262 h 280034"/>
                <a:gd name="connsiteX10" fmla="*/ 102870 w 205739"/>
                <a:gd name="connsiteY10" fmla="*/ 280035 h 280034"/>
                <a:gd name="connsiteX11" fmla="*/ 0 w 205739"/>
                <a:gd name="connsiteY11" fmla="*/ 247650 h 280034"/>
                <a:gd name="connsiteX12" fmla="*/ 29527 w 205739"/>
                <a:gd name="connsiteY12" fmla="*/ 198120 h 280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39" h="280034">
                  <a:moveTo>
                    <a:pt x="29527" y="198120"/>
                  </a:moveTo>
                  <a:cubicBezTo>
                    <a:pt x="56197" y="218122"/>
                    <a:pt x="80963" y="227647"/>
                    <a:pt x="104775" y="227647"/>
                  </a:cubicBezTo>
                  <a:cubicBezTo>
                    <a:pt x="127635" y="227647"/>
                    <a:pt x="143827" y="217170"/>
                    <a:pt x="143827" y="200978"/>
                  </a:cubicBezTo>
                  <a:cubicBezTo>
                    <a:pt x="143827" y="155258"/>
                    <a:pt x="10477" y="171450"/>
                    <a:pt x="10477" y="82868"/>
                  </a:cubicBezTo>
                  <a:cubicBezTo>
                    <a:pt x="10477" y="33338"/>
                    <a:pt x="51435" y="0"/>
                    <a:pt x="111442" y="0"/>
                  </a:cubicBezTo>
                  <a:cubicBezTo>
                    <a:pt x="143827" y="0"/>
                    <a:pt x="175260" y="9525"/>
                    <a:pt x="203835" y="27622"/>
                  </a:cubicBezTo>
                  <a:lnTo>
                    <a:pt x="174307" y="76200"/>
                  </a:lnTo>
                  <a:cubicBezTo>
                    <a:pt x="151447" y="60960"/>
                    <a:pt x="130492" y="52387"/>
                    <a:pt x="110490" y="52387"/>
                  </a:cubicBezTo>
                  <a:cubicBezTo>
                    <a:pt x="87630" y="52387"/>
                    <a:pt x="72390" y="61912"/>
                    <a:pt x="72390" y="77153"/>
                  </a:cubicBezTo>
                  <a:cubicBezTo>
                    <a:pt x="72390" y="120968"/>
                    <a:pt x="205740" y="105728"/>
                    <a:pt x="205740" y="195262"/>
                  </a:cubicBezTo>
                  <a:cubicBezTo>
                    <a:pt x="205740" y="245745"/>
                    <a:pt x="164782" y="280035"/>
                    <a:pt x="102870" y="280035"/>
                  </a:cubicBezTo>
                  <a:cubicBezTo>
                    <a:pt x="67627" y="280035"/>
                    <a:pt x="31432" y="268605"/>
                    <a:pt x="0" y="247650"/>
                  </a:cubicBezTo>
                  <a:lnTo>
                    <a:pt x="29527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1" name="Freihandform: Form 170">
              <a:extLst>
                <a:ext uri="{FF2B5EF4-FFF2-40B4-BE49-F238E27FC236}">
                  <a16:creationId xmlns:a16="http://schemas.microsoft.com/office/drawing/2014/main" id="{F27F74A7-EBA9-4D92-B701-B68A25744794}"/>
                </a:ext>
              </a:extLst>
            </p:cNvPr>
            <p:cNvSpPr/>
            <p:nvPr/>
          </p:nvSpPr>
          <p:spPr>
            <a:xfrm>
              <a:off x="9173526" y="2528887"/>
              <a:ext cx="79057" cy="384810"/>
            </a:xfrm>
            <a:custGeom>
              <a:avLst/>
              <a:gdLst>
                <a:gd name="connsiteX0" fmla="*/ 79058 w 79057"/>
                <a:gd name="connsiteY0" fmla="*/ 38100 h 384810"/>
                <a:gd name="connsiteX1" fmla="*/ 39053 w 79057"/>
                <a:gd name="connsiteY1" fmla="*/ 76200 h 384810"/>
                <a:gd name="connsiteX2" fmla="*/ 0 w 79057"/>
                <a:gd name="connsiteY2" fmla="*/ 38100 h 384810"/>
                <a:gd name="connsiteX3" fmla="*/ 39053 w 79057"/>
                <a:gd name="connsiteY3" fmla="*/ 0 h 384810"/>
                <a:gd name="connsiteX4" fmla="*/ 79058 w 79057"/>
                <a:gd name="connsiteY4" fmla="*/ 38100 h 384810"/>
                <a:gd name="connsiteX5" fmla="*/ 70485 w 79057"/>
                <a:gd name="connsiteY5" fmla="*/ 384810 h 384810"/>
                <a:gd name="connsiteX6" fmla="*/ 8573 w 79057"/>
                <a:gd name="connsiteY6" fmla="*/ 384810 h 384810"/>
                <a:gd name="connsiteX7" fmla="*/ 8573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8" y="38100"/>
                  </a:moveTo>
                  <a:cubicBezTo>
                    <a:pt x="79058" y="60007"/>
                    <a:pt x="60960" y="76200"/>
                    <a:pt x="39053" y="76200"/>
                  </a:cubicBezTo>
                  <a:cubicBezTo>
                    <a:pt x="17145" y="76200"/>
                    <a:pt x="0" y="60007"/>
                    <a:pt x="0" y="38100"/>
                  </a:cubicBezTo>
                  <a:cubicBezTo>
                    <a:pt x="0" y="16193"/>
                    <a:pt x="18098" y="0"/>
                    <a:pt x="39053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2" name="Freihandform: Form 171">
              <a:extLst>
                <a:ext uri="{FF2B5EF4-FFF2-40B4-BE49-F238E27FC236}">
                  <a16:creationId xmlns:a16="http://schemas.microsoft.com/office/drawing/2014/main" id="{A8349EB6-FBD9-4892-B559-568CB7506698}"/>
                </a:ext>
              </a:extLst>
            </p:cNvPr>
            <p:cNvSpPr/>
            <p:nvPr/>
          </p:nvSpPr>
          <p:spPr>
            <a:xfrm>
              <a:off x="9297351" y="2562224"/>
              <a:ext cx="165735" cy="358139"/>
            </a:xfrm>
            <a:custGeom>
              <a:avLst/>
              <a:gdLst>
                <a:gd name="connsiteX0" fmla="*/ 165735 w 165735"/>
                <a:gd name="connsiteY0" fmla="*/ 295275 h 358139"/>
                <a:gd name="connsiteX1" fmla="*/ 165735 w 165735"/>
                <a:gd name="connsiteY1" fmla="*/ 348615 h 358139"/>
                <a:gd name="connsiteX2" fmla="*/ 113348 w 165735"/>
                <a:gd name="connsiteY2" fmla="*/ 358140 h 358139"/>
                <a:gd name="connsiteX3" fmla="*/ 40958 w 165735"/>
                <a:gd name="connsiteY3" fmla="*/ 282892 h 358139"/>
                <a:gd name="connsiteX4" fmla="*/ 40958 w 165735"/>
                <a:gd name="connsiteY4" fmla="*/ 137160 h 358139"/>
                <a:gd name="connsiteX5" fmla="*/ 0 w 165735"/>
                <a:gd name="connsiteY5" fmla="*/ 137160 h 358139"/>
                <a:gd name="connsiteX6" fmla="*/ 0 w 165735"/>
                <a:gd name="connsiteY6" fmla="*/ 85725 h 358139"/>
                <a:gd name="connsiteX7" fmla="*/ 40005 w 165735"/>
                <a:gd name="connsiteY7" fmla="*/ 85725 h 358139"/>
                <a:gd name="connsiteX8" fmla="*/ 40005 w 165735"/>
                <a:gd name="connsiteY8" fmla="*/ 13335 h 358139"/>
                <a:gd name="connsiteX9" fmla="*/ 101918 w 165735"/>
                <a:gd name="connsiteY9" fmla="*/ 0 h 358139"/>
                <a:gd name="connsiteX10" fmla="*/ 101918 w 165735"/>
                <a:gd name="connsiteY10" fmla="*/ 86677 h 358139"/>
                <a:gd name="connsiteX11" fmla="*/ 165735 w 165735"/>
                <a:gd name="connsiteY11" fmla="*/ 86677 h 358139"/>
                <a:gd name="connsiteX12" fmla="*/ 165735 w 165735"/>
                <a:gd name="connsiteY12" fmla="*/ 138113 h 358139"/>
                <a:gd name="connsiteX13" fmla="*/ 101918 w 165735"/>
                <a:gd name="connsiteY13" fmla="*/ 138113 h 358139"/>
                <a:gd name="connsiteX14" fmla="*/ 101918 w 165735"/>
                <a:gd name="connsiteY14" fmla="*/ 269558 h 358139"/>
                <a:gd name="connsiteX15" fmla="*/ 130493 w 165735"/>
                <a:gd name="connsiteY15" fmla="*/ 304800 h 358139"/>
                <a:gd name="connsiteX16" fmla="*/ 165735 w 165735"/>
                <a:gd name="connsiteY16" fmla="*/ 295275 h 358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5" h="358139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8" y="358140"/>
                  </a:cubicBezTo>
                  <a:cubicBezTo>
                    <a:pt x="66675" y="358140"/>
                    <a:pt x="40958" y="332423"/>
                    <a:pt x="40958" y="282892"/>
                  </a:cubicBezTo>
                  <a:lnTo>
                    <a:pt x="40958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3"/>
                    <a:pt x="110490" y="304800"/>
                    <a:pt x="130493" y="304800"/>
                  </a:cubicBezTo>
                  <a:cubicBezTo>
                    <a:pt x="141923" y="303848"/>
                    <a:pt x="155258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3" name="Freihandform: Form 172">
              <a:extLst>
                <a:ext uri="{FF2B5EF4-FFF2-40B4-BE49-F238E27FC236}">
                  <a16:creationId xmlns:a16="http://schemas.microsoft.com/office/drawing/2014/main" id="{6C7F7824-6B9B-46EF-A15D-FAB86FA0C8D3}"/>
                </a:ext>
              </a:extLst>
            </p:cNvPr>
            <p:cNvSpPr/>
            <p:nvPr/>
          </p:nvSpPr>
          <p:spPr>
            <a:xfrm>
              <a:off x="9511664" y="2533649"/>
              <a:ext cx="225742" cy="386714"/>
            </a:xfrm>
            <a:custGeom>
              <a:avLst/>
              <a:gdLst>
                <a:gd name="connsiteX0" fmla="*/ 114300 w 225742"/>
                <a:gd name="connsiteY0" fmla="*/ 215265 h 386714"/>
                <a:gd name="connsiteX1" fmla="*/ 164783 w 225742"/>
                <a:gd name="connsiteY1" fmla="*/ 220980 h 386714"/>
                <a:gd name="connsiteX2" fmla="*/ 164783 w 225742"/>
                <a:gd name="connsiteY2" fmla="*/ 211455 h 386714"/>
                <a:gd name="connsiteX3" fmla="*/ 105728 w 225742"/>
                <a:gd name="connsiteY3" fmla="*/ 160020 h 386714"/>
                <a:gd name="connsiteX4" fmla="*/ 38100 w 225742"/>
                <a:gd name="connsiteY4" fmla="*/ 175260 h 386714"/>
                <a:gd name="connsiteX5" fmla="*/ 24765 w 225742"/>
                <a:gd name="connsiteY5" fmla="*/ 122873 h 386714"/>
                <a:gd name="connsiteX6" fmla="*/ 112395 w 225742"/>
                <a:gd name="connsiteY6" fmla="*/ 107632 h 386714"/>
                <a:gd name="connsiteX7" fmla="*/ 225743 w 225742"/>
                <a:gd name="connsiteY7" fmla="*/ 210502 h 386714"/>
                <a:gd name="connsiteX8" fmla="*/ 225743 w 225742"/>
                <a:gd name="connsiteY8" fmla="*/ 381000 h 386714"/>
                <a:gd name="connsiteX9" fmla="*/ 166688 w 225742"/>
                <a:gd name="connsiteY9" fmla="*/ 381000 h 386714"/>
                <a:gd name="connsiteX10" fmla="*/ 166688 w 225742"/>
                <a:gd name="connsiteY10" fmla="*/ 352425 h 386714"/>
                <a:gd name="connsiteX11" fmla="*/ 165735 w 225742"/>
                <a:gd name="connsiteY11" fmla="*/ 352425 h 386714"/>
                <a:gd name="connsiteX12" fmla="*/ 87630 w 225742"/>
                <a:gd name="connsiteY12" fmla="*/ 386715 h 386714"/>
                <a:gd name="connsiteX13" fmla="*/ 0 w 225742"/>
                <a:gd name="connsiteY13" fmla="*/ 301942 h 386714"/>
                <a:gd name="connsiteX14" fmla="*/ 114300 w 225742"/>
                <a:gd name="connsiteY14" fmla="*/ 215265 h 386714"/>
                <a:gd name="connsiteX15" fmla="*/ 63818 w 225742"/>
                <a:gd name="connsiteY15" fmla="*/ 72390 h 386714"/>
                <a:gd name="connsiteX16" fmla="*/ 26670 w 225742"/>
                <a:gd name="connsiteY16" fmla="*/ 36195 h 386714"/>
                <a:gd name="connsiteX17" fmla="*/ 63818 w 225742"/>
                <a:gd name="connsiteY17" fmla="*/ 0 h 386714"/>
                <a:gd name="connsiteX18" fmla="*/ 100965 w 225742"/>
                <a:gd name="connsiteY18" fmla="*/ 36195 h 386714"/>
                <a:gd name="connsiteX19" fmla="*/ 63818 w 225742"/>
                <a:gd name="connsiteY19" fmla="*/ 72390 h 386714"/>
                <a:gd name="connsiteX20" fmla="*/ 103823 w 225742"/>
                <a:gd name="connsiteY20" fmla="*/ 340042 h 386714"/>
                <a:gd name="connsiteX21" fmla="*/ 164783 w 225742"/>
                <a:gd name="connsiteY21" fmla="*/ 307658 h 386714"/>
                <a:gd name="connsiteX22" fmla="*/ 164783 w 225742"/>
                <a:gd name="connsiteY22" fmla="*/ 261938 h 386714"/>
                <a:gd name="connsiteX23" fmla="*/ 120968 w 225742"/>
                <a:gd name="connsiteY23" fmla="*/ 257175 h 386714"/>
                <a:gd name="connsiteX24" fmla="*/ 59055 w 225742"/>
                <a:gd name="connsiteY24" fmla="*/ 300990 h 386714"/>
                <a:gd name="connsiteX25" fmla="*/ 103823 w 225742"/>
                <a:gd name="connsiteY25" fmla="*/ 340042 h 386714"/>
                <a:gd name="connsiteX26" fmla="*/ 172403 w 225742"/>
                <a:gd name="connsiteY26" fmla="*/ 72390 h 386714"/>
                <a:gd name="connsiteX27" fmla="*/ 135255 w 225742"/>
                <a:gd name="connsiteY27" fmla="*/ 36195 h 386714"/>
                <a:gd name="connsiteX28" fmla="*/ 172403 w 225742"/>
                <a:gd name="connsiteY28" fmla="*/ 0 h 386714"/>
                <a:gd name="connsiteX29" fmla="*/ 209550 w 225742"/>
                <a:gd name="connsiteY29" fmla="*/ 36195 h 386714"/>
                <a:gd name="connsiteX30" fmla="*/ 172403 w 225742"/>
                <a:gd name="connsiteY30" fmla="*/ 72390 h 386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25742" h="386714">
                  <a:moveTo>
                    <a:pt x="114300" y="215265"/>
                  </a:moveTo>
                  <a:cubicBezTo>
                    <a:pt x="131445" y="215265"/>
                    <a:pt x="147638" y="216217"/>
                    <a:pt x="164783" y="220980"/>
                  </a:cubicBezTo>
                  <a:lnTo>
                    <a:pt x="164783" y="211455"/>
                  </a:lnTo>
                  <a:cubicBezTo>
                    <a:pt x="164783" y="177165"/>
                    <a:pt x="144780" y="160020"/>
                    <a:pt x="105728" y="160020"/>
                  </a:cubicBezTo>
                  <a:cubicBezTo>
                    <a:pt x="83820" y="160020"/>
                    <a:pt x="60008" y="165735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2"/>
                    <a:pt x="112395" y="107632"/>
                  </a:cubicBezTo>
                  <a:cubicBezTo>
                    <a:pt x="187643" y="107632"/>
                    <a:pt x="225743" y="142875"/>
                    <a:pt x="225743" y="210502"/>
                  </a:cubicBezTo>
                  <a:lnTo>
                    <a:pt x="225743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8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8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8" y="72390"/>
                  </a:cubicBezTo>
                  <a:close/>
                  <a:moveTo>
                    <a:pt x="103823" y="340042"/>
                  </a:moveTo>
                  <a:cubicBezTo>
                    <a:pt x="126683" y="340042"/>
                    <a:pt x="147638" y="328613"/>
                    <a:pt x="164783" y="307658"/>
                  </a:cubicBezTo>
                  <a:lnTo>
                    <a:pt x="164783" y="261938"/>
                  </a:lnTo>
                  <a:cubicBezTo>
                    <a:pt x="150495" y="258127"/>
                    <a:pt x="135255" y="257175"/>
                    <a:pt x="120968" y="257175"/>
                  </a:cubicBezTo>
                  <a:cubicBezTo>
                    <a:pt x="81915" y="257175"/>
                    <a:pt x="59055" y="272415"/>
                    <a:pt x="59055" y="300990"/>
                  </a:cubicBezTo>
                  <a:cubicBezTo>
                    <a:pt x="59055" y="324803"/>
                    <a:pt x="76200" y="340042"/>
                    <a:pt x="103823" y="340042"/>
                  </a:cubicBezTo>
                  <a:close/>
                  <a:moveTo>
                    <a:pt x="172403" y="72390"/>
                  </a:moveTo>
                  <a:cubicBezTo>
                    <a:pt x="152400" y="72390"/>
                    <a:pt x="135255" y="55245"/>
                    <a:pt x="135255" y="36195"/>
                  </a:cubicBezTo>
                  <a:cubicBezTo>
                    <a:pt x="135255" y="17145"/>
                    <a:pt x="152400" y="0"/>
                    <a:pt x="172403" y="0"/>
                  </a:cubicBezTo>
                  <a:cubicBezTo>
                    <a:pt x="192405" y="0"/>
                    <a:pt x="209550" y="17145"/>
                    <a:pt x="209550" y="36195"/>
                  </a:cubicBezTo>
                  <a:cubicBezTo>
                    <a:pt x="209550" y="56198"/>
                    <a:pt x="192405" y="72390"/>
                    <a:pt x="172403" y="723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4" name="Freihandform: Form 173">
              <a:extLst>
                <a:ext uri="{FF2B5EF4-FFF2-40B4-BE49-F238E27FC236}">
                  <a16:creationId xmlns:a16="http://schemas.microsoft.com/office/drawing/2014/main" id="{B0287798-80E0-49AB-8FA9-A7802A4BA50D}"/>
                </a:ext>
              </a:extLst>
            </p:cNvPr>
            <p:cNvSpPr/>
            <p:nvPr/>
          </p:nvSpPr>
          <p:spPr>
            <a:xfrm>
              <a:off x="9785984" y="2562224"/>
              <a:ext cx="165734" cy="358139"/>
            </a:xfrm>
            <a:custGeom>
              <a:avLst/>
              <a:gdLst>
                <a:gd name="connsiteX0" fmla="*/ 165735 w 165734"/>
                <a:gd name="connsiteY0" fmla="*/ 295275 h 358139"/>
                <a:gd name="connsiteX1" fmla="*/ 165735 w 165734"/>
                <a:gd name="connsiteY1" fmla="*/ 348615 h 358139"/>
                <a:gd name="connsiteX2" fmla="*/ 113347 w 165734"/>
                <a:gd name="connsiteY2" fmla="*/ 358140 h 358139"/>
                <a:gd name="connsiteX3" fmla="*/ 40957 w 165734"/>
                <a:gd name="connsiteY3" fmla="*/ 282892 h 358139"/>
                <a:gd name="connsiteX4" fmla="*/ 40957 w 165734"/>
                <a:gd name="connsiteY4" fmla="*/ 137160 h 358139"/>
                <a:gd name="connsiteX5" fmla="*/ 0 w 165734"/>
                <a:gd name="connsiteY5" fmla="*/ 137160 h 358139"/>
                <a:gd name="connsiteX6" fmla="*/ 0 w 165734"/>
                <a:gd name="connsiteY6" fmla="*/ 85725 h 358139"/>
                <a:gd name="connsiteX7" fmla="*/ 40005 w 165734"/>
                <a:gd name="connsiteY7" fmla="*/ 85725 h 358139"/>
                <a:gd name="connsiteX8" fmla="*/ 40005 w 165734"/>
                <a:gd name="connsiteY8" fmla="*/ 13335 h 358139"/>
                <a:gd name="connsiteX9" fmla="*/ 101917 w 165734"/>
                <a:gd name="connsiteY9" fmla="*/ 0 h 358139"/>
                <a:gd name="connsiteX10" fmla="*/ 101917 w 165734"/>
                <a:gd name="connsiteY10" fmla="*/ 86677 h 358139"/>
                <a:gd name="connsiteX11" fmla="*/ 165735 w 165734"/>
                <a:gd name="connsiteY11" fmla="*/ 86677 h 358139"/>
                <a:gd name="connsiteX12" fmla="*/ 165735 w 165734"/>
                <a:gd name="connsiteY12" fmla="*/ 138113 h 358139"/>
                <a:gd name="connsiteX13" fmla="*/ 101917 w 165734"/>
                <a:gd name="connsiteY13" fmla="*/ 138113 h 358139"/>
                <a:gd name="connsiteX14" fmla="*/ 101917 w 165734"/>
                <a:gd name="connsiteY14" fmla="*/ 269558 h 358139"/>
                <a:gd name="connsiteX15" fmla="*/ 130492 w 165734"/>
                <a:gd name="connsiteY15" fmla="*/ 304800 h 358139"/>
                <a:gd name="connsiteX16" fmla="*/ 165735 w 165734"/>
                <a:gd name="connsiteY16" fmla="*/ 295275 h 358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39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2423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7" y="0"/>
                  </a:lnTo>
                  <a:lnTo>
                    <a:pt x="101917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7" y="138113"/>
                  </a:lnTo>
                  <a:lnTo>
                    <a:pt x="101917" y="269558"/>
                  </a:lnTo>
                  <a:cubicBezTo>
                    <a:pt x="101917" y="294323"/>
                    <a:pt x="110490" y="304800"/>
                    <a:pt x="130492" y="304800"/>
                  </a:cubicBezTo>
                  <a:cubicBezTo>
                    <a:pt x="142875" y="303848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5" name="Freihandform: Form 174">
              <a:extLst>
                <a:ext uri="{FF2B5EF4-FFF2-40B4-BE49-F238E27FC236}">
                  <a16:creationId xmlns:a16="http://schemas.microsoft.com/office/drawing/2014/main" id="{A454F467-A1F4-4F72-9271-42EBD14BE8EB}"/>
                </a:ext>
              </a:extLst>
            </p:cNvPr>
            <p:cNvSpPr/>
            <p:nvPr/>
          </p:nvSpPr>
          <p:spPr>
            <a:xfrm>
              <a:off x="2269806" y="3121341"/>
              <a:ext cx="359092" cy="373379"/>
            </a:xfrm>
            <a:custGeom>
              <a:avLst/>
              <a:gdLst>
                <a:gd name="connsiteX0" fmla="*/ 0 w 359092"/>
                <a:gd name="connsiteY0" fmla="*/ 0 h 373379"/>
                <a:gd name="connsiteX1" fmla="*/ 79057 w 359092"/>
                <a:gd name="connsiteY1" fmla="*/ 0 h 373379"/>
                <a:gd name="connsiteX2" fmla="*/ 180022 w 359092"/>
                <a:gd name="connsiteY2" fmla="*/ 229553 h 373379"/>
                <a:gd name="connsiteX3" fmla="*/ 180975 w 359092"/>
                <a:gd name="connsiteY3" fmla="*/ 229553 h 373379"/>
                <a:gd name="connsiteX4" fmla="*/ 279083 w 359092"/>
                <a:gd name="connsiteY4" fmla="*/ 0 h 373379"/>
                <a:gd name="connsiteX5" fmla="*/ 359093 w 359092"/>
                <a:gd name="connsiteY5" fmla="*/ 0 h 373379"/>
                <a:gd name="connsiteX6" fmla="*/ 359093 w 359092"/>
                <a:gd name="connsiteY6" fmla="*/ 368617 h 373379"/>
                <a:gd name="connsiteX7" fmla="*/ 295275 w 359092"/>
                <a:gd name="connsiteY7" fmla="*/ 368617 h 373379"/>
                <a:gd name="connsiteX8" fmla="*/ 295275 w 359092"/>
                <a:gd name="connsiteY8" fmla="*/ 114300 h 373379"/>
                <a:gd name="connsiteX9" fmla="*/ 294322 w 359092"/>
                <a:gd name="connsiteY9" fmla="*/ 114300 h 373379"/>
                <a:gd name="connsiteX10" fmla="*/ 180975 w 359092"/>
                <a:gd name="connsiteY10" fmla="*/ 373380 h 373379"/>
                <a:gd name="connsiteX11" fmla="*/ 179070 w 359092"/>
                <a:gd name="connsiteY11" fmla="*/ 373380 h 373379"/>
                <a:gd name="connsiteX12" fmla="*/ 64770 w 359092"/>
                <a:gd name="connsiteY12" fmla="*/ 114300 h 373379"/>
                <a:gd name="connsiteX13" fmla="*/ 63818 w 359092"/>
                <a:gd name="connsiteY13" fmla="*/ 114300 h 373379"/>
                <a:gd name="connsiteX14" fmla="*/ 63818 w 359092"/>
                <a:gd name="connsiteY14" fmla="*/ 368617 h 373379"/>
                <a:gd name="connsiteX15" fmla="*/ 953 w 359092"/>
                <a:gd name="connsiteY15" fmla="*/ 368617 h 373379"/>
                <a:gd name="connsiteX16" fmla="*/ 953 w 359092"/>
                <a:gd name="connsiteY16" fmla="*/ 0 h 373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59092" h="373379">
                  <a:moveTo>
                    <a:pt x="0" y="0"/>
                  </a:moveTo>
                  <a:lnTo>
                    <a:pt x="79057" y="0"/>
                  </a:lnTo>
                  <a:lnTo>
                    <a:pt x="180022" y="229553"/>
                  </a:lnTo>
                  <a:lnTo>
                    <a:pt x="180975" y="229553"/>
                  </a:lnTo>
                  <a:lnTo>
                    <a:pt x="279083" y="0"/>
                  </a:lnTo>
                  <a:lnTo>
                    <a:pt x="359093" y="0"/>
                  </a:lnTo>
                  <a:lnTo>
                    <a:pt x="359093" y="368617"/>
                  </a:lnTo>
                  <a:lnTo>
                    <a:pt x="295275" y="368617"/>
                  </a:lnTo>
                  <a:lnTo>
                    <a:pt x="295275" y="114300"/>
                  </a:lnTo>
                  <a:lnTo>
                    <a:pt x="294322" y="114300"/>
                  </a:lnTo>
                  <a:lnTo>
                    <a:pt x="180975" y="373380"/>
                  </a:lnTo>
                  <a:lnTo>
                    <a:pt x="179070" y="373380"/>
                  </a:lnTo>
                  <a:lnTo>
                    <a:pt x="64770" y="114300"/>
                  </a:lnTo>
                  <a:lnTo>
                    <a:pt x="63818" y="114300"/>
                  </a:lnTo>
                  <a:lnTo>
                    <a:pt x="63818" y="368617"/>
                  </a:lnTo>
                  <a:lnTo>
                    <a:pt x="953" y="368617"/>
                  </a:lnTo>
                  <a:lnTo>
                    <a:pt x="95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6" name="Freihandform: Form 175">
              <a:extLst>
                <a:ext uri="{FF2B5EF4-FFF2-40B4-BE49-F238E27FC236}">
                  <a16:creationId xmlns:a16="http://schemas.microsoft.com/office/drawing/2014/main" id="{283720D2-CFCA-4B1C-9031-8590404EC8CD}"/>
                </a:ext>
              </a:extLst>
            </p:cNvPr>
            <p:cNvSpPr/>
            <p:nvPr/>
          </p:nvSpPr>
          <p:spPr>
            <a:xfrm>
              <a:off x="2702241" y="3217544"/>
              <a:ext cx="242887" cy="279082"/>
            </a:xfrm>
            <a:custGeom>
              <a:avLst/>
              <a:gdLst>
                <a:gd name="connsiteX0" fmla="*/ 132398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8 w 242887"/>
                <a:gd name="connsiteY6" fmla="*/ 225742 h 279082"/>
                <a:gd name="connsiteX7" fmla="*/ 198120 w 242887"/>
                <a:gd name="connsiteY7" fmla="*/ 194310 h 279082"/>
                <a:gd name="connsiteX8" fmla="*/ 237173 w 242887"/>
                <a:gd name="connsiteY8" fmla="*/ 235267 h 279082"/>
                <a:gd name="connsiteX9" fmla="*/ 132398 w 242887"/>
                <a:gd name="connsiteY9" fmla="*/ 279083 h 279082"/>
                <a:gd name="connsiteX10" fmla="*/ 62865 w 242887"/>
                <a:gd name="connsiteY10" fmla="*/ 115252 h 279082"/>
                <a:gd name="connsiteX11" fmla="*/ 183833 w 242887"/>
                <a:gd name="connsiteY11" fmla="*/ 115252 h 279082"/>
                <a:gd name="connsiteX12" fmla="*/ 124778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3" y="201930"/>
                    <a:pt x="94298" y="225742"/>
                    <a:pt x="132398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3" y="235267"/>
                  </a:lnTo>
                  <a:cubicBezTo>
                    <a:pt x="206693" y="264795"/>
                    <a:pt x="172403" y="279083"/>
                    <a:pt x="132398" y="279083"/>
                  </a:cubicBezTo>
                  <a:close/>
                  <a:moveTo>
                    <a:pt x="62865" y="115252"/>
                  </a:moveTo>
                  <a:lnTo>
                    <a:pt x="183833" y="115252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89535" y="50482"/>
                    <a:pt x="67628" y="74295"/>
                    <a:pt x="62865" y="115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7" name="Freihandform: Form 176">
              <a:extLst>
                <a:ext uri="{FF2B5EF4-FFF2-40B4-BE49-F238E27FC236}">
                  <a16:creationId xmlns:a16="http://schemas.microsoft.com/office/drawing/2014/main" id="{B4014799-7763-4F5E-B627-E20ED15E9164}"/>
                </a:ext>
              </a:extLst>
            </p:cNvPr>
            <p:cNvSpPr/>
            <p:nvPr/>
          </p:nvSpPr>
          <p:spPr>
            <a:xfrm>
              <a:off x="3000374" y="3101339"/>
              <a:ext cx="248602" cy="396239"/>
            </a:xfrm>
            <a:custGeom>
              <a:avLst/>
              <a:gdLst>
                <a:gd name="connsiteX0" fmla="*/ 0 w 248602"/>
                <a:gd name="connsiteY0" fmla="*/ 255270 h 396239"/>
                <a:gd name="connsiteX1" fmla="*/ 108585 w 248602"/>
                <a:gd name="connsiteY1" fmla="*/ 116205 h 396239"/>
                <a:gd name="connsiteX2" fmla="*/ 185738 w 248602"/>
                <a:gd name="connsiteY2" fmla="*/ 152400 h 396239"/>
                <a:gd name="connsiteX3" fmla="*/ 186690 w 248602"/>
                <a:gd name="connsiteY3" fmla="*/ 152400 h 396239"/>
                <a:gd name="connsiteX4" fmla="*/ 186690 w 248602"/>
                <a:gd name="connsiteY4" fmla="*/ 15240 h 396239"/>
                <a:gd name="connsiteX5" fmla="*/ 248603 w 248602"/>
                <a:gd name="connsiteY5" fmla="*/ 0 h 396239"/>
                <a:gd name="connsiteX6" fmla="*/ 248603 w 248602"/>
                <a:gd name="connsiteY6" fmla="*/ 389573 h 396239"/>
                <a:gd name="connsiteX7" fmla="*/ 187642 w 248602"/>
                <a:gd name="connsiteY7" fmla="*/ 389573 h 396239"/>
                <a:gd name="connsiteX8" fmla="*/ 187642 w 248602"/>
                <a:gd name="connsiteY8" fmla="*/ 358140 h 396239"/>
                <a:gd name="connsiteX9" fmla="*/ 186690 w 248602"/>
                <a:gd name="connsiteY9" fmla="*/ 358140 h 396239"/>
                <a:gd name="connsiteX10" fmla="*/ 106680 w 248602"/>
                <a:gd name="connsiteY10" fmla="*/ 396240 h 396239"/>
                <a:gd name="connsiteX11" fmla="*/ 0 w 248602"/>
                <a:gd name="connsiteY11" fmla="*/ 255270 h 396239"/>
                <a:gd name="connsiteX12" fmla="*/ 61913 w 248602"/>
                <a:gd name="connsiteY12" fmla="*/ 255270 h 396239"/>
                <a:gd name="connsiteX13" fmla="*/ 123825 w 248602"/>
                <a:gd name="connsiteY13" fmla="*/ 340995 h 396239"/>
                <a:gd name="connsiteX14" fmla="*/ 187642 w 248602"/>
                <a:gd name="connsiteY14" fmla="*/ 305753 h 396239"/>
                <a:gd name="connsiteX15" fmla="*/ 187642 w 248602"/>
                <a:gd name="connsiteY15" fmla="*/ 208598 h 396239"/>
                <a:gd name="connsiteX16" fmla="*/ 123825 w 248602"/>
                <a:gd name="connsiteY16" fmla="*/ 173355 h 396239"/>
                <a:gd name="connsiteX17" fmla="*/ 61913 w 248602"/>
                <a:gd name="connsiteY17" fmla="*/ 255270 h 39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8602" h="396239">
                  <a:moveTo>
                    <a:pt x="0" y="255270"/>
                  </a:moveTo>
                  <a:cubicBezTo>
                    <a:pt x="0" y="169545"/>
                    <a:pt x="43815" y="116205"/>
                    <a:pt x="108585" y="116205"/>
                  </a:cubicBezTo>
                  <a:cubicBezTo>
                    <a:pt x="141922" y="116205"/>
                    <a:pt x="168592" y="130493"/>
                    <a:pt x="185738" y="152400"/>
                  </a:cubicBezTo>
                  <a:lnTo>
                    <a:pt x="186690" y="152400"/>
                  </a:lnTo>
                  <a:lnTo>
                    <a:pt x="186690" y="15240"/>
                  </a:lnTo>
                  <a:lnTo>
                    <a:pt x="248603" y="0"/>
                  </a:lnTo>
                  <a:lnTo>
                    <a:pt x="248603" y="389573"/>
                  </a:lnTo>
                  <a:lnTo>
                    <a:pt x="187642" y="389573"/>
                  </a:lnTo>
                  <a:lnTo>
                    <a:pt x="187642" y="358140"/>
                  </a:lnTo>
                  <a:lnTo>
                    <a:pt x="186690" y="358140"/>
                  </a:lnTo>
                  <a:cubicBezTo>
                    <a:pt x="167640" y="381953"/>
                    <a:pt x="140017" y="396240"/>
                    <a:pt x="106680" y="396240"/>
                  </a:cubicBezTo>
                  <a:cubicBezTo>
                    <a:pt x="43815" y="395288"/>
                    <a:pt x="0" y="340995"/>
                    <a:pt x="0" y="255270"/>
                  </a:cubicBezTo>
                  <a:close/>
                  <a:moveTo>
                    <a:pt x="61913" y="255270"/>
                  </a:moveTo>
                  <a:cubicBezTo>
                    <a:pt x="61913" y="309563"/>
                    <a:pt x="84772" y="340995"/>
                    <a:pt x="123825" y="340995"/>
                  </a:cubicBezTo>
                  <a:cubicBezTo>
                    <a:pt x="147638" y="340995"/>
                    <a:pt x="167640" y="329565"/>
                    <a:pt x="187642" y="305753"/>
                  </a:cubicBezTo>
                  <a:lnTo>
                    <a:pt x="187642" y="208598"/>
                  </a:lnTo>
                  <a:cubicBezTo>
                    <a:pt x="169545" y="184785"/>
                    <a:pt x="149542" y="173355"/>
                    <a:pt x="123825" y="173355"/>
                  </a:cubicBezTo>
                  <a:cubicBezTo>
                    <a:pt x="82867" y="172402"/>
                    <a:pt x="61913" y="201930"/>
                    <a:pt x="61913" y="2552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8" name="Freihandform: Form 177">
              <a:extLst>
                <a:ext uri="{FF2B5EF4-FFF2-40B4-BE49-F238E27FC236}">
                  <a16:creationId xmlns:a16="http://schemas.microsoft.com/office/drawing/2014/main" id="{D9FDD39B-3138-4807-B4B3-385554B82372}"/>
                </a:ext>
              </a:extLst>
            </p:cNvPr>
            <p:cNvSpPr/>
            <p:nvPr/>
          </p:nvSpPr>
          <p:spPr>
            <a:xfrm>
              <a:off x="3323271" y="3105149"/>
              <a:ext cx="79057" cy="384809"/>
            </a:xfrm>
            <a:custGeom>
              <a:avLst/>
              <a:gdLst>
                <a:gd name="connsiteX0" fmla="*/ 79058 w 79057"/>
                <a:gd name="connsiteY0" fmla="*/ 38100 h 384809"/>
                <a:gd name="connsiteX1" fmla="*/ 39053 w 79057"/>
                <a:gd name="connsiteY1" fmla="*/ 76200 h 384809"/>
                <a:gd name="connsiteX2" fmla="*/ 0 w 79057"/>
                <a:gd name="connsiteY2" fmla="*/ 38100 h 384809"/>
                <a:gd name="connsiteX3" fmla="*/ 39053 w 79057"/>
                <a:gd name="connsiteY3" fmla="*/ 0 h 384809"/>
                <a:gd name="connsiteX4" fmla="*/ 79058 w 79057"/>
                <a:gd name="connsiteY4" fmla="*/ 38100 h 384809"/>
                <a:gd name="connsiteX5" fmla="*/ 70485 w 79057"/>
                <a:gd name="connsiteY5" fmla="*/ 384810 h 384809"/>
                <a:gd name="connsiteX6" fmla="*/ 8573 w 79057"/>
                <a:gd name="connsiteY6" fmla="*/ 384810 h 384809"/>
                <a:gd name="connsiteX7" fmla="*/ 8573 w 79057"/>
                <a:gd name="connsiteY7" fmla="*/ 118110 h 384809"/>
                <a:gd name="connsiteX8" fmla="*/ 70485 w 79057"/>
                <a:gd name="connsiteY8" fmla="*/ 118110 h 384809"/>
                <a:gd name="connsiteX9" fmla="*/ 70485 w 79057"/>
                <a:gd name="connsiteY9" fmla="*/ 384810 h 384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09">
                  <a:moveTo>
                    <a:pt x="79058" y="38100"/>
                  </a:moveTo>
                  <a:cubicBezTo>
                    <a:pt x="79058" y="60008"/>
                    <a:pt x="60960" y="76200"/>
                    <a:pt x="39053" y="76200"/>
                  </a:cubicBezTo>
                  <a:cubicBezTo>
                    <a:pt x="17145" y="76200"/>
                    <a:pt x="0" y="60008"/>
                    <a:pt x="0" y="38100"/>
                  </a:cubicBezTo>
                  <a:cubicBezTo>
                    <a:pt x="0" y="16192"/>
                    <a:pt x="18098" y="0"/>
                    <a:pt x="39053" y="0"/>
                  </a:cubicBezTo>
                  <a:cubicBezTo>
                    <a:pt x="60960" y="0"/>
                    <a:pt x="79058" y="16192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9" name="Freihandform: Form 178">
              <a:extLst>
                <a:ext uri="{FF2B5EF4-FFF2-40B4-BE49-F238E27FC236}">
                  <a16:creationId xmlns:a16="http://schemas.microsoft.com/office/drawing/2014/main" id="{2E6C9DD6-5487-417E-9F60-2D6E8560168B}"/>
                </a:ext>
              </a:extLst>
            </p:cNvPr>
            <p:cNvSpPr/>
            <p:nvPr/>
          </p:nvSpPr>
          <p:spPr>
            <a:xfrm>
              <a:off x="3455669" y="3224212"/>
              <a:ext cx="211454" cy="265747"/>
            </a:xfrm>
            <a:custGeom>
              <a:avLst/>
              <a:gdLst>
                <a:gd name="connsiteX0" fmla="*/ 210502 w 211454"/>
                <a:gd name="connsiteY0" fmla="*/ 265747 h 265747"/>
                <a:gd name="connsiteX1" fmla="*/ 0 w 211454"/>
                <a:gd name="connsiteY1" fmla="*/ 265747 h 265747"/>
                <a:gd name="connsiteX2" fmla="*/ 0 w 211454"/>
                <a:gd name="connsiteY2" fmla="*/ 212408 h 265747"/>
                <a:gd name="connsiteX3" fmla="*/ 133350 w 211454"/>
                <a:gd name="connsiteY3" fmla="*/ 52388 h 265747"/>
                <a:gd name="connsiteX4" fmla="*/ 8572 w 211454"/>
                <a:gd name="connsiteY4" fmla="*/ 52388 h 265747"/>
                <a:gd name="connsiteX5" fmla="*/ 8572 w 211454"/>
                <a:gd name="connsiteY5" fmla="*/ 0 h 265747"/>
                <a:gd name="connsiteX6" fmla="*/ 209550 w 211454"/>
                <a:gd name="connsiteY6" fmla="*/ 0 h 265747"/>
                <a:gd name="connsiteX7" fmla="*/ 209550 w 211454"/>
                <a:gd name="connsiteY7" fmla="*/ 53340 h 265747"/>
                <a:gd name="connsiteX8" fmla="*/ 76200 w 211454"/>
                <a:gd name="connsiteY8" fmla="*/ 213360 h 265747"/>
                <a:gd name="connsiteX9" fmla="*/ 211455 w 211454"/>
                <a:gd name="connsiteY9" fmla="*/ 213360 h 265747"/>
                <a:gd name="connsiteX10" fmla="*/ 211455 w 211454"/>
                <a:gd name="connsiteY10" fmla="*/ 265747 h 26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11454" h="265747">
                  <a:moveTo>
                    <a:pt x="210502" y="265747"/>
                  </a:moveTo>
                  <a:lnTo>
                    <a:pt x="0" y="265747"/>
                  </a:lnTo>
                  <a:lnTo>
                    <a:pt x="0" y="212408"/>
                  </a:lnTo>
                  <a:lnTo>
                    <a:pt x="133350" y="52388"/>
                  </a:lnTo>
                  <a:lnTo>
                    <a:pt x="8572" y="52388"/>
                  </a:lnTo>
                  <a:lnTo>
                    <a:pt x="8572" y="0"/>
                  </a:lnTo>
                  <a:lnTo>
                    <a:pt x="209550" y="0"/>
                  </a:lnTo>
                  <a:lnTo>
                    <a:pt x="209550" y="53340"/>
                  </a:lnTo>
                  <a:lnTo>
                    <a:pt x="76200" y="213360"/>
                  </a:lnTo>
                  <a:lnTo>
                    <a:pt x="211455" y="213360"/>
                  </a:lnTo>
                  <a:lnTo>
                    <a:pt x="211455" y="26574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0" name="Freihandform: Form 179">
              <a:extLst>
                <a:ext uri="{FF2B5EF4-FFF2-40B4-BE49-F238E27FC236}">
                  <a16:creationId xmlns:a16="http://schemas.microsoft.com/office/drawing/2014/main" id="{CDFEB6FA-3CAD-46B7-8D68-B7AA84793B04}"/>
                </a:ext>
              </a:extLst>
            </p:cNvPr>
            <p:cNvSpPr/>
            <p:nvPr/>
          </p:nvSpPr>
          <p:spPr>
            <a:xfrm>
              <a:off x="3722369" y="3105149"/>
              <a:ext cx="79057" cy="384809"/>
            </a:xfrm>
            <a:custGeom>
              <a:avLst/>
              <a:gdLst>
                <a:gd name="connsiteX0" fmla="*/ 79058 w 79057"/>
                <a:gd name="connsiteY0" fmla="*/ 38100 h 384809"/>
                <a:gd name="connsiteX1" fmla="*/ 39052 w 79057"/>
                <a:gd name="connsiteY1" fmla="*/ 76200 h 384809"/>
                <a:gd name="connsiteX2" fmla="*/ 0 w 79057"/>
                <a:gd name="connsiteY2" fmla="*/ 38100 h 384809"/>
                <a:gd name="connsiteX3" fmla="*/ 39052 w 79057"/>
                <a:gd name="connsiteY3" fmla="*/ 0 h 384809"/>
                <a:gd name="connsiteX4" fmla="*/ 79058 w 79057"/>
                <a:gd name="connsiteY4" fmla="*/ 38100 h 384809"/>
                <a:gd name="connsiteX5" fmla="*/ 70485 w 79057"/>
                <a:gd name="connsiteY5" fmla="*/ 384810 h 384809"/>
                <a:gd name="connsiteX6" fmla="*/ 8572 w 79057"/>
                <a:gd name="connsiteY6" fmla="*/ 384810 h 384809"/>
                <a:gd name="connsiteX7" fmla="*/ 8572 w 79057"/>
                <a:gd name="connsiteY7" fmla="*/ 118110 h 384809"/>
                <a:gd name="connsiteX8" fmla="*/ 70485 w 79057"/>
                <a:gd name="connsiteY8" fmla="*/ 118110 h 384809"/>
                <a:gd name="connsiteX9" fmla="*/ 70485 w 79057"/>
                <a:gd name="connsiteY9" fmla="*/ 384810 h 384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09">
                  <a:moveTo>
                    <a:pt x="79058" y="38100"/>
                  </a:moveTo>
                  <a:cubicBezTo>
                    <a:pt x="79058" y="60008"/>
                    <a:pt x="60960" y="76200"/>
                    <a:pt x="39052" y="76200"/>
                  </a:cubicBezTo>
                  <a:cubicBezTo>
                    <a:pt x="17145" y="76200"/>
                    <a:pt x="0" y="60008"/>
                    <a:pt x="0" y="38100"/>
                  </a:cubicBezTo>
                  <a:cubicBezTo>
                    <a:pt x="0" y="16192"/>
                    <a:pt x="18097" y="0"/>
                    <a:pt x="39052" y="0"/>
                  </a:cubicBezTo>
                  <a:cubicBezTo>
                    <a:pt x="60960" y="0"/>
                    <a:pt x="79058" y="16192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2" y="384810"/>
                  </a:lnTo>
                  <a:lnTo>
                    <a:pt x="8572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1" name="Freihandform: Form 180">
              <a:extLst>
                <a:ext uri="{FF2B5EF4-FFF2-40B4-BE49-F238E27FC236}">
                  <a16:creationId xmlns:a16="http://schemas.microsoft.com/office/drawing/2014/main" id="{9C49B8E4-8A51-4538-AE79-AF434DDED268}"/>
                </a:ext>
              </a:extLst>
            </p:cNvPr>
            <p:cNvSpPr/>
            <p:nvPr/>
          </p:nvSpPr>
          <p:spPr>
            <a:xfrm>
              <a:off x="3875721" y="3217544"/>
              <a:ext cx="228600" cy="273367"/>
            </a:xfrm>
            <a:custGeom>
              <a:avLst/>
              <a:gdLst>
                <a:gd name="connsiteX0" fmla="*/ 228600 w 228600"/>
                <a:gd name="connsiteY0" fmla="*/ 272415 h 273367"/>
                <a:gd name="connsiteX1" fmla="*/ 166688 w 228600"/>
                <a:gd name="connsiteY1" fmla="*/ 272415 h 273367"/>
                <a:gd name="connsiteX2" fmla="*/ 166688 w 228600"/>
                <a:gd name="connsiteY2" fmla="*/ 120015 h 273367"/>
                <a:gd name="connsiteX3" fmla="*/ 117158 w 228600"/>
                <a:gd name="connsiteY3" fmla="*/ 55245 h 273367"/>
                <a:gd name="connsiteX4" fmla="*/ 61913 w 228600"/>
                <a:gd name="connsiteY4" fmla="*/ 120015 h 273367"/>
                <a:gd name="connsiteX5" fmla="*/ 61913 w 228600"/>
                <a:gd name="connsiteY5" fmla="*/ 273367 h 273367"/>
                <a:gd name="connsiteX6" fmla="*/ 0 w 228600"/>
                <a:gd name="connsiteY6" fmla="*/ 273367 h 273367"/>
                <a:gd name="connsiteX7" fmla="*/ 0 w 228600"/>
                <a:gd name="connsiteY7" fmla="*/ 6667 h 273367"/>
                <a:gd name="connsiteX8" fmla="*/ 61913 w 228600"/>
                <a:gd name="connsiteY8" fmla="*/ 6667 h 273367"/>
                <a:gd name="connsiteX9" fmla="*/ 61913 w 228600"/>
                <a:gd name="connsiteY9" fmla="*/ 39052 h 273367"/>
                <a:gd name="connsiteX10" fmla="*/ 62865 w 228600"/>
                <a:gd name="connsiteY10" fmla="*/ 39052 h 273367"/>
                <a:gd name="connsiteX11" fmla="*/ 140970 w 228600"/>
                <a:gd name="connsiteY11" fmla="*/ 0 h 273367"/>
                <a:gd name="connsiteX12" fmla="*/ 228600 w 228600"/>
                <a:gd name="connsiteY12" fmla="*/ 107633 h 273367"/>
                <a:gd name="connsiteX13" fmla="*/ 228600 w 228600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8" y="55245"/>
                    <a:pt x="117158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7"/>
                  </a:lnTo>
                  <a:lnTo>
                    <a:pt x="0" y="273367"/>
                  </a:lnTo>
                  <a:lnTo>
                    <a:pt x="0" y="6667"/>
                  </a:lnTo>
                  <a:lnTo>
                    <a:pt x="61913" y="6667"/>
                  </a:lnTo>
                  <a:lnTo>
                    <a:pt x="61913" y="39052"/>
                  </a:lnTo>
                  <a:lnTo>
                    <a:pt x="62865" y="39052"/>
                  </a:lnTo>
                  <a:cubicBezTo>
                    <a:pt x="78105" y="15240"/>
                    <a:pt x="106680" y="0"/>
                    <a:pt x="140970" y="0"/>
                  </a:cubicBezTo>
                  <a:cubicBezTo>
                    <a:pt x="201930" y="0"/>
                    <a:pt x="228600" y="44767"/>
                    <a:pt x="228600" y="107633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2" name="Freihandform: Form 181">
              <a:extLst>
                <a:ext uri="{FF2B5EF4-FFF2-40B4-BE49-F238E27FC236}">
                  <a16:creationId xmlns:a16="http://schemas.microsoft.com/office/drawing/2014/main" id="{C42CB422-11F2-4F02-8408-1968AE9F0B4A}"/>
                </a:ext>
              </a:extLst>
            </p:cNvPr>
            <p:cNvSpPr/>
            <p:nvPr/>
          </p:nvSpPr>
          <p:spPr>
            <a:xfrm>
              <a:off x="4173854" y="3105149"/>
              <a:ext cx="79057" cy="384809"/>
            </a:xfrm>
            <a:custGeom>
              <a:avLst/>
              <a:gdLst>
                <a:gd name="connsiteX0" fmla="*/ 79058 w 79057"/>
                <a:gd name="connsiteY0" fmla="*/ 38100 h 384809"/>
                <a:gd name="connsiteX1" fmla="*/ 39053 w 79057"/>
                <a:gd name="connsiteY1" fmla="*/ 76200 h 384809"/>
                <a:gd name="connsiteX2" fmla="*/ 0 w 79057"/>
                <a:gd name="connsiteY2" fmla="*/ 38100 h 384809"/>
                <a:gd name="connsiteX3" fmla="*/ 39053 w 79057"/>
                <a:gd name="connsiteY3" fmla="*/ 0 h 384809"/>
                <a:gd name="connsiteX4" fmla="*/ 79058 w 79057"/>
                <a:gd name="connsiteY4" fmla="*/ 38100 h 384809"/>
                <a:gd name="connsiteX5" fmla="*/ 71438 w 79057"/>
                <a:gd name="connsiteY5" fmla="*/ 384810 h 384809"/>
                <a:gd name="connsiteX6" fmla="*/ 9525 w 79057"/>
                <a:gd name="connsiteY6" fmla="*/ 384810 h 384809"/>
                <a:gd name="connsiteX7" fmla="*/ 9525 w 79057"/>
                <a:gd name="connsiteY7" fmla="*/ 118110 h 384809"/>
                <a:gd name="connsiteX8" fmla="*/ 71438 w 79057"/>
                <a:gd name="connsiteY8" fmla="*/ 118110 h 384809"/>
                <a:gd name="connsiteX9" fmla="*/ 71438 w 79057"/>
                <a:gd name="connsiteY9" fmla="*/ 384810 h 384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09">
                  <a:moveTo>
                    <a:pt x="79058" y="38100"/>
                  </a:moveTo>
                  <a:cubicBezTo>
                    <a:pt x="79058" y="60008"/>
                    <a:pt x="60960" y="76200"/>
                    <a:pt x="39053" y="76200"/>
                  </a:cubicBezTo>
                  <a:cubicBezTo>
                    <a:pt x="17145" y="76200"/>
                    <a:pt x="0" y="60008"/>
                    <a:pt x="0" y="38100"/>
                  </a:cubicBezTo>
                  <a:cubicBezTo>
                    <a:pt x="0" y="16192"/>
                    <a:pt x="18098" y="0"/>
                    <a:pt x="39053" y="0"/>
                  </a:cubicBezTo>
                  <a:cubicBezTo>
                    <a:pt x="61913" y="0"/>
                    <a:pt x="79058" y="16192"/>
                    <a:pt x="79058" y="38100"/>
                  </a:cubicBezTo>
                  <a:close/>
                  <a:moveTo>
                    <a:pt x="71438" y="384810"/>
                  </a:moveTo>
                  <a:lnTo>
                    <a:pt x="9525" y="384810"/>
                  </a:lnTo>
                  <a:lnTo>
                    <a:pt x="9525" y="118110"/>
                  </a:lnTo>
                  <a:lnTo>
                    <a:pt x="71438" y="118110"/>
                  </a:lnTo>
                  <a:lnTo>
                    <a:pt x="71438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3" name="Freihandform: Form 182">
              <a:extLst>
                <a:ext uri="{FF2B5EF4-FFF2-40B4-BE49-F238E27FC236}">
                  <a16:creationId xmlns:a16="http://schemas.microsoft.com/office/drawing/2014/main" id="{F0971886-809A-4633-B2A0-BFF14EF6EE8D}"/>
                </a:ext>
              </a:extLst>
            </p:cNvPr>
            <p:cNvSpPr/>
            <p:nvPr/>
          </p:nvSpPr>
          <p:spPr>
            <a:xfrm>
              <a:off x="4302442" y="3216591"/>
              <a:ext cx="205739" cy="280035"/>
            </a:xfrm>
            <a:custGeom>
              <a:avLst/>
              <a:gdLst>
                <a:gd name="connsiteX0" fmla="*/ 29527 w 205739"/>
                <a:gd name="connsiteY0" fmla="*/ 198120 h 280035"/>
                <a:gd name="connsiteX1" fmla="*/ 104775 w 205739"/>
                <a:gd name="connsiteY1" fmla="*/ 227648 h 280035"/>
                <a:gd name="connsiteX2" fmla="*/ 143827 w 205739"/>
                <a:gd name="connsiteY2" fmla="*/ 200978 h 280035"/>
                <a:gd name="connsiteX3" fmla="*/ 10477 w 205739"/>
                <a:gd name="connsiteY3" fmla="*/ 82868 h 280035"/>
                <a:gd name="connsiteX4" fmla="*/ 111442 w 205739"/>
                <a:gd name="connsiteY4" fmla="*/ 0 h 280035"/>
                <a:gd name="connsiteX5" fmla="*/ 203835 w 205739"/>
                <a:gd name="connsiteY5" fmla="*/ 27623 h 280035"/>
                <a:gd name="connsiteX6" fmla="*/ 174307 w 205739"/>
                <a:gd name="connsiteY6" fmla="*/ 76200 h 280035"/>
                <a:gd name="connsiteX7" fmla="*/ 110490 w 205739"/>
                <a:gd name="connsiteY7" fmla="*/ 52388 h 280035"/>
                <a:gd name="connsiteX8" fmla="*/ 72390 w 205739"/>
                <a:gd name="connsiteY8" fmla="*/ 77153 h 280035"/>
                <a:gd name="connsiteX9" fmla="*/ 205740 w 205739"/>
                <a:gd name="connsiteY9" fmla="*/ 195263 h 280035"/>
                <a:gd name="connsiteX10" fmla="*/ 102870 w 205739"/>
                <a:gd name="connsiteY10" fmla="*/ 280035 h 280035"/>
                <a:gd name="connsiteX11" fmla="*/ 0 w 205739"/>
                <a:gd name="connsiteY11" fmla="*/ 247650 h 280035"/>
                <a:gd name="connsiteX12" fmla="*/ 29527 w 205739"/>
                <a:gd name="connsiteY12" fmla="*/ 198120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39" h="280035">
                  <a:moveTo>
                    <a:pt x="29527" y="198120"/>
                  </a:moveTo>
                  <a:cubicBezTo>
                    <a:pt x="56197" y="218123"/>
                    <a:pt x="80963" y="227648"/>
                    <a:pt x="104775" y="227648"/>
                  </a:cubicBezTo>
                  <a:cubicBezTo>
                    <a:pt x="127635" y="227648"/>
                    <a:pt x="143827" y="217170"/>
                    <a:pt x="143827" y="200978"/>
                  </a:cubicBezTo>
                  <a:cubicBezTo>
                    <a:pt x="143827" y="155258"/>
                    <a:pt x="10477" y="171450"/>
                    <a:pt x="10477" y="82868"/>
                  </a:cubicBezTo>
                  <a:cubicBezTo>
                    <a:pt x="10477" y="33338"/>
                    <a:pt x="51435" y="0"/>
                    <a:pt x="111442" y="0"/>
                  </a:cubicBezTo>
                  <a:cubicBezTo>
                    <a:pt x="143827" y="0"/>
                    <a:pt x="175260" y="9525"/>
                    <a:pt x="203835" y="27623"/>
                  </a:cubicBezTo>
                  <a:lnTo>
                    <a:pt x="174307" y="76200"/>
                  </a:lnTo>
                  <a:cubicBezTo>
                    <a:pt x="151447" y="60960"/>
                    <a:pt x="130492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2" y="280035"/>
                    <a:pt x="102870" y="280035"/>
                  </a:cubicBezTo>
                  <a:cubicBezTo>
                    <a:pt x="67627" y="280035"/>
                    <a:pt x="31432" y="268605"/>
                    <a:pt x="0" y="247650"/>
                  </a:cubicBezTo>
                  <a:lnTo>
                    <a:pt x="29527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4" name="Freihandform: Form 183">
              <a:extLst>
                <a:ext uri="{FF2B5EF4-FFF2-40B4-BE49-F238E27FC236}">
                  <a16:creationId xmlns:a16="http://schemas.microsoft.com/office/drawing/2014/main" id="{DE4E6EDF-3FCD-4859-A7FA-00DA1EA40453}"/>
                </a:ext>
              </a:extLst>
            </p:cNvPr>
            <p:cNvSpPr/>
            <p:nvPr/>
          </p:nvSpPr>
          <p:spPr>
            <a:xfrm>
              <a:off x="4558664" y="3216591"/>
              <a:ext cx="224790" cy="280035"/>
            </a:xfrm>
            <a:custGeom>
              <a:avLst/>
              <a:gdLst>
                <a:gd name="connsiteX0" fmla="*/ 222885 w 224790"/>
                <a:gd name="connsiteY0" fmla="*/ 237173 h 280035"/>
                <a:gd name="connsiteX1" fmla="*/ 127635 w 224790"/>
                <a:gd name="connsiteY1" fmla="*/ 280035 h 280035"/>
                <a:gd name="connsiteX2" fmla="*/ 0 w 224790"/>
                <a:gd name="connsiteY2" fmla="*/ 140970 h 280035"/>
                <a:gd name="connsiteX3" fmla="*/ 128588 w 224790"/>
                <a:gd name="connsiteY3" fmla="*/ 0 h 280035"/>
                <a:gd name="connsiteX4" fmla="*/ 224790 w 224790"/>
                <a:gd name="connsiteY4" fmla="*/ 45720 h 280035"/>
                <a:gd name="connsiteX5" fmla="*/ 181928 w 224790"/>
                <a:gd name="connsiteY5" fmla="*/ 86678 h 280035"/>
                <a:gd name="connsiteX6" fmla="*/ 128588 w 224790"/>
                <a:gd name="connsiteY6" fmla="*/ 57150 h 280035"/>
                <a:gd name="connsiteX7" fmla="*/ 62865 w 224790"/>
                <a:gd name="connsiteY7" fmla="*/ 140017 h 280035"/>
                <a:gd name="connsiteX8" fmla="*/ 128588 w 224790"/>
                <a:gd name="connsiteY8" fmla="*/ 222885 h 280035"/>
                <a:gd name="connsiteX9" fmla="*/ 183832 w 224790"/>
                <a:gd name="connsiteY9" fmla="*/ 193358 h 280035"/>
                <a:gd name="connsiteX10" fmla="*/ 222885 w 224790"/>
                <a:gd name="connsiteY10" fmla="*/ 237173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90" h="280035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6688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2" y="193358"/>
                  </a:cubicBezTo>
                  <a:lnTo>
                    <a:pt x="222885" y="2371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5" name="Freihandform: Form 184">
              <a:extLst>
                <a:ext uri="{FF2B5EF4-FFF2-40B4-BE49-F238E27FC236}">
                  <a16:creationId xmlns:a16="http://schemas.microsoft.com/office/drawing/2014/main" id="{9B8E1A26-27B5-43EB-BCC4-C7EDD1745154}"/>
                </a:ext>
              </a:extLst>
            </p:cNvPr>
            <p:cNvSpPr/>
            <p:nvPr/>
          </p:nvSpPr>
          <p:spPr>
            <a:xfrm>
              <a:off x="4837746" y="3101339"/>
              <a:ext cx="228600" cy="389572"/>
            </a:xfrm>
            <a:custGeom>
              <a:avLst/>
              <a:gdLst>
                <a:gd name="connsiteX0" fmla="*/ 228600 w 228600"/>
                <a:gd name="connsiteY0" fmla="*/ 388620 h 389572"/>
                <a:gd name="connsiteX1" fmla="*/ 166688 w 228600"/>
                <a:gd name="connsiteY1" fmla="*/ 388620 h 389572"/>
                <a:gd name="connsiteX2" fmla="*/ 166688 w 228600"/>
                <a:gd name="connsiteY2" fmla="*/ 236220 h 389572"/>
                <a:gd name="connsiteX3" fmla="*/ 117158 w 228600"/>
                <a:gd name="connsiteY3" fmla="*/ 171450 h 389572"/>
                <a:gd name="connsiteX4" fmla="*/ 61913 w 228600"/>
                <a:gd name="connsiteY4" fmla="*/ 236220 h 389572"/>
                <a:gd name="connsiteX5" fmla="*/ 61913 w 228600"/>
                <a:gd name="connsiteY5" fmla="*/ 389573 h 389572"/>
                <a:gd name="connsiteX6" fmla="*/ 0 w 228600"/>
                <a:gd name="connsiteY6" fmla="*/ 389573 h 389572"/>
                <a:gd name="connsiteX7" fmla="*/ 0 w 228600"/>
                <a:gd name="connsiteY7" fmla="*/ 15240 h 389572"/>
                <a:gd name="connsiteX8" fmla="*/ 61913 w 228600"/>
                <a:gd name="connsiteY8" fmla="*/ 0 h 389572"/>
                <a:gd name="connsiteX9" fmla="*/ 61913 w 228600"/>
                <a:gd name="connsiteY9" fmla="*/ 155258 h 389572"/>
                <a:gd name="connsiteX10" fmla="*/ 62865 w 228600"/>
                <a:gd name="connsiteY10" fmla="*/ 155258 h 389572"/>
                <a:gd name="connsiteX11" fmla="*/ 140970 w 228600"/>
                <a:gd name="connsiteY11" fmla="*/ 116205 h 389572"/>
                <a:gd name="connsiteX12" fmla="*/ 228600 w 228600"/>
                <a:gd name="connsiteY12" fmla="*/ 223838 h 389572"/>
                <a:gd name="connsiteX13" fmla="*/ 228600 w 228600"/>
                <a:gd name="connsiteY13" fmla="*/ 38862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389572">
                  <a:moveTo>
                    <a:pt x="228600" y="388620"/>
                  </a:moveTo>
                  <a:lnTo>
                    <a:pt x="166688" y="388620"/>
                  </a:lnTo>
                  <a:lnTo>
                    <a:pt x="166688" y="236220"/>
                  </a:lnTo>
                  <a:cubicBezTo>
                    <a:pt x="166688" y="197168"/>
                    <a:pt x="154305" y="171450"/>
                    <a:pt x="117158" y="171450"/>
                  </a:cubicBezTo>
                  <a:cubicBezTo>
                    <a:pt x="74295" y="171450"/>
                    <a:pt x="61913" y="205740"/>
                    <a:pt x="61913" y="236220"/>
                  </a:cubicBezTo>
                  <a:lnTo>
                    <a:pt x="61913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6" name="Freihandform: Form 185">
              <a:extLst>
                <a:ext uri="{FF2B5EF4-FFF2-40B4-BE49-F238E27FC236}">
                  <a16:creationId xmlns:a16="http://schemas.microsoft.com/office/drawing/2014/main" id="{C7350A6F-AEF2-40D5-B18A-25F40CB1AE29}"/>
                </a:ext>
              </a:extLst>
            </p:cNvPr>
            <p:cNvSpPr/>
            <p:nvPr/>
          </p:nvSpPr>
          <p:spPr>
            <a:xfrm>
              <a:off x="5131117" y="3217544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2 h 279082"/>
                <a:gd name="connsiteX7" fmla="*/ 198120 w 242887"/>
                <a:gd name="connsiteY7" fmla="*/ 194310 h 279082"/>
                <a:gd name="connsiteX8" fmla="*/ 237172 w 242887"/>
                <a:gd name="connsiteY8" fmla="*/ 235267 h 279082"/>
                <a:gd name="connsiteX9" fmla="*/ 132397 w 242887"/>
                <a:gd name="connsiteY9" fmla="*/ 279083 h 279082"/>
                <a:gd name="connsiteX10" fmla="*/ 62865 w 242887"/>
                <a:gd name="connsiteY10" fmla="*/ 115252 h 279082"/>
                <a:gd name="connsiteX11" fmla="*/ 183832 w 242887"/>
                <a:gd name="connsiteY11" fmla="*/ 115252 h 279082"/>
                <a:gd name="connsiteX12" fmla="*/ 124777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2"/>
                    <a:pt x="132397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2" y="235267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2865" y="115252"/>
                  </a:moveTo>
                  <a:lnTo>
                    <a:pt x="183832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7" name="Freihandform: Form 186">
              <a:extLst>
                <a:ext uri="{FF2B5EF4-FFF2-40B4-BE49-F238E27FC236}">
                  <a16:creationId xmlns:a16="http://schemas.microsoft.com/office/drawing/2014/main" id="{94A77134-1757-4B16-9CCB-89DFC24F4583}"/>
                </a:ext>
              </a:extLst>
            </p:cNvPr>
            <p:cNvSpPr/>
            <p:nvPr/>
          </p:nvSpPr>
          <p:spPr>
            <a:xfrm>
              <a:off x="5601652" y="3122294"/>
              <a:ext cx="231457" cy="368617"/>
            </a:xfrm>
            <a:custGeom>
              <a:avLst/>
              <a:gdLst>
                <a:gd name="connsiteX0" fmla="*/ 231457 w 231457"/>
                <a:gd name="connsiteY0" fmla="*/ 60007 h 368617"/>
                <a:gd name="connsiteX1" fmla="*/ 65722 w 231457"/>
                <a:gd name="connsiteY1" fmla="*/ 60007 h 368617"/>
                <a:gd name="connsiteX2" fmla="*/ 65722 w 231457"/>
                <a:gd name="connsiteY2" fmla="*/ 151447 h 368617"/>
                <a:gd name="connsiteX3" fmla="*/ 189547 w 231457"/>
                <a:gd name="connsiteY3" fmla="*/ 151447 h 368617"/>
                <a:gd name="connsiteX4" fmla="*/ 189547 w 231457"/>
                <a:gd name="connsiteY4" fmla="*/ 211455 h 368617"/>
                <a:gd name="connsiteX5" fmla="*/ 65722 w 231457"/>
                <a:gd name="connsiteY5" fmla="*/ 211455 h 368617"/>
                <a:gd name="connsiteX6" fmla="*/ 65722 w 231457"/>
                <a:gd name="connsiteY6" fmla="*/ 368617 h 368617"/>
                <a:gd name="connsiteX7" fmla="*/ 0 w 231457"/>
                <a:gd name="connsiteY7" fmla="*/ 368617 h 368617"/>
                <a:gd name="connsiteX8" fmla="*/ 0 w 231457"/>
                <a:gd name="connsiteY8" fmla="*/ 0 h 368617"/>
                <a:gd name="connsiteX9" fmla="*/ 231457 w 231457"/>
                <a:gd name="connsiteY9" fmla="*/ 0 h 368617"/>
                <a:gd name="connsiteX10" fmla="*/ 231457 w 231457"/>
                <a:gd name="connsiteY10" fmla="*/ 60007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1457" h="368617">
                  <a:moveTo>
                    <a:pt x="231457" y="60007"/>
                  </a:moveTo>
                  <a:lnTo>
                    <a:pt x="65722" y="60007"/>
                  </a:lnTo>
                  <a:lnTo>
                    <a:pt x="65722" y="151447"/>
                  </a:lnTo>
                  <a:lnTo>
                    <a:pt x="189547" y="151447"/>
                  </a:lnTo>
                  <a:lnTo>
                    <a:pt x="189547" y="211455"/>
                  </a:lnTo>
                  <a:lnTo>
                    <a:pt x="65722" y="211455"/>
                  </a:lnTo>
                  <a:lnTo>
                    <a:pt x="65722" y="368617"/>
                  </a:lnTo>
                  <a:lnTo>
                    <a:pt x="0" y="368617"/>
                  </a:lnTo>
                  <a:lnTo>
                    <a:pt x="0" y="0"/>
                  </a:lnTo>
                  <a:lnTo>
                    <a:pt x="231457" y="0"/>
                  </a:lnTo>
                  <a:lnTo>
                    <a:pt x="231457" y="6000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8" name="Freihandform: Form 187">
              <a:extLst>
                <a:ext uri="{FF2B5EF4-FFF2-40B4-BE49-F238E27FC236}">
                  <a16:creationId xmlns:a16="http://schemas.microsoft.com/office/drawing/2014/main" id="{1E690A31-8E26-41E0-9B9F-013D263A32F0}"/>
                </a:ext>
              </a:extLst>
            </p:cNvPr>
            <p:cNvSpPr/>
            <p:nvPr/>
          </p:nvSpPr>
          <p:spPr>
            <a:xfrm>
              <a:off x="5844539" y="3217544"/>
              <a:ext cx="225742" cy="279082"/>
            </a:xfrm>
            <a:custGeom>
              <a:avLst/>
              <a:gdLst>
                <a:gd name="connsiteX0" fmla="*/ 114300 w 225742"/>
                <a:gd name="connsiteY0" fmla="*/ 107633 h 279082"/>
                <a:gd name="connsiteX1" fmla="*/ 164782 w 225742"/>
                <a:gd name="connsiteY1" fmla="*/ 113347 h 279082"/>
                <a:gd name="connsiteX2" fmla="*/ 164782 w 225742"/>
                <a:gd name="connsiteY2" fmla="*/ 103822 h 279082"/>
                <a:gd name="connsiteX3" fmla="*/ 105728 w 225742"/>
                <a:gd name="connsiteY3" fmla="*/ 52388 h 279082"/>
                <a:gd name="connsiteX4" fmla="*/ 38100 w 225742"/>
                <a:gd name="connsiteY4" fmla="*/ 67627 h 279082"/>
                <a:gd name="connsiteX5" fmla="*/ 24765 w 225742"/>
                <a:gd name="connsiteY5" fmla="*/ 15240 h 279082"/>
                <a:gd name="connsiteX6" fmla="*/ 112395 w 225742"/>
                <a:gd name="connsiteY6" fmla="*/ 0 h 279082"/>
                <a:gd name="connsiteX7" fmla="*/ 225742 w 225742"/>
                <a:gd name="connsiteY7" fmla="*/ 102870 h 279082"/>
                <a:gd name="connsiteX8" fmla="*/ 225742 w 225742"/>
                <a:gd name="connsiteY8" fmla="*/ 273367 h 279082"/>
                <a:gd name="connsiteX9" fmla="*/ 166688 w 225742"/>
                <a:gd name="connsiteY9" fmla="*/ 273367 h 279082"/>
                <a:gd name="connsiteX10" fmla="*/ 166688 w 225742"/>
                <a:gd name="connsiteY10" fmla="*/ 244792 h 279082"/>
                <a:gd name="connsiteX11" fmla="*/ 165735 w 225742"/>
                <a:gd name="connsiteY11" fmla="*/ 244792 h 279082"/>
                <a:gd name="connsiteX12" fmla="*/ 87630 w 225742"/>
                <a:gd name="connsiteY12" fmla="*/ 279083 h 279082"/>
                <a:gd name="connsiteX13" fmla="*/ 0 w 225742"/>
                <a:gd name="connsiteY13" fmla="*/ 194310 h 279082"/>
                <a:gd name="connsiteX14" fmla="*/ 114300 w 225742"/>
                <a:gd name="connsiteY14" fmla="*/ 107633 h 279082"/>
                <a:gd name="connsiteX15" fmla="*/ 103822 w 225742"/>
                <a:gd name="connsiteY15" fmla="*/ 232410 h 279082"/>
                <a:gd name="connsiteX16" fmla="*/ 164782 w 225742"/>
                <a:gd name="connsiteY16" fmla="*/ 200025 h 279082"/>
                <a:gd name="connsiteX17" fmla="*/ 164782 w 225742"/>
                <a:gd name="connsiteY17" fmla="*/ 153352 h 279082"/>
                <a:gd name="connsiteX18" fmla="*/ 120967 w 225742"/>
                <a:gd name="connsiteY18" fmla="*/ 148590 h 279082"/>
                <a:gd name="connsiteX19" fmla="*/ 59055 w 225742"/>
                <a:gd name="connsiteY19" fmla="*/ 192405 h 279082"/>
                <a:gd name="connsiteX20" fmla="*/ 103822 w 225742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5742" h="279082">
                  <a:moveTo>
                    <a:pt x="114300" y="107633"/>
                  </a:moveTo>
                  <a:cubicBezTo>
                    <a:pt x="131445" y="107633"/>
                    <a:pt x="147638" y="108585"/>
                    <a:pt x="164782" y="113347"/>
                  </a:cubicBezTo>
                  <a:lnTo>
                    <a:pt x="164782" y="103822"/>
                  </a:lnTo>
                  <a:cubicBezTo>
                    <a:pt x="164782" y="69532"/>
                    <a:pt x="144780" y="52388"/>
                    <a:pt x="105728" y="52388"/>
                  </a:cubicBezTo>
                  <a:cubicBezTo>
                    <a:pt x="83820" y="52388"/>
                    <a:pt x="60007" y="58102"/>
                    <a:pt x="38100" y="67627"/>
                  </a:cubicBezTo>
                  <a:lnTo>
                    <a:pt x="24765" y="15240"/>
                  </a:lnTo>
                  <a:cubicBezTo>
                    <a:pt x="49530" y="5715"/>
                    <a:pt x="81915" y="0"/>
                    <a:pt x="112395" y="0"/>
                  </a:cubicBezTo>
                  <a:cubicBezTo>
                    <a:pt x="187642" y="0"/>
                    <a:pt x="225742" y="35242"/>
                    <a:pt x="225742" y="102870"/>
                  </a:cubicBezTo>
                  <a:lnTo>
                    <a:pt x="225742" y="273367"/>
                  </a:lnTo>
                  <a:lnTo>
                    <a:pt x="166688" y="273367"/>
                  </a:lnTo>
                  <a:lnTo>
                    <a:pt x="166688" y="244792"/>
                  </a:lnTo>
                  <a:lnTo>
                    <a:pt x="165735" y="244792"/>
                  </a:lnTo>
                  <a:cubicBezTo>
                    <a:pt x="142875" y="268605"/>
                    <a:pt x="119063" y="279083"/>
                    <a:pt x="87630" y="279083"/>
                  </a:cubicBezTo>
                  <a:cubicBezTo>
                    <a:pt x="34290" y="279083"/>
                    <a:pt x="0" y="245745"/>
                    <a:pt x="0" y="194310"/>
                  </a:cubicBezTo>
                  <a:cubicBezTo>
                    <a:pt x="0" y="138113"/>
                    <a:pt x="40005" y="107633"/>
                    <a:pt x="114300" y="107633"/>
                  </a:cubicBezTo>
                  <a:close/>
                  <a:moveTo>
                    <a:pt x="103822" y="232410"/>
                  </a:moveTo>
                  <a:cubicBezTo>
                    <a:pt x="126682" y="232410"/>
                    <a:pt x="147638" y="220980"/>
                    <a:pt x="164782" y="200025"/>
                  </a:cubicBezTo>
                  <a:lnTo>
                    <a:pt x="164782" y="153352"/>
                  </a:lnTo>
                  <a:cubicBezTo>
                    <a:pt x="150495" y="149542"/>
                    <a:pt x="135255" y="148590"/>
                    <a:pt x="120967" y="148590"/>
                  </a:cubicBezTo>
                  <a:cubicBezTo>
                    <a:pt x="81915" y="148590"/>
                    <a:pt x="59055" y="163830"/>
                    <a:pt x="59055" y="192405"/>
                  </a:cubicBezTo>
                  <a:cubicBezTo>
                    <a:pt x="60007" y="217170"/>
                    <a:pt x="77153" y="232410"/>
                    <a:pt x="103822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9" name="Freihandform: Form 188">
              <a:extLst>
                <a:ext uri="{FF2B5EF4-FFF2-40B4-BE49-F238E27FC236}">
                  <a16:creationId xmlns:a16="http://schemas.microsoft.com/office/drawing/2014/main" id="{483EEED3-728F-4244-95FE-E7CBB4E571FE}"/>
                </a:ext>
              </a:extLst>
            </p:cNvPr>
            <p:cNvSpPr/>
            <p:nvPr/>
          </p:nvSpPr>
          <p:spPr>
            <a:xfrm>
              <a:off x="6150292" y="3101339"/>
              <a:ext cx="234314" cy="389572"/>
            </a:xfrm>
            <a:custGeom>
              <a:avLst/>
              <a:gdLst>
                <a:gd name="connsiteX0" fmla="*/ 0 w 234314"/>
                <a:gd name="connsiteY0" fmla="*/ 15240 h 389572"/>
                <a:gd name="connsiteX1" fmla="*/ 61913 w 234314"/>
                <a:gd name="connsiteY1" fmla="*/ 0 h 389572"/>
                <a:gd name="connsiteX2" fmla="*/ 61913 w 234314"/>
                <a:gd name="connsiteY2" fmla="*/ 234315 h 389572"/>
                <a:gd name="connsiteX3" fmla="*/ 62865 w 234314"/>
                <a:gd name="connsiteY3" fmla="*/ 234315 h 389572"/>
                <a:gd name="connsiteX4" fmla="*/ 150495 w 234314"/>
                <a:gd name="connsiteY4" fmla="*/ 122873 h 389572"/>
                <a:gd name="connsiteX5" fmla="*/ 224790 w 234314"/>
                <a:gd name="connsiteY5" fmla="*/ 122873 h 389572"/>
                <a:gd name="connsiteX6" fmla="*/ 137160 w 234314"/>
                <a:gd name="connsiteY6" fmla="*/ 227648 h 389572"/>
                <a:gd name="connsiteX7" fmla="*/ 234315 w 234314"/>
                <a:gd name="connsiteY7" fmla="*/ 389573 h 389572"/>
                <a:gd name="connsiteX8" fmla="*/ 160020 w 234314"/>
                <a:gd name="connsiteY8" fmla="*/ 389573 h 389572"/>
                <a:gd name="connsiteX9" fmla="*/ 93345 w 234314"/>
                <a:gd name="connsiteY9" fmla="*/ 274320 h 389572"/>
                <a:gd name="connsiteX10" fmla="*/ 62865 w 234314"/>
                <a:gd name="connsiteY10" fmla="*/ 308610 h 389572"/>
                <a:gd name="connsiteX11" fmla="*/ 62865 w 234314"/>
                <a:gd name="connsiteY11" fmla="*/ 389573 h 389572"/>
                <a:gd name="connsiteX12" fmla="*/ 952 w 234314"/>
                <a:gd name="connsiteY12" fmla="*/ 389573 h 389572"/>
                <a:gd name="connsiteX13" fmla="*/ 952 w 234314"/>
                <a:gd name="connsiteY13" fmla="*/ 1524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4314" h="389572">
                  <a:moveTo>
                    <a:pt x="0" y="15240"/>
                  </a:moveTo>
                  <a:lnTo>
                    <a:pt x="61913" y="0"/>
                  </a:lnTo>
                  <a:lnTo>
                    <a:pt x="61913" y="234315"/>
                  </a:lnTo>
                  <a:lnTo>
                    <a:pt x="62865" y="234315"/>
                  </a:lnTo>
                  <a:lnTo>
                    <a:pt x="150495" y="122873"/>
                  </a:lnTo>
                  <a:lnTo>
                    <a:pt x="224790" y="122873"/>
                  </a:lnTo>
                  <a:lnTo>
                    <a:pt x="137160" y="227648"/>
                  </a:lnTo>
                  <a:lnTo>
                    <a:pt x="234315" y="389573"/>
                  </a:lnTo>
                  <a:lnTo>
                    <a:pt x="160020" y="389573"/>
                  </a:lnTo>
                  <a:lnTo>
                    <a:pt x="93345" y="274320"/>
                  </a:lnTo>
                  <a:lnTo>
                    <a:pt x="62865" y="308610"/>
                  </a:lnTo>
                  <a:lnTo>
                    <a:pt x="62865" y="389573"/>
                  </a:lnTo>
                  <a:lnTo>
                    <a:pt x="952" y="389573"/>
                  </a:lnTo>
                  <a:lnTo>
                    <a:pt x="952" y="1524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0" name="Freihandform: Form 189">
              <a:extLst>
                <a:ext uri="{FF2B5EF4-FFF2-40B4-BE49-F238E27FC236}">
                  <a16:creationId xmlns:a16="http://schemas.microsoft.com/office/drawing/2014/main" id="{525B4E81-689A-4F11-B3FC-0109065DF5A0}"/>
                </a:ext>
              </a:extLst>
            </p:cNvPr>
            <p:cNvSpPr/>
            <p:nvPr/>
          </p:nvSpPr>
          <p:spPr>
            <a:xfrm>
              <a:off x="6430327" y="3224212"/>
              <a:ext cx="229552" cy="273367"/>
            </a:xfrm>
            <a:custGeom>
              <a:avLst/>
              <a:gdLst>
                <a:gd name="connsiteX0" fmla="*/ 62865 w 229552"/>
                <a:gd name="connsiteY0" fmla="*/ 160020 h 273367"/>
                <a:gd name="connsiteX1" fmla="*/ 116205 w 229552"/>
                <a:gd name="connsiteY1" fmla="*/ 216217 h 273367"/>
                <a:gd name="connsiteX2" fmla="*/ 167640 w 229552"/>
                <a:gd name="connsiteY2" fmla="*/ 160020 h 273367"/>
                <a:gd name="connsiteX3" fmla="*/ 167640 w 229552"/>
                <a:gd name="connsiteY3" fmla="*/ 0 h 273367"/>
                <a:gd name="connsiteX4" fmla="*/ 229553 w 229552"/>
                <a:gd name="connsiteY4" fmla="*/ 0 h 273367"/>
                <a:gd name="connsiteX5" fmla="*/ 229553 w 229552"/>
                <a:gd name="connsiteY5" fmla="*/ 161925 h 273367"/>
                <a:gd name="connsiteX6" fmla="*/ 117157 w 229552"/>
                <a:gd name="connsiteY6" fmla="*/ 273367 h 273367"/>
                <a:gd name="connsiteX7" fmla="*/ 0 w 229552"/>
                <a:gd name="connsiteY7" fmla="*/ 162878 h 273367"/>
                <a:gd name="connsiteX8" fmla="*/ 0 w 229552"/>
                <a:gd name="connsiteY8" fmla="*/ 952 h 273367"/>
                <a:gd name="connsiteX9" fmla="*/ 61913 w 229552"/>
                <a:gd name="connsiteY9" fmla="*/ 952 h 273367"/>
                <a:gd name="connsiteX10" fmla="*/ 61913 w 229552"/>
                <a:gd name="connsiteY10" fmla="*/ 160020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9552" h="273367">
                  <a:moveTo>
                    <a:pt x="62865" y="160020"/>
                  </a:moveTo>
                  <a:cubicBezTo>
                    <a:pt x="62865" y="196215"/>
                    <a:pt x="80963" y="216217"/>
                    <a:pt x="116205" y="216217"/>
                  </a:cubicBezTo>
                  <a:cubicBezTo>
                    <a:pt x="150495" y="216217"/>
                    <a:pt x="167640" y="197167"/>
                    <a:pt x="167640" y="160020"/>
                  </a:cubicBezTo>
                  <a:lnTo>
                    <a:pt x="167640" y="0"/>
                  </a:lnTo>
                  <a:lnTo>
                    <a:pt x="229553" y="0"/>
                  </a:lnTo>
                  <a:lnTo>
                    <a:pt x="229553" y="161925"/>
                  </a:lnTo>
                  <a:cubicBezTo>
                    <a:pt x="229553" y="232410"/>
                    <a:pt x="190500" y="273367"/>
                    <a:pt x="117157" y="273367"/>
                  </a:cubicBezTo>
                  <a:cubicBezTo>
                    <a:pt x="44767" y="273367"/>
                    <a:pt x="0" y="232410"/>
                    <a:pt x="0" y="162878"/>
                  </a:cubicBezTo>
                  <a:lnTo>
                    <a:pt x="0" y="952"/>
                  </a:lnTo>
                  <a:lnTo>
                    <a:pt x="61913" y="952"/>
                  </a:lnTo>
                  <a:lnTo>
                    <a:pt x="61913" y="1600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1" name="Freihandform: Form 190">
              <a:extLst>
                <a:ext uri="{FF2B5EF4-FFF2-40B4-BE49-F238E27FC236}">
                  <a16:creationId xmlns:a16="http://schemas.microsoft.com/office/drawing/2014/main" id="{9BD00AC2-D5A5-4018-8E4C-A3FE601BED21}"/>
                </a:ext>
              </a:extLst>
            </p:cNvPr>
            <p:cNvSpPr/>
            <p:nvPr/>
          </p:nvSpPr>
          <p:spPr>
            <a:xfrm>
              <a:off x="6739889" y="3100387"/>
              <a:ext cx="61912" cy="389572"/>
            </a:xfrm>
            <a:custGeom>
              <a:avLst/>
              <a:gdLst>
                <a:gd name="connsiteX0" fmla="*/ 61913 w 61912"/>
                <a:gd name="connsiteY0" fmla="*/ 389572 h 389572"/>
                <a:gd name="connsiteX1" fmla="*/ 0 w 61912"/>
                <a:gd name="connsiteY1" fmla="*/ 389572 h 389572"/>
                <a:gd name="connsiteX2" fmla="*/ 0 w 61912"/>
                <a:gd name="connsiteY2" fmla="*/ 14288 h 389572"/>
                <a:gd name="connsiteX3" fmla="*/ 61913 w 61912"/>
                <a:gd name="connsiteY3" fmla="*/ 0 h 389572"/>
                <a:gd name="connsiteX4" fmla="*/ 61913 w 61912"/>
                <a:gd name="connsiteY4" fmla="*/ 389572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912" h="389572">
                  <a:moveTo>
                    <a:pt x="61913" y="389572"/>
                  </a:moveTo>
                  <a:lnTo>
                    <a:pt x="0" y="389572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957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2" name="Freihandform: Form 191">
              <a:extLst>
                <a:ext uri="{FF2B5EF4-FFF2-40B4-BE49-F238E27FC236}">
                  <a16:creationId xmlns:a16="http://schemas.microsoft.com/office/drawing/2014/main" id="{C6C38B0F-FAF9-4838-9513-DD81F66BE36C}"/>
                </a:ext>
              </a:extLst>
            </p:cNvPr>
            <p:cNvSpPr/>
            <p:nvPr/>
          </p:nvSpPr>
          <p:spPr>
            <a:xfrm>
              <a:off x="6856094" y="3138487"/>
              <a:ext cx="165735" cy="358140"/>
            </a:xfrm>
            <a:custGeom>
              <a:avLst/>
              <a:gdLst>
                <a:gd name="connsiteX0" fmla="*/ 165735 w 165735"/>
                <a:gd name="connsiteY0" fmla="*/ 295275 h 358140"/>
                <a:gd name="connsiteX1" fmla="*/ 165735 w 165735"/>
                <a:gd name="connsiteY1" fmla="*/ 348615 h 358140"/>
                <a:gd name="connsiteX2" fmla="*/ 113348 w 165735"/>
                <a:gd name="connsiteY2" fmla="*/ 358140 h 358140"/>
                <a:gd name="connsiteX3" fmla="*/ 40957 w 165735"/>
                <a:gd name="connsiteY3" fmla="*/ 282892 h 358140"/>
                <a:gd name="connsiteX4" fmla="*/ 40957 w 165735"/>
                <a:gd name="connsiteY4" fmla="*/ 137160 h 358140"/>
                <a:gd name="connsiteX5" fmla="*/ 0 w 165735"/>
                <a:gd name="connsiteY5" fmla="*/ 137160 h 358140"/>
                <a:gd name="connsiteX6" fmla="*/ 0 w 165735"/>
                <a:gd name="connsiteY6" fmla="*/ 85725 h 358140"/>
                <a:gd name="connsiteX7" fmla="*/ 40005 w 165735"/>
                <a:gd name="connsiteY7" fmla="*/ 85725 h 358140"/>
                <a:gd name="connsiteX8" fmla="*/ 40005 w 165735"/>
                <a:gd name="connsiteY8" fmla="*/ 13335 h 358140"/>
                <a:gd name="connsiteX9" fmla="*/ 101918 w 165735"/>
                <a:gd name="connsiteY9" fmla="*/ 0 h 358140"/>
                <a:gd name="connsiteX10" fmla="*/ 101918 w 165735"/>
                <a:gd name="connsiteY10" fmla="*/ 86677 h 358140"/>
                <a:gd name="connsiteX11" fmla="*/ 165735 w 165735"/>
                <a:gd name="connsiteY11" fmla="*/ 86677 h 358140"/>
                <a:gd name="connsiteX12" fmla="*/ 165735 w 165735"/>
                <a:gd name="connsiteY12" fmla="*/ 138113 h 358140"/>
                <a:gd name="connsiteX13" fmla="*/ 101918 w 165735"/>
                <a:gd name="connsiteY13" fmla="*/ 138113 h 358140"/>
                <a:gd name="connsiteX14" fmla="*/ 101918 w 165735"/>
                <a:gd name="connsiteY14" fmla="*/ 269558 h 358140"/>
                <a:gd name="connsiteX15" fmla="*/ 130493 w 165735"/>
                <a:gd name="connsiteY15" fmla="*/ 304800 h 358140"/>
                <a:gd name="connsiteX16" fmla="*/ 165735 w 165735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5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8" y="358140"/>
                  </a:cubicBezTo>
                  <a:cubicBezTo>
                    <a:pt x="66675" y="358140"/>
                    <a:pt x="40957" y="332422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2"/>
                    <a:pt x="110490" y="304800"/>
                    <a:pt x="130493" y="304800"/>
                  </a:cubicBezTo>
                  <a:cubicBezTo>
                    <a:pt x="142875" y="303847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3" name="Freihandform: Form 192">
              <a:extLst>
                <a:ext uri="{FF2B5EF4-FFF2-40B4-BE49-F238E27FC236}">
                  <a16:creationId xmlns:a16="http://schemas.microsoft.com/office/drawing/2014/main" id="{29DECCA2-8126-4621-B1E9-225B9CC8BD1F}"/>
                </a:ext>
              </a:extLst>
            </p:cNvPr>
            <p:cNvSpPr/>
            <p:nvPr/>
          </p:nvSpPr>
          <p:spPr>
            <a:xfrm>
              <a:off x="7071359" y="3109912"/>
              <a:ext cx="225742" cy="386715"/>
            </a:xfrm>
            <a:custGeom>
              <a:avLst/>
              <a:gdLst>
                <a:gd name="connsiteX0" fmla="*/ 114300 w 225742"/>
                <a:gd name="connsiteY0" fmla="*/ 215265 h 386715"/>
                <a:gd name="connsiteX1" fmla="*/ 164782 w 225742"/>
                <a:gd name="connsiteY1" fmla="*/ 220980 h 386715"/>
                <a:gd name="connsiteX2" fmla="*/ 164782 w 225742"/>
                <a:gd name="connsiteY2" fmla="*/ 211455 h 386715"/>
                <a:gd name="connsiteX3" fmla="*/ 105727 w 225742"/>
                <a:gd name="connsiteY3" fmla="*/ 160020 h 386715"/>
                <a:gd name="connsiteX4" fmla="*/ 38100 w 225742"/>
                <a:gd name="connsiteY4" fmla="*/ 175260 h 386715"/>
                <a:gd name="connsiteX5" fmla="*/ 24765 w 225742"/>
                <a:gd name="connsiteY5" fmla="*/ 122873 h 386715"/>
                <a:gd name="connsiteX6" fmla="*/ 112395 w 225742"/>
                <a:gd name="connsiteY6" fmla="*/ 107633 h 386715"/>
                <a:gd name="connsiteX7" fmla="*/ 225742 w 225742"/>
                <a:gd name="connsiteY7" fmla="*/ 210503 h 386715"/>
                <a:gd name="connsiteX8" fmla="*/ 225742 w 225742"/>
                <a:gd name="connsiteY8" fmla="*/ 381000 h 386715"/>
                <a:gd name="connsiteX9" fmla="*/ 166688 w 225742"/>
                <a:gd name="connsiteY9" fmla="*/ 381000 h 386715"/>
                <a:gd name="connsiteX10" fmla="*/ 166688 w 225742"/>
                <a:gd name="connsiteY10" fmla="*/ 352425 h 386715"/>
                <a:gd name="connsiteX11" fmla="*/ 165735 w 225742"/>
                <a:gd name="connsiteY11" fmla="*/ 352425 h 386715"/>
                <a:gd name="connsiteX12" fmla="*/ 87630 w 225742"/>
                <a:gd name="connsiteY12" fmla="*/ 386715 h 386715"/>
                <a:gd name="connsiteX13" fmla="*/ 0 w 225742"/>
                <a:gd name="connsiteY13" fmla="*/ 301942 h 386715"/>
                <a:gd name="connsiteX14" fmla="*/ 114300 w 225742"/>
                <a:gd name="connsiteY14" fmla="*/ 215265 h 386715"/>
                <a:gd name="connsiteX15" fmla="*/ 63817 w 225742"/>
                <a:gd name="connsiteY15" fmla="*/ 72390 h 386715"/>
                <a:gd name="connsiteX16" fmla="*/ 26670 w 225742"/>
                <a:gd name="connsiteY16" fmla="*/ 36195 h 386715"/>
                <a:gd name="connsiteX17" fmla="*/ 63817 w 225742"/>
                <a:gd name="connsiteY17" fmla="*/ 0 h 386715"/>
                <a:gd name="connsiteX18" fmla="*/ 100965 w 225742"/>
                <a:gd name="connsiteY18" fmla="*/ 36195 h 386715"/>
                <a:gd name="connsiteX19" fmla="*/ 63817 w 225742"/>
                <a:gd name="connsiteY19" fmla="*/ 72390 h 386715"/>
                <a:gd name="connsiteX20" fmla="*/ 103822 w 225742"/>
                <a:gd name="connsiteY20" fmla="*/ 340042 h 386715"/>
                <a:gd name="connsiteX21" fmla="*/ 164782 w 225742"/>
                <a:gd name="connsiteY21" fmla="*/ 307658 h 386715"/>
                <a:gd name="connsiteX22" fmla="*/ 164782 w 225742"/>
                <a:gd name="connsiteY22" fmla="*/ 260985 h 386715"/>
                <a:gd name="connsiteX23" fmla="*/ 120967 w 225742"/>
                <a:gd name="connsiteY23" fmla="*/ 256222 h 386715"/>
                <a:gd name="connsiteX24" fmla="*/ 59055 w 225742"/>
                <a:gd name="connsiteY24" fmla="*/ 300038 h 386715"/>
                <a:gd name="connsiteX25" fmla="*/ 103822 w 225742"/>
                <a:gd name="connsiteY25" fmla="*/ 340042 h 386715"/>
                <a:gd name="connsiteX26" fmla="*/ 172402 w 225742"/>
                <a:gd name="connsiteY26" fmla="*/ 72390 h 386715"/>
                <a:gd name="connsiteX27" fmla="*/ 135255 w 225742"/>
                <a:gd name="connsiteY27" fmla="*/ 36195 h 386715"/>
                <a:gd name="connsiteX28" fmla="*/ 172402 w 225742"/>
                <a:gd name="connsiteY28" fmla="*/ 0 h 386715"/>
                <a:gd name="connsiteX29" fmla="*/ 209550 w 225742"/>
                <a:gd name="connsiteY29" fmla="*/ 36195 h 386715"/>
                <a:gd name="connsiteX30" fmla="*/ 172402 w 225742"/>
                <a:gd name="connsiteY30" fmla="*/ 72390 h 38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25742" h="386715">
                  <a:moveTo>
                    <a:pt x="114300" y="215265"/>
                  </a:moveTo>
                  <a:cubicBezTo>
                    <a:pt x="131445" y="215265"/>
                    <a:pt x="147638" y="216217"/>
                    <a:pt x="164782" y="220980"/>
                  </a:cubicBezTo>
                  <a:lnTo>
                    <a:pt x="164782" y="211455"/>
                  </a:lnTo>
                  <a:cubicBezTo>
                    <a:pt x="164782" y="177165"/>
                    <a:pt x="144780" y="160020"/>
                    <a:pt x="105727" y="160020"/>
                  </a:cubicBezTo>
                  <a:cubicBezTo>
                    <a:pt x="83820" y="160020"/>
                    <a:pt x="60007" y="165735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3"/>
                    <a:pt x="112395" y="107633"/>
                  </a:cubicBezTo>
                  <a:cubicBezTo>
                    <a:pt x="187642" y="107633"/>
                    <a:pt x="225742" y="142875"/>
                    <a:pt x="225742" y="210503"/>
                  </a:cubicBezTo>
                  <a:lnTo>
                    <a:pt x="225742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7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7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7" y="72390"/>
                  </a:cubicBezTo>
                  <a:close/>
                  <a:moveTo>
                    <a:pt x="103822" y="340042"/>
                  </a:moveTo>
                  <a:cubicBezTo>
                    <a:pt x="126682" y="340042"/>
                    <a:pt x="147638" y="328613"/>
                    <a:pt x="164782" y="307658"/>
                  </a:cubicBezTo>
                  <a:lnTo>
                    <a:pt x="164782" y="260985"/>
                  </a:lnTo>
                  <a:cubicBezTo>
                    <a:pt x="150495" y="257175"/>
                    <a:pt x="135255" y="256222"/>
                    <a:pt x="120967" y="256222"/>
                  </a:cubicBezTo>
                  <a:cubicBezTo>
                    <a:pt x="81915" y="256222"/>
                    <a:pt x="59055" y="271463"/>
                    <a:pt x="59055" y="300038"/>
                  </a:cubicBezTo>
                  <a:cubicBezTo>
                    <a:pt x="59055" y="324803"/>
                    <a:pt x="76200" y="340042"/>
                    <a:pt x="103822" y="340042"/>
                  </a:cubicBezTo>
                  <a:close/>
                  <a:moveTo>
                    <a:pt x="172402" y="72390"/>
                  </a:moveTo>
                  <a:cubicBezTo>
                    <a:pt x="152400" y="72390"/>
                    <a:pt x="135255" y="55245"/>
                    <a:pt x="135255" y="36195"/>
                  </a:cubicBezTo>
                  <a:cubicBezTo>
                    <a:pt x="135255" y="17145"/>
                    <a:pt x="152400" y="0"/>
                    <a:pt x="172402" y="0"/>
                  </a:cubicBezTo>
                  <a:cubicBezTo>
                    <a:pt x="192405" y="0"/>
                    <a:pt x="209550" y="17145"/>
                    <a:pt x="209550" y="36195"/>
                  </a:cubicBezTo>
                  <a:cubicBezTo>
                    <a:pt x="209550" y="56198"/>
                    <a:pt x="192405" y="72390"/>
                    <a:pt x="172402" y="723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4" name="Freihandform: Form 193">
              <a:extLst>
                <a:ext uri="{FF2B5EF4-FFF2-40B4-BE49-F238E27FC236}">
                  <a16:creationId xmlns:a16="http://schemas.microsoft.com/office/drawing/2014/main" id="{D9F48B69-C336-48B4-90B8-DF787E1ED845}"/>
                </a:ext>
              </a:extLst>
            </p:cNvPr>
            <p:cNvSpPr/>
            <p:nvPr/>
          </p:nvSpPr>
          <p:spPr>
            <a:xfrm>
              <a:off x="7345679" y="3138487"/>
              <a:ext cx="165734" cy="358140"/>
            </a:xfrm>
            <a:custGeom>
              <a:avLst/>
              <a:gdLst>
                <a:gd name="connsiteX0" fmla="*/ 165735 w 165734"/>
                <a:gd name="connsiteY0" fmla="*/ 295275 h 358140"/>
                <a:gd name="connsiteX1" fmla="*/ 165735 w 165734"/>
                <a:gd name="connsiteY1" fmla="*/ 348615 h 358140"/>
                <a:gd name="connsiteX2" fmla="*/ 113347 w 165734"/>
                <a:gd name="connsiteY2" fmla="*/ 358140 h 358140"/>
                <a:gd name="connsiteX3" fmla="*/ 40957 w 165734"/>
                <a:gd name="connsiteY3" fmla="*/ 282892 h 358140"/>
                <a:gd name="connsiteX4" fmla="*/ 40957 w 165734"/>
                <a:gd name="connsiteY4" fmla="*/ 137160 h 358140"/>
                <a:gd name="connsiteX5" fmla="*/ 0 w 165734"/>
                <a:gd name="connsiteY5" fmla="*/ 137160 h 358140"/>
                <a:gd name="connsiteX6" fmla="*/ 0 w 165734"/>
                <a:gd name="connsiteY6" fmla="*/ 85725 h 358140"/>
                <a:gd name="connsiteX7" fmla="*/ 40005 w 165734"/>
                <a:gd name="connsiteY7" fmla="*/ 85725 h 358140"/>
                <a:gd name="connsiteX8" fmla="*/ 40005 w 165734"/>
                <a:gd name="connsiteY8" fmla="*/ 13335 h 358140"/>
                <a:gd name="connsiteX9" fmla="*/ 101918 w 165734"/>
                <a:gd name="connsiteY9" fmla="*/ 0 h 358140"/>
                <a:gd name="connsiteX10" fmla="*/ 101918 w 165734"/>
                <a:gd name="connsiteY10" fmla="*/ 86677 h 358140"/>
                <a:gd name="connsiteX11" fmla="*/ 165735 w 165734"/>
                <a:gd name="connsiteY11" fmla="*/ 86677 h 358140"/>
                <a:gd name="connsiteX12" fmla="*/ 165735 w 165734"/>
                <a:gd name="connsiteY12" fmla="*/ 138113 h 358140"/>
                <a:gd name="connsiteX13" fmla="*/ 101918 w 165734"/>
                <a:gd name="connsiteY13" fmla="*/ 138113 h 358140"/>
                <a:gd name="connsiteX14" fmla="*/ 101918 w 165734"/>
                <a:gd name="connsiteY14" fmla="*/ 269558 h 358140"/>
                <a:gd name="connsiteX15" fmla="*/ 130493 w 165734"/>
                <a:gd name="connsiteY15" fmla="*/ 304800 h 358140"/>
                <a:gd name="connsiteX16" fmla="*/ 165735 w 165734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2422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2"/>
                    <a:pt x="110490" y="304800"/>
                    <a:pt x="130493" y="304800"/>
                  </a:cubicBezTo>
                  <a:cubicBezTo>
                    <a:pt x="142875" y="303847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sp>
        <p:nvSpPr>
          <p:cNvPr id="90" name="Textfeld 89">
            <a:extLst>
              <a:ext uri="{FF2B5EF4-FFF2-40B4-BE49-F238E27FC236}">
                <a16:creationId xmlns:a16="http://schemas.microsoft.com/office/drawing/2014/main" id="{D288DBE3-F17F-C642-8E1D-4786B4CD1D11}"/>
              </a:ext>
            </a:extLst>
          </p:cNvPr>
          <p:cNvSpPr txBox="1"/>
          <p:nvPr userDrawn="1"/>
        </p:nvSpPr>
        <p:spPr>
          <a:xfrm>
            <a:off x="489167" y="5497323"/>
            <a:ext cx="571015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b="1" dirty="0"/>
              <a:t>Lehrstuhl Elektrische Smart City Systeme</a:t>
            </a:r>
          </a:p>
          <a:p>
            <a:r>
              <a:rPr lang="de-DE" sz="1400" dirty="0" err="1"/>
              <a:t>Nuremberg</a:t>
            </a:r>
            <a:r>
              <a:rPr lang="de-DE" sz="1400" dirty="0"/>
              <a:t> Campus </a:t>
            </a:r>
            <a:r>
              <a:rPr lang="de-DE" sz="1400" dirty="0" err="1"/>
              <a:t>of</a:t>
            </a:r>
            <a:r>
              <a:rPr lang="de-DE" sz="1400" dirty="0"/>
              <a:t> Technology (NCT)</a:t>
            </a:r>
          </a:p>
          <a:p>
            <a:endParaRPr lang="de-DE" sz="1400" b="1" dirty="0"/>
          </a:p>
          <a:p>
            <a:r>
              <a:rPr lang="de-DE" sz="1400" dirty="0"/>
              <a:t>Prof. Dr.-Ing. </a:t>
            </a:r>
            <a:r>
              <a:rPr lang="de-DE" sz="1400" b="1" dirty="0"/>
              <a:t>Norman Franchi</a:t>
            </a:r>
          </a:p>
        </p:txBody>
      </p:sp>
      <p:grpSp>
        <p:nvGrpSpPr>
          <p:cNvPr id="91" name="Gruppieren 90">
            <a:extLst>
              <a:ext uri="{FF2B5EF4-FFF2-40B4-BE49-F238E27FC236}">
                <a16:creationId xmlns:a16="http://schemas.microsoft.com/office/drawing/2014/main" id="{F156EDB6-6627-224F-BC61-F43AD7D0B0CF}"/>
              </a:ext>
            </a:extLst>
          </p:cNvPr>
          <p:cNvGrpSpPr/>
          <p:nvPr userDrawn="1"/>
        </p:nvGrpSpPr>
        <p:grpSpPr>
          <a:xfrm>
            <a:off x="9642270" y="5662678"/>
            <a:ext cx="2341086" cy="874857"/>
            <a:chOff x="4284919" y="3959163"/>
            <a:chExt cx="2341086" cy="874857"/>
          </a:xfrm>
        </p:grpSpPr>
        <p:pic>
          <p:nvPicPr>
            <p:cNvPr id="92" name="Grafik 91">
              <a:extLst>
                <a:ext uri="{FF2B5EF4-FFF2-40B4-BE49-F238E27FC236}">
                  <a16:creationId xmlns:a16="http://schemas.microsoft.com/office/drawing/2014/main" id="{47186490-D152-294A-A564-F6C8565E151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biLevel thresh="2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516158" y="3959163"/>
              <a:ext cx="2109847" cy="615793"/>
            </a:xfrm>
            <a:prstGeom prst="rect">
              <a:avLst/>
            </a:prstGeom>
          </p:spPr>
        </p:pic>
        <p:sp>
          <p:nvSpPr>
            <p:cNvPr id="93" name="Textfeld 92">
              <a:extLst>
                <a:ext uri="{FF2B5EF4-FFF2-40B4-BE49-F238E27FC236}">
                  <a16:creationId xmlns:a16="http://schemas.microsoft.com/office/drawing/2014/main" id="{0D4DED82-48E1-574F-A5B8-6A0F11E2550D}"/>
                </a:ext>
              </a:extLst>
            </p:cNvPr>
            <p:cNvSpPr txBox="1"/>
            <p:nvPr/>
          </p:nvSpPr>
          <p:spPr>
            <a:xfrm>
              <a:off x="4284919" y="4603188"/>
              <a:ext cx="1742785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de-DE" sz="900" b="1" dirty="0">
                  <a:latin typeface="Arial" panose="020B0604020202020204" pitchFamily="34" charset="0"/>
                  <a:cs typeface="Arial" panose="020B0604020202020204" pitchFamily="34" charset="0"/>
                </a:rPr>
                <a:t>Engineering </a:t>
              </a:r>
              <a:r>
                <a:rPr lang="de-DE" sz="9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for</a:t>
              </a:r>
              <a:r>
                <a:rPr lang="de-DE" sz="900" b="1" dirty="0">
                  <a:latin typeface="Arial" panose="020B0604020202020204" pitchFamily="34" charset="0"/>
                  <a:cs typeface="Arial" panose="020B0604020202020204" pitchFamily="34" charset="0"/>
                </a:rPr>
                <a:t> Smart Cities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856977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3B554-6745-DA4A-ABB9-816BA4619D92}" type="datetime4">
              <a:rPr lang="de-DE" smtClean="0"/>
              <a:t>8.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0" name="Textplatzhalter 6">
            <a:extLst>
              <a:ext uri="{FF2B5EF4-FFF2-40B4-BE49-F238E27FC236}">
                <a16:creationId xmlns:a16="http://schemas.microsoft.com/office/drawing/2014/main" id="{BF8056C4-F1A1-4860-B863-70A38CCE20D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48060" y="2354711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A4B92765-C038-4DB7-B6CF-33827BB8741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8318" y="2354711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02 </a:t>
            </a:r>
          </a:p>
        </p:txBody>
      </p:sp>
      <p:sp>
        <p:nvSpPr>
          <p:cNvPr id="12" name="Textplatzhalter 6">
            <a:extLst>
              <a:ext uri="{FF2B5EF4-FFF2-40B4-BE49-F238E27FC236}">
                <a16:creationId xmlns:a16="http://schemas.microsoft.com/office/drawing/2014/main" id="{B48DD939-0764-4598-B8A8-5EF7FD589AF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48060" y="452537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13" name="Textplatzhalter 6">
            <a:extLst>
              <a:ext uri="{FF2B5EF4-FFF2-40B4-BE49-F238E27FC236}">
                <a16:creationId xmlns:a16="http://schemas.microsoft.com/office/drawing/2014/main" id="{0169AC75-2D8F-414A-A2F5-470DEC8B533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8318" y="452537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05 </a:t>
            </a:r>
          </a:p>
        </p:txBody>
      </p:sp>
      <p:sp>
        <p:nvSpPr>
          <p:cNvPr id="17" name="Textplatzhalter 6">
            <a:extLst>
              <a:ext uri="{FF2B5EF4-FFF2-40B4-BE49-F238E27FC236}">
                <a16:creationId xmlns:a16="http://schemas.microsoft.com/office/drawing/2014/main" id="{78F9E3F2-C660-4ABB-83AF-3F5B3E2F770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48060" y="307826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18" name="Textplatzhalter 6">
            <a:extLst>
              <a:ext uri="{FF2B5EF4-FFF2-40B4-BE49-F238E27FC236}">
                <a16:creationId xmlns:a16="http://schemas.microsoft.com/office/drawing/2014/main" id="{CAB2683D-D5E7-45B9-9133-F4CFD483FA9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8318" y="307826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03 </a:t>
            </a:r>
          </a:p>
        </p:txBody>
      </p:sp>
      <p:sp>
        <p:nvSpPr>
          <p:cNvPr id="20" name="Textplatzhalter 6">
            <a:extLst>
              <a:ext uri="{FF2B5EF4-FFF2-40B4-BE49-F238E27FC236}">
                <a16:creationId xmlns:a16="http://schemas.microsoft.com/office/drawing/2014/main" id="{952E3AD3-9675-4713-A437-FEFA1B54002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48060" y="3801821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21" name="Textplatzhalter 6">
            <a:extLst>
              <a:ext uri="{FF2B5EF4-FFF2-40B4-BE49-F238E27FC236}">
                <a16:creationId xmlns:a16="http://schemas.microsoft.com/office/drawing/2014/main" id="{1852432A-5FDF-42C2-BC07-F1752012B84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8318" y="3801821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04 </a:t>
            </a:r>
          </a:p>
        </p:txBody>
      </p:sp>
      <p:sp>
        <p:nvSpPr>
          <p:cNvPr id="24" name="Textplatzhalter 6">
            <a:extLst>
              <a:ext uri="{FF2B5EF4-FFF2-40B4-BE49-F238E27FC236}">
                <a16:creationId xmlns:a16="http://schemas.microsoft.com/office/drawing/2014/main" id="{B2468A8B-4816-458C-AEB6-53AB9CF88AF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48060" y="5248930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25" name="Textplatzhalter 6">
            <a:extLst>
              <a:ext uri="{FF2B5EF4-FFF2-40B4-BE49-F238E27FC236}">
                <a16:creationId xmlns:a16="http://schemas.microsoft.com/office/drawing/2014/main" id="{F92C0AC2-BCD1-47F5-99DB-35823E79AB9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18318" y="5248930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06 </a:t>
            </a:r>
          </a:p>
        </p:txBody>
      </p:sp>
      <p:sp>
        <p:nvSpPr>
          <p:cNvPr id="26" name="Textplatzhalter 6">
            <a:extLst>
              <a:ext uri="{FF2B5EF4-FFF2-40B4-BE49-F238E27FC236}">
                <a16:creationId xmlns:a16="http://schemas.microsoft.com/office/drawing/2014/main" id="{6E5C8951-ED83-4B8D-A041-11DC6291DD8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636190" y="1632184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27" name="Textplatzhalter 6">
            <a:extLst>
              <a:ext uri="{FF2B5EF4-FFF2-40B4-BE49-F238E27FC236}">
                <a16:creationId xmlns:a16="http://schemas.microsoft.com/office/drawing/2014/main" id="{7D6B79FA-8C76-4CA9-AF55-F7541503ECB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06332" y="1632184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07 </a:t>
            </a:r>
          </a:p>
        </p:txBody>
      </p:sp>
      <p:sp>
        <p:nvSpPr>
          <p:cNvPr id="28" name="Textplatzhalter 6">
            <a:extLst>
              <a:ext uri="{FF2B5EF4-FFF2-40B4-BE49-F238E27FC236}">
                <a16:creationId xmlns:a16="http://schemas.microsoft.com/office/drawing/2014/main" id="{89249A36-CB58-4007-8E81-30FA75194BA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636190" y="2355533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29" name="Textplatzhalter 6">
            <a:extLst>
              <a:ext uri="{FF2B5EF4-FFF2-40B4-BE49-F238E27FC236}">
                <a16:creationId xmlns:a16="http://schemas.microsoft.com/office/drawing/2014/main" id="{953A9A61-99D0-44B5-89EB-1D1035F914B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06332" y="2355533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08 </a:t>
            </a:r>
          </a:p>
        </p:txBody>
      </p:sp>
      <p:sp>
        <p:nvSpPr>
          <p:cNvPr id="30" name="Textplatzhalter 6">
            <a:extLst>
              <a:ext uri="{FF2B5EF4-FFF2-40B4-BE49-F238E27FC236}">
                <a16:creationId xmlns:a16="http://schemas.microsoft.com/office/drawing/2014/main" id="{E80B7F99-D2A6-486E-BB92-8192AB563EF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636190" y="4525580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31" name="Textplatzhalter 6">
            <a:extLst>
              <a:ext uri="{FF2B5EF4-FFF2-40B4-BE49-F238E27FC236}">
                <a16:creationId xmlns:a16="http://schemas.microsoft.com/office/drawing/2014/main" id="{C08D70F6-D151-42E1-8F5E-DD5ADD0927D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206332" y="4525580"/>
            <a:ext cx="30784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11 </a:t>
            </a:r>
          </a:p>
        </p:txBody>
      </p:sp>
      <p:sp>
        <p:nvSpPr>
          <p:cNvPr id="32" name="Textplatzhalter 6">
            <a:extLst>
              <a:ext uri="{FF2B5EF4-FFF2-40B4-BE49-F238E27FC236}">
                <a16:creationId xmlns:a16="http://schemas.microsoft.com/office/drawing/2014/main" id="{34991AD2-EBFD-4358-9611-2BE7F693C7F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636190" y="3078882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33" name="Textplatzhalter 6">
            <a:extLst>
              <a:ext uri="{FF2B5EF4-FFF2-40B4-BE49-F238E27FC236}">
                <a16:creationId xmlns:a16="http://schemas.microsoft.com/office/drawing/2014/main" id="{E6132B6E-46AD-4F19-ACEF-FC5E2EBEEE7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206332" y="3078882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09 </a:t>
            </a:r>
          </a:p>
        </p:txBody>
      </p:sp>
      <p:sp>
        <p:nvSpPr>
          <p:cNvPr id="34" name="Textplatzhalter 6">
            <a:extLst>
              <a:ext uri="{FF2B5EF4-FFF2-40B4-BE49-F238E27FC236}">
                <a16:creationId xmlns:a16="http://schemas.microsoft.com/office/drawing/2014/main" id="{5B29B58B-9C14-4145-95A8-C62AC51F1A6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636190" y="3802231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35" name="Textplatzhalter 6">
            <a:extLst>
              <a:ext uri="{FF2B5EF4-FFF2-40B4-BE49-F238E27FC236}">
                <a16:creationId xmlns:a16="http://schemas.microsoft.com/office/drawing/2014/main" id="{5E6DB4F9-1F61-4B1E-8694-CF32F6ABEB8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06332" y="3802231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10 </a:t>
            </a:r>
          </a:p>
        </p:txBody>
      </p:sp>
      <p:sp>
        <p:nvSpPr>
          <p:cNvPr id="36" name="Textplatzhalter 6">
            <a:extLst>
              <a:ext uri="{FF2B5EF4-FFF2-40B4-BE49-F238E27FC236}">
                <a16:creationId xmlns:a16="http://schemas.microsoft.com/office/drawing/2014/main" id="{F139CCA6-FA40-4FAD-991E-8F0D932F40B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636190" y="5248930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37" name="Textplatzhalter 6">
            <a:extLst>
              <a:ext uri="{FF2B5EF4-FFF2-40B4-BE49-F238E27FC236}">
                <a16:creationId xmlns:a16="http://schemas.microsoft.com/office/drawing/2014/main" id="{4ABC58A4-2FF6-4DD6-B7CE-07D57A9854B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206332" y="5248930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12 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B83D1D4D-3108-48AF-9002-E2787CA11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18" y="301185"/>
            <a:ext cx="6844385" cy="332399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8" name="Textplatzhalter 9">
            <a:extLst>
              <a:ext uri="{FF2B5EF4-FFF2-40B4-BE49-F238E27FC236}">
                <a16:creationId xmlns:a16="http://schemas.microsoft.com/office/drawing/2014/main" id="{37A4DE60-6537-42AA-B80E-663634EF66B9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39" name="Textplatzhalter 6">
            <a:extLst>
              <a:ext uri="{FF2B5EF4-FFF2-40B4-BE49-F238E27FC236}">
                <a16:creationId xmlns:a16="http://schemas.microsoft.com/office/drawing/2014/main" id="{D6F3326C-A71E-4096-84A9-CBF2623C8CD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48060" y="163115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40" name="Textplatzhalter 6">
            <a:extLst>
              <a:ext uri="{FF2B5EF4-FFF2-40B4-BE49-F238E27FC236}">
                <a16:creationId xmlns:a16="http://schemas.microsoft.com/office/drawing/2014/main" id="{E6C7796D-6ED1-4B91-AD58-8FB5EA6F6F8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8318" y="163115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01 </a:t>
            </a:r>
          </a:p>
        </p:txBody>
      </p:sp>
      <p:pic>
        <p:nvPicPr>
          <p:cNvPr id="41" name="Grafik 40">
            <a:extLst>
              <a:ext uri="{FF2B5EF4-FFF2-40B4-BE49-F238E27FC236}">
                <a16:creationId xmlns:a16="http://schemas.microsoft.com/office/drawing/2014/main" id="{5C6D2AEE-C7E9-8D40-AD71-5F9B7AFA42F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1095" y="198700"/>
            <a:ext cx="1136571" cy="61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570594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|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1241F-09D1-F442-A67E-8ACCE3EEA7D9}" type="datetime4">
              <a:rPr lang="de-DE" smtClean="0"/>
              <a:t>8.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39" name="Bildplatzhalter 8">
            <a:extLst>
              <a:ext uri="{FF2B5EF4-FFF2-40B4-BE49-F238E27FC236}">
                <a16:creationId xmlns:a16="http://schemas.microsoft.com/office/drawing/2014/main" id="{C307E1A8-BB91-4A01-9481-49FD8B5663F9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6206329" y="1631156"/>
            <a:ext cx="5469732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40" name="Textplatzhalter 10">
            <a:extLst>
              <a:ext uri="{FF2B5EF4-FFF2-40B4-BE49-F238E27FC236}">
                <a16:creationId xmlns:a16="http://schemas.microsoft.com/office/drawing/2014/main" id="{7ADEC47A-086D-40D0-ACA4-69135933812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206329" y="5690271"/>
            <a:ext cx="5469732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3" name="Textplatzhalter 6">
            <a:extLst>
              <a:ext uri="{FF2B5EF4-FFF2-40B4-BE49-F238E27FC236}">
                <a16:creationId xmlns:a16="http://schemas.microsoft.com/office/drawing/2014/main" id="{814385D7-3CBE-40E3-B67F-C8C515F3C0E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48060" y="2354711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26" name="Textplatzhalter 6">
            <a:extLst>
              <a:ext uri="{FF2B5EF4-FFF2-40B4-BE49-F238E27FC236}">
                <a16:creationId xmlns:a16="http://schemas.microsoft.com/office/drawing/2014/main" id="{BF0108A6-83E5-4EB1-9FFE-599D1B8CC32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8318" y="2354711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02 </a:t>
            </a:r>
          </a:p>
        </p:txBody>
      </p:sp>
      <p:sp>
        <p:nvSpPr>
          <p:cNvPr id="27" name="Textplatzhalter 6">
            <a:extLst>
              <a:ext uri="{FF2B5EF4-FFF2-40B4-BE49-F238E27FC236}">
                <a16:creationId xmlns:a16="http://schemas.microsoft.com/office/drawing/2014/main" id="{267C2477-3228-475F-AFD7-A441A08AAE5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48060" y="452537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28" name="Textplatzhalter 6">
            <a:extLst>
              <a:ext uri="{FF2B5EF4-FFF2-40B4-BE49-F238E27FC236}">
                <a16:creationId xmlns:a16="http://schemas.microsoft.com/office/drawing/2014/main" id="{372EDABB-0CB3-495E-B38E-EBB187C3F00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8318" y="452537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05 </a:t>
            </a:r>
          </a:p>
        </p:txBody>
      </p:sp>
      <p:sp>
        <p:nvSpPr>
          <p:cNvPr id="29" name="Textplatzhalter 6">
            <a:extLst>
              <a:ext uri="{FF2B5EF4-FFF2-40B4-BE49-F238E27FC236}">
                <a16:creationId xmlns:a16="http://schemas.microsoft.com/office/drawing/2014/main" id="{F8DE391A-D3CD-46A0-9DA6-BE18B632C97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48060" y="307826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30" name="Textplatzhalter 6">
            <a:extLst>
              <a:ext uri="{FF2B5EF4-FFF2-40B4-BE49-F238E27FC236}">
                <a16:creationId xmlns:a16="http://schemas.microsoft.com/office/drawing/2014/main" id="{6D22FFA5-3E37-4F35-A696-49186B6B111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8318" y="307826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03 </a:t>
            </a:r>
          </a:p>
        </p:txBody>
      </p:sp>
      <p:sp>
        <p:nvSpPr>
          <p:cNvPr id="31" name="Textplatzhalter 6">
            <a:extLst>
              <a:ext uri="{FF2B5EF4-FFF2-40B4-BE49-F238E27FC236}">
                <a16:creationId xmlns:a16="http://schemas.microsoft.com/office/drawing/2014/main" id="{BFD50D54-7BD1-4F76-8C9C-C2D77E59243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48060" y="3801821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32" name="Textplatzhalter 6">
            <a:extLst>
              <a:ext uri="{FF2B5EF4-FFF2-40B4-BE49-F238E27FC236}">
                <a16:creationId xmlns:a16="http://schemas.microsoft.com/office/drawing/2014/main" id="{1CB17604-E112-4197-B54C-292891529DF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8318" y="3801821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04 </a:t>
            </a:r>
          </a:p>
        </p:txBody>
      </p:sp>
      <p:sp>
        <p:nvSpPr>
          <p:cNvPr id="33" name="Textplatzhalter 6">
            <a:extLst>
              <a:ext uri="{FF2B5EF4-FFF2-40B4-BE49-F238E27FC236}">
                <a16:creationId xmlns:a16="http://schemas.microsoft.com/office/drawing/2014/main" id="{D30B4D90-1B5E-403E-AD31-C3200403209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48060" y="5248930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34" name="Textplatzhalter 6">
            <a:extLst>
              <a:ext uri="{FF2B5EF4-FFF2-40B4-BE49-F238E27FC236}">
                <a16:creationId xmlns:a16="http://schemas.microsoft.com/office/drawing/2014/main" id="{72B1944A-640B-4200-A785-CFA163F7181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18318" y="5248930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06 </a:t>
            </a:r>
          </a:p>
        </p:txBody>
      </p:sp>
      <p:sp>
        <p:nvSpPr>
          <p:cNvPr id="35" name="Textplatzhalter 6">
            <a:extLst>
              <a:ext uri="{FF2B5EF4-FFF2-40B4-BE49-F238E27FC236}">
                <a16:creationId xmlns:a16="http://schemas.microsoft.com/office/drawing/2014/main" id="{5ECB7BBA-6A53-45DD-882E-1DF6A99780C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48060" y="163115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36" name="Textplatzhalter 6">
            <a:extLst>
              <a:ext uri="{FF2B5EF4-FFF2-40B4-BE49-F238E27FC236}">
                <a16:creationId xmlns:a16="http://schemas.microsoft.com/office/drawing/2014/main" id="{FE56B6C1-047C-44D7-B1DD-8B723581E08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8318" y="163115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01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65D3C98-AF8F-400F-858D-1D6CD4B95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24" name="Textplatzhalter 9">
            <a:extLst>
              <a:ext uri="{FF2B5EF4-FFF2-40B4-BE49-F238E27FC236}">
                <a16:creationId xmlns:a16="http://schemas.microsoft.com/office/drawing/2014/main" id="{7542BA39-D316-470E-9589-E46EE29AC52F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pic>
        <p:nvPicPr>
          <p:cNvPr id="22" name="Grafik 21">
            <a:extLst>
              <a:ext uri="{FF2B5EF4-FFF2-40B4-BE49-F238E27FC236}">
                <a16:creationId xmlns:a16="http://schemas.microsoft.com/office/drawing/2014/main" id="{9E3D76DD-1BB8-5A4D-9EB1-C68184F4A2E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1095" y="198700"/>
            <a:ext cx="1136571" cy="61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298792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trenn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E4048C-0B54-437F-B99C-D178004746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318" y="2875002"/>
            <a:ext cx="11157743" cy="1107996"/>
          </a:xfrm>
        </p:spPr>
        <p:txBody>
          <a:bodyPr anchor="ctr" anchorCtr="0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Kapiteltrenner</a:t>
            </a:r>
            <a:br>
              <a:rPr lang="de-DE" dirty="0"/>
            </a:br>
            <a:r>
              <a:rPr lang="de-DE" dirty="0"/>
              <a:t>Mehrzeilig möglich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30EC293-951A-F345-9262-D1D1EEC91761}" type="datetime4">
              <a:rPr lang="de-DE" smtClean="0"/>
              <a:t>8.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57" name="Rechteck 56">
            <a:extLst>
              <a:ext uri="{FF2B5EF4-FFF2-40B4-BE49-F238E27FC236}">
                <a16:creationId xmlns:a16="http://schemas.microsoft.com/office/drawing/2014/main" id="{87F00BE4-512D-4F35-B132-4E5C5CF1413D}"/>
              </a:ext>
            </a:extLst>
          </p:cNvPr>
          <p:cNvSpPr/>
          <p:nvPr userDrawn="1"/>
        </p:nvSpPr>
        <p:spPr>
          <a:xfrm>
            <a:off x="517200" y="6538526"/>
            <a:ext cx="11674800" cy="10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9" name="Rechteck 58">
            <a:extLst>
              <a:ext uri="{FF2B5EF4-FFF2-40B4-BE49-F238E27FC236}">
                <a16:creationId xmlns:a16="http://schemas.microsoft.com/office/drawing/2014/main" id="{F7987594-F169-42FB-8839-77BF8D405E37}"/>
              </a:ext>
            </a:extLst>
          </p:cNvPr>
          <p:cNvSpPr/>
          <p:nvPr userDrawn="1"/>
        </p:nvSpPr>
        <p:spPr>
          <a:xfrm>
            <a:off x="518400" y="1196733"/>
            <a:ext cx="11676062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0" name="Freihandform: Form 59">
            <a:extLst>
              <a:ext uri="{FF2B5EF4-FFF2-40B4-BE49-F238E27FC236}">
                <a16:creationId xmlns:a16="http://schemas.microsoft.com/office/drawing/2014/main" id="{40F781E3-735A-4333-AF8D-7842FE86295B}"/>
              </a:ext>
            </a:extLst>
          </p:cNvPr>
          <p:cNvSpPr/>
          <p:nvPr userDrawn="1"/>
        </p:nvSpPr>
        <p:spPr>
          <a:xfrm>
            <a:off x="10056938" y="300703"/>
            <a:ext cx="1619125" cy="618155"/>
          </a:xfrm>
          <a:custGeom>
            <a:avLst/>
            <a:gdLst>
              <a:gd name="connsiteX0" fmla="*/ 0 w 1456912"/>
              <a:gd name="connsiteY0" fmla="*/ 51854 h 556225"/>
              <a:gd name="connsiteX1" fmla="*/ 28188 w 1456912"/>
              <a:gd name="connsiteY1" fmla="*/ 23666 h 556225"/>
              <a:gd name="connsiteX2" fmla="*/ 28188 w 1456912"/>
              <a:gd name="connsiteY2" fmla="*/ 535557 h 556225"/>
              <a:gd name="connsiteX3" fmla="*/ 0 w 1456912"/>
              <a:gd name="connsiteY3" fmla="*/ 535557 h 556225"/>
              <a:gd name="connsiteX4" fmla="*/ 0 w 1456912"/>
              <a:gd name="connsiteY4" fmla="*/ 51854 h 556225"/>
              <a:gd name="connsiteX5" fmla="*/ 84564 w 1456912"/>
              <a:gd name="connsiteY5" fmla="*/ 28188 h 556225"/>
              <a:gd name="connsiteX6" fmla="*/ 422811 w 1456912"/>
              <a:gd name="connsiteY6" fmla="*/ 28188 h 556225"/>
              <a:gd name="connsiteX7" fmla="*/ 422811 w 1456912"/>
              <a:gd name="connsiteY7" fmla="*/ 0 h 556225"/>
              <a:gd name="connsiteX8" fmla="*/ 56376 w 1456912"/>
              <a:gd name="connsiteY8" fmla="*/ 0 h 556225"/>
              <a:gd name="connsiteX9" fmla="*/ 56376 w 1456912"/>
              <a:gd name="connsiteY9" fmla="*/ 338244 h 556225"/>
              <a:gd name="connsiteX10" fmla="*/ 367711 w 1456912"/>
              <a:gd name="connsiteY10" fmla="*/ 338244 h 556225"/>
              <a:gd name="connsiteX11" fmla="*/ 367711 w 1456912"/>
              <a:gd name="connsiteY11" fmla="*/ 310062 h 556225"/>
              <a:gd name="connsiteX12" fmla="*/ 84564 w 1456912"/>
              <a:gd name="connsiteY12" fmla="*/ 310062 h 556225"/>
              <a:gd name="connsiteX13" fmla="*/ 84564 w 1456912"/>
              <a:gd name="connsiteY13" fmla="*/ 28188 h 556225"/>
              <a:gd name="connsiteX14" fmla="*/ 410152 w 1456912"/>
              <a:gd name="connsiteY14" fmla="*/ 253686 h 556225"/>
              <a:gd name="connsiteX15" fmla="*/ 140937 w 1456912"/>
              <a:gd name="connsiteY15" fmla="*/ 253686 h 556225"/>
              <a:gd name="connsiteX16" fmla="*/ 140937 w 1456912"/>
              <a:gd name="connsiteY16" fmla="*/ 140940 h 556225"/>
              <a:gd name="connsiteX17" fmla="*/ 371171 w 1456912"/>
              <a:gd name="connsiteY17" fmla="*/ 140940 h 556225"/>
              <a:gd name="connsiteX18" fmla="*/ 399359 w 1456912"/>
              <a:gd name="connsiteY18" fmla="*/ 112752 h 556225"/>
              <a:gd name="connsiteX19" fmla="*/ 140937 w 1456912"/>
              <a:gd name="connsiteY19" fmla="*/ 112752 h 556225"/>
              <a:gd name="connsiteX20" fmla="*/ 140937 w 1456912"/>
              <a:gd name="connsiteY20" fmla="*/ 84564 h 556225"/>
              <a:gd name="connsiteX21" fmla="*/ 422811 w 1456912"/>
              <a:gd name="connsiteY21" fmla="*/ 84564 h 556225"/>
              <a:gd name="connsiteX22" fmla="*/ 422811 w 1456912"/>
              <a:gd name="connsiteY22" fmla="*/ 56376 h 556225"/>
              <a:gd name="connsiteX23" fmla="*/ 112749 w 1456912"/>
              <a:gd name="connsiteY23" fmla="*/ 56376 h 556225"/>
              <a:gd name="connsiteX24" fmla="*/ 112749 w 1456912"/>
              <a:gd name="connsiteY24" fmla="*/ 281874 h 556225"/>
              <a:gd name="connsiteX25" fmla="*/ 382334 w 1456912"/>
              <a:gd name="connsiteY25" fmla="*/ 281874 h 556225"/>
              <a:gd name="connsiteX26" fmla="*/ 410152 w 1456912"/>
              <a:gd name="connsiteY26" fmla="*/ 253686 h 556225"/>
              <a:gd name="connsiteX27" fmla="*/ 56376 w 1456912"/>
              <a:gd name="connsiteY27" fmla="*/ 535557 h 556225"/>
              <a:gd name="connsiteX28" fmla="*/ 84564 w 1456912"/>
              <a:gd name="connsiteY28" fmla="*/ 535557 h 556225"/>
              <a:gd name="connsiteX29" fmla="*/ 84564 w 1456912"/>
              <a:gd name="connsiteY29" fmla="*/ 394620 h 556225"/>
              <a:gd name="connsiteX30" fmla="*/ 112752 w 1456912"/>
              <a:gd name="connsiteY30" fmla="*/ 394620 h 556225"/>
              <a:gd name="connsiteX31" fmla="*/ 112752 w 1456912"/>
              <a:gd name="connsiteY31" fmla="*/ 511890 h 556225"/>
              <a:gd name="connsiteX32" fmla="*/ 140940 w 1456912"/>
              <a:gd name="connsiteY32" fmla="*/ 483705 h 556225"/>
              <a:gd name="connsiteX33" fmla="*/ 140940 w 1456912"/>
              <a:gd name="connsiteY33" fmla="*/ 394620 h 556225"/>
              <a:gd name="connsiteX34" fmla="*/ 367714 w 1456912"/>
              <a:gd name="connsiteY34" fmla="*/ 394620 h 556225"/>
              <a:gd name="connsiteX35" fmla="*/ 367714 w 1456912"/>
              <a:gd name="connsiteY35" fmla="*/ 366435 h 556225"/>
              <a:gd name="connsiteX36" fmla="*/ 56376 w 1456912"/>
              <a:gd name="connsiteY36" fmla="*/ 366435 h 556225"/>
              <a:gd name="connsiteX37" fmla="*/ 56376 w 1456912"/>
              <a:gd name="connsiteY37" fmla="*/ 535557 h 556225"/>
              <a:gd name="connsiteX38" fmla="*/ 1428724 w 1456912"/>
              <a:gd name="connsiteY38" fmla="*/ 0 h 556225"/>
              <a:gd name="connsiteX39" fmla="*/ 1428724 w 1456912"/>
              <a:gd name="connsiteY39" fmla="*/ 324156 h 556225"/>
              <a:gd name="connsiteX40" fmla="*/ 1316539 w 1456912"/>
              <a:gd name="connsiteY40" fmla="*/ 514089 h 556225"/>
              <a:gd name="connsiteX41" fmla="*/ 1315903 w 1456912"/>
              <a:gd name="connsiteY41" fmla="*/ 513258 h 556225"/>
              <a:gd name="connsiteX42" fmla="*/ 1400536 w 1456912"/>
              <a:gd name="connsiteY42" fmla="*/ 351869 h 556225"/>
              <a:gd name="connsiteX43" fmla="*/ 1400536 w 1456912"/>
              <a:gd name="connsiteY43" fmla="*/ 3 h 556225"/>
              <a:gd name="connsiteX44" fmla="*/ 1372348 w 1456912"/>
              <a:gd name="connsiteY44" fmla="*/ 3 h 556225"/>
              <a:gd name="connsiteX45" fmla="*/ 1372348 w 1456912"/>
              <a:gd name="connsiteY45" fmla="*/ 351400 h 556225"/>
              <a:gd name="connsiteX46" fmla="*/ 1189132 w 1456912"/>
              <a:gd name="connsiteY46" fmla="*/ 528510 h 556225"/>
              <a:gd name="connsiteX47" fmla="*/ 1005916 w 1456912"/>
              <a:gd name="connsiteY47" fmla="*/ 351400 h 556225"/>
              <a:gd name="connsiteX48" fmla="*/ 1005916 w 1456912"/>
              <a:gd name="connsiteY48" fmla="*/ 23666 h 556225"/>
              <a:gd name="connsiteX49" fmla="*/ 977728 w 1456912"/>
              <a:gd name="connsiteY49" fmla="*/ 51854 h 556225"/>
              <a:gd name="connsiteX50" fmla="*/ 977728 w 1456912"/>
              <a:gd name="connsiteY50" fmla="*/ 351869 h 556225"/>
              <a:gd name="connsiteX51" fmla="*/ 1189132 w 1456912"/>
              <a:gd name="connsiteY51" fmla="*/ 556226 h 556225"/>
              <a:gd name="connsiteX52" fmla="*/ 1217320 w 1456912"/>
              <a:gd name="connsiteY52" fmla="*/ 556226 h 556225"/>
              <a:gd name="connsiteX53" fmla="*/ 1456912 w 1456912"/>
              <a:gd name="connsiteY53" fmla="*/ 324566 h 556225"/>
              <a:gd name="connsiteX54" fmla="*/ 1456912 w 1456912"/>
              <a:gd name="connsiteY54" fmla="*/ 0 h 556225"/>
              <a:gd name="connsiteX55" fmla="*/ 1428724 w 1456912"/>
              <a:gd name="connsiteY55" fmla="*/ 0 h 556225"/>
              <a:gd name="connsiteX56" fmla="*/ 1189132 w 1456912"/>
              <a:gd name="connsiteY56" fmla="*/ 500322 h 556225"/>
              <a:gd name="connsiteX57" fmla="*/ 1344160 w 1456912"/>
              <a:gd name="connsiteY57" fmla="*/ 351400 h 556225"/>
              <a:gd name="connsiteX58" fmla="*/ 1344160 w 1456912"/>
              <a:gd name="connsiteY58" fmla="*/ 351400 h 556225"/>
              <a:gd name="connsiteX59" fmla="*/ 1344160 w 1456912"/>
              <a:gd name="connsiteY59" fmla="*/ 23666 h 556225"/>
              <a:gd name="connsiteX60" fmla="*/ 1315972 w 1456912"/>
              <a:gd name="connsiteY60" fmla="*/ 51854 h 556225"/>
              <a:gd name="connsiteX61" fmla="*/ 1315972 w 1456912"/>
              <a:gd name="connsiteY61" fmla="*/ 324153 h 556225"/>
              <a:gd name="connsiteX62" fmla="*/ 1217317 w 1456912"/>
              <a:gd name="connsiteY62" fmla="*/ 415761 h 556225"/>
              <a:gd name="connsiteX63" fmla="*/ 1118662 w 1456912"/>
              <a:gd name="connsiteY63" fmla="*/ 324153 h 556225"/>
              <a:gd name="connsiteX64" fmla="*/ 1118662 w 1456912"/>
              <a:gd name="connsiteY64" fmla="*/ 3 h 556225"/>
              <a:gd name="connsiteX65" fmla="*/ 1090474 w 1456912"/>
              <a:gd name="connsiteY65" fmla="*/ 3 h 556225"/>
              <a:gd name="connsiteX66" fmla="*/ 1090474 w 1456912"/>
              <a:gd name="connsiteY66" fmla="*/ 324156 h 556225"/>
              <a:gd name="connsiteX67" fmla="*/ 1217317 w 1456912"/>
              <a:gd name="connsiteY67" fmla="*/ 443951 h 556225"/>
              <a:gd name="connsiteX68" fmla="*/ 1304349 w 1456912"/>
              <a:gd name="connsiteY68" fmla="*/ 404889 h 556225"/>
              <a:gd name="connsiteX69" fmla="*/ 1304982 w 1456912"/>
              <a:gd name="connsiteY69" fmla="*/ 405720 h 556225"/>
              <a:gd name="connsiteX70" fmla="*/ 1189129 w 1456912"/>
              <a:gd name="connsiteY70" fmla="*/ 472139 h 556225"/>
              <a:gd name="connsiteX71" fmla="*/ 1062303 w 1456912"/>
              <a:gd name="connsiteY71" fmla="*/ 352344 h 556225"/>
              <a:gd name="connsiteX72" fmla="*/ 1062286 w 1456912"/>
              <a:gd name="connsiteY72" fmla="*/ 352344 h 556225"/>
              <a:gd name="connsiteX73" fmla="*/ 1062286 w 1456912"/>
              <a:gd name="connsiteY73" fmla="*/ 3 h 556225"/>
              <a:gd name="connsiteX74" fmla="*/ 1034098 w 1456912"/>
              <a:gd name="connsiteY74" fmla="*/ 3 h 556225"/>
              <a:gd name="connsiteX75" fmla="*/ 1034098 w 1456912"/>
              <a:gd name="connsiteY75" fmla="*/ 352341 h 556225"/>
              <a:gd name="connsiteX76" fmla="*/ 1034113 w 1456912"/>
              <a:gd name="connsiteY76" fmla="*/ 352341 h 556225"/>
              <a:gd name="connsiteX77" fmla="*/ 1189132 w 1456912"/>
              <a:gd name="connsiteY77" fmla="*/ 500322 h 556225"/>
              <a:gd name="connsiteX78" fmla="*/ 562774 w 1456912"/>
              <a:gd name="connsiteY78" fmla="*/ 366435 h 556225"/>
              <a:gd name="connsiteX79" fmla="*/ 491494 w 1456912"/>
              <a:gd name="connsiteY79" fmla="*/ 535557 h 556225"/>
              <a:gd name="connsiteX80" fmla="*/ 519684 w 1456912"/>
              <a:gd name="connsiteY80" fmla="*/ 535554 h 556225"/>
              <a:gd name="connsiteX81" fmla="*/ 519682 w 1456912"/>
              <a:gd name="connsiteY81" fmla="*/ 535557 h 556225"/>
              <a:gd name="connsiteX82" fmla="*/ 519684 w 1456912"/>
              <a:gd name="connsiteY82" fmla="*/ 535557 h 556225"/>
              <a:gd name="connsiteX83" fmla="*/ 555322 w 1456912"/>
              <a:gd name="connsiteY83" fmla="*/ 450996 h 556225"/>
              <a:gd name="connsiteX84" fmla="*/ 794138 w 1456912"/>
              <a:gd name="connsiteY84" fmla="*/ 450996 h 556225"/>
              <a:gd name="connsiteX85" fmla="*/ 829744 w 1456912"/>
              <a:gd name="connsiteY85" fmla="*/ 535557 h 556225"/>
              <a:gd name="connsiteX86" fmla="*/ 857932 w 1456912"/>
              <a:gd name="connsiteY86" fmla="*/ 535557 h 556225"/>
              <a:gd name="connsiteX87" fmla="*/ 810457 w 1456912"/>
              <a:gd name="connsiteY87" fmla="*/ 422808 h 556225"/>
              <a:gd name="connsiteX88" fmla="*/ 567200 w 1456912"/>
              <a:gd name="connsiteY88" fmla="*/ 422808 h 556225"/>
              <a:gd name="connsiteX89" fmla="*/ 579078 w 1456912"/>
              <a:gd name="connsiteY89" fmla="*/ 394620 h 556225"/>
              <a:gd name="connsiteX90" fmla="*/ 826776 w 1456912"/>
              <a:gd name="connsiteY90" fmla="*/ 394620 h 556225"/>
              <a:gd name="connsiteX91" fmla="*/ 886120 w 1456912"/>
              <a:gd name="connsiteY91" fmla="*/ 535557 h 556225"/>
              <a:gd name="connsiteX92" fmla="*/ 914308 w 1456912"/>
              <a:gd name="connsiteY92" fmla="*/ 535557 h 556225"/>
              <a:gd name="connsiteX93" fmla="*/ 843097 w 1456912"/>
              <a:gd name="connsiteY93" fmla="*/ 366435 h 556225"/>
              <a:gd name="connsiteX94" fmla="*/ 562774 w 1456912"/>
              <a:gd name="connsiteY94" fmla="*/ 366435 h 556225"/>
              <a:gd name="connsiteX95" fmla="*/ 604248 w 1456912"/>
              <a:gd name="connsiteY95" fmla="*/ 0 h 556225"/>
              <a:gd name="connsiteX96" fmla="*/ 397091 w 1456912"/>
              <a:gd name="connsiteY96" fmla="*/ 491374 h 556225"/>
              <a:gd name="connsiteX97" fmla="*/ 415032 w 1456912"/>
              <a:gd name="connsiteY97" fmla="*/ 515732 h 556225"/>
              <a:gd name="connsiteX98" fmla="*/ 632437 w 1456912"/>
              <a:gd name="connsiteY98" fmla="*/ 0 h 556225"/>
              <a:gd name="connsiteX99" fmla="*/ 604248 w 1456912"/>
              <a:gd name="connsiteY99" fmla="*/ 0 h 556225"/>
              <a:gd name="connsiteX100" fmla="*/ 716998 w 1456912"/>
              <a:gd name="connsiteY100" fmla="*/ 3 h 556225"/>
              <a:gd name="connsiteX101" fmla="*/ 934130 w 1456912"/>
              <a:gd name="connsiteY101" fmla="*/ 515735 h 556225"/>
              <a:gd name="connsiteX102" fmla="*/ 952028 w 1456912"/>
              <a:gd name="connsiteY102" fmla="*/ 491377 h 556225"/>
              <a:gd name="connsiteX103" fmla="*/ 745186 w 1456912"/>
              <a:gd name="connsiteY103" fmla="*/ 3 h 556225"/>
              <a:gd name="connsiteX104" fmla="*/ 716998 w 1456912"/>
              <a:gd name="connsiteY104" fmla="*/ 3 h 556225"/>
              <a:gd name="connsiteX105" fmla="*/ 546409 w 1456912"/>
              <a:gd name="connsiteY105" fmla="*/ 338247 h 556225"/>
              <a:gd name="connsiteX106" fmla="*/ 463042 w 1456912"/>
              <a:gd name="connsiteY106" fmla="*/ 535557 h 556225"/>
              <a:gd name="connsiteX107" fmla="*/ 434854 w 1456912"/>
              <a:gd name="connsiteY107" fmla="*/ 535557 h 556225"/>
              <a:gd name="connsiteX108" fmla="*/ 646528 w 1456912"/>
              <a:gd name="connsiteY108" fmla="*/ 33467 h 556225"/>
              <a:gd name="connsiteX109" fmla="*/ 762988 w 1456912"/>
              <a:gd name="connsiteY109" fmla="*/ 310059 h 556225"/>
              <a:gd name="connsiteX110" fmla="*/ 791176 w 1456912"/>
              <a:gd name="connsiteY110" fmla="*/ 310059 h 556225"/>
              <a:gd name="connsiteX111" fmla="*/ 660624 w 1456912"/>
              <a:gd name="connsiteY111" fmla="*/ 3 h 556225"/>
              <a:gd name="connsiteX112" fmla="*/ 688812 w 1456912"/>
              <a:gd name="connsiteY112" fmla="*/ 3 h 556225"/>
              <a:gd name="connsiteX113" fmla="*/ 831231 w 1456912"/>
              <a:gd name="connsiteY113" fmla="*/ 338247 h 556225"/>
              <a:gd name="connsiteX114" fmla="*/ 546409 w 1456912"/>
              <a:gd name="connsiteY114" fmla="*/ 338247 h 556225"/>
              <a:gd name="connsiteX115" fmla="*/ 674788 w 1456912"/>
              <a:gd name="connsiteY115" fmla="*/ 167531 h 556225"/>
              <a:gd name="connsiteX116" fmla="*/ 614721 w 1456912"/>
              <a:gd name="connsiteY116" fmla="*/ 310062 h 556225"/>
              <a:gd name="connsiteX117" fmla="*/ 734800 w 1456912"/>
              <a:gd name="connsiteY117" fmla="*/ 310062 h 556225"/>
              <a:gd name="connsiteX118" fmla="*/ 674788 w 1456912"/>
              <a:gd name="connsiteY118" fmla="*/ 167531 h 556225"/>
              <a:gd name="connsiteX119" fmla="*/ 558275 w 1456912"/>
              <a:gd name="connsiteY119" fmla="*/ 310062 h 556225"/>
              <a:gd name="connsiteX120" fmla="*/ 586535 w 1456912"/>
              <a:gd name="connsiteY120" fmla="*/ 310062 h 556225"/>
              <a:gd name="connsiteX121" fmla="*/ 660703 w 1456912"/>
              <a:gd name="connsiteY121" fmla="*/ 134072 h 556225"/>
              <a:gd name="connsiteX122" fmla="*/ 646588 w 1456912"/>
              <a:gd name="connsiteY122" fmla="*/ 100553 h 556225"/>
              <a:gd name="connsiteX123" fmla="*/ 558275 w 1456912"/>
              <a:gd name="connsiteY123" fmla="*/ 310062 h 556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1456912" h="556225">
                <a:moveTo>
                  <a:pt x="0" y="51854"/>
                </a:moveTo>
                <a:lnTo>
                  <a:pt x="28188" y="23666"/>
                </a:lnTo>
                <a:lnTo>
                  <a:pt x="28188" y="535557"/>
                </a:lnTo>
                <a:lnTo>
                  <a:pt x="0" y="535557"/>
                </a:lnTo>
                <a:lnTo>
                  <a:pt x="0" y="51854"/>
                </a:lnTo>
                <a:close/>
                <a:moveTo>
                  <a:pt x="84564" y="28188"/>
                </a:moveTo>
                <a:lnTo>
                  <a:pt x="422811" y="28188"/>
                </a:lnTo>
                <a:lnTo>
                  <a:pt x="422811" y="0"/>
                </a:lnTo>
                <a:lnTo>
                  <a:pt x="56376" y="0"/>
                </a:lnTo>
                <a:lnTo>
                  <a:pt x="56376" y="338244"/>
                </a:lnTo>
                <a:lnTo>
                  <a:pt x="367711" y="338244"/>
                </a:lnTo>
                <a:lnTo>
                  <a:pt x="367711" y="310062"/>
                </a:lnTo>
                <a:lnTo>
                  <a:pt x="84564" y="310062"/>
                </a:lnTo>
                <a:lnTo>
                  <a:pt x="84564" y="28188"/>
                </a:lnTo>
                <a:close/>
                <a:moveTo>
                  <a:pt x="410152" y="253686"/>
                </a:moveTo>
                <a:lnTo>
                  <a:pt x="140937" y="253686"/>
                </a:lnTo>
                <a:lnTo>
                  <a:pt x="140937" y="140940"/>
                </a:lnTo>
                <a:lnTo>
                  <a:pt x="371171" y="140940"/>
                </a:lnTo>
                <a:lnTo>
                  <a:pt x="399359" y="112752"/>
                </a:lnTo>
                <a:lnTo>
                  <a:pt x="140937" y="112752"/>
                </a:lnTo>
                <a:lnTo>
                  <a:pt x="140937" y="84564"/>
                </a:lnTo>
                <a:lnTo>
                  <a:pt x="422811" y="84564"/>
                </a:lnTo>
                <a:lnTo>
                  <a:pt x="422811" y="56376"/>
                </a:lnTo>
                <a:lnTo>
                  <a:pt x="112749" y="56376"/>
                </a:lnTo>
                <a:lnTo>
                  <a:pt x="112749" y="281874"/>
                </a:lnTo>
                <a:lnTo>
                  <a:pt x="382334" y="281874"/>
                </a:lnTo>
                <a:lnTo>
                  <a:pt x="410152" y="253686"/>
                </a:lnTo>
                <a:close/>
                <a:moveTo>
                  <a:pt x="56376" y="535557"/>
                </a:moveTo>
                <a:lnTo>
                  <a:pt x="84564" y="535557"/>
                </a:lnTo>
                <a:lnTo>
                  <a:pt x="84564" y="394620"/>
                </a:lnTo>
                <a:lnTo>
                  <a:pt x="112752" y="394620"/>
                </a:lnTo>
                <a:lnTo>
                  <a:pt x="112752" y="511890"/>
                </a:lnTo>
                <a:lnTo>
                  <a:pt x="140940" y="483705"/>
                </a:lnTo>
                <a:lnTo>
                  <a:pt x="140940" y="394620"/>
                </a:lnTo>
                <a:lnTo>
                  <a:pt x="367714" y="394620"/>
                </a:lnTo>
                <a:lnTo>
                  <a:pt x="367714" y="366435"/>
                </a:lnTo>
                <a:lnTo>
                  <a:pt x="56376" y="366435"/>
                </a:lnTo>
                <a:lnTo>
                  <a:pt x="56376" y="535557"/>
                </a:lnTo>
                <a:close/>
                <a:moveTo>
                  <a:pt x="1428724" y="0"/>
                </a:moveTo>
                <a:lnTo>
                  <a:pt x="1428724" y="324156"/>
                </a:lnTo>
                <a:cubicBezTo>
                  <a:pt x="1428724" y="399584"/>
                  <a:pt x="1395069" y="464387"/>
                  <a:pt x="1316539" y="514089"/>
                </a:cubicBezTo>
                <a:lnTo>
                  <a:pt x="1315903" y="513258"/>
                </a:lnTo>
                <a:cubicBezTo>
                  <a:pt x="1367503" y="472336"/>
                  <a:pt x="1400536" y="419773"/>
                  <a:pt x="1400536" y="351869"/>
                </a:cubicBezTo>
                <a:lnTo>
                  <a:pt x="1400536" y="3"/>
                </a:lnTo>
                <a:lnTo>
                  <a:pt x="1372348" y="3"/>
                </a:lnTo>
                <a:lnTo>
                  <a:pt x="1372348" y="351400"/>
                </a:lnTo>
                <a:cubicBezTo>
                  <a:pt x="1372348" y="452590"/>
                  <a:pt x="1290318" y="528510"/>
                  <a:pt x="1189132" y="528510"/>
                </a:cubicBezTo>
                <a:cubicBezTo>
                  <a:pt x="1087946" y="528510"/>
                  <a:pt x="1005916" y="452587"/>
                  <a:pt x="1005916" y="351400"/>
                </a:cubicBezTo>
                <a:lnTo>
                  <a:pt x="1005916" y="23666"/>
                </a:lnTo>
                <a:lnTo>
                  <a:pt x="977728" y="51854"/>
                </a:lnTo>
                <a:lnTo>
                  <a:pt x="977728" y="351869"/>
                </a:lnTo>
                <a:cubicBezTo>
                  <a:pt x="977728" y="468625"/>
                  <a:pt x="1072376" y="556226"/>
                  <a:pt x="1189132" y="556226"/>
                </a:cubicBezTo>
                <a:cubicBezTo>
                  <a:pt x="1191834" y="556226"/>
                  <a:pt x="1217320" y="556226"/>
                  <a:pt x="1217320" y="556226"/>
                </a:cubicBezTo>
                <a:cubicBezTo>
                  <a:pt x="1332291" y="556226"/>
                  <a:pt x="1456912" y="471321"/>
                  <a:pt x="1456912" y="324566"/>
                </a:cubicBezTo>
                <a:cubicBezTo>
                  <a:pt x="1456912" y="324428"/>
                  <a:pt x="1456912" y="0"/>
                  <a:pt x="1456912" y="0"/>
                </a:cubicBezTo>
                <a:lnTo>
                  <a:pt x="1428724" y="0"/>
                </a:lnTo>
                <a:close/>
                <a:moveTo>
                  <a:pt x="1189132" y="500322"/>
                </a:moveTo>
                <a:cubicBezTo>
                  <a:pt x="1274706" y="500322"/>
                  <a:pt x="1344082" y="436948"/>
                  <a:pt x="1344160" y="351400"/>
                </a:cubicBezTo>
                <a:lnTo>
                  <a:pt x="1344160" y="351400"/>
                </a:lnTo>
                <a:lnTo>
                  <a:pt x="1344160" y="23666"/>
                </a:lnTo>
                <a:lnTo>
                  <a:pt x="1315972" y="51854"/>
                </a:lnTo>
                <a:lnTo>
                  <a:pt x="1315972" y="324153"/>
                </a:lnTo>
                <a:cubicBezTo>
                  <a:pt x="1315972" y="378637"/>
                  <a:pt x="1271801" y="415761"/>
                  <a:pt x="1217317" y="415761"/>
                </a:cubicBezTo>
                <a:cubicBezTo>
                  <a:pt x="1162833" y="415761"/>
                  <a:pt x="1118662" y="378637"/>
                  <a:pt x="1118662" y="324153"/>
                </a:cubicBezTo>
                <a:lnTo>
                  <a:pt x="1118662" y="3"/>
                </a:lnTo>
                <a:lnTo>
                  <a:pt x="1090474" y="3"/>
                </a:lnTo>
                <a:lnTo>
                  <a:pt x="1090474" y="324156"/>
                </a:lnTo>
                <a:cubicBezTo>
                  <a:pt x="1090474" y="394209"/>
                  <a:pt x="1147264" y="443951"/>
                  <a:pt x="1217317" y="443951"/>
                </a:cubicBezTo>
                <a:cubicBezTo>
                  <a:pt x="1245962" y="443951"/>
                  <a:pt x="1280732" y="429800"/>
                  <a:pt x="1304349" y="404889"/>
                </a:cubicBezTo>
                <a:lnTo>
                  <a:pt x="1304982" y="405720"/>
                </a:lnTo>
                <a:cubicBezTo>
                  <a:pt x="1282838" y="446784"/>
                  <a:pt x="1241907" y="472139"/>
                  <a:pt x="1189129" y="472139"/>
                </a:cubicBezTo>
                <a:cubicBezTo>
                  <a:pt x="1119507" y="472139"/>
                  <a:pt x="1062992" y="421734"/>
                  <a:pt x="1062303" y="352344"/>
                </a:cubicBezTo>
                <a:lnTo>
                  <a:pt x="1062286" y="352344"/>
                </a:lnTo>
                <a:lnTo>
                  <a:pt x="1062286" y="3"/>
                </a:lnTo>
                <a:lnTo>
                  <a:pt x="1034098" y="3"/>
                </a:lnTo>
                <a:lnTo>
                  <a:pt x="1034098" y="352341"/>
                </a:lnTo>
                <a:lnTo>
                  <a:pt x="1034113" y="352341"/>
                </a:lnTo>
                <a:cubicBezTo>
                  <a:pt x="1034703" y="437411"/>
                  <a:pt x="1103877" y="500322"/>
                  <a:pt x="1189132" y="500322"/>
                </a:cubicBezTo>
                <a:close/>
                <a:moveTo>
                  <a:pt x="562774" y="366435"/>
                </a:moveTo>
                <a:lnTo>
                  <a:pt x="491494" y="535557"/>
                </a:lnTo>
                <a:lnTo>
                  <a:pt x="519684" y="535554"/>
                </a:lnTo>
                <a:lnTo>
                  <a:pt x="519682" y="535557"/>
                </a:lnTo>
                <a:lnTo>
                  <a:pt x="519684" y="535557"/>
                </a:lnTo>
                <a:lnTo>
                  <a:pt x="555322" y="450996"/>
                </a:lnTo>
                <a:lnTo>
                  <a:pt x="794138" y="450996"/>
                </a:lnTo>
                <a:lnTo>
                  <a:pt x="829744" y="535557"/>
                </a:lnTo>
                <a:lnTo>
                  <a:pt x="857932" y="535557"/>
                </a:lnTo>
                <a:lnTo>
                  <a:pt x="810457" y="422808"/>
                </a:lnTo>
                <a:lnTo>
                  <a:pt x="567200" y="422808"/>
                </a:lnTo>
                <a:lnTo>
                  <a:pt x="579078" y="394620"/>
                </a:lnTo>
                <a:lnTo>
                  <a:pt x="826776" y="394620"/>
                </a:lnTo>
                <a:lnTo>
                  <a:pt x="886120" y="535557"/>
                </a:lnTo>
                <a:lnTo>
                  <a:pt x="914308" y="535557"/>
                </a:lnTo>
                <a:lnTo>
                  <a:pt x="843097" y="366435"/>
                </a:lnTo>
                <a:lnTo>
                  <a:pt x="562774" y="366435"/>
                </a:lnTo>
                <a:close/>
                <a:moveTo>
                  <a:pt x="604248" y="0"/>
                </a:moveTo>
                <a:lnTo>
                  <a:pt x="397091" y="491374"/>
                </a:lnTo>
                <a:lnTo>
                  <a:pt x="415032" y="515732"/>
                </a:lnTo>
                <a:lnTo>
                  <a:pt x="632437" y="0"/>
                </a:lnTo>
                <a:lnTo>
                  <a:pt x="604248" y="0"/>
                </a:lnTo>
                <a:close/>
                <a:moveTo>
                  <a:pt x="716998" y="3"/>
                </a:moveTo>
                <a:lnTo>
                  <a:pt x="934130" y="515735"/>
                </a:lnTo>
                <a:lnTo>
                  <a:pt x="952028" y="491377"/>
                </a:lnTo>
                <a:lnTo>
                  <a:pt x="745186" y="3"/>
                </a:lnTo>
                <a:lnTo>
                  <a:pt x="716998" y="3"/>
                </a:lnTo>
                <a:close/>
                <a:moveTo>
                  <a:pt x="546409" y="338247"/>
                </a:moveTo>
                <a:lnTo>
                  <a:pt x="463042" y="535557"/>
                </a:lnTo>
                <a:lnTo>
                  <a:pt x="434854" y="535557"/>
                </a:lnTo>
                <a:lnTo>
                  <a:pt x="646528" y="33467"/>
                </a:lnTo>
                <a:lnTo>
                  <a:pt x="762988" y="310059"/>
                </a:lnTo>
                <a:lnTo>
                  <a:pt x="791176" y="310059"/>
                </a:lnTo>
                <a:lnTo>
                  <a:pt x="660624" y="3"/>
                </a:lnTo>
                <a:lnTo>
                  <a:pt x="688812" y="3"/>
                </a:lnTo>
                <a:lnTo>
                  <a:pt x="831231" y="338247"/>
                </a:lnTo>
                <a:lnTo>
                  <a:pt x="546409" y="338247"/>
                </a:lnTo>
                <a:close/>
                <a:moveTo>
                  <a:pt x="674788" y="167531"/>
                </a:moveTo>
                <a:lnTo>
                  <a:pt x="614721" y="310062"/>
                </a:lnTo>
                <a:lnTo>
                  <a:pt x="734800" y="310062"/>
                </a:lnTo>
                <a:lnTo>
                  <a:pt x="674788" y="167531"/>
                </a:lnTo>
                <a:close/>
                <a:moveTo>
                  <a:pt x="558275" y="310062"/>
                </a:moveTo>
                <a:lnTo>
                  <a:pt x="586535" y="310062"/>
                </a:lnTo>
                <a:lnTo>
                  <a:pt x="660703" y="134072"/>
                </a:lnTo>
                <a:lnTo>
                  <a:pt x="646588" y="100553"/>
                </a:lnTo>
                <a:lnTo>
                  <a:pt x="558275" y="310062"/>
                </a:lnTo>
                <a:close/>
              </a:path>
            </a:pathLst>
          </a:custGeom>
          <a:solidFill>
            <a:schemeClr val="tx1"/>
          </a:solidFill>
          <a:ln w="2892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grpSp>
        <p:nvGrpSpPr>
          <p:cNvPr id="58" name="Gruppieren 57">
            <a:extLst>
              <a:ext uri="{FF2B5EF4-FFF2-40B4-BE49-F238E27FC236}">
                <a16:creationId xmlns:a16="http://schemas.microsoft.com/office/drawing/2014/main" id="{9A6E8BA9-5951-4163-8A80-4621C65DA816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61" name="Gerader Verbinder 60">
              <a:extLst>
                <a:ext uri="{FF2B5EF4-FFF2-40B4-BE49-F238E27FC236}">
                  <a16:creationId xmlns:a16="http://schemas.microsoft.com/office/drawing/2014/main" id="{59DAB7DF-1308-4B09-91FE-7DF38D6584E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feld 61">
              <a:extLst>
                <a:ext uri="{FF2B5EF4-FFF2-40B4-BE49-F238E27FC236}">
                  <a16:creationId xmlns:a16="http://schemas.microsoft.com/office/drawing/2014/main" id="{87654828-5D94-4A05-BD5F-25792A149E05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63" name="Gruppieren 62">
            <a:extLst>
              <a:ext uri="{FF2B5EF4-FFF2-40B4-BE49-F238E27FC236}">
                <a16:creationId xmlns:a16="http://schemas.microsoft.com/office/drawing/2014/main" id="{9D3F2F75-1623-4F64-97FE-EA0C4D9FABDC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64" name="Gerader Verbinder 63">
              <a:extLst>
                <a:ext uri="{FF2B5EF4-FFF2-40B4-BE49-F238E27FC236}">
                  <a16:creationId xmlns:a16="http://schemas.microsoft.com/office/drawing/2014/main" id="{B042E0F0-49A6-465F-A607-A4C2EFB5486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Textfeld 64">
              <a:extLst>
                <a:ext uri="{FF2B5EF4-FFF2-40B4-BE49-F238E27FC236}">
                  <a16:creationId xmlns:a16="http://schemas.microsoft.com/office/drawing/2014/main" id="{9D612980-2A2D-4E94-8238-9C67C608554C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66" name="Gruppieren 65">
            <a:extLst>
              <a:ext uri="{FF2B5EF4-FFF2-40B4-BE49-F238E27FC236}">
                <a16:creationId xmlns:a16="http://schemas.microsoft.com/office/drawing/2014/main" id="{2CE76F8C-9B22-4BB3-B2D6-15EC2A58C7A7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67" name="Gerader Verbinder 66">
              <a:extLst>
                <a:ext uri="{FF2B5EF4-FFF2-40B4-BE49-F238E27FC236}">
                  <a16:creationId xmlns:a16="http://schemas.microsoft.com/office/drawing/2014/main" id="{9C843E82-BEFA-4CF2-BA2F-3C80060D316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Textfeld 67">
              <a:extLst>
                <a:ext uri="{FF2B5EF4-FFF2-40B4-BE49-F238E27FC236}">
                  <a16:creationId xmlns:a16="http://schemas.microsoft.com/office/drawing/2014/main" id="{4762BE88-2459-479F-84FF-4DF483AA142C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69" name="Gruppieren 68">
            <a:extLst>
              <a:ext uri="{FF2B5EF4-FFF2-40B4-BE49-F238E27FC236}">
                <a16:creationId xmlns:a16="http://schemas.microsoft.com/office/drawing/2014/main" id="{104E26F8-EA1A-4C6F-92E1-8F6F98ABFA13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70" name="Gerader Verbinder 69">
              <a:extLst>
                <a:ext uri="{FF2B5EF4-FFF2-40B4-BE49-F238E27FC236}">
                  <a16:creationId xmlns:a16="http://schemas.microsoft.com/office/drawing/2014/main" id="{1A8A854C-301D-4327-AEA2-BCC20A88724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Textfeld 70">
              <a:extLst>
                <a:ext uri="{FF2B5EF4-FFF2-40B4-BE49-F238E27FC236}">
                  <a16:creationId xmlns:a16="http://schemas.microsoft.com/office/drawing/2014/main" id="{5A547124-456E-49C6-8FC8-111D0AAFEB7F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72" name="Gruppieren 71">
            <a:extLst>
              <a:ext uri="{FF2B5EF4-FFF2-40B4-BE49-F238E27FC236}">
                <a16:creationId xmlns:a16="http://schemas.microsoft.com/office/drawing/2014/main" id="{73B26B5D-1FEC-45B5-B34A-6A1B50955F0E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73" name="Gerader Verbinder 72">
              <a:extLst>
                <a:ext uri="{FF2B5EF4-FFF2-40B4-BE49-F238E27FC236}">
                  <a16:creationId xmlns:a16="http://schemas.microsoft.com/office/drawing/2014/main" id="{3423A679-4F5C-456E-AB6C-7A18EA3E5BA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Textfeld 73">
              <a:extLst>
                <a:ext uri="{FF2B5EF4-FFF2-40B4-BE49-F238E27FC236}">
                  <a16:creationId xmlns:a16="http://schemas.microsoft.com/office/drawing/2014/main" id="{69754FAD-5E71-4087-B3E8-0FEC37E0D864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75" name="Gruppieren 74">
            <a:extLst>
              <a:ext uri="{FF2B5EF4-FFF2-40B4-BE49-F238E27FC236}">
                <a16:creationId xmlns:a16="http://schemas.microsoft.com/office/drawing/2014/main" id="{7C156EC4-BDB3-4DEA-9B78-E98FCFD2F54B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76" name="Gerader Verbinder 75">
              <a:extLst>
                <a:ext uri="{FF2B5EF4-FFF2-40B4-BE49-F238E27FC236}">
                  <a16:creationId xmlns:a16="http://schemas.microsoft.com/office/drawing/2014/main" id="{9E9C384D-D46B-429F-9A97-86F6E3560FE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Textfeld 76">
              <a:extLst>
                <a:ext uri="{FF2B5EF4-FFF2-40B4-BE49-F238E27FC236}">
                  <a16:creationId xmlns:a16="http://schemas.microsoft.com/office/drawing/2014/main" id="{64B7918E-86D1-49EB-8917-1468D42A6E25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78" name="Gruppieren 77">
            <a:extLst>
              <a:ext uri="{FF2B5EF4-FFF2-40B4-BE49-F238E27FC236}">
                <a16:creationId xmlns:a16="http://schemas.microsoft.com/office/drawing/2014/main" id="{750A6733-FD78-4442-98B4-E2BED64B460F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79" name="Gerader Verbinder 78">
              <a:extLst>
                <a:ext uri="{FF2B5EF4-FFF2-40B4-BE49-F238E27FC236}">
                  <a16:creationId xmlns:a16="http://schemas.microsoft.com/office/drawing/2014/main" id="{77BB574D-D198-49E4-874D-732C0CBD5BF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Textfeld 79">
              <a:extLst>
                <a:ext uri="{FF2B5EF4-FFF2-40B4-BE49-F238E27FC236}">
                  <a16:creationId xmlns:a16="http://schemas.microsoft.com/office/drawing/2014/main" id="{67A72ACB-A6A0-450F-A8F3-9CA35EFC5560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81" name="Gruppieren 80">
            <a:extLst>
              <a:ext uri="{FF2B5EF4-FFF2-40B4-BE49-F238E27FC236}">
                <a16:creationId xmlns:a16="http://schemas.microsoft.com/office/drawing/2014/main" id="{C4970FA2-8D2D-462F-BD21-BDE052DC5824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82" name="Gerader Verbinder 81">
              <a:extLst>
                <a:ext uri="{FF2B5EF4-FFF2-40B4-BE49-F238E27FC236}">
                  <a16:creationId xmlns:a16="http://schemas.microsoft.com/office/drawing/2014/main" id="{A7C30986-FB99-416E-BC3E-3BAEC067C11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Textfeld 82">
              <a:extLst>
                <a:ext uri="{FF2B5EF4-FFF2-40B4-BE49-F238E27FC236}">
                  <a16:creationId xmlns:a16="http://schemas.microsoft.com/office/drawing/2014/main" id="{4CE018F4-A860-49B3-B4CD-A328759F15C6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84" name="Gruppieren 83">
            <a:extLst>
              <a:ext uri="{FF2B5EF4-FFF2-40B4-BE49-F238E27FC236}">
                <a16:creationId xmlns:a16="http://schemas.microsoft.com/office/drawing/2014/main" id="{7C2BACBD-0A67-4A9A-B5DC-10C76F5DE4C2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85" name="Gerader Verbinder 84">
              <a:extLst>
                <a:ext uri="{FF2B5EF4-FFF2-40B4-BE49-F238E27FC236}">
                  <a16:creationId xmlns:a16="http://schemas.microsoft.com/office/drawing/2014/main" id="{65F81584-9968-42FA-B3A9-1C13CEAE92A8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Textfeld 85">
              <a:extLst>
                <a:ext uri="{FF2B5EF4-FFF2-40B4-BE49-F238E27FC236}">
                  <a16:creationId xmlns:a16="http://schemas.microsoft.com/office/drawing/2014/main" id="{B6D353C6-61DE-4475-8AC6-6D8AF12D49FB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87" name="Gerader Verbinder 86">
            <a:extLst>
              <a:ext uri="{FF2B5EF4-FFF2-40B4-BE49-F238E27FC236}">
                <a16:creationId xmlns:a16="http://schemas.microsoft.com/office/drawing/2014/main" id="{935008F2-D1D5-498F-9932-727B677C0ADE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8" name="Gruppieren 87">
            <a:extLst>
              <a:ext uri="{FF2B5EF4-FFF2-40B4-BE49-F238E27FC236}">
                <a16:creationId xmlns:a16="http://schemas.microsoft.com/office/drawing/2014/main" id="{9E72FA59-B055-4F1F-8F32-E797C18F96F9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89" name="Gerader Verbinder 88">
              <a:extLst>
                <a:ext uri="{FF2B5EF4-FFF2-40B4-BE49-F238E27FC236}">
                  <a16:creationId xmlns:a16="http://schemas.microsoft.com/office/drawing/2014/main" id="{B89FA96C-C88D-4C6A-BE88-F3E3083BC51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Textfeld 89">
              <a:extLst>
                <a:ext uri="{FF2B5EF4-FFF2-40B4-BE49-F238E27FC236}">
                  <a16:creationId xmlns:a16="http://schemas.microsoft.com/office/drawing/2014/main" id="{CD67028C-ACEA-4E1C-BF3F-B09177D4335E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91" name="Grafik 3">
            <a:extLst>
              <a:ext uri="{FF2B5EF4-FFF2-40B4-BE49-F238E27FC236}">
                <a16:creationId xmlns:a16="http://schemas.microsoft.com/office/drawing/2014/main" id="{37E6B3DF-5023-4389-B81D-D5693ABB5B67}"/>
              </a:ext>
            </a:extLst>
          </p:cNvPr>
          <p:cNvGrpSpPr/>
          <p:nvPr userDrawn="1"/>
        </p:nvGrpSpPr>
        <p:grpSpPr>
          <a:xfrm>
            <a:off x="520163" y="293688"/>
            <a:ext cx="2589683" cy="327844"/>
            <a:chOff x="2269806" y="2525076"/>
            <a:chExt cx="7681912" cy="972502"/>
          </a:xfrm>
          <a:solidFill>
            <a:schemeClr val="tx1"/>
          </a:solidFill>
        </p:grpSpPr>
        <p:sp>
          <p:nvSpPr>
            <p:cNvPr id="92" name="Freihandform: Form 91">
              <a:extLst>
                <a:ext uri="{FF2B5EF4-FFF2-40B4-BE49-F238E27FC236}">
                  <a16:creationId xmlns:a16="http://schemas.microsoft.com/office/drawing/2014/main" id="{DAED8277-653C-47D2-B038-A1B365F0C07B}"/>
                </a:ext>
              </a:extLst>
            </p:cNvPr>
            <p:cNvSpPr/>
            <p:nvPr/>
          </p:nvSpPr>
          <p:spPr>
            <a:xfrm>
              <a:off x="2269806" y="2545079"/>
              <a:ext cx="232409" cy="369569"/>
            </a:xfrm>
            <a:custGeom>
              <a:avLst/>
              <a:gdLst>
                <a:gd name="connsiteX0" fmla="*/ 232410 w 232409"/>
                <a:gd name="connsiteY0" fmla="*/ 60960 h 369569"/>
                <a:gd name="connsiteX1" fmla="*/ 65723 w 232409"/>
                <a:gd name="connsiteY1" fmla="*/ 60960 h 369569"/>
                <a:gd name="connsiteX2" fmla="*/ 65723 w 232409"/>
                <a:gd name="connsiteY2" fmla="*/ 152400 h 369569"/>
                <a:gd name="connsiteX3" fmla="*/ 189547 w 232409"/>
                <a:gd name="connsiteY3" fmla="*/ 152400 h 369569"/>
                <a:gd name="connsiteX4" fmla="*/ 189547 w 232409"/>
                <a:gd name="connsiteY4" fmla="*/ 212408 h 369569"/>
                <a:gd name="connsiteX5" fmla="*/ 65723 w 232409"/>
                <a:gd name="connsiteY5" fmla="*/ 212408 h 369569"/>
                <a:gd name="connsiteX6" fmla="*/ 65723 w 232409"/>
                <a:gd name="connsiteY6" fmla="*/ 369570 h 369569"/>
                <a:gd name="connsiteX7" fmla="*/ 0 w 232409"/>
                <a:gd name="connsiteY7" fmla="*/ 369570 h 369569"/>
                <a:gd name="connsiteX8" fmla="*/ 0 w 232409"/>
                <a:gd name="connsiteY8" fmla="*/ 0 h 369569"/>
                <a:gd name="connsiteX9" fmla="*/ 231458 w 232409"/>
                <a:gd name="connsiteY9" fmla="*/ 0 h 369569"/>
                <a:gd name="connsiteX10" fmla="*/ 231458 w 232409"/>
                <a:gd name="connsiteY10" fmla="*/ 60960 h 36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2409" h="369569">
                  <a:moveTo>
                    <a:pt x="232410" y="60960"/>
                  </a:moveTo>
                  <a:lnTo>
                    <a:pt x="65723" y="60960"/>
                  </a:lnTo>
                  <a:lnTo>
                    <a:pt x="65723" y="152400"/>
                  </a:lnTo>
                  <a:lnTo>
                    <a:pt x="189547" y="152400"/>
                  </a:lnTo>
                  <a:lnTo>
                    <a:pt x="189547" y="212408"/>
                  </a:lnTo>
                  <a:lnTo>
                    <a:pt x="65723" y="212408"/>
                  </a:lnTo>
                  <a:lnTo>
                    <a:pt x="65723" y="369570"/>
                  </a:lnTo>
                  <a:lnTo>
                    <a:pt x="0" y="369570"/>
                  </a:lnTo>
                  <a:lnTo>
                    <a:pt x="0" y="0"/>
                  </a:lnTo>
                  <a:lnTo>
                    <a:pt x="231458" y="0"/>
                  </a:lnTo>
                  <a:lnTo>
                    <a:pt x="231458" y="6096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3" name="Freihandform: Form 92">
              <a:extLst>
                <a:ext uri="{FF2B5EF4-FFF2-40B4-BE49-F238E27FC236}">
                  <a16:creationId xmlns:a16="http://schemas.microsoft.com/office/drawing/2014/main" id="{5C92A5BB-6532-457C-BF70-CEA37B3D00B9}"/>
                </a:ext>
              </a:extLst>
            </p:cNvPr>
            <p:cNvSpPr/>
            <p:nvPr/>
          </p:nvSpPr>
          <p:spPr>
            <a:xfrm>
              <a:off x="2538412" y="2641039"/>
              <a:ext cx="160020" cy="272657"/>
            </a:xfrm>
            <a:custGeom>
              <a:avLst/>
              <a:gdLst>
                <a:gd name="connsiteX0" fmla="*/ 160020 w 160020"/>
                <a:gd name="connsiteY0" fmla="*/ 5005 h 272657"/>
                <a:gd name="connsiteX1" fmla="*/ 150495 w 160020"/>
                <a:gd name="connsiteY1" fmla="*/ 68823 h 272657"/>
                <a:gd name="connsiteX2" fmla="*/ 116205 w 160020"/>
                <a:gd name="connsiteY2" fmla="*/ 60250 h 272657"/>
                <a:gd name="connsiteX3" fmla="*/ 61913 w 160020"/>
                <a:gd name="connsiteY3" fmla="*/ 135498 h 272657"/>
                <a:gd name="connsiteX4" fmla="*/ 61913 w 160020"/>
                <a:gd name="connsiteY4" fmla="*/ 272658 h 272657"/>
                <a:gd name="connsiteX5" fmla="*/ 0 w 160020"/>
                <a:gd name="connsiteY5" fmla="*/ 272658 h 272657"/>
                <a:gd name="connsiteX6" fmla="*/ 0 w 160020"/>
                <a:gd name="connsiteY6" fmla="*/ 5958 h 272657"/>
                <a:gd name="connsiteX7" fmla="*/ 60960 w 160020"/>
                <a:gd name="connsiteY7" fmla="*/ 5958 h 272657"/>
                <a:gd name="connsiteX8" fmla="*/ 60960 w 160020"/>
                <a:gd name="connsiteY8" fmla="*/ 40248 h 272657"/>
                <a:gd name="connsiteX9" fmla="*/ 61913 w 160020"/>
                <a:gd name="connsiteY9" fmla="*/ 40248 h 272657"/>
                <a:gd name="connsiteX10" fmla="*/ 131445 w 160020"/>
                <a:gd name="connsiteY10" fmla="*/ 243 h 272657"/>
                <a:gd name="connsiteX11" fmla="*/ 160020 w 160020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2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7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4" name="Freihandform: Form 93">
              <a:extLst>
                <a:ext uri="{FF2B5EF4-FFF2-40B4-BE49-F238E27FC236}">
                  <a16:creationId xmlns:a16="http://schemas.microsoft.com/office/drawing/2014/main" id="{0AD83E51-3651-43AF-A758-D8EAB7F1DE64}"/>
                </a:ext>
              </a:extLst>
            </p:cNvPr>
            <p:cNvSpPr/>
            <p:nvPr/>
          </p:nvSpPr>
          <p:spPr>
            <a:xfrm>
              <a:off x="2743199" y="2528887"/>
              <a:ext cx="79057" cy="384810"/>
            </a:xfrm>
            <a:custGeom>
              <a:avLst/>
              <a:gdLst>
                <a:gd name="connsiteX0" fmla="*/ 79058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8 w 79057"/>
                <a:gd name="connsiteY4" fmla="*/ 38100 h 384810"/>
                <a:gd name="connsiteX5" fmla="*/ 70485 w 79057"/>
                <a:gd name="connsiteY5" fmla="*/ 384810 h 384810"/>
                <a:gd name="connsiteX6" fmla="*/ 8573 w 79057"/>
                <a:gd name="connsiteY6" fmla="*/ 384810 h 384810"/>
                <a:gd name="connsiteX7" fmla="*/ 8573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8" y="38100"/>
                  </a:moveTo>
                  <a:cubicBezTo>
                    <a:pt x="79058" y="60007"/>
                    <a:pt x="60960" y="76200"/>
                    <a:pt x="39052" y="76200"/>
                  </a:cubicBezTo>
                  <a:cubicBezTo>
                    <a:pt x="17145" y="76200"/>
                    <a:pt x="0" y="60007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5" name="Freihandform: Form 94">
              <a:extLst>
                <a:ext uri="{FF2B5EF4-FFF2-40B4-BE49-F238E27FC236}">
                  <a16:creationId xmlns:a16="http://schemas.microsoft.com/office/drawing/2014/main" id="{FAE9DE47-2100-441A-AF8F-B6656A85A29E}"/>
                </a:ext>
              </a:extLst>
            </p:cNvPr>
            <p:cNvSpPr/>
            <p:nvPr/>
          </p:nvSpPr>
          <p:spPr>
            <a:xfrm>
              <a:off x="2879407" y="2641281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1913 w 242887"/>
                <a:gd name="connsiteY10" fmla="*/ 115253 h 279082"/>
                <a:gd name="connsiteX11" fmla="*/ 182880 w 242887"/>
                <a:gd name="connsiteY11" fmla="*/ 115253 h 279082"/>
                <a:gd name="connsiteX12" fmla="*/ 123825 w 242887"/>
                <a:gd name="connsiteY12" fmla="*/ 50482 h 279082"/>
                <a:gd name="connsiteX13" fmla="*/ 61913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1913" y="115253"/>
                  </a:moveTo>
                  <a:lnTo>
                    <a:pt x="182880" y="115253"/>
                  </a:lnTo>
                  <a:cubicBezTo>
                    <a:pt x="180022" y="74295"/>
                    <a:pt x="159067" y="50482"/>
                    <a:pt x="123825" y="50482"/>
                  </a:cubicBezTo>
                  <a:cubicBezTo>
                    <a:pt x="89535" y="50482"/>
                    <a:pt x="67627" y="74295"/>
                    <a:pt x="61913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6" name="Freihandform: Form 95">
              <a:extLst>
                <a:ext uri="{FF2B5EF4-FFF2-40B4-BE49-F238E27FC236}">
                  <a16:creationId xmlns:a16="http://schemas.microsoft.com/office/drawing/2014/main" id="{82F9C808-C971-4C71-8B8E-8E1522DEB033}"/>
                </a:ext>
              </a:extLst>
            </p:cNvPr>
            <p:cNvSpPr/>
            <p:nvPr/>
          </p:nvSpPr>
          <p:spPr>
            <a:xfrm>
              <a:off x="3177539" y="2525076"/>
              <a:ext cx="248602" cy="396239"/>
            </a:xfrm>
            <a:custGeom>
              <a:avLst/>
              <a:gdLst>
                <a:gd name="connsiteX0" fmla="*/ 0 w 248602"/>
                <a:gd name="connsiteY0" fmla="*/ 255270 h 396239"/>
                <a:gd name="connsiteX1" fmla="*/ 108585 w 248602"/>
                <a:gd name="connsiteY1" fmla="*/ 116205 h 396239"/>
                <a:gd name="connsiteX2" fmla="*/ 185738 w 248602"/>
                <a:gd name="connsiteY2" fmla="*/ 152400 h 396239"/>
                <a:gd name="connsiteX3" fmla="*/ 186690 w 248602"/>
                <a:gd name="connsiteY3" fmla="*/ 152400 h 396239"/>
                <a:gd name="connsiteX4" fmla="*/ 186690 w 248602"/>
                <a:gd name="connsiteY4" fmla="*/ 15240 h 396239"/>
                <a:gd name="connsiteX5" fmla="*/ 248602 w 248602"/>
                <a:gd name="connsiteY5" fmla="*/ 0 h 396239"/>
                <a:gd name="connsiteX6" fmla="*/ 248602 w 248602"/>
                <a:gd name="connsiteY6" fmla="*/ 389573 h 396239"/>
                <a:gd name="connsiteX7" fmla="*/ 187642 w 248602"/>
                <a:gd name="connsiteY7" fmla="*/ 389573 h 396239"/>
                <a:gd name="connsiteX8" fmla="*/ 187642 w 248602"/>
                <a:gd name="connsiteY8" fmla="*/ 358140 h 396239"/>
                <a:gd name="connsiteX9" fmla="*/ 186690 w 248602"/>
                <a:gd name="connsiteY9" fmla="*/ 358140 h 396239"/>
                <a:gd name="connsiteX10" fmla="*/ 106680 w 248602"/>
                <a:gd name="connsiteY10" fmla="*/ 396240 h 396239"/>
                <a:gd name="connsiteX11" fmla="*/ 0 w 248602"/>
                <a:gd name="connsiteY11" fmla="*/ 255270 h 396239"/>
                <a:gd name="connsiteX12" fmla="*/ 60960 w 248602"/>
                <a:gd name="connsiteY12" fmla="*/ 255270 h 396239"/>
                <a:gd name="connsiteX13" fmla="*/ 122872 w 248602"/>
                <a:gd name="connsiteY13" fmla="*/ 340995 h 396239"/>
                <a:gd name="connsiteX14" fmla="*/ 186690 w 248602"/>
                <a:gd name="connsiteY14" fmla="*/ 305753 h 396239"/>
                <a:gd name="connsiteX15" fmla="*/ 186690 w 248602"/>
                <a:gd name="connsiteY15" fmla="*/ 207645 h 396239"/>
                <a:gd name="connsiteX16" fmla="*/ 122872 w 248602"/>
                <a:gd name="connsiteY16" fmla="*/ 172402 h 396239"/>
                <a:gd name="connsiteX17" fmla="*/ 60960 w 248602"/>
                <a:gd name="connsiteY17" fmla="*/ 255270 h 39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8602" h="396239">
                  <a:moveTo>
                    <a:pt x="0" y="255270"/>
                  </a:moveTo>
                  <a:cubicBezTo>
                    <a:pt x="0" y="169545"/>
                    <a:pt x="43815" y="116205"/>
                    <a:pt x="108585" y="116205"/>
                  </a:cubicBezTo>
                  <a:cubicBezTo>
                    <a:pt x="141922" y="116205"/>
                    <a:pt x="168592" y="130493"/>
                    <a:pt x="185738" y="152400"/>
                  </a:cubicBezTo>
                  <a:lnTo>
                    <a:pt x="186690" y="152400"/>
                  </a:lnTo>
                  <a:lnTo>
                    <a:pt x="186690" y="15240"/>
                  </a:lnTo>
                  <a:lnTo>
                    <a:pt x="248602" y="0"/>
                  </a:lnTo>
                  <a:lnTo>
                    <a:pt x="248602" y="389573"/>
                  </a:lnTo>
                  <a:lnTo>
                    <a:pt x="187642" y="389573"/>
                  </a:lnTo>
                  <a:lnTo>
                    <a:pt x="187642" y="358140"/>
                  </a:lnTo>
                  <a:lnTo>
                    <a:pt x="186690" y="358140"/>
                  </a:lnTo>
                  <a:cubicBezTo>
                    <a:pt x="167640" y="381953"/>
                    <a:pt x="140017" y="396240"/>
                    <a:pt x="106680" y="396240"/>
                  </a:cubicBezTo>
                  <a:cubicBezTo>
                    <a:pt x="43815" y="395288"/>
                    <a:pt x="0" y="340995"/>
                    <a:pt x="0" y="255270"/>
                  </a:cubicBezTo>
                  <a:close/>
                  <a:moveTo>
                    <a:pt x="60960" y="255270"/>
                  </a:moveTo>
                  <a:cubicBezTo>
                    <a:pt x="60960" y="309563"/>
                    <a:pt x="83820" y="340995"/>
                    <a:pt x="122872" y="340995"/>
                  </a:cubicBezTo>
                  <a:cubicBezTo>
                    <a:pt x="146685" y="340995"/>
                    <a:pt x="166688" y="329565"/>
                    <a:pt x="186690" y="305753"/>
                  </a:cubicBezTo>
                  <a:lnTo>
                    <a:pt x="186690" y="207645"/>
                  </a:lnTo>
                  <a:cubicBezTo>
                    <a:pt x="168592" y="183833"/>
                    <a:pt x="148590" y="172402"/>
                    <a:pt x="122872" y="172402"/>
                  </a:cubicBezTo>
                  <a:cubicBezTo>
                    <a:pt x="82867" y="172402"/>
                    <a:pt x="60960" y="201930"/>
                    <a:pt x="60960" y="2552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7" name="Freihandform: Form 96">
              <a:extLst>
                <a:ext uri="{FF2B5EF4-FFF2-40B4-BE49-F238E27FC236}">
                  <a16:creationId xmlns:a16="http://schemas.microsoft.com/office/drawing/2014/main" id="{4A9192D8-3754-405F-94AA-F053F2FE3663}"/>
                </a:ext>
              </a:extLst>
            </p:cNvPr>
            <p:cNvSpPr/>
            <p:nvPr/>
          </p:nvSpPr>
          <p:spPr>
            <a:xfrm>
              <a:off x="3509009" y="2641039"/>
              <a:ext cx="160020" cy="272657"/>
            </a:xfrm>
            <a:custGeom>
              <a:avLst/>
              <a:gdLst>
                <a:gd name="connsiteX0" fmla="*/ 160020 w 160020"/>
                <a:gd name="connsiteY0" fmla="*/ 5005 h 272657"/>
                <a:gd name="connsiteX1" fmla="*/ 150495 w 160020"/>
                <a:gd name="connsiteY1" fmla="*/ 68823 h 272657"/>
                <a:gd name="connsiteX2" fmla="*/ 116205 w 160020"/>
                <a:gd name="connsiteY2" fmla="*/ 60250 h 272657"/>
                <a:gd name="connsiteX3" fmla="*/ 61913 w 160020"/>
                <a:gd name="connsiteY3" fmla="*/ 135498 h 272657"/>
                <a:gd name="connsiteX4" fmla="*/ 61913 w 160020"/>
                <a:gd name="connsiteY4" fmla="*/ 272658 h 272657"/>
                <a:gd name="connsiteX5" fmla="*/ 0 w 160020"/>
                <a:gd name="connsiteY5" fmla="*/ 272658 h 272657"/>
                <a:gd name="connsiteX6" fmla="*/ 0 w 160020"/>
                <a:gd name="connsiteY6" fmla="*/ 5958 h 272657"/>
                <a:gd name="connsiteX7" fmla="*/ 60960 w 160020"/>
                <a:gd name="connsiteY7" fmla="*/ 5958 h 272657"/>
                <a:gd name="connsiteX8" fmla="*/ 60960 w 160020"/>
                <a:gd name="connsiteY8" fmla="*/ 40248 h 272657"/>
                <a:gd name="connsiteX9" fmla="*/ 61913 w 160020"/>
                <a:gd name="connsiteY9" fmla="*/ 40248 h 272657"/>
                <a:gd name="connsiteX10" fmla="*/ 131445 w 160020"/>
                <a:gd name="connsiteY10" fmla="*/ 243 h 272657"/>
                <a:gd name="connsiteX11" fmla="*/ 160020 w 160020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8" name="Freihandform: Form 97">
              <a:extLst>
                <a:ext uri="{FF2B5EF4-FFF2-40B4-BE49-F238E27FC236}">
                  <a16:creationId xmlns:a16="http://schemas.microsoft.com/office/drawing/2014/main" id="{DE3CCAF0-731A-462F-B849-752B7AAC53A8}"/>
                </a:ext>
              </a:extLst>
            </p:cNvPr>
            <p:cNvSpPr/>
            <p:nvPr/>
          </p:nvSpPr>
          <p:spPr>
            <a:xfrm>
              <a:off x="3712844" y="2528887"/>
              <a:ext cx="79057" cy="384810"/>
            </a:xfrm>
            <a:custGeom>
              <a:avLst/>
              <a:gdLst>
                <a:gd name="connsiteX0" fmla="*/ 79058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8 w 79057"/>
                <a:gd name="connsiteY4" fmla="*/ 38100 h 384810"/>
                <a:gd name="connsiteX5" fmla="*/ 71438 w 79057"/>
                <a:gd name="connsiteY5" fmla="*/ 384810 h 384810"/>
                <a:gd name="connsiteX6" fmla="*/ 9525 w 79057"/>
                <a:gd name="connsiteY6" fmla="*/ 384810 h 384810"/>
                <a:gd name="connsiteX7" fmla="*/ 9525 w 79057"/>
                <a:gd name="connsiteY7" fmla="*/ 118110 h 384810"/>
                <a:gd name="connsiteX8" fmla="*/ 71438 w 79057"/>
                <a:gd name="connsiteY8" fmla="*/ 118110 h 384810"/>
                <a:gd name="connsiteX9" fmla="*/ 71438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8" y="38100"/>
                  </a:moveTo>
                  <a:cubicBezTo>
                    <a:pt x="79058" y="60007"/>
                    <a:pt x="60960" y="76200"/>
                    <a:pt x="39052" y="76200"/>
                  </a:cubicBezTo>
                  <a:cubicBezTo>
                    <a:pt x="17145" y="76200"/>
                    <a:pt x="0" y="60007"/>
                    <a:pt x="0" y="38100"/>
                  </a:cubicBezTo>
                  <a:cubicBezTo>
                    <a:pt x="0" y="16193"/>
                    <a:pt x="18097" y="0"/>
                    <a:pt x="39052" y="0"/>
                  </a:cubicBezTo>
                  <a:cubicBezTo>
                    <a:pt x="61913" y="0"/>
                    <a:pt x="79058" y="16193"/>
                    <a:pt x="79058" y="38100"/>
                  </a:cubicBezTo>
                  <a:close/>
                  <a:moveTo>
                    <a:pt x="71438" y="384810"/>
                  </a:moveTo>
                  <a:lnTo>
                    <a:pt x="9525" y="384810"/>
                  </a:lnTo>
                  <a:lnTo>
                    <a:pt x="9525" y="118110"/>
                  </a:lnTo>
                  <a:lnTo>
                    <a:pt x="71438" y="118110"/>
                  </a:lnTo>
                  <a:lnTo>
                    <a:pt x="71438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9" name="Freihandform: Form 98">
              <a:extLst>
                <a:ext uri="{FF2B5EF4-FFF2-40B4-BE49-F238E27FC236}">
                  <a16:creationId xmlns:a16="http://schemas.microsoft.com/office/drawing/2014/main" id="{506E3476-867D-49C9-BD5E-B4FD54ED947D}"/>
                </a:ext>
              </a:extLst>
            </p:cNvPr>
            <p:cNvSpPr/>
            <p:nvPr/>
          </p:nvSpPr>
          <p:spPr>
            <a:xfrm>
              <a:off x="3850957" y="2640329"/>
              <a:ext cx="224789" cy="280034"/>
            </a:xfrm>
            <a:custGeom>
              <a:avLst/>
              <a:gdLst>
                <a:gd name="connsiteX0" fmla="*/ 222885 w 224789"/>
                <a:gd name="connsiteY0" fmla="*/ 237172 h 280034"/>
                <a:gd name="connsiteX1" fmla="*/ 127635 w 224789"/>
                <a:gd name="connsiteY1" fmla="*/ 280035 h 280034"/>
                <a:gd name="connsiteX2" fmla="*/ 0 w 224789"/>
                <a:gd name="connsiteY2" fmla="*/ 140970 h 280034"/>
                <a:gd name="connsiteX3" fmla="*/ 128588 w 224789"/>
                <a:gd name="connsiteY3" fmla="*/ 0 h 280034"/>
                <a:gd name="connsiteX4" fmla="*/ 224790 w 224789"/>
                <a:gd name="connsiteY4" fmla="*/ 45720 h 280034"/>
                <a:gd name="connsiteX5" fmla="*/ 181927 w 224789"/>
                <a:gd name="connsiteY5" fmla="*/ 86678 h 280034"/>
                <a:gd name="connsiteX6" fmla="*/ 128588 w 224789"/>
                <a:gd name="connsiteY6" fmla="*/ 57150 h 280034"/>
                <a:gd name="connsiteX7" fmla="*/ 62865 w 224789"/>
                <a:gd name="connsiteY7" fmla="*/ 140018 h 280034"/>
                <a:gd name="connsiteX8" fmla="*/ 128588 w 224789"/>
                <a:gd name="connsiteY8" fmla="*/ 222885 h 280034"/>
                <a:gd name="connsiteX9" fmla="*/ 183833 w 224789"/>
                <a:gd name="connsiteY9" fmla="*/ 193358 h 280034"/>
                <a:gd name="connsiteX10" fmla="*/ 222885 w 224789"/>
                <a:gd name="connsiteY10" fmla="*/ 237172 h 280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89" h="280034">
                  <a:moveTo>
                    <a:pt x="222885" y="237172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7" y="15240"/>
                    <a:pt x="224790" y="45720"/>
                  </a:cubicBezTo>
                  <a:lnTo>
                    <a:pt x="181927" y="86678"/>
                  </a:lnTo>
                  <a:cubicBezTo>
                    <a:pt x="166688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8"/>
                  </a:cubicBezTo>
                  <a:cubicBezTo>
                    <a:pt x="62865" y="189547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3" y="193358"/>
                  </a:cubicBezTo>
                  <a:lnTo>
                    <a:pt x="222885" y="23717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0" name="Freihandform: Form 99">
              <a:extLst>
                <a:ext uri="{FF2B5EF4-FFF2-40B4-BE49-F238E27FC236}">
                  <a16:creationId xmlns:a16="http://schemas.microsoft.com/office/drawing/2014/main" id="{7C93A481-2E85-4A20-A917-C5A1CC10727E}"/>
                </a:ext>
              </a:extLst>
            </p:cNvPr>
            <p:cNvSpPr/>
            <p:nvPr/>
          </p:nvSpPr>
          <p:spPr>
            <a:xfrm>
              <a:off x="4129087" y="2525076"/>
              <a:ext cx="229552" cy="389572"/>
            </a:xfrm>
            <a:custGeom>
              <a:avLst/>
              <a:gdLst>
                <a:gd name="connsiteX0" fmla="*/ 229553 w 229552"/>
                <a:gd name="connsiteY0" fmla="*/ 388620 h 389572"/>
                <a:gd name="connsiteX1" fmla="*/ 167640 w 229552"/>
                <a:gd name="connsiteY1" fmla="*/ 388620 h 389572"/>
                <a:gd name="connsiteX2" fmla="*/ 167640 w 229552"/>
                <a:gd name="connsiteY2" fmla="*/ 236220 h 389572"/>
                <a:gd name="connsiteX3" fmla="*/ 118110 w 229552"/>
                <a:gd name="connsiteY3" fmla="*/ 171450 h 389572"/>
                <a:gd name="connsiteX4" fmla="*/ 62865 w 229552"/>
                <a:gd name="connsiteY4" fmla="*/ 236220 h 389572"/>
                <a:gd name="connsiteX5" fmla="*/ 62865 w 229552"/>
                <a:gd name="connsiteY5" fmla="*/ 389573 h 389572"/>
                <a:gd name="connsiteX6" fmla="*/ 0 w 229552"/>
                <a:gd name="connsiteY6" fmla="*/ 389573 h 389572"/>
                <a:gd name="connsiteX7" fmla="*/ 0 w 229552"/>
                <a:gd name="connsiteY7" fmla="*/ 15240 h 389572"/>
                <a:gd name="connsiteX8" fmla="*/ 61913 w 229552"/>
                <a:gd name="connsiteY8" fmla="*/ 0 h 389572"/>
                <a:gd name="connsiteX9" fmla="*/ 61913 w 229552"/>
                <a:gd name="connsiteY9" fmla="*/ 155258 h 389572"/>
                <a:gd name="connsiteX10" fmla="*/ 62865 w 229552"/>
                <a:gd name="connsiteY10" fmla="*/ 155258 h 389572"/>
                <a:gd name="connsiteX11" fmla="*/ 140970 w 229552"/>
                <a:gd name="connsiteY11" fmla="*/ 116205 h 389572"/>
                <a:gd name="connsiteX12" fmla="*/ 228600 w 229552"/>
                <a:gd name="connsiteY12" fmla="*/ 223838 h 389572"/>
                <a:gd name="connsiteX13" fmla="*/ 228600 w 229552"/>
                <a:gd name="connsiteY13" fmla="*/ 38862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9552" h="389572">
                  <a:moveTo>
                    <a:pt x="229553" y="388620"/>
                  </a:moveTo>
                  <a:lnTo>
                    <a:pt x="167640" y="388620"/>
                  </a:lnTo>
                  <a:lnTo>
                    <a:pt x="167640" y="236220"/>
                  </a:lnTo>
                  <a:cubicBezTo>
                    <a:pt x="167640" y="197168"/>
                    <a:pt x="155257" y="171450"/>
                    <a:pt x="118110" y="171450"/>
                  </a:cubicBezTo>
                  <a:cubicBezTo>
                    <a:pt x="75247" y="171450"/>
                    <a:pt x="62865" y="205740"/>
                    <a:pt x="62865" y="236220"/>
                  </a:cubicBezTo>
                  <a:lnTo>
                    <a:pt x="62865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2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1" name="Freihandform: Form 100">
              <a:extLst>
                <a:ext uri="{FF2B5EF4-FFF2-40B4-BE49-F238E27FC236}">
                  <a16:creationId xmlns:a16="http://schemas.microsoft.com/office/drawing/2014/main" id="{C75B00E1-A444-45AA-B896-18C695BD10C5}"/>
                </a:ext>
              </a:extLst>
            </p:cNvPr>
            <p:cNvSpPr/>
            <p:nvPr/>
          </p:nvSpPr>
          <p:spPr>
            <a:xfrm>
              <a:off x="4430077" y="2721291"/>
              <a:ext cx="130492" cy="59055"/>
            </a:xfrm>
            <a:custGeom>
              <a:avLst/>
              <a:gdLst>
                <a:gd name="connsiteX0" fmla="*/ 130492 w 130492"/>
                <a:gd name="connsiteY0" fmla="*/ 59055 h 59055"/>
                <a:gd name="connsiteX1" fmla="*/ 0 w 130492"/>
                <a:gd name="connsiteY1" fmla="*/ 59055 h 59055"/>
                <a:gd name="connsiteX2" fmla="*/ 0 w 130492"/>
                <a:gd name="connsiteY2" fmla="*/ 0 h 59055"/>
                <a:gd name="connsiteX3" fmla="*/ 130492 w 130492"/>
                <a:gd name="connsiteY3" fmla="*/ 0 h 59055"/>
                <a:gd name="connsiteX4" fmla="*/ 130492 w 130492"/>
                <a:gd name="connsiteY4" fmla="*/ 59055 h 59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492" h="59055">
                  <a:moveTo>
                    <a:pt x="130492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2" y="0"/>
                  </a:lnTo>
                  <a:lnTo>
                    <a:pt x="130492" y="5905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2" name="Freihandform: Form 101">
              <a:extLst>
                <a:ext uri="{FF2B5EF4-FFF2-40B4-BE49-F238E27FC236}">
                  <a16:creationId xmlns:a16="http://schemas.microsoft.com/office/drawing/2014/main" id="{6F38E875-EDA6-45E4-830B-9D992D035F07}"/>
                </a:ext>
              </a:extLst>
            </p:cNvPr>
            <p:cNvSpPr/>
            <p:nvPr/>
          </p:nvSpPr>
          <p:spPr>
            <a:xfrm>
              <a:off x="4593906" y="2545079"/>
              <a:ext cx="342900" cy="368617"/>
            </a:xfrm>
            <a:custGeom>
              <a:avLst/>
              <a:gdLst>
                <a:gd name="connsiteX0" fmla="*/ 136208 w 342900"/>
                <a:gd name="connsiteY0" fmla="*/ 0 h 368617"/>
                <a:gd name="connsiteX1" fmla="*/ 205740 w 342900"/>
                <a:gd name="connsiteY1" fmla="*/ 0 h 368617"/>
                <a:gd name="connsiteX2" fmla="*/ 342900 w 342900"/>
                <a:gd name="connsiteY2" fmla="*/ 368618 h 368617"/>
                <a:gd name="connsiteX3" fmla="*/ 271463 w 342900"/>
                <a:gd name="connsiteY3" fmla="*/ 368618 h 368617"/>
                <a:gd name="connsiteX4" fmla="*/ 244793 w 342900"/>
                <a:gd name="connsiteY4" fmla="*/ 290512 h 368617"/>
                <a:gd name="connsiteX5" fmla="*/ 96203 w 342900"/>
                <a:gd name="connsiteY5" fmla="*/ 290512 h 368617"/>
                <a:gd name="connsiteX6" fmla="*/ 69533 w 342900"/>
                <a:gd name="connsiteY6" fmla="*/ 368618 h 368617"/>
                <a:gd name="connsiteX7" fmla="*/ 0 w 342900"/>
                <a:gd name="connsiteY7" fmla="*/ 368618 h 368617"/>
                <a:gd name="connsiteX8" fmla="*/ 136208 w 342900"/>
                <a:gd name="connsiteY8" fmla="*/ 0 h 368617"/>
                <a:gd name="connsiteX9" fmla="*/ 116205 w 342900"/>
                <a:gd name="connsiteY9" fmla="*/ 231458 h 368617"/>
                <a:gd name="connsiteX10" fmla="*/ 223838 w 342900"/>
                <a:gd name="connsiteY10" fmla="*/ 231458 h 368617"/>
                <a:gd name="connsiteX11" fmla="*/ 170498 w 342900"/>
                <a:gd name="connsiteY11" fmla="*/ 75247 h 368617"/>
                <a:gd name="connsiteX12" fmla="*/ 169545 w 342900"/>
                <a:gd name="connsiteY12" fmla="*/ 75247 h 368617"/>
                <a:gd name="connsiteX13" fmla="*/ 116205 w 342900"/>
                <a:gd name="connsiteY13" fmla="*/ 231458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42900" h="368617">
                  <a:moveTo>
                    <a:pt x="136208" y="0"/>
                  </a:moveTo>
                  <a:lnTo>
                    <a:pt x="205740" y="0"/>
                  </a:lnTo>
                  <a:lnTo>
                    <a:pt x="342900" y="368618"/>
                  </a:lnTo>
                  <a:lnTo>
                    <a:pt x="271463" y="368618"/>
                  </a:lnTo>
                  <a:lnTo>
                    <a:pt x="244793" y="290512"/>
                  </a:lnTo>
                  <a:lnTo>
                    <a:pt x="96203" y="290512"/>
                  </a:lnTo>
                  <a:lnTo>
                    <a:pt x="69533" y="368618"/>
                  </a:lnTo>
                  <a:lnTo>
                    <a:pt x="0" y="368618"/>
                  </a:lnTo>
                  <a:lnTo>
                    <a:pt x="136208" y="0"/>
                  </a:lnTo>
                  <a:close/>
                  <a:moveTo>
                    <a:pt x="116205" y="231458"/>
                  </a:moveTo>
                  <a:lnTo>
                    <a:pt x="223838" y="231458"/>
                  </a:lnTo>
                  <a:lnTo>
                    <a:pt x="170498" y="75247"/>
                  </a:lnTo>
                  <a:lnTo>
                    <a:pt x="169545" y="75247"/>
                  </a:lnTo>
                  <a:lnTo>
                    <a:pt x="116205" y="231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3" name="Freihandform: Form 102">
              <a:extLst>
                <a:ext uri="{FF2B5EF4-FFF2-40B4-BE49-F238E27FC236}">
                  <a16:creationId xmlns:a16="http://schemas.microsoft.com/office/drawing/2014/main" id="{EB5182F2-73FB-4CB9-9E91-947D019A8F17}"/>
                </a:ext>
              </a:extLst>
            </p:cNvPr>
            <p:cNvSpPr/>
            <p:nvPr/>
          </p:nvSpPr>
          <p:spPr>
            <a:xfrm>
              <a:off x="4992052" y="2525076"/>
              <a:ext cx="61912" cy="388620"/>
            </a:xfrm>
            <a:custGeom>
              <a:avLst/>
              <a:gdLst>
                <a:gd name="connsiteX0" fmla="*/ 61913 w 61912"/>
                <a:gd name="connsiteY0" fmla="*/ 388620 h 388620"/>
                <a:gd name="connsiteX1" fmla="*/ 0 w 61912"/>
                <a:gd name="connsiteY1" fmla="*/ 388620 h 388620"/>
                <a:gd name="connsiteX2" fmla="*/ 0 w 61912"/>
                <a:gd name="connsiteY2" fmla="*/ 14288 h 388620"/>
                <a:gd name="connsiteX3" fmla="*/ 61913 w 61912"/>
                <a:gd name="connsiteY3" fmla="*/ 0 h 388620"/>
                <a:gd name="connsiteX4" fmla="*/ 61913 w 61912"/>
                <a:gd name="connsiteY4" fmla="*/ 388620 h 388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912" h="388620">
                  <a:moveTo>
                    <a:pt x="61913" y="388620"/>
                  </a:moveTo>
                  <a:lnTo>
                    <a:pt x="0" y="388620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4" name="Freihandform: Form 103">
              <a:extLst>
                <a:ext uri="{FF2B5EF4-FFF2-40B4-BE49-F238E27FC236}">
                  <a16:creationId xmlns:a16="http://schemas.microsoft.com/office/drawing/2014/main" id="{067D886F-6FC9-401B-9251-AD38C062F481}"/>
                </a:ext>
              </a:extLst>
            </p:cNvPr>
            <p:cNvSpPr/>
            <p:nvPr/>
          </p:nvSpPr>
          <p:spPr>
            <a:xfrm>
              <a:off x="5120639" y="2641281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2865 w 242887"/>
                <a:gd name="connsiteY10" fmla="*/ 115253 h 279082"/>
                <a:gd name="connsiteX11" fmla="*/ 183832 w 242887"/>
                <a:gd name="connsiteY11" fmla="*/ 115253 h 279082"/>
                <a:gd name="connsiteX12" fmla="*/ 124778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2" y="264795"/>
                    <a:pt x="173355" y="279083"/>
                    <a:pt x="132397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8580" y="74295"/>
                    <a:pt x="62865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5" name="Freihandform: Form 104">
              <a:extLst>
                <a:ext uri="{FF2B5EF4-FFF2-40B4-BE49-F238E27FC236}">
                  <a16:creationId xmlns:a16="http://schemas.microsoft.com/office/drawing/2014/main" id="{1795BE12-FA44-4375-99C7-2C21B9038021}"/>
                </a:ext>
              </a:extLst>
            </p:cNvPr>
            <p:cNvSpPr/>
            <p:nvPr/>
          </p:nvSpPr>
          <p:spPr>
            <a:xfrm>
              <a:off x="5397817" y="2646997"/>
              <a:ext cx="255269" cy="266700"/>
            </a:xfrm>
            <a:custGeom>
              <a:avLst/>
              <a:gdLst>
                <a:gd name="connsiteX0" fmla="*/ 255270 w 255269"/>
                <a:gd name="connsiteY0" fmla="*/ 266700 h 266700"/>
                <a:gd name="connsiteX1" fmla="*/ 183832 w 255269"/>
                <a:gd name="connsiteY1" fmla="*/ 266700 h 266700"/>
                <a:gd name="connsiteX2" fmla="*/ 126682 w 255269"/>
                <a:gd name="connsiteY2" fmla="*/ 174307 h 266700"/>
                <a:gd name="connsiteX3" fmla="*/ 125730 w 255269"/>
                <a:gd name="connsiteY3" fmla="*/ 174307 h 266700"/>
                <a:gd name="connsiteX4" fmla="*/ 70485 w 255269"/>
                <a:gd name="connsiteY4" fmla="*/ 266700 h 266700"/>
                <a:gd name="connsiteX5" fmla="*/ 0 w 255269"/>
                <a:gd name="connsiteY5" fmla="*/ 266700 h 266700"/>
                <a:gd name="connsiteX6" fmla="*/ 91440 w 255269"/>
                <a:gd name="connsiteY6" fmla="*/ 128588 h 266700"/>
                <a:gd name="connsiteX7" fmla="*/ 6667 w 255269"/>
                <a:gd name="connsiteY7" fmla="*/ 0 h 266700"/>
                <a:gd name="connsiteX8" fmla="*/ 77152 w 255269"/>
                <a:gd name="connsiteY8" fmla="*/ 0 h 266700"/>
                <a:gd name="connsiteX9" fmla="*/ 127635 w 255269"/>
                <a:gd name="connsiteY9" fmla="*/ 81915 h 266700"/>
                <a:gd name="connsiteX10" fmla="*/ 128588 w 255269"/>
                <a:gd name="connsiteY10" fmla="*/ 81915 h 266700"/>
                <a:gd name="connsiteX11" fmla="*/ 178117 w 255269"/>
                <a:gd name="connsiteY11" fmla="*/ 0 h 266700"/>
                <a:gd name="connsiteX12" fmla="*/ 247650 w 255269"/>
                <a:gd name="connsiteY12" fmla="*/ 0 h 266700"/>
                <a:gd name="connsiteX13" fmla="*/ 163830 w 255269"/>
                <a:gd name="connsiteY13" fmla="*/ 127635 h 266700"/>
                <a:gd name="connsiteX14" fmla="*/ 255270 w 255269"/>
                <a:gd name="connsiteY14" fmla="*/ 26670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55269" h="266700">
                  <a:moveTo>
                    <a:pt x="255270" y="266700"/>
                  </a:moveTo>
                  <a:lnTo>
                    <a:pt x="183832" y="266700"/>
                  </a:lnTo>
                  <a:lnTo>
                    <a:pt x="126682" y="174307"/>
                  </a:lnTo>
                  <a:lnTo>
                    <a:pt x="125730" y="174307"/>
                  </a:lnTo>
                  <a:lnTo>
                    <a:pt x="70485" y="266700"/>
                  </a:lnTo>
                  <a:lnTo>
                    <a:pt x="0" y="266700"/>
                  </a:lnTo>
                  <a:lnTo>
                    <a:pt x="91440" y="128588"/>
                  </a:lnTo>
                  <a:lnTo>
                    <a:pt x="6667" y="0"/>
                  </a:lnTo>
                  <a:lnTo>
                    <a:pt x="77152" y="0"/>
                  </a:lnTo>
                  <a:lnTo>
                    <a:pt x="127635" y="81915"/>
                  </a:lnTo>
                  <a:lnTo>
                    <a:pt x="128588" y="81915"/>
                  </a:lnTo>
                  <a:lnTo>
                    <a:pt x="178117" y="0"/>
                  </a:lnTo>
                  <a:lnTo>
                    <a:pt x="247650" y="0"/>
                  </a:lnTo>
                  <a:lnTo>
                    <a:pt x="163830" y="127635"/>
                  </a:lnTo>
                  <a:lnTo>
                    <a:pt x="255270" y="26670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6" name="Freihandform: Form 105">
              <a:extLst>
                <a:ext uri="{FF2B5EF4-FFF2-40B4-BE49-F238E27FC236}">
                  <a16:creationId xmlns:a16="http://schemas.microsoft.com/office/drawing/2014/main" id="{CC4F8284-C36D-43D0-94D8-3341EC9E4FDA}"/>
                </a:ext>
              </a:extLst>
            </p:cNvPr>
            <p:cNvSpPr/>
            <p:nvPr/>
          </p:nvSpPr>
          <p:spPr>
            <a:xfrm>
              <a:off x="5686407" y="2641281"/>
              <a:ext cx="225759" cy="279082"/>
            </a:xfrm>
            <a:custGeom>
              <a:avLst/>
              <a:gdLst>
                <a:gd name="connsiteX0" fmla="*/ 114317 w 225759"/>
                <a:gd name="connsiteY0" fmla="*/ 107632 h 279082"/>
                <a:gd name="connsiteX1" fmla="*/ 164799 w 225759"/>
                <a:gd name="connsiteY1" fmla="*/ 113347 h 279082"/>
                <a:gd name="connsiteX2" fmla="*/ 164799 w 225759"/>
                <a:gd name="connsiteY2" fmla="*/ 103822 h 279082"/>
                <a:gd name="connsiteX3" fmla="*/ 105744 w 225759"/>
                <a:gd name="connsiteY3" fmla="*/ 52388 h 279082"/>
                <a:gd name="connsiteX4" fmla="*/ 38117 w 225759"/>
                <a:gd name="connsiteY4" fmla="*/ 67628 h 279082"/>
                <a:gd name="connsiteX5" fmla="*/ 24782 w 225759"/>
                <a:gd name="connsiteY5" fmla="*/ 15240 h 279082"/>
                <a:gd name="connsiteX6" fmla="*/ 112412 w 225759"/>
                <a:gd name="connsiteY6" fmla="*/ 0 h 279082"/>
                <a:gd name="connsiteX7" fmla="*/ 225759 w 225759"/>
                <a:gd name="connsiteY7" fmla="*/ 102870 h 279082"/>
                <a:gd name="connsiteX8" fmla="*/ 225759 w 225759"/>
                <a:gd name="connsiteY8" fmla="*/ 273368 h 279082"/>
                <a:gd name="connsiteX9" fmla="*/ 166704 w 225759"/>
                <a:gd name="connsiteY9" fmla="*/ 273368 h 279082"/>
                <a:gd name="connsiteX10" fmla="*/ 166704 w 225759"/>
                <a:gd name="connsiteY10" fmla="*/ 244793 h 279082"/>
                <a:gd name="connsiteX11" fmla="*/ 165752 w 225759"/>
                <a:gd name="connsiteY11" fmla="*/ 244793 h 279082"/>
                <a:gd name="connsiteX12" fmla="*/ 87647 w 225759"/>
                <a:gd name="connsiteY12" fmla="*/ 279083 h 279082"/>
                <a:gd name="connsiteX13" fmla="*/ 17 w 225759"/>
                <a:gd name="connsiteY13" fmla="*/ 194310 h 279082"/>
                <a:gd name="connsiteX14" fmla="*/ 114317 w 225759"/>
                <a:gd name="connsiteY14" fmla="*/ 107632 h 279082"/>
                <a:gd name="connsiteX15" fmla="*/ 103839 w 225759"/>
                <a:gd name="connsiteY15" fmla="*/ 232410 h 279082"/>
                <a:gd name="connsiteX16" fmla="*/ 164799 w 225759"/>
                <a:gd name="connsiteY16" fmla="*/ 200025 h 279082"/>
                <a:gd name="connsiteX17" fmla="*/ 164799 w 225759"/>
                <a:gd name="connsiteY17" fmla="*/ 154305 h 279082"/>
                <a:gd name="connsiteX18" fmla="*/ 120984 w 225759"/>
                <a:gd name="connsiteY18" fmla="*/ 149543 h 279082"/>
                <a:gd name="connsiteX19" fmla="*/ 59072 w 225759"/>
                <a:gd name="connsiteY19" fmla="*/ 193358 h 279082"/>
                <a:gd name="connsiteX20" fmla="*/ 103839 w 225759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5759" h="279082">
                  <a:moveTo>
                    <a:pt x="114317" y="107632"/>
                  </a:moveTo>
                  <a:cubicBezTo>
                    <a:pt x="131462" y="107632"/>
                    <a:pt x="147654" y="108585"/>
                    <a:pt x="164799" y="113347"/>
                  </a:cubicBezTo>
                  <a:lnTo>
                    <a:pt x="164799" y="103822"/>
                  </a:lnTo>
                  <a:cubicBezTo>
                    <a:pt x="164799" y="69532"/>
                    <a:pt x="144797" y="52388"/>
                    <a:pt x="105744" y="52388"/>
                  </a:cubicBezTo>
                  <a:cubicBezTo>
                    <a:pt x="83837" y="52388"/>
                    <a:pt x="60024" y="58103"/>
                    <a:pt x="38117" y="67628"/>
                  </a:cubicBezTo>
                  <a:lnTo>
                    <a:pt x="24782" y="15240"/>
                  </a:lnTo>
                  <a:cubicBezTo>
                    <a:pt x="49547" y="5715"/>
                    <a:pt x="81932" y="0"/>
                    <a:pt x="112412" y="0"/>
                  </a:cubicBezTo>
                  <a:cubicBezTo>
                    <a:pt x="187659" y="0"/>
                    <a:pt x="225759" y="35243"/>
                    <a:pt x="225759" y="102870"/>
                  </a:cubicBezTo>
                  <a:lnTo>
                    <a:pt x="225759" y="273368"/>
                  </a:lnTo>
                  <a:lnTo>
                    <a:pt x="166704" y="273368"/>
                  </a:lnTo>
                  <a:lnTo>
                    <a:pt x="166704" y="244793"/>
                  </a:lnTo>
                  <a:lnTo>
                    <a:pt x="165752" y="244793"/>
                  </a:lnTo>
                  <a:cubicBezTo>
                    <a:pt x="142892" y="268605"/>
                    <a:pt x="119079" y="279083"/>
                    <a:pt x="87647" y="279083"/>
                  </a:cubicBezTo>
                  <a:cubicBezTo>
                    <a:pt x="34307" y="279083"/>
                    <a:pt x="17" y="245745"/>
                    <a:pt x="17" y="194310"/>
                  </a:cubicBezTo>
                  <a:cubicBezTo>
                    <a:pt x="-936" y="138113"/>
                    <a:pt x="39069" y="107632"/>
                    <a:pt x="114317" y="107632"/>
                  </a:cubicBezTo>
                  <a:close/>
                  <a:moveTo>
                    <a:pt x="103839" y="232410"/>
                  </a:moveTo>
                  <a:cubicBezTo>
                    <a:pt x="126699" y="232410"/>
                    <a:pt x="147654" y="220980"/>
                    <a:pt x="164799" y="200025"/>
                  </a:cubicBezTo>
                  <a:lnTo>
                    <a:pt x="164799" y="154305"/>
                  </a:lnTo>
                  <a:cubicBezTo>
                    <a:pt x="150512" y="150495"/>
                    <a:pt x="135272" y="149543"/>
                    <a:pt x="120984" y="149543"/>
                  </a:cubicBezTo>
                  <a:cubicBezTo>
                    <a:pt x="81932" y="149543"/>
                    <a:pt x="59072" y="164783"/>
                    <a:pt x="59072" y="193358"/>
                  </a:cubicBezTo>
                  <a:cubicBezTo>
                    <a:pt x="59072" y="217170"/>
                    <a:pt x="76217" y="232410"/>
                    <a:pt x="103839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7" name="Freihandform: Form 106">
              <a:extLst>
                <a:ext uri="{FF2B5EF4-FFF2-40B4-BE49-F238E27FC236}">
                  <a16:creationId xmlns:a16="http://schemas.microsoft.com/office/drawing/2014/main" id="{D739AA9B-F674-4AC7-9697-E665D1C5E54E}"/>
                </a:ext>
              </a:extLst>
            </p:cNvPr>
            <p:cNvSpPr/>
            <p:nvPr/>
          </p:nvSpPr>
          <p:spPr>
            <a:xfrm>
              <a:off x="5991224" y="2641281"/>
              <a:ext cx="229552" cy="273367"/>
            </a:xfrm>
            <a:custGeom>
              <a:avLst/>
              <a:gdLst>
                <a:gd name="connsiteX0" fmla="*/ 229553 w 229552"/>
                <a:gd name="connsiteY0" fmla="*/ 272415 h 273367"/>
                <a:gd name="connsiteX1" fmla="*/ 166688 w 229552"/>
                <a:gd name="connsiteY1" fmla="*/ 272415 h 273367"/>
                <a:gd name="connsiteX2" fmla="*/ 166688 w 229552"/>
                <a:gd name="connsiteY2" fmla="*/ 120015 h 273367"/>
                <a:gd name="connsiteX3" fmla="*/ 117157 w 229552"/>
                <a:gd name="connsiteY3" fmla="*/ 55245 h 273367"/>
                <a:gd name="connsiteX4" fmla="*/ 61913 w 229552"/>
                <a:gd name="connsiteY4" fmla="*/ 120015 h 273367"/>
                <a:gd name="connsiteX5" fmla="*/ 61913 w 229552"/>
                <a:gd name="connsiteY5" fmla="*/ 273368 h 273367"/>
                <a:gd name="connsiteX6" fmla="*/ 0 w 229552"/>
                <a:gd name="connsiteY6" fmla="*/ 273368 h 273367"/>
                <a:gd name="connsiteX7" fmla="*/ 0 w 229552"/>
                <a:gd name="connsiteY7" fmla="*/ 6668 h 273367"/>
                <a:gd name="connsiteX8" fmla="*/ 61913 w 229552"/>
                <a:gd name="connsiteY8" fmla="*/ 6668 h 273367"/>
                <a:gd name="connsiteX9" fmla="*/ 61913 w 229552"/>
                <a:gd name="connsiteY9" fmla="*/ 39053 h 273367"/>
                <a:gd name="connsiteX10" fmla="*/ 62865 w 229552"/>
                <a:gd name="connsiteY10" fmla="*/ 39053 h 273367"/>
                <a:gd name="connsiteX11" fmla="*/ 140970 w 229552"/>
                <a:gd name="connsiteY11" fmla="*/ 0 h 273367"/>
                <a:gd name="connsiteX12" fmla="*/ 228600 w 229552"/>
                <a:gd name="connsiteY12" fmla="*/ 107632 h 273367"/>
                <a:gd name="connsiteX13" fmla="*/ 228600 w 229552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9552" h="273367">
                  <a:moveTo>
                    <a:pt x="229553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7" y="55245"/>
                    <a:pt x="117157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8"/>
                  </a:lnTo>
                  <a:lnTo>
                    <a:pt x="0" y="273368"/>
                  </a:lnTo>
                  <a:lnTo>
                    <a:pt x="0" y="6668"/>
                  </a:lnTo>
                  <a:lnTo>
                    <a:pt x="61913" y="6668"/>
                  </a:lnTo>
                  <a:lnTo>
                    <a:pt x="61913" y="39053"/>
                  </a:lnTo>
                  <a:lnTo>
                    <a:pt x="62865" y="39053"/>
                  </a:lnTo>
                  <a:cubicBezTo>
                    <a:pt x="79057" y="15240"/>
                    <a:pt x="106680" y="0"/>
                    <a:pt x="140970" y="0"/>
                  </a:cubicBezTo>
                  <a:cubicBezTo>
                    <a:pt x="201930" y="0"/>
                    <a:pt x="228600" y="44768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8" name="Freihandform: Form 107">
              <a:extLst>
                <a:ext uri="{FF2B5EF4-FFF2-40B4-BE49-F238E27FC236}">
                  <a16:creationId xmlns:a16="http://schemas.microsoft.com/office/drawing/2014/main" id="{87A3CBCA-9587-4F2E-89F4-52C56F0E6676}"/>
                </a:ext>
              </a:extLst>
            </p:cNvPr>
            <p:cNvSpPr/>
            <p:nvPr/>
          </p:nvSpPr>
          <p:spPr>
            <a:xfrm>
              <a:off x="6286499" y="2525076"/>
              <a:ext cx="248602" cy="396239"/>
            </a:xfrm>
            <a:custGeom>
              <a:avLst/>
              <a:gdLst>
                <a:gd name="connsiteX0" fmla="*/ 0 w 248602"/>
                <a:gd name="connsiteY0" fmla="*/ 255270 h 396239"/>
                <a:gd name="connsiteX1" fmla="*/ 108585 w 248602"/>
                <a:gd name="connsiteY1" fmla="*/ 116205 h 396239"/>
                <a:gd name="connsiteX2" fmla="*/ 185738 w 248602"/>
                <a:gd name="connsiteY2" fmla="*/ 152400 h 396239"/>
                <a:gd name="connsiteX3" fmla="*/ 186690 w 248602"/>
                <a:gd name="connsiteY3" fmla="*/ 152400 h 396239"/>
                <a:gd name="connsiteX4" fmla="*/ 186690 w 248602"/>
                <a:gd name="connsiteY4" fmla="*/ 15240 h 396239"/>
                <a:gd name="connsiteX5" fmla="*/ 248603 w 248602"/>
                <a:gd name="connsiteY5" fmla="*/ 0 h 396239"/>
                <a:gd name="connsiteX6" fmla="*/ 248603 w 248602"/>
                <a:gd name="connsiteY6" fmla="*/ 389573 h 396239"/>
                <a:gd name="connsiteX7" fmla="*/ 187643 w 248602"/>
                <a:gd name="connsiteY7" fmla="*/ 389573 h 396239"/>
                <a:gd name="connsiteX8" fmla="*/ 187643 w 248602"/>
                <a:gd name="connsiteY8" fmla="*/ 358140 h 396239"/>
                <a:gd name="connsiteX9" fmla="*/ 186690 w 248602"/>
                <a:gd name="connsiteY9" fmla="*/ 358140 h 396239"/>
                <a:gd name="connsiteX10" fmla="*/ 106680 w 248602"/>
                <a:gd name="connsiteY10" fmla="*/ 396240 h 396239"/>
                <a:gd name="connsiteX11" fmla="*/ 0 w 248602"/>
                <a:gd name="connsiteY11" fmla="*/ 255270 h 396239"/>
                <a:gd name="connsiteX12" fmla="*/ 61913 w 248602"/>
                <a:gd name="connsiteY12" fmla="*/ 255270 h 396239"/>
                <a:gd name="connsiteX13" fmla="*/ 123825 w 248602"/>
                <a:gd name="connsiteY13" fmla="*/ 340995 h 396239"/>
                <a:gd name="connsiteX14" fmla="*/ 187643 w 248602"/>
                <a:gd name="connsiteY14" fmla="*/ 305753 h 396239"/>
                <a:gd name="connsiteX15" fmla="*/ 187643 w 248602"/>
                <a:gd name="connsiteY15" fmla="*/ 207645 h 396239"/>
                <a:gd name="connsiteX16" fmla="*/ 123825 w 248602"/>
                <a:gd name="connsiteY16" fmla="*/ 172402 h 396239"/>
                <a:gd name="connsiteX17" fmla="*/ 61913 w 248602"/>
                <a:gd name="connsiteY17" fmla="*/ 255270 h 39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8602" h="396239">
                  <a:moveTo>
                    <a:pt x="0" y="255270"/>
                  </a:moveTo>
                  <a:cubicBezTo>
                    <a:pt x="0" y="169545"/>
                    <a:pt x="43815" y="116205"/>
                    <a:pt x="108585" y="116205"/>
                  </a:cubicBezTo>
                  <a:cubicBezTo>
                    <a:pt x="141922" y="116205"/>
                    <a:pt x="168593" y="130493"/>
                    <a:pt x="185738" y="152400"/>
                  </a:cubicBezTo>
                  <a:lnTo>
                    <a:pt x="186690" y="152400"/>
                  </a:lnTo>
                  <a:lnTo>
                    <a:pt x="186690" y="15240"/>
                  </a:lnTo>
                  <a:lnTo>
                    <a:pt x="248603" y="0"/>
                  </a:lnTo>
                  <a:lnTo>
                    <a:pt x="248603" y="389573"/>
                  </a:lnTo>
                  <a:lnTo>
                    <a:pt x="187643" y="389573"/>
                  </a:lnTo>
                  <a:lnTo>
                    <a:pt x="187643" y="358140"/>
                  </a:lnTo>
                  <a:lnTo>
                    <a:pt x="186690" y="358140"/>
                  </a:lnTo>
                  <a:cubicBezTo>
                    <a:pt x="167640" y="381953"/>
                    <a:pt x="140018" y="396240"/>
                    <a:pt x="106680" y="396240"/>
                  </a:cubicBezTo>
                  <a:cubicBezTo>
                    <a:pt x="43815" y="395288"/>
                    <a:pt x="0" y="340995"/>
                    <a:pt x="0" y="255270"/>
                  </a:cubicBezTo>
                  <a:close/>
                  <a:moveTo>
                    <a:pt x="61913" y="255270"/>
                  </a:moveTo>
                  <a:cubicBezTo>
                    <a:pt x="61913" y="309563"/>
                    <a:pt x="84772" y="340995"/>
                    <a:pt x="123825" y="340995"/>
                  </a:cubicBezTo>
                  <a:cubicBezTo>
                    <a:pt x="147638" y="340995"/>
                    <a:pt x="167640" y="329565"/>
                    <a:pt x="187643" y="305753"/>
                  </a:cubicBezTo>
                  <a:lnTo>
                    <a:pt x="187643" y="207645"/>
                  </a:lnTo>
                  <a:cubicBezTo>
                    <a:pt x="169545" y="183833"/>
                    <a:pt x="149543" y="172402"/>
                    <a:pt x="123825" y="172402"/>
                  </a:cubicBezTo>
                  <a:cubicBezTo>
                    <a:pt x="82868" y="172402"/>
                    <a:pt x="61913" y="201930"/>
                    <a:pt x="61913" y="2552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9" name="Freihandform: Form 108">
              <a:extLst>
                <a:ext uri="{FF2B5EF4-FFF2-40B4-BE49-F238E27FC236}">
                  <a16:creationId xmlns:a16="http://schemas.microsoft.com/office/drawing/2014/main" id="{D20A0AC3-BB00-4222-8E0C-DF0BFFDC8108}"/>
                </a:ext>
              </a:extLst>
            </p:cNvPr>
            <p:cNvSpPr/>
            <p:nvPr/>
          </p:nvSpPr>
          <p:spPr>
            <a:xfrm>
              <a:off x="6602729" y="2641281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2865 w 242887"/>
                <a:gd name="connsiteY10" fmla="*/ 115253 h 279082"/>
                <a:gd name="connsiteX11" fmla="*/ 183832 w 242887"/>
                <a:gd name="connsiteY11" fmla="*/ 115253 h 279082"/>
                <a:gd name="connsiteX12" fmla="*/ 124777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3" y="264795"/>
                    <a:pt x="172402" y="279083"/>
                    <a:pt x="132397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90488" y="50482"/>
                    <a:pt x="67627" y="74295"/>
                    <a:pt x="62865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0" name="Freihandform: Form 109">
              <a:extLst>
                <a:ext uri="{FF2B5EF4-FFF2-40B4-BE49-F238E27FC236}">
                  <a16:creationId xmlns:a16="http://schemas.microsoft.com/office/drawing/2014/main" id="{995FA418-1D22-47ED-8473-BF05C355BBCD}"/>
                </a:ext>
              </a:extLst>
            </p:cNvPr>
            <p:cNvSpPr/>
            <p:nvPr/>
          </p:nvSpPr>
          <p:spPr>
            <a:xfrm>
              <a:off x="6916101" y="2641039"/>
              <a:ext cx="160020" cy="272657"/>
            </a:xfrm>
            <a:custGeom>
              <a:avLst/>
              <a:gdLst>
                <a:gd name="connsiteX0" fmla="*/ 160020 w 160020"/>
                <a:gd name="connsiteY0" fmla="*/ 5005 h 272657"/>
                <a:gd name="connsiteX1" fmla="*/ 150495 w 160020"/>
                <a:gd name="connsiteY1" fmla="*/ 68823 h 272657"/>
                <a:gd name="connsiteX2" fmla="*/ 116205 w 160020"/>
                <a:gd name="connsiteY2" fmla="*/ 60250 h 272657"/>
                <a:gd name="connsiteX3" fmla="*/ 61913 w 160020"/>
                <a:gd name="connsiteY3" fmla="*/ 135498 h 272657"/>
                <a:gd name="connsiteX4" fmla="*/ 61913 w 160020"/>
                <a:gd name="connsiteY4" fmla="*/ 272658 h 272657"/>
                <a:gd name="connsiteX5" fmla="*/ 0 w 160020"/>
                <a:gd name="connsiteY5" fmla="*/ 272658 h 272657"/>
                <a:gd name="connsiteX6" fmla="*/ 0 w 160020"/>
                <a:gd name="connsiteY6" fmla="*/ 5958 h 272657"/>
                <a:gd name="connsiteX7" fmla="*/ 60960 w 160020"/>
                <a:gd name="connsiteY7" fmla="*/ 5958 h 272657"/>
                <a:gd name="connsiteX8" fmla="*/ 60960 w 160020"/>
                <a:gd name="connsiteY8" fmla="*/ 40248 h 272657"/>
                <a:gd name="connsiteX9" fmla="*/ 61913 w 160020"/>
                <a:gd name="connsiteY9" fmla="*/ 40248 h 272657"/>
                <a:gd name="connsiteX10" fmla="*/ 131445 w 160020"/>
                <a:gd name="connsiteY10" fmla="*/ 243 h 272657"/>
                <a:gd name="connsiteX11" fmla="*/ 160020 w 160020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1" name="Freihandform: Form 110">
              <a:extLst>
                <a:ext uri="{FF2B5EF4-FFF2-40B4-BE49-F238E27FC236}">
                  <a16:creationId xmlns:a16="http://schemas.microsoft.com/office/drawing/2014/main" id="{2F468C89-F681-439A-98C4-0D6A60EE62FB}"/>
                </a:ext>
              </a:extLst>
            </p:cNvPr>
            <p:cNvSpPr/>
            <p:nvPr/>
          </p:nvSpPr>
          <p:spPr>
            <a:xfrm>
              <a:off x="7115174" y="2721291"/>
              <a:ext cx="130492" cy="59055"/>
            </a:xfrm>
            <a:custGeom>
              <a:avLst/>
              <a:gdLst>
                <a:gd name="connsiteX0" fmla="*/ 130493 w 130492"/>
                <a:gd name="connsiteY0" fmla="*/ 59055 h 59055"/>
                <a:gd name="connsiteX1" fmla="*/ 0 w 130492"/>
                <a:gd name="connsiteY1" fmla="*/ 59055 h 59055"/>
                <a:gd name="connsiteX2" fmla="*/ 0 w 130492"/>
                <a:gd name="connsiteY2" fmla="*/ 0 h 59055"/>
                <a:gd name="connsiteX3" fmla="*/ 130493 w 130492"/>
                <a:gd name="connsiteY3" fmla="*/ 0 h 59055"/>
                <a:gd name="connsiteX4" fmla="*/ 130493 w 130492"/>
                <a:gd name="connsiteY4" fmla="*/ 59055 h 59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492" h="59055">
                  <a:moveTo>
                    <a:pt x="130493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3" y="0"/>
                  </a:lnTo>
                  <a:lnTo>
                    <a:pt x="130493" y="5905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1" name="Freihandform: Form 160">
              <a:extLst>
                <a:ext uri="{FF2B5EF4-FFF2-40B4-BE49-F238E27FC236}">
                  <a16:creationId xmlns:a16="http://schemas.microsoft.com/office/drawing/2014/main" id="{D04D7ADC-1CF7-4E3F-A016-713FACCEC586}"/>
                </a:ext>
              </a:extLst>
            </p:cNvPr>
            <p:cNvSpPr/>
            <p:nvPr/>
          </p:nvSpPr>
          <p:spPr>
            <a:xfrm>
              <a:off x="7324724" y="2545079"/>
              <a:ext cx="288607" cy="375284"/>
            </a:xfrm>
            <a:custGeom>
              <a:avLst/>
              <a:gdLst>
                <a:gd name="connsiteX0" fmla="*/ 288607 w 288607"/>
                <a:gd name="connsiteY0" fmla="*/ 222885 h 375284"/>
                <a:gd name="connsiteX1" fmla="*/ 143827 w 288607"/>
                <a:gd name="connsiteY1" fmla="*/ 375285 h 375284"/>
                <a:gd name="connsiteX2" fmla="*/ 0 w 288607"/>
                <a:gd name="connsiteY2" fmla="*/ 222885 h 375284"/>
                <a:gd name="connsiteX3" fmla="*/ 0 w 288607"/>
                <a:gd name="connsiteY3" fmla="*/ 0 h 375284"/>
                <a:gd name="connsiteX4" fmla="*/ 66675 w 288607"/>
                <a:gd name="connsiteY4" fmla="*/ 0 h 375284"/>
                <a:gd name="connsiteX5" fmla="*/ 66675 w 288607"/>
                <a:gd name="connsiteY5" fmla="*/ 219075 h 375284"/>
                <a:gd name="connsiteX6" fmla="*/ 144780 w 288607"/>
                <a:gd name="connsiteY6" fmla="*/ 312420 h 375284"/>
                <a:gd name="connsiteX7" fmla="*/ 220980 w 288607"/>
                <a:gd name="connsiteY7" fmla="*/ 219075 h 375284"/>
                <a:gd name="connsiteX8" fmla="*/ 220980 w 288607"/>
                <a:gd name="connsiteY8" fmla="*/ 0 h 375284"/>
                <a:gd name="connsiteX9" fmla="*/ 287655 w 288607"/>
                <a:gd name="connsiteY9" fmla="*/ 0 h 375284"/>
                <a:gd name="connsiteX10" fmla="*/ 287655 w 288607"/>
                <a:gd name="connsiteY10" fmla="*/ 222885 h 375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88607" h="375284">
                  <a:moveTo>
                    <a:pt x="288607" y="222885"/>
                  </a:moveTo>
                  <a:cubicBezTo>
                    <a:pt x="288607" y="311468"/>
                    <a:pt x="242888" y="375285"/>
                    <a:pt x="143827" y="375285"/>
                  </a:cubicBezTo>
                  <a:cubicBezTo>
                    <a:pt x="45720" y="375285"/>
                    <a:pt x="0" y="312420"/>
                    <a:pt x="0" y="222885"/>
                  </a:cubicBezTo>
                  <a:lnTo>
                    <a:pt x="0" y="0"/>
                  </a:lnTo>
                  <a:lnTo>
                    <a:pt x="66675" y="0"/>
                  </a:lnTo>
                  <a:lnTo>
                    <a:pt x="66675" y="219075"/>
                  </a:lnTo>
                  <a:cubicBezTo>
                    <a:pt x="66675" y="274320"/>
                    <a:pt x="90488" y="312420"/>
                    <a:pt x="144780" y="312420"/>
                  </a:cubicBezTo>
                  <a:cubicBezTo>
                    <a:pt x="199073" y="312420"/>
                    <a:pt x="220980" y="275272"/>
                    <a:pt x="220980" y="219075"/>
                  </a:cubicBezTo>
                  <a:lnTo>
                    <a:pt x="220980" y="0"/>
                  </a:lnTo>
                  <a:lnTo>
                    <a:pt x="287655" y="0"/>
                  </a:lnTo>
                  <a:lnTo>
                    <a:pt x="287655" y="22288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2" name="Freihandform: Form 161">
              <a:extLst>
                <a:ext uri="{FF2B5EF4-FFF2-40B4-BE49-F238E27FC236}">
                  <a16:creationId xmlns:a16="http://schemas.microsoft.com/office/drawing/2014/main" id="{CECFFFB2-B9A1-420F-9BEE-D629610BD89B}"/>
                </a:ext>
              </a:extLst>
            </p:cNvPr>
            <p:cNvSpPr/>
            <p:nvPr/>
          </p:nvSpPr>
          <p:spPr>
            <a:xfrm>
              <a:off x="7697151" y="2641281"/>
              <a:ext cx="228600" cy="273367"/>
            </a:xfrm>
            <a:custGeom>
              <a:avLst/>
              <a:gdLst>
                <a:gd name="connsiteX0" fmla="*/ 228600 w 228600"/>
                <a:gd name="connsiteY0" fmla="*/ 272415 h 273367"/>
                <a:gd name="connsiteX1" fmla="*/ 166688 w 228600"/>
                <a:gd name="connsiteY1" fmla="*/ 272415 h 273367"/>
                <a:gd name="connsiteX2" fmla="*/ 166688 w 228600"/>
                <a:gd name="connsiteY2" fmla="*/ 120015 h 273367"/>
                <a:gd name="connsiteX3" fmla="*/ 117158 w 228600"/>
                <a:gd name="connsiteY3" fmla="*/ 55245 h 273367"/>
                <a:gd name="connsiteX4" fmla="*/ 61913 w 228600"/>
                <a:gd name="connsiteY4" fmla="*/ 120015 h 273367"/>
                <a:gd name="connsiteX5" fmla="*/ 61913 w 228600"/>
                <a:gd name="connsiteY5" fmla="*/ 273368 h 273367"/>
                <a:gd name="connsiteX6" fmla="*/ 0 w 228600"/>
                <a:gd name="connsiteY6" fmla="*/ 273368 h 273367"/>
                <a:gd name="connsiteX7" fmla="*/ 0 w 228600"/>
                <a:gd name="connsiteY7" fmla="*/ 6668 h 273367"/>
                <a:gd name="connsiteX8" fmla="*/ 61913 w 228600"/>
                <a:gd name="connsiteY8" fmla="*/ 6668 h 273367"/>
                <a:gd name="connsiteX9" fmla="*/ 61913 w 228600"/>
                <a:gd name="connsiteY9" fmla="*/ 39053 h 273367"/>
                <a:gd name="connsiteX10" fmla="*/ 62865 w 228600"/>
                <a:gd name="connsiteY10" fmla="*/ 39053 h 273367"/>
                <a:gd name="connsiteX11" fmla="*/ 140970 w 228600"/>
                <a:gd name="connsiteY11" fmla="*/ 0 h 273367"/>
                <a:gd name="connsiteX12" fmla="*/ 228600 w 228600"/>
                <a:gd name="connsiteY12" fmla="*/ 107632 h 273367"/>
                <a:gd name="connsiteX13" fmla="*/ 228600 w 228600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8" y="55245"/>
                    <a:pt x="117158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8"/>
                  </a:lnTo>
                  <a:lnTo>
                    <a:pt x="0" y="273368"/>
                  </a:lnTo>
                  <a:lnTo>
                    <a:pt x="0" y="6668"/>
                  </a:lnTo>
                  <a:lnTo>
                    <a:pt x="61913" y="6668"/>
                  </a:lnTo>
                  <a:lnTo>
                    <a:pt x="61913" y="39053"/>
                  </a:lnTo>
                  <a:lnTo>
                    <a:pt x="62865" y="39053"/>
                  </a:lnTo>
                  <a:cubicBezTo>
                    <a:pt x="79058" y="15240"/>
                    <a:pt x="106680" y="0"/>
                    <a:pt x="140970" y="0"/>
                  </a:cubicBezTo>
                  <a:cubicBezTo>
                    <a:pt x="201930" y="0"/>
                    <a:pt x="228600" y="44768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3" name="Freihandform: Form 162">
              <a:extLst>
                <a:ext uri="{FF2B5EF4-FFF2-40B4-BE49-F238E27FC236}">
                  <a16:creationId xmlns:a16="http://schemas.microsoft.com/office/drawing/2014/main" id="{4F9FCDCD-D972-43CE-A40C-8CC813FDFD51}"/>
                </a:ext>
              </a:extLst>
            </p:cNvPr>
            <p:cNvSpPr/>
            <p:nvPr/>
          </p:nvSpPr>
          <p:spPr>
            <a:xfrm>
              <a:off x="7996237" y="2528887"/>
              <a:ext cx="79057" cy="384810"/>
            </a:xfrm>
            <a:custGeom>
              <a:avLst/>
              <a:gdLst>
                <a:gd name="connsiteX0" fmla="*/ 79057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7 w 79057"/>
                <a:gd name="connsiteY4" fmla="*/ 38100 h 384810"/>
                <a:gd name="connsiteX5" fmla="*/ 70485 w 79057"/>
                <a:gd name="connsiteY5" fmla="*/ 384810 h 384810"/>
                <a:gd name="connsiteX6" fmla="*/ 8573 w 79057"/>
                <a:gd name="connsiteY6" fmla="*/ 384810 h 384810"/>
                <a:gd name="connsiteX7" fmla="*/ 8573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7" y="38100"/>
                  </a:moveTo>
                  <a:cubicBezTo>
                    <a:pt x="79057" y="60007"/>
                    <a:pt x="60960" y="76200"/>
                    <a:pt x="39052" y="76200"/>
                  </a:cubicBezTo>
                  <a:cubicBezTo>
                    <a:pt x="17145" y="76200"/>
                    <a:pt x="0" y="60007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0960" y="0"/>
                    <a:pt x="79057" y="16193"/>
                    <a:pt x="79057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4" name="Freihandform: Form 163">
              <a:extLst>
                <a:ext uri="{FF2B5EF4-FFF2-40B4-BE49-F238E27FC236}">
                  <a16:creationId xmlns:a16="http://schemas.microsoft.com/office/drawing/2014/main" id="{3B066928-1E72-487B-AFB2-2C383A73BBC9}"/>
                </a:ext>
              </a:extLst>
            </p:cNvPr>
            <p:cNvSpPr/>
            <p:nvPr/>
          </p:nvSpPr>
          <p:spPr>
            <a:xfrm>
              <a:off x="8119109" y="2647949"/>
              <a:ext cx="259079" cy="266700"/>
            </a:xfrm>
            <a:custGeom>
              <a:avLst/>
              <a:gdLst>
                <a:gd name="connsiteX0" fmla="*/ 259080 w 259079"/>
                <a:gd name="connsiteY0" fmla="*/ 0 h 266700"/>
                <a:gd name="connsiteX1" fmla="*/ 161925 w 259079"/>
                <a:gd name="connsiteY1" fmla="*/ 266700 h 266700"/>
                <a:gd name="connsiteX2" fmla="*/ 97155 w 259079"/>
                <a:gd name="connsiteY2" fmla="*/ 266700 h 266700"/>
                <a:gd name="connsiteX3" fmla="*/ 0 w 259079"/>
                <a:gd name="connsiteY3" fmla="*/ 0 h 266700"/>
                <a:gd name="connsiteX4" fmla="*/ 68580 w 259079"/>
                <a:gd name="connsiteY4" fmla="*/ 0 h 266700"/>
                <a:gd name="connsiteX5" fmla="*/ 129540 w 259079"/>
                <a:gd name="connsiteY5" fmla="*/ 193358 h 266700"/>
                <a:gd name="connsiteX6" fmla="*/ 130492 w 259079"/>
                <a:gd name="connsiteY6" fmla="*/ 193358 h 266700"/>
                <a:gd name="connsiteX7" fmla="*/ 191452 w 259079"/>
                <a:gd name="connsiteY7" fmla="*/ 0 h 266700"/>
                <a:gd name="connsiteX8" fmla="*/ 259080 w 259079"/>
                <a:gd name="connsiteY8" fmla="*/ 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59079" h="266700">
                  <a:moveTo>
                    <a:pt x="259080" y="0"/>
                  </a:moveTo>
                  <a:lnTo>
                    <a:pt x="161925" y="266700"/>
                  </a:lnTo>
                  <a:lnTo>
                    <a:pt x="97155" y="266700"/>
                  </a:lnTo>
                  <a:lnTo>
                    <a:pt x="0" y="0"/>
                  </a:lnTo>
                  <a:lnTo>
                    <a:pt x="68580" y="0"/>
                  </a:lnTo>
                  <a:lnTo>
                    <a:pt x="129540" y="193358"/>
                  </a:lnTo>
                  <a:lnTo>
                    <a:pt x="130492" y="193358"/>
                  </a:lnTo>
                  <a:lnTo>
                    <a:pt x="191452" y="0"/>
                  </a:lnTo>
                  <a:lnTo>
                    <a:pt x="25908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5" name="Freihandform: Form 164">
              <a:extLst>
                <a:ext uri="{FF2B5EF4-FFF2-40B4-BE49-F238E27FC236}">
                  <a16:creationId xmlns:a16="http://schemas.microsoft.com/office/drawing/2014/main" id="{AF415682-683E-4CEB-9D53-084796374DF1}"/>
                </a:ext>
              </a:extLst>
            </p:cNvPr>
            <p:cNvSpPr/>
            <p:nvPr/>
          </p:nvSpPr>
          <p:spPr>
            <a:xfrm>
              <a:off x="8406764" y="2641281"/>
              <a:ext cx="242887" cy="279082"/>
            </a:xfrm>
            <a:custGeom>
              <a:avLst/>
              <a:gdLst>
                <a:gd name="connsiteX0" fmla="*/ 132398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8 w 242887"/>
                <a:gd name="connsiteY6" fmla="*/ 225743 h 279082"/>
                <a:gd name="connsiteX7" fmla="*/ 198120 w 242887"/>
                <a:gd name="connsiteY7" fmla="*/ 194310 h 279082"/>
                <a:gd name="connsiteX8" fmla="*/ 237173 w 242887"/>
                <a:gd name="connsiteY8" fmla="*/ 235268 h 279082"/>
                <a:gd name="connsiteX9" fmla="*/ 132398 w 242887"/>
                <a:gd name="connsiteY9" fmla="*/ 279083 h 279082"/>
                <a:gd name="connsiteX10" fmla="*/ 62865 w 242887"/>
                <a:gd name="connsiteY10" fmla="*/ 115253 h 279082"/>
                <a:gd name="connsiteX11" fmla="*/ 183833 w 242887"/>
                <a:gd name="connsiteY11" fmla="*/ 115253 h 279082"/>
                <a:gd name="connsiteX12" fmla="*/ 124778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3" y="201930"/>
                    <a:pt x="94298" y="225743"/>
                    <a:pt x="132398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3" y="235268"/>
                  </a:lnTo>
                  <a:cubicBezTo>
                    <a:pt x="206693" y="264795"/>
                    <a:pt x="173355" y="279083"/>
                    <a:pt x="132398" y="279083"/>
                  </a:cubicBezTo>
                  <a:close/>
                  <a:moveTo>
                    <a:pt x="62865" y="115253"/>
                  </a:moveTo>
                  <a:lnTo>
                    <a:pt x="183833" y="115253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8580" y="74295"/>
                    <a:pt x="62865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6" name="Freihandform: Form 165">
              <a:extLst>
                <a:ext uri="{FF2B5EF4-FFF2-40B4-BE49-F238E27FC236}">
                  <a16:creationId xmlns:a16="http://schemas.microsoft.com/office/drawing/2014/main" id="{AB4C0555-F376-4AE3-9FC2-9D548F5895C3}"/>
                </a:ext>
              </a:extLst>
            </p:cNvPr>
            <p:cNvSpPr/>
            <p:nvPr/>
          </p:nvSpPr>
          <p:spPr>
            <a:xfrm>
              <a:off x="8720137" y="2641039"/>
              <a:ext cx="160019" cy="272657"/>
            </a:xfrm>
            <a:custGeom>
              <a:avLst/>
              <a:gdLst>
                <a:gd name="connsiteX0" fmla="*/ 160020 w 160019"/>
                <a:gd name="connsiteY0" fmla="*/ 5005 h 272657"/>
                <a:gd name="connsiteX1" fmla="*/ 150495 w 160019"/>
                <a:gd name="connsiteY1" fmla="*/ 68823 h 272657"/>
                <a:gd name="connsiteX2" fmla="*/ 116205 w 160019"/>
                <a:gd name="connsiteY2" fmla="*/ 60250 h 272657"/>
                <a:gd name="connsiteX3" fmla="*/ 61913 w 160019"/>
                <a:gd name="connsiteY3" fmla="*/ 135498 h 272657"/>
                <a:gd name="connsiteX4" fmla="*/ 61913 w 160019"/>
                <a:gd name="connsiteY4" fmla="*/ 272658 h 272657"/>
                <a:gd name="connsiteX5" fmla="*/ 0 w 160019"/>
                <a:gd name="connsiteY5" fmla="*/ 272658 h 272657"/>
                <a:gd name="connsiteX6" fmla="*/ 0 w 160019"/>
                <a:gd name="connsiteY6" fmla="*/ 5958 h 272657"/>
                <a:gd name="connsiteX7" fmla="*/ 60960 w 160019"/>
                <a:gd name="connsiteY7" fmla="*/ 5958 h 272657"/>
                <a:gd name="connsiteX8" fmla="*/ 60960 w 160019"/>
                <a:gd name="connsiteY8" fmla="*/ 40248 h 272657"/>
                <a:gd name="connsiteX9" fmla="*/ 61913 w 160019"/>
                <a:gd name="connsiteY9" fmla="*/ 40248 h 272657"/>
                <a:gd name="connsiteX10" fmla="*/ 131445 w 160019"/>
                <a:gd name="connsiteY10" fmla="*/ 243 h 272657"/>
                <a:gd name="connsiteX11" fmla="*/ 160020 w 160019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19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7" name="Freihandform: Form 166">
              <a:extLst>
                <a:ext uri="{FF2B5EF4-FFF2-40B4-BE49-F238E27FC236}">
                  <a16:creationId xmlns:a16="http://schemas.microsoft.com/office/drawing/2014/main" id="{17A4FA34-7CC1-43D7-9085-E14A26FC9D71}"/>
                </a:ext>
              </a:extLst>
            </p:cNvPr>
            <p:cNvSpPr/>
            <p:nvPr/>
          </p:nvSpPr>
          <p:spPr>
            <a:xfrm>
              <a:off x="8909684" y="2640329"/>
              <a:ext cx="205739" cy="280034"/>
            </a:xfrm>
            <a:custGeom>
              <a:avLst/>
              <a:gdLst>
                <a:gd name="connsiteX0" fmla="*/ 29527 w 205739"/>
                <a:gd name="connsiteY0" fmla="*/ 198120 h 280034"/>
                <a:gd name="connsiteX1" fmla="*/ 104775 w 205739"/>
                <a:gd name="connsiteY1" fmla="*/ 227647 h 280034"/>
                <a:gd name="connsiteX2" fmla="*/ 143827 w 205739"/>
                <a:gd name="connsiteY2" fmla="*/ 200978 h 280034"/>
                <a:gd name="connsiteX3" fmla="*/ 10477 w 205739"/>
                <a:gd name="connsiteY3" fmla="*/ 82868 h 280034"/>
                <a:gd name="connsiteX4" fmla="*/ 111442 w 205739"/>
                <a:gd name="connsiteY4" fmla="*/ 0 h 280034"/>
                <a:gd name="connsiteX5" fmla="*/ 203835 w 205739"/>
                <a:gd name="connsiteY5" fmla="*/ 27622 h 280034"/>
                <a:gd name="connsiteX6" fmla="*/ 174307 w 205739"/>
                <a:gd name="connsiteY6" fmla="*/ 76200 h 280034"/>
                <a:gd name="connsiteX7" fmla="*/ 110490 w 205739"/>
                <a:gd name="connsiteY7" fmla="*/ 52387 h 280034"/>
                <a:gd name="connsiteX8" fmla="*/ 72390 w 205739"/>
                <a:gd name="connsiteY8" fmla="*/ 77153 h 280034"/>
                <a:gd name="connsiteX9" fmla="*/ 205740 w 205739"/>
                <a:gd name="connsiteY9" fmla="*/ 195262 h 280034"/>
                <a:gd name="connsiteX10" fmla="*/ 102870 w 205739"/>
                <a:gd name="connsiteY10" fmla="*/ 280035 h 280034"/>
                <a:gd name="connsiteX11" fmla="*/ 0 w 205739"/>
                <a:gd name="connsiteY11" fmla="*/ 247650 h 280034"/>
                <a:gd name="connsiteX12" fmla="*/ 29527 w 205739"/>
                <a:gd name="connsiteY12" fmla="*/ 198120 h 280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39" h="280034">
                  <a:moveTo>
                    <a:pt x="29527" y="198120"/>
                  </a:moveTo>
                  <a:cubicBezTo>
                    <a:pt x="56197" y="218122"/>
                    <a:pt x="80963" y="227647"/>
                    <a:pt x="104775" y="227647"/>
                  </a:cubicBezTo>
                  <a:cubicBezTo>
                    <a:pt x="127635" y="227647"/>
                    <a:pt x="143827" y="217170"/>
                    <a:pt x="143827" y="200978"/>
                  </a:cubicBezTo>
                  <a:cubicBezTo>
                    <a:pt x="143827" y="155258"/>
                    <a:pt x="10477" y="171450"/>
                    <a:pt x="10477" y="82868"/>
                  </a:cubicBezTo>
                  <a:cubicBezTo>
                    <a:pt x="10477" y="33338"/>
                    <a:pt x="51435" y="0"/>
                    <a:pt x="111442" y="0"/>
                  </a:cubicBezTo>
                  <a:cubicBezTo>
                    <a:pt x="143827" y="0"/>
                    <a:pt x="175260" y="9525"/>
                    <a:pt x="203835" y="27622"/>
                  </a:cubicBezTo>
                  <a:lnTo>
                    <a:pt x="174307" y="76200"/>
                  </a:lnTo>
                  <a:cubicBezTo>
                    <a:pt x="151447" y="60960"/>
                    <a:pt x="130492" y="52387"/>
                    <a:pt x="110490" y="52387"/>
                  </a:cubicBezTo>
                  <a:cubicBezTo>
                    <a:pt x="87630" y="52387"/>
                    <a:pt x="72390" y="61912"/>
                    <a:pt x="72390" y="77153"/>
                  </a:cubicBezTo>
                  <a:cubicBezTo>
                    <a:pt x="72390" y="120968"/>
                    <a:pt x="205740" y="105728"/>
                    <a:pt x="205740" y="195262"/>
                  </a:cubicBezTo>
                  <a:cubicBezTo>
                    <a:pt x="205740" y="245745"/>
                    <a:pt x="164782" y="280035"/>
                    <a:pt x="102870" y="280035"/>
                  </a:cubicBezTo>
                  <a:cubicBezTo>
                    <a:pt x="67627" y="280035"/>
                    <a:pt x="31432" y="268605"/>
                    <a:pt x="0" y="247650"/>
                  </a:cubicBezTo>
                  <a:lnTo>
                    <a:pt x="29527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8" name="Freihandform: Form 167">
              <a:extLst>
                <a:ext uri="{FF2B5EF4-FFF2-40B4-BE49-F238E27FC236}">
                  <a16:creationId xmlns:a16="http://schemas.microsoft.com/office/drawing/2014/main" id="{79E7E56E-40BD-4374-BF2B-EE9542AF8E66}"/>
                </a:ext>
              </a:extLst>
            </p:cNvPr>
            <p:cNvSpPr/>
            <p:nvPr/>
          </p:nvSpPr>
          <p:spPr>
            <a:xfrm>
              <a:off x="9173526" y="2528887"/>
              <a:ext cx="79057" cy="384810"/>
            </a:xfrm>
            <a:custGeom>
              <a:avLst/>
              <a:gdLst>
                <a:gd name="connsiteX0" fmla="*/ 79058 w 79057"/>
                <a:gd name="connsiteY0" fmla="*/ 38100 h 384810"/>
                <a:gd name="connsiteX1" fmla="*/ 39053 w 79057"/>
                <a:gd name="connsiteY1" fmla="*/ 76200 h 384810"/>
                <a:gd name="connsiteX2" fmla="*/ 0 w 79057"/>
                <a:gd name="connsiteY2" fmla="*/ 38100 h 384810"/>
                <a:gd name="connsiteX3" fmla="*/ 39053 w 79057"/>
                <a:gd name="connsiteY3" fmla="*/ 0 h 384810"/>
                <a:gd name="connsiteX4" fmla="*/ 79058 w 79057"/>
                <a:gd name="connsiteY4" fmla="*/ 38100 h 384810"/>
                <a:gd name="connsiteX5" fmla="*/ 70485 w 79057"/>
                <a:gd name="connsiteY5" fmla="*/ 384810 h 384810"/>
                <a:gd name="connsiteX6" fmla="*/ 8573 w 79057"/>
                <a:gd name="connsiteY6" fmla="*/ 384810 h 384810"/>
                <a:gd name="connsiteX7" fmla="*/ 8573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8" y="38100"/>
                  </a:moveTo>
                  <a:cubicBezTo>
                    <a:pt x="79058" y="60007"/>
                    <a:pt x="60960" y="76200"/>
                    <a:pt x="39053" y="76200"/>
                  </a:cubicBezTo>
                  <a:cubicBezTo>
                    <a:pt x="17145" y="76200"/>
                    <a:pt x="0" y="60007"/>
                    <a:pt x="0" y="38100"/>
                  </a:cubicBezTo>
                  <a:cubicBezTo>
                    <a:pt x="0" y="16193"/>
                    <a:pt x="18098" y="0"/>
                    <a:pt x="39053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9" name="Freihandform: Form 168">
              <a:extLst>
                <a:ext uri="{FF2B5EF4-FFF2-40B4-BE49-F238E27FC236}">
                  <a16:creationId xmlns:a16="http://schemas.microsoft.com/office/drawing/2014/main" id="{770D6381-A1FE-4650-9108-C09FA97B64F1}"/>
                </a:ext>
              </a:extLst>
            </p:cNvPr>
            <p:cNvSpPr/>
            <p:nvPr/>
          </p:nvSpPr>
          <p:spPr>
            <a:xfrm>
              <a:off x="9297351" y="2562224"/>
              <a:ext cx="165735" cy="358139"/>
            </a:xfrm>
            <a:custGeom>
              <a:avLst/>
              <a:gdLst>
                <a:gd name="connsiteX0" fmla="*/ 165735 w 165735"/>
                <a:gd name="connsiteY0" fmla="*/ 295275 h 358139"/>
                <a:gd name="connsiteX1" fmla="*/ 165735 w 165735"/>
                <a:gd name="connsiteY1" fmla="*/ 348615 h 358139"/>
                <a:gd name="connsiteX2" fmla="*/ 113348 w 165735"/>
                <a:gd name="connsiteY2" fmla="*/ 358140 h 358139"/>
                <a:gd name="connsiteX3" fmla="*/ 40958 w 165735"/>
                <a:gd name="connsiteY3" fmla="*/ 282892 h 358139"/>
                <a:gd name="connsiteX4" fmla="*/ 40958 w 165735"/>
                <a:gd name="connsiteY4" fmla="*/ 137160 h 358139"/>
                <a:gd name="connsiteX5" fmla="*/ 0 w 165735"/>
                <a:gd name="connsiteY5" fmla="*/ 137160 h 358139"/>
                <a:gd name="connsiteX6" fmla="*/ 0 w 165735"/>
                <a:gd name="connsiteY6" fmla="*/ 85725 h 358139"/>
                <a:gd name="connsiteX7" fmla="*/ 40005 w 165735"/>
                <a:gd name="connsiteY7" fmla="*/ 85725 h 358139"/>
                <a:gd name="connsiteX8" fmla="*/ 40005 w 165735"/>
                <a:gd name="connsiteY8" fmla="*/ 13335 h 358139"/>
                <a:gd name="connsiteX9" fmla="*/ 101918 w 165735"/>
                <a:gd name="connsiteY9" fmla="*/ 0 h 358139"/>
                <a:gd name="connsiteX10" fmla="*/ 101918 w 165735"/>
                <a:gd name="connsiteY10" fmla="*/ 86677 h 358139"/>
                <a:gd name="connsiteX11" fmla="*/ 165735 w 165735"/>
                <a:gd name="connsiteY11" fmla="*/ 86677 h 358139"/>
                <a:gd name="connsiteX12" fmla="*/ 165735 w 165735"/>
                <a:gd name="connsiteY12" fmla="*/ 138113 h 358139"/>
                <a:gd name="connsiteX13" fmla="*/ 101918 w 165735"/>
                <a:gd name="connsiteY13" fmla="*/ 138113 h 358139"/>
                <a:gd name="connsiteX14" fmla="*/ 101918 w 165735"/>
                <a:gd name="connsiteY14" fmla="*/ 269558 h 358139"/>
                <a:gd name="connsiteX15" fmla="*/ 130493 w 165735"/>
                <a:gd name="connsiteY15" fmla="*/ 304800 h 358139"/>
                <a:gd name="connsiteX16" fmla="*/ 165735 w 165735"/>
                <a:gd name="connsiteY16" fmla="*/ 295275 h 358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5" h="358139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8" y="358140"/>
                  </a:cubicBezTo>
                  <a:cubicBezTo>
                    <a:pt x="66675" y="358140"/>
                    <a:pt x="40958" y="332423"/>
                    <a:pt x="40958" y="282892"/>
                  </a:cubicBezTo>
                  <a:lnTo>
                    <a:pt x="40958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3"/>
                    <a:pt x="110490" y="304800"/>
                    <a:pt x="130493" y="304800"/>
                  </a:cubicBezTo>
                  <a:cubicBezTo>
                    <a:pt x="141923" y="303848"/>
                    <a:pt x="155258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0" name="Freihandform: Form 169">
              <a:extLst>
                <a:ext uri="{FF2B5EF4-FFF2-40B4-BE49-F238E27FC236}">
                  <a16:creationId xmlns:a16="http://schemas.microsoft.com/office/drawing/2014/main" id="{FB565826-CB23-4587-94FB-0DC86DDE3CE4}"/>
                </a:ext>
              </a:extLst>
            </p:cNvPr>
            <p:cNvSpPr/>
            <p:nvPr/>
          </p:nvSpPr>
          <p:spPr>
            <a:xfrm>
              <a:off x="9511664" y="2533649"/>
              <a:ext cx="225742" cy="386714"/>
            </a:xfrm>
            <a:custGeom>
              <a:avLst/>
              <a:gdLst>
                <a:gd name="connsiteX0" fmla="*/ 114300 w 225742"/>
                <a:gd name="connsiteY0" fmla="*/ 215265 h 386714"/>
                <a:gd name="connsiteX1" fmla="*/ 164783 w 225742"/>
                <a:gd name="connsiteY1" fmla="*/ 220980 h 386714"/>
                <a:gd name="connsiteX2" fmla="*/ 164783 w 225742"/>
                <a:gd name="connsiteY2" fmla="*/ 211455 h 386714"/>
                <a:gd name="connsiteX3" fmla="*/ 105728 w 225742"/>
                <a:gd name="connsiteY3" fmla="*/ 160020 h 386714"/>
                <a:gd name="connsiteX4" fmla="*/ 38100 w 225742"/>
                <a:gd name="connsiteY4" fmla="*/ 175260 h 386714"/>
                <a:gd name="connsiteX5" fmla="*/ 24765 w 225742"/>
                <a:gd name="connsiteY5" fmla="*/ 122873 h 386714"/>
                <a:gd name="connsiteX6" fmla="*/ 112395 w 225742"/>
                <a:gd name="connsiteY6" fmla="*/ 107632 h 386714"/>
                <a:gd name="connsiteX7" fmla="*/ 225743 w 225742"/>
                <a:gd name="connsiteY7" fmla="*/ 210502 h 386714"/>
                <a:gd name="connsiteX8" fmla="*/ 225743 w 225742"/>
                <a:gd name="connsiteY8" fmla="*/ 381000 h 386714"/>
                <a:gd name="connsiteX9" fmla="*/ 166688 w 225742"/>
                <a:gd name="connsiteY9" fmla="*/ 381000 h 386714"/>
                <a:gd name="connsiteX10" fmla="*/ 166688 w 225742"/>
                <a:gd name="connsiteY10" fmla="*/ 352425 h 386714"/>
                <a:gd name="connsiteX11" fmla="*/ 165735 w 225742"/>
                <a:gd name="connsiteY11" fmla="*/ 352425 h 386714"/>
                <a:gd name="connsiteX12" fmla="*/ 87630 w 225742"/>
                <a:gd name="connsiteY12" fmla="*/ 386715 h 386714"/>
                <a:gd name="connsiteX13" fmla="*/ 0 w 225742"/>
                <a:gd name="connsiteY13" fmla="*/ 301942 h 386714"/>
                <a:gd name="connsiteX14" fmla="*/ 114300 w 225742"/>
                <a:gd name="connsiteY14" fmla="*/ 215265 h 386714"/>
                <a:gd name="connsiteX15" fmla="*/ 63818 w 225742"/>
                <a:gd name="connsiteY15" fmla="*/ 72390 h 386714"/>
                <a:gd name="connsiteX16" fmla="*/ 26670 w 225742"/>
                <a:gd name="connsiteY16" fmla="*/ 36195 h 386714"/>
                <a:gd name="connsiteX17" fmla="*/ 63818 w 225742"/>
                <a:gd name="connsiteY17" fmla="*/ 0 h 386714"/>
                <a:gd name="connsiteX18" fmla="*/ 100965 w 225742"/>
                <a:gd name="connsiteY18" fmla="*/ 36195 h 386714"/>
                <a:gd name="connsiteX19" fmla="*/ 63818 w 225742"/>
                <a:gd name="connsiteY19" fmla="*/ 72390 h 386714"/>
                <a:gd name="connsiteX20" fmla="*/ 103823 w 225742"/>
                <a:gd name="connsiteY20" fmla="*/ 340042 h 386714"/>
                <a:gd name="connsiteX21" fmla="*/ 164783 w 225742"/>
                <a:gd name="connsiteY21" fmla="*/ 307658 h 386714"/>
                <a:gd name="connsiteX22" fmla="*/ 164783 w 225742"/>
                <a:gd name="connsiteY22" fmla="*/ 261938 h 386714"/>
                <a:gd name="connsiteX23" fmla="*/ 120968 w 225742"/>
                <a:gd name="connsiteY23" fmla="*/ 257175 h 386714"/>
                <a:gd name="connsiteX24" fmla="*/ 59055 w 225742"/>
                <a:gd name="connsiteY24" fmla="*/ 300990 h 386714"/>
                <a:gd name="connsiteX25" fmla="*/ 103823 w 225742"/>
                <a:gd name="connsiteY25" fmla="*/ 340042 h 386714"/>
                <a:gd name="connsiteX26" fmla="*/ 172403 w 225742"/>
                <a:gd name="connsiteY26" fmla="*/ 72390 h 386714"/>
                <a:gd name="connsiteX27" fmla="*/ 135255 w 225742"/>
                <a:gd name="connsiteY27" fmla="*/ 36195 h 386714"/>
                <a:gd name="connsiteX28" fmla="*/ 172403 w 225742"/>
                <a:gd name="connsiteY28" fmla="*/ 0 h 386714"/>
                <a:gd name="connsiteX29" fmla="*/ 209550 w 225742"/>
                <a:gd name="connsiteY29" fmla="*/ 36195 h 386714"/>
                <a:gd name="connsiteX30" fmla="*/ 172403 w 225742"/>
                <a:gd name="connsiteY30" fmla="*/ 72390 h 386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25742" h="386714">
                  <a:moveTo>
                    <a:pt x="114300" y="215265"/>
                  </a:moveTo>
                  <a:cubicBezTo>
                    <a:pt x="131445" y="215265"/>
                    <a:pt x="147638" y="216217"/>
                    <a:pt x="164783" y="220980"/>
                  </a:cubicBezTo>
                  <a:lnTo>
                    <a:pt x="164783" y="211455"/>
                  </a:lnTo>
                  <a:cubicBezTo>
                    <a:pt x="164783" y="177165"/>
                    <a:pt x="144780" y="160020"/>
                    <a:pt x="105728" y="160020"/>
                  </a:cubicBezTo>
                  <a:cubicBezTo>
                    <a:pt x="83820" y="160020"/>
                    <a:pt x="60008" y="165735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2"/>
                    <a:pt x="112395" y="107632"/>
                  </a:cubicBezTo>
                  <a:cubicBezTo>
                    <a:pt x="187643" y="107632"/>
                    <a:pt x="225743" y="142875"/>
                    <a:pt x="225743" y="210502"/>
                  </a:cubicBezTo>
                  <a:lnTo>
                    <a:pt x="225743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8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8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8" y="72390"/>
                  </a:cubicBezTo>
                  <a:close/>
                  <a:moveTo>
                    <a:pt x="103823" y="340042"/>
                  </a:moveTo>
                  <a:cubicBezTo>
                    <a:pt x="126683" y="340042"/>
                    <a:pt x="147638" y="328613"/>
                    <a:pt x="164783" y="307658"/>
                  </a:cubicBezTo>
                  <a:lnTo>
                    <a:pt x="164783" y="261938"/>
                  </a:lnTo>
                  <a:cubicBezTo>
                    <a:pt x="150495" y="258127"/>
                    <a:pt x="135255" y="257175"/>
                    <a:pt x="120968" y="257175"/>
                  </a:cubicBezTo>
                  <a:cubicBezTo>
                    <a:pt x="81915" y="257175"/>
                    <a:pt x="59055" y="272415"/>
                    <a:pt x="59055" y="300990"/>
                  </a:cubicBezTo>
                  <a:cubicBezTo>
                    <a:pt x="59055" y="324803"/>
                    <a:pt x="76200" y="340042"/>
                    <a:pt x="103823" y="340042"/>
                  </a:cubicBezTo>
                  <a:close/>
                  <a:moveTo>
                    <a:pt x="172403" y="72390"/>
                  </a:moveTo>
                  <a:cubicBezTo>
                    <a:pt x="152400" y="72390"/>
                    <a:pt x="135255" y="55245"/>
                    <a:pt x="135255" y="36195"/>
                  </a:cubicBezTo>
                  <a:cubicBezTo>
                    <a:pt x="135255" y="17145"/>
                    <a:pt x="152400" y="0"/>
                    <a:pt x="172403" y="0"/>
                  </a:cubicBezTo>
                  <a:cubicBezTo>
                    <a:pt x="192405" y="0"/>
                    <a:pt x="209550" y="17145"/>
                    <a:pt x="209550" y="36195"/>
                  </a:cubicBezTo>
                  <a:cubicBezTo>
                    <a:pt x="209550" y="56198"/>
                    <a:pt x="192405" y="72390"/>
                    <a:pt x="172403" y="723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1" name="Freihandform: Form 170">
              <a:extLst>
                <a:ext uri="{FF2B5EF4-FFF2-40B4-BE49-F238E27FC236}">
                  <a16:creationId xmlns:a16="http://schemas.microsoft.com/office/drawing/2014/main" id="{DD1E3C0D-9B7F-464A-AF5A-F74FF099F79A}"/>
                </a:ext>
              </a:extLst>
            </p:cNvPr>
            <p:cNvSpPr/>
            <p:nvPr/>
          </p:nvSpPr>
          <p:spPr>
            <a:xfrm>
              <a:off x="9785984" y="2562224"/>
              <a:ext cx="165734" cy="358139"/>
            </a:xfrm>
            <a:custGeom>
              <a:avLst/>
              <a:gdLst>
                <a:gd name="connsiteX0" fmla="*/ 165735 w 165734"/>
                <a:gd name="connsiteY0" fmla="*/ 295275 h 358139"/>
                <a:gd name="connsiteX1" fmla="*/ 165735 w 165734"/>
                <a:gd name="connsiteY1" fmla="*/ 348615 h 358139"/>
                <a:gd name="connsiteX2" fmla="*/ 113347 w 165734"/>
                <a:gd name="connsiteY2" fmla="*/ 358140 h 358139"/>
                <a:gd name="connsiteX3" fmla="*/ 40957 w 165734"/>
                <a:gd name="connsiteY3" fmla="*/ 282892 h 358139"/>
                <a:gd name="connsiteX4" fmla="*/ 40957 w 165734"/>
                <a:gd name="connsiteY4" fmla="*/ 137160 h 358139"/>
                <a:gd name="connsiteX5" fmla="*/ 0 w 165734"/>
                <a:gd name="connsiteY5" fmla="*/ 137160 h 358139"/>
                <a:gd name="connsiteX6" fmla="*/ 0 w 165734"/>
                <a:gd name="connsiteY6" fmla="*/ 85725 h 358139"/>
                <a:gd name="connsiteX7" fmla="*/ 40005 w 165734"/>
                <a:gd name="connsiteY7" fmla="*/ 85725 h 358139"/>
                <a:gd name="connsiteX8" fmla="*/ 40005 w 165734"/>
                <a:gd name="connsiteY8" fmla="*/ 13335 h 358139"/>
                <a:gd name="connsiteX9" fmla="*/ 101917 w 165734"/>
                <a:gd name="connsiteY9" fmla="*/ 0 h 358139"/>
                <a:gd name="connsiteX10" fmla="*/ 101917 w 165734"/>
                <a:gd name="connsiteY10" fmla="*/ 86677 h 358139"/>
                <a:gd name="connsiteX11" fmla="*/ 165735 w 165734"/>
                <a:gd name="connsiteY11" fmla="*/ 86677 h 358139"/>
                <a:gd name="connsiteX12" fmla="*/ 165735 w 165734"/>
                <a:gd name="connsiteY12" fmla="*/ 138113 h 358139"/>
                <a:gd name="connsiteX13" fmla="*/ 101917 w 165734"/>
                <a:gd name="connsiteY13" fmla="*/ 138113 h 358139"/>
                <a:gd name="connsiteX14" fmla="*/ 101917 w 165734"/>
                <a:gd name="connsiteY14" fmla="*/ 269558 h 358139"/>
                <a:gd name="connsiteX15" fmla="*/ 130492 w 165734"/>
                <a:gd name="connsiteY15" fmla="*/ 304800 h 358139"/>
                <a:gd name="connsiteX16" fmla="*/ 165735 w 165734"/>
                <a:gd name="connsiteY16" fmla="*/ 295275 h 358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39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2423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7" y="0"/>
                  </a:lnTo>
                  <a:lnTo>
                    <a:pt x="101917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7" y="138113"/>
                  </a:lnTo>
                  <a:lnTo>
                    <a:pt x="101917" y="269558"/>
                  </a:lnTo>
                  <a:cubicBezTo>
                    <a:pt x="101917" y="294323"/>
                    <a:pt x="110490" y="304800"/>
                    <a:pt x="130492" y="304800"/>
                  </a:cubicBezTo>
                  <a:cubicBezTo>
                    <a:pt x="142875" y="303848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2" name="Freihandform: Form 171">
              <a:extLst>
                <a:ext uri="{FF2B5EF4-FFF2-40B4-BE49-F238E27FC236}">
                  <a16:creationId xmlns:a16="http://schemas.microsoft.com/office/drawing/2014/main" id="{27451BE7-0DEA-4CF8-9081-F22E71D71274}"/>
                </a:ext>
              </a:extLst>
            </p:cNvPr>
            <p:cNvSpPr/>
            <p:nvPr/>
          </p:nvSpPr>
          <p:spPr>
            <a:xfrm>
              <a:off x="2269806" y="3121341"/>
              <a:ext cx="359092" cy="373379"/>
            </a:xfrm>
            <a:custGeom>
              <a:avLst/>
              <a:gdLst>
                <a:gd name="connsiteX0" fmla="*/ 0 w 359092"/>
                <a:gd name="connsiteY0" fmla="*/ 0 h 373379"/>
                <a:gd name="connsiteX1" fmla="*/ 79057 w 359092"/>
                <a:gd name="connsiteY1" fmla="*/ 0 h 373379"/>
                <a:gd name="connsiteX2" fmla="*/ 180022 w 359092"/>
                <a:gd name="connsiteY2" fmla="*/ 229553 h 373379"/>
                <a:gd name="connsiteX3" fmla="*/ 180975 w 359092"/>
                <a:gd name="connsiteY3" fmla="*/ 229553 h 373379"/>
                <a:gd name="connsiteX4" fmla="*/ 279083 w 359092"/>
                <a:gd name="connsiteY4" fmla="*/ 0 h 373379"/>
                <a:gd name="connsiteX5" fmla="*/ 359093 w 359092"/>
                <a:gd name="connsiteY5" fmla="*/ 0 h 373379"/>
                <a:gd name="connsiteX6" fmla="*/ 359093 w 359092"/>
                <a:gd name="connsiteY6" fmla="*/ 368617 h 373379"/>
                <a:gd name="connsiteX7" fmla="*/ 295275 w 359092"/>
                <a:gd name="connsiteY7" fmla="*/ 368617 h 373379"/>
                <a:gd name="connsiteX8" fmla="*/ 295275 w 359092"/>
                <a:gd name="connsiteY8" fmla="*/ 114300 h 373379"/>
                <a:gd name="connsiteX9" fmla="*/ 294322 w 359092"/>
                <a:gd name="connsiteY9" fmla="*/ 114300 h 373379"/>
                <a:gd name="connsiteX10" fmla="*/ 180975 w 359092"/>
                <a:gd name="connsiteY10" fmla="*/ 373380 h 373379"/>
                <a:gd name="connsiteX11" fmla="*/ 179070 w 359092"/>
                <a:gd name="connsiteY11" fmla="*/ 373380 h 373379"/>
                <a:gd name="connsiteX12" fmla="*/ 64770 w 359092"/>
                <a:gd name="connsiteY12" fmla="*/ 114300 h 373379"/>
                <a:gd name="connsiteX13" fmla="*/ 63818 w 359092"/>
                <a:gd name="connsiteY13" fmla="*/ 114300 h 373379"/>
                <a:gd name="connsiteX14" fmla="*/ 63818 w 359092"/>
                <a:gd name="connsiteY14" fmla="*/ 368617 h 373379"/>
                <a:gd name="connsiteX15" fmla="*/ 953 w 359092"/>
                <a:gd name="connsiteY15" fmla="*/ 368617 h 373379"/>
                <a:gd name="connsiteX16" fmla="*/ 953 w 359092"/>
                <a:gd name="connsiteY16" fmla="*/ 0 h 373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59092" h="373379">
                  <a:moveTo>
                    <a:pt x="0" y="0"/>
                  </a:moveTo>
                  <a:lnTo>
                    <a:pt x="79057" y="0"/>
                  </a:lnTo>
                  <a:lnTo>
                    <a:pt x="180022" y="229553"/>
                  </a:lnTo>
                  <a:lnTo>
                    <a:pt x="180975" y="229553"/>
                  </a:lnTo>
                  <a:lnTo>
                    <a:pt x="279083" y="0"/>
                  </a:lnTo>
                  <a:lnTo>
                    <a:pt x="359093" y="0"/>
                  </a:lnTo>
                  <a:lnTo>
                    <a:pt x="359093" y="368617"/>
                  </a:lnTo>
                  <a:lnTo>
                    <a:pt x="295275" y="368617"/>
                  </a:lnTo>
                  <a:lnTo>
                    <a:pt x="295275" y="114300"/>
                  </a:lnTo>
                  <a:lnTo>
                    <a:pt x="294322" y="114300"/>
                  </a:lnTo>
                  <a:lnTo>
                    <a:pt x="180975" y="373380"/>
                  </a:lnTo>
                  <a:lnTo>
                    <a:pt x="179070" y="373380"/>
                  </a:lnTo>
                  <a:lnTo>
                    <a:pt x="64770" y="114300"/>
                  </a:lnTo>
                  <a:lnTo>
                    <a:pt x="63818" y="114300"/>
                  </a:lnTo>
                  <a:lnTo>
                    <a:pt x="63818" y="368617"/>
                  </a:lnTo>
                  <a:lnTo>
                    <a:pt x="953" y="368617"/>
                  </a:lnTo>
                  <a:lnTo>
                    <a:pt x="95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3" name="Freihandform: Form 172">
              <a:extLst>
                <a:ext uri="{FF2B5EF4-FFF2-40B4-BE49-F238E27FC236}">
                  <a16:creationId xmlns:a16="http://schemas.microsoft.com/office/drawing/2014/main" id="{1D302C50-8640-4F59-84E8-36E787BA7CB4}"/>
                </a:ext>
              </a:extLst>
            </p:cNvPr>
            <p:cNvSpPr/>
            <p:nvPr/>
          </p:nvSpPr>
          <p:spPr>
            <a:xfrm>
              <a:off x="2702241" y="3217544"/>
              <a:ext cx="242887" cy="279082"/>
            </a:xfrm>
            <a:custGeom>
              <a:avLst/>
              <a:gdLst>
                <a:gd name="connsiteX0" fmla="*/ 132398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8 w 242887"/>
                <a:gd name="connsiteY6" fmla="*/ 225742 h 279082"/>
                <a:gd name="connsiteX7" fmla="*/ 198120 w 242887"/>
                <a:gd name="connsiteY7" fmla="*/ 194310 h 279082"/>
                <a:gd name="connsiteX8" fmla="*/ 237173 w 242887"/>
                <a:gd name="connsiteY8" fmla="*/ 235267 h 279082"/>
                <a:gd name="connsiteX9" fmla="*/ 132398 w 242887"/>
                <a:gd name="connsiteY9" fmla="*/ 279083 h 279082"/>
                <a:gd name="connsiteX10" fmla="*/ 62865 w 242887"/>
                <a:gd name="connsiteY10" fmla="*/ 115252 h 279082"/>
                <a:gd name="connsiteX11" fmla="*/ 183833 w 242887"/>
                <a:gd name="connsiteY11" fmla="*/ 115252 h 279082"/>
                <a:gd name="connsiteX12" fmla="*/ 124778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3" y="201930"/>
                    <a:pt x="94298" y="225742"/>
                    <a:pt x="132398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3" y="235267"/>
                  </a:lnTo>
                  <a:cubicBezTo>
                    <a:pt x="206693" y="264795"/>
                    <a:pt x="172403" y="279083"/>
                    <a:pt x="132398" y="279083"/>
                  </a:cubicBezTo>
                  <a:close/>
                  <a:moveTo>
                    <a:pt x="62865" y="115252"/>
                  </a:moveTo>
                  <a:lnTo>
                    <a:pt x="183833" y="115252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89535" y="50482"/>
                    <a:pt x="67628" y="74295"/>
                    <a:pt x="62865" y="115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4" name="Freihandform: Form 173">
              <a:extLst>
                <a:ext uri="{FF2B5EF4-FFF2-40B4-BE49-F238E27FC236}">
                  <a16:creationId xmlns:a16="http://schemas.microsoft.com/office/drawing/2014/main" id="{FA0C7172-E728-4345-9EB9-B763EB657A4C}"/>
                </a:ext>
              </a:extLst>
            </p:cNvPr>
            <p:cNvSpPr/>
            <p:nvPr/>
          </p:nvSpPr>
          <p:spPr>
            <a:xfrm>
              <a:off x="3000374" y="3101339"/>
              <a:ext cx="248602" cy="396239"/>
            </a:xfrm>
            <a:custGeom>
              <a:avLst/>
              <a:gdLst>
                <a:gd name="connsiteX0" fmla="*/ 0 w 248602"/>
                <a:gd name="connsiteY0" fmla="*/ 255270 h 396239"/>
                <a:gd name="connsiteX1" fmla="*/ 108585 w 248602"/>
                <a:gd name="connsiteY1" fmla="*/ 116205 h 396239"/>
                <a:gd name="connsiteX2" fmla="*/ 185738 w 248602"/>
                <a:gd name="connsiteY2" fmla="*/ 152400 h 396239"/>
                <a:gd name="connsiteX3" fmla="*/ 186690 w 248602"/>
                <a:gd name="connsiteY3" fmla="*/ 152400 h 396239"/>
                <a:gd name="connsiteX4" fmla="*/ 186690 w 248602"/>
                <a:gd name="connsiteY4" fmla="*/ 15240 h 396239"/>
                <a:gd name="connsiteX5" fmla="*/ 248603 w 248602"/>
                <a:gd name="connsiteY5" fmla="*/ 0 h 396239"/>
                <a:gd name="connsiteX6" fmla="*/ 248603 w 248602"/>
                <a:gd name="connsiteY6" fmla="*/ 389573 h 396239"/>
                <a:gd name="connsiteX7" fmla="*/ 187642 w 248602"/>
                <a:gd name="connsiteY7" fmla="*/ 389573 h 396239"/>
                <a:gd name="connsiteX8" fmla="*/ 187642 w 248602"/>
                <a:gd name="connsiteY8" fmla="*/ 358140 h 396239"/>
                <a:gd name="connsiteX9" fmla="*/ 186690 w 248602"/>
                <a:gd name="connsiteY9" fmla="*/ 358140 h 396239"/>
                <a:gd name="connsiteX10" fmla="*/ 106680 w 248602"/>
                <a:gd name="connsiteY10" fmla="*/ 396240 h 396239"/>
                <a:gd name="connsiteX11" fmla="*/ 0 w 248602"/>
                <a:gd name="connsiteY11" fmla="*/ 255270 h 396239"/>
                <a:gd name="connsiteX12" fmla="*/ 61913 w 248602"/>
                <a:gd name="connsiteY12" fmla="*/ 255270 h 396239"/>
                <a:gd name="connsiteX13" fmla="*/ 123825 w 248602"/>
                <a:gd name="connsiteY13" fmla="*/ 340995 h 396239"/>
                <a:gd name="connsiteX14" fmla="*/ 187642 w 248602"/>
                <a:gd name="connsiteY14" fmla="*/ 305753 h 396239"/>
                <a:gd name="connsiteX15" fmla="*/ 187642 w 248602"/>
                <a:gd name="connsiteY15" fmla="*/ 208598 h 396239"/>
                <a:gd name="connsiteX16" fmla="*/ 123825 w 248602"/>
                <a:gd name="connsiteY16" fmla="*/ 173355 h 396239"/>
                <a:gd name="connsiteX17" fmla="*/ 61913 w 248602"/>
                <a:gd name="connsiteY17" fmla="*/ 255270 h 39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8602" h="396239">
                  <a:moveTo>
                    <a:pt x="0" y="255270"/>
                  </a:moveTo>
                  <a:cubicBezTo>
                    <a:pt x="0" y="169545"/>
                    <a:pt x="43815" y="116205"/>
                    <a:pt x="108585" y="116205"/>
                  </a:cubicBezTo>
                  <a:cubicBezTo>
                    <a:pt x="141922" y="116205"/>
                    <a:pt x="168592" y="130493"/>
                    <a:pt x="185738" y="152400"/>
                  </a:cubicBezTo>
                  <a:lnTo>
                    <a:pt x="186690" y="152400"/>
                  </a:lnTo>
                  <a:lnTo>
                    <a:pt x="186690" y="15240"/>
                  </a:lnTo>
                  <a:lnTo>
                    <a:pt x="248603" y="0"/>
                  </a:lnTo>
                  <a:lnTo>
                    <a:pt x="248603" y="389573"/>
                  </a:lnTo>
                  <a:lnTo>
                    <a:pt x="187642" y="389573"/>
                  </a:lnTo>
                  <a:lnTo>
                    <a:pt x="187642" y="358140"/>
                  </a:lnTo>
                  <a:lnTo>
                    <a:pt x="186690" y="358140"/>
                  </a:lnTo>
                  <a:cubicBezTo>
                    <a:pt x="167640" y="381953"/>
                    <a:pt x="140017" y="396240"/>
                    <a:pt x="106680" y="396240"/>
                  </a:cubicBezTo>
                  <a:cubicBezTo>
                    <a:pt x="43815" y="395288"/>
                    <a:pt x="0" y="340995"/>
                    <a:pt x="0" y="255270"/>
                  </a:cubicBezTo>
                  <a:close/>
                  <a:moveTo>
                    <a:pt x="61913" y="255270"/>
                  </a:moveTo>
                  <a:cubicBezTo>
                    <a:pt x="61913" y="309563"/>
                    <a:pt x="84772" y="340995"/>
                    <a:pt x="123825" y="340995"/>
                  </a:cubicBezTo>
                  <a:cubicBezTo>
                    <a:pt x="147638" y="340995"/>
                    <a:pt x="167640" y="329565"/>
                    <a:pt x="187642" y="305753"/>
                  </a:cubicBezTo>
                  <a:lnTo>
                    <a:pt x="187642" y="208598"/>
                  </a:lnTo>
                  <a:cubicBezTo>
                    <a:pt x="169545" y="184785"/>
                    <a:pt x="149542" y="173355"/>
                    <a:pt x="123825" y="173355"/>
                  </a:cubicBezTo>
                  <a:cubicBezTo>
                    <a:pt x="82867" y="172402"/>
                    <a:pt x="61913" y="201930"/>
                    <a:pt x="61913" y="2552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5" name="Freihandform: Form 174">
              <a:extLst>
                <a:ext uri="{FF2B5EF4-FFF2-40B4-BE49-F238E27FC236}">
                  <a16:creationId xmlns:a16="http://schemas.microsoft.com/office/drawing/2014/main" id="{7560A71D-130F-449E-9B2D-45E1FA681F0F}"/>
                </a:ext>
              </a:extLst>
            </p:cNvPr>
            <p:cNvSpPr/>
            <p:nvPr/>
          </p:nvSpPr>
          <p:spPr>
            <a:xfrm>
              <a:off x="3323271" y="3105149"/>
              <a:ext cx="79057" cy="384809"/>
            </a:xfrm>
            <a:custGeom>
              <a:avLst/>
              <a:gdLst>
                <a:gd name="connsiteX0" fmla="*/ 79058 w 79057"/>
                <a:gd name="connsiteY0" fmla="*/ 38100 h 384809"/>
                <a:gd name="connsiteX1" fmla="*/ 39053 w 79057"/>
                <a:gd name="connsiteY1" fmla="*/ 76200 h 384809"/>
                <a:gd name="connsiteX2" fmla="*/ 0 w 79057"/>
                <a:gd name="connsiteY2" fmla="*/ 38100 h 384809"/>
                <a:gd name="connsiteX3" fmla="*/ 39053 w 79057"/>
                <a:gd name="connsiteY3" fmla="*/ 0 h 384809"/>
                <a:gd name="connsiteX4" fmla="*/ 79058 w 79057"/>
                <a:gd name="connsiteY4" fmla="*/ 38100 h 384809"/>
                <a:gd name="connsiteX5" fmla="*/ 70485 w 79057"/>
                <a:gd name="connsiteY5" fmla="*/ 384810 h 384809"/>
                <a:gd name="connsiteX6" fmla="*/ 8573 w 79057"/>
                <a:gd name="connsiteY6" fmla="*/ 384810 h 384809"/>
                <a:gd name="connsiteX7" fmla="*/ 8573 w 79057"/>
                <a:gd name="connsiteY7" fmla="*/ 118110 h 384809"/>
                <a:gd name="connsiteX8" fmla="*/ 70485 w 79057"/>
                <a:gd name="connsiteY8" fmla="*/ 118110 h 384809"/>
                <a:gd name="connsiteX9" fmla="*/ 70485 w 79057"/>
                <a:gd name="connsiteY9" fmla="*/ 384810 h 384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09">
                  <a:moveTo>
                    <a:pt x="79058" y="38100"/>
                  </a:moveTo>
                  <a:cubicBezTo>
                    <a:pt x="79058" y="60008"/>
                    <a:pt x="60960" y="76200"/>
                    <a:pt x="39053" y="76200"/>
                  </a:cubicBezTo>
                  <a:cubicBezTo>
                    <a:pt x="17145" y="76200"/>
                    <a:pt x="0" y="60008"/>
                    <a:pt x="0" y="38100"/>
                  </a:cubicBezTo>
                  <a:cubicBezTo>
                    <a:pt x="0" y="16192"/>
                    <a:pt x="18098" y="0"/>
                    <a:pt x="39053" y="0"/>
                  </a:cubicBezTo>
                  <a:cubicBezTo>
                    <a:pt x="60960" y="0"/>
                    <a:pt x="79058" y="16192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6" name="Freihandform: Form 175">
              <a:extLst>
                <a:ext uri="{FF2B5EF4-FFF2-40B4-BE49-F238E27FC236}">
                  <a16:creationId xmlns:a16="http://schemas.microsoft.com/office/drawing/2014/main" id="{1A034AAE-CC36-44D1-836B-C9672154B99C}"/>
                </a:ext>
              </a:extLst>
            </p:cNvPr>
            <p:cNvSpPr/>
            <p:nvPr/>
          </p:nvSpPr>
          <p:spPr>
            <a:xfrm>
              <a:off x="3455669" y="3224212"/>
              <a:ext cx="211454" cy="265747"/>
            </a:xfrm>
            <a:custGeom>
              <a:avLst/>
              <a:gdLst>
                <a:gd name="connsiteX0" fmla="*/ 210502 w 211454"/>
                <a:gd name="connsiteY0" fmla="*/ 265747 h 265747"/>
                <a:gd name="connsiteX1" fmla="*/ 0 w 211454"/>
                <a:gd name="connsiteY1" fmla="*/ 265747 h 265747"/>
                <a:gd name="connsiteX2" fmla="*/ 0 w 211454"/>
                <a:gd name="connsiteY2" fmla="*/ 212408 h 265747"/>
                <a:gd name="connsiteX3" fmla="*/ 133350 w 211454"/>
                <a:gd name="connsiteY3" fmla="*/ 52388 h 265747"/>
                <a:gd name="connsiteX4" fmla="*/ 8572 w 211454"/>
                <a:gd name="connsiteY4" fmla="*/ 52388 h 265747"/>
                <a:gd name="connsiteX5" fmla="*/ 8572 w 211454"/>
                <a:gd name="connsiteY5" fmla="*/ 0 h 265747"/>
                <a:gd name="connsiteX6" fmla="*/ 209550 w 211454"/>
                <a:gd name="connsiteY6" fmla="*/ 0 h 265747"/>
                <a:gd name="connsiteX7" fmla="*/ 209550 w 211454"/>
                <a:gd name="connsiteY7" fmla="*/ 53340 h 265747"/>
                <a:gd name="connsiteX8" fmla="*/ 76200 w 211454"/>
                <a:gd name="connsiteY8" fmla="*/ 213360 h 265747"/>
                <a:gd name="connsiteX9" fmla="*/ 211455 w 211454"/>
                <a:gd name="connsiteY9" fmla="*/ 213360 h 265747"/>
                <a:gd name="connsiteX10" fmla="*/ 211455 w 211454"/>
                <a:gd name="connsiteY10" fmla="*/ 265747 h 26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11454" h="265747">
                  <a:moveTo>
                    <a:pt x="210502" y="265747"/>
                  </a:moveTo>
                  <a:lnTo>
                    <a:pt x="0" y="265747"/>
                  </a:lnTo>
                  <a:lnTo>
                    <a:pt x="0" y="212408"/>
                  </a:lnTo>
                  <a:lnTo>
                    <a:pt x="133350" y="52388"/>
                  </a:lnTo>
                  <a:lnTo>
                    <a:pt x="8572" y="52388"/>
                  </a:lnTo>
                  <a:lnTo>
                    <a:pt x="8572" y="0"/>
                  </a:lnTo>
                  <a:lnTo>
                    <a:pt x="209550" y="0"/>
                  </a:lnTo>
                  <a:lnTo>
                    <a:pt x="209550" y="53340"/>
                  </a:lnTo>
                  <a:lnTo>
                    <a:pt x="76200" y="213360"/>
                  </a:lnTo>
                  <a:lnTo>
                    <a:pt x="211455" y="213360"/>
                  </a:lnTo>
                  <a:lnTo>
                    <a:pt x="211455" y="26574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7" name="Freihandform: Form 176">
              <a:extLst>
                <a:ext uri="{FF2B5EF4-FFF2-40B4-BE49-F238E27FC236}">
                  <a16:creationId xmlns:a16="http://schemas.microsoft.com/office/drawing/2014/main" id="{C6D70CEE-A5F6-429D-8CAD-D64B6E3F5236}"/>
                </a:ext>
              </a:extLst>
            </p:cNvPr>
            <p:cNvSpPr/>
            <p:nvPr/>
          </p:nvSpPr>
          <p:spPr>
            <a:xfrm>
              <a:off x="3722369" y="3105149"/>
              <a:ext cx="79057" cy="384809"/>
            </a:xfrm>
            <a:custGeom>
              <a:avLst/>
              <a:gdLst>
                <a:gd name="connsiteX0" fmla="*/ 79058 w 79057"/>
                <a:gd name="connsiteY0" fmla="*/ 38100 h 384809"/>
                <a:gd name="connsiteX1" fmla="*/ 39052 w 79057"/>
                <a:gd name="connsiteY1" fmla="*/ 76200 h 384809"/>
                <a:gd name="connsiteX2" fmla="*/ 0 w 79057"/>
                <a:gd name="connsiteY2" fmla="*/ 38100 h 384809"/>
                <a:gd name="connsiteX3" fmla="*/ 39052 w 79057"/>
                <a:gd name="connsiteY3" fmla="*/ 0 h 384809"/>
                <a:gd name="connsiteX4" fmla="*/ 79058 w 79057"/>
                <a:gd name="connsiteY4" fmla="*/ 38100 h 384809"/>
                <a:gd name="connsiteX5" fmla="*/ 70485 w 79057"/>
                <a:gd name="connsiteY5" fmla="*/ 384810 h 384809"/>
                <a:gd name="connsiteX6" fmla="*/ 8572 w 79057"/>
                <a:gd name="connsiteY6" fmla="*/ 384810 h 384809"/>
                <a:gd name="connsiteX7" fmla="*/ 8572 w 79057"/>
                <a:gd name="connsiteY7" fmla="*/ 118110 h 384809"/>
                <a:gd name="connsiteX8" fmla="*/ 70485 w 79057"/>
                <a:gd name="connsiteY8" fmla="*/ 118110 h 384809"/>
                <a:gd name="connsiteX9" fmla="*/ 70485 w 79057"/>
                <a:gd name="connsiteY9" fmla="*/ 384810 h 384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09">
                  <a:moveTo>
                    <a:pt x="79058" y="38100"/>
                  </a:moveTo>
                  <a:cubicBezTo>
                    <a:pt x="79058" y="60008"/>
                    <a:pt x="60960" y="76200"/>
                    <a:pt x="39052" y="76200"/>
                  </a:cubicBezTo>
                  <a:cubicBezTo>
                    <a:pt x="17145" y="76200"/>
                    <a:pt x="0" y="60008"/>
                    <a:pt x="0" y="38100"/>
                  </a:cubicBezTo>
                  <a:cubicBezTo>
                    <a:pt x="0" y="16192"/>
                    <a:pt x="18097" y="0"/>
                    <a:pt x="39052" y="0"/>
                  </a:cubicBezTo>
                  <a:cubicBezTo>
                    <a:pt x="60960" y="0"/>
                    <a:pt x="79058" y="16192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2" y="384810"/>
                  </a:lnTo>
                  <a:lnTo>
                    <a:pt x="8572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8" name="Freihandform: Form 177">
              <a:extLst>
                <a:ext uri="{FF2B5EF4-FFF2-40B4-BE49-F238E27FC236}">
                  <a16:creationId xmlns:a16="http://schemas.microsoft.com/office/drawing/2014/main" id="{CD8B3A5C-E7FE-4826-BA96-35522A693DA6}"/>
                </a:ext>
              </a:extLst>
            </p:cNvPr>
            <p:cNvSpPr/>
            <p:nvPr/>
          </p:nvSpPr>
          <p:spPr>
            <a:xfrm>
              <a:off x="3875721" y="3217544"/>
              <a:ext cx="228600" cy="273367"/>
            </a:xfrm>
            <a:custGeom>
              <a:avLst/>
              <a:gdLst>
                <a:gd name="connsiteX0" fmla="*/ 228600 w 228600"/>
                <a:gd name="connsiteY0" fmla="*/ 272415 h 273367"/>
                <a:gd name="connsiteX1" fmla="*/ 166688 w 228600"/>
                <a:gd name="connsiteY1" fmla="*/ 272415 h 273367"/>
                <a:gd name="connsiteX2" fmla="*/ 166688 w 228600"/>
                <a:gd name="connsiteY2" fmla="*/ 120015 h 273367"/>
                <a:gd name="connsiteX3" fmla="*/ 117158 w 228600"/>
                <a:gd name="connsiteY3" fmla="*/ 55245 h 273367"/>
                <a:gd name="connsiteX4" fmla="*/ 61913 w 228600"/>
                <a:gd name="connsiteY4" fmla="*/ 120015 h 273367"/>
                <a:gd name="connsiteX5" fmla="*/ 61913 w 228600"/>
                <a:gd name="connsiteY5" fmla="*/ 273367 h 273367"/>
                <a:gd name="connsiteX6" fmla="*/ 0 w 228600"/>
                <a:gd name="connsiteY6" fmla="*/ 273367 h 273367"/>
                <a:gd name="connsiteX7" fmla="*/ 0 w 228600"/>
                <a:gd name="connsiteY7" fmla="*/ 6667 h 273367"/>
                <a:gd name="connsiteX8" fmla="*/ 61913 w 228600"/>
                <a:gd name="connsiteY8" fmla="*/ 6667 h 273367"/>
                <a:gd name="connsiteX9" fmla="*/ 61913 w 228600"/>
                <a:gd name="connsiteY9" fmla="*/ 39052 h 273367"/>
                <a:gd name="connsiteX10" fmla="*/ 62865 w 228600"/>
                <a:gd name="connsiteY10" fmla="*/ 39052 h 273367"/>
                <a:gd name="connsiteX11" fmla="*/ 140970 w 228600"/>
                <a:gd name="connsiteY11" fmla="*/ 0 h 273367"/>
                <a:gd name="connsiteX12" fmla="*/ 228600 w 228600"/>
                <a:gd name="connsiteY12" fmla="*/ 107633 h 273367"/>
                <a:gd name="connsiteX13" fmla="*/ 228600 w 228600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8" y="55245"/>
                    <a:pt x="117158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7"/>
                  </a:lnTo>
                  <a:lnTo>
                    <a:pt x="0" y="273367"/>
                  </a:lnTo>
                  <a:lnTo>
                    <a:pt x="0" y="6667"/>
                  </a:lnTo>
                  <a:lnTo>
                    <a:pt x="61913" y="6667"/>
                  </a:lnTo>
                  <a:lnTo>
                    <a:pt x="61913" y="39052"/>
                  </a:lnTo>
                  <a:lnTo>
                    <a:pt x="62865" y="39052"/>
                  </a:lnTo>
                  <a:cubicBezTo>
                    <a:pt x="78105" y="15240"/>
                    <a:pt x="106680" y="0"/>
                    <a:pt x="140970" y="0"/>
                  </a:cubicBezTo>
                  <a:cubicBezTo>
                    <a:pt x="201930" y="0"/>
                    <a:pt x="228600" y="44767"/>
                    <a:pt x="228600" y="107633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9" name="Freihandform: Form 178">
              <a:extLst>
                <a:ext uri="{FF2B5EF4-FFF2-40B4-BE49-F238E27FC236}">
                  <a16:creationId xmlns:a16="http://schemas.microsoft.com/office/drawing/2014/main" id="{16294A6D-0599-48F4-9E25-DF46F942F3DD}"/>
                </a:ext>
              </a:extLst>
            </p:cNvPr>
            <p:cNvSpPr/>
            <p:nvPr/>
          </p:nvSpPr>
          <p:spPr>
            <a:xfrm>
              <a:off x="4173854" y="3105149"/>
              <a:ext cx="79057" cy="384809"/>
            </a:xfrm>
            <a:custGeom>
              <a:avLst/>
              <a:gdLst>
                <a:gd name="connsiteX0" fmla="*/ 79058 w 79057"/>
                <a:gd name="connsiteY0" fmla="*/ 38100 h 384809"/>
                <a:gd name="connsiteX1" fmla="*/ 39053 w 79057"/>
                <a:gd name="connsiteY1" fmla="*/ 76200 h 384809"/>
                <a:gd name="connsiteX2" fmla="*/ 0 w 79057"/>
                <a:gd name="connsiteY2" fmla="*/ 38100 h 384809"/>
                <a:gd name="connsiteX3" fmla="*/ 39053 w 79057"/>
                <a:gd name="connsiteY3" fmla="*/ 0 h 384809"/>
                <a:gd name="connsiteX4" fmla="*/ 79058 w 79057"/>
                <a:gd name="connsiteY4" fmla="*/ 38100 h 384809"/>
                <a:gd name="connsiteX5" fmla="*/ 71438 w 79057"/>
                <a:gd name="connsiteY5" fmla="*/ 384810 h 384809"/>
                <a:gd name="connsiteX6" fmla="*/ 9525 w 79057"/>
                <a:gd name="connsiteY6" fmla="*/ 384810 h 384809"/>
                <a:gd name="connsiteX7" fmla="*/ 9525 w 79057"/>
                <a:gd name="connsiteY7" fmla="*/ 118110 h 384809"/>
                <a:gd name="connsiteX8" fmla="*/ 71438 w 79057"/>
                <a:gd name="connsiteY8" fmla="*/ 118110 h 384809"/>
                <a:gd name="connsiteX9" fmla="*/ 71438 w 79057"/>
                <a:gd name="connsiteY9" fmla="*/ 384810 h 384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09">
                  <a:moveTo>
                    <a:pt x="79058" y="38100"/>
                  </a:moveTo>
                  <a:cubicBezTo>
                    <a:pt x="79058" y="60008"/>
                    <a:pt x="60960" y="76200"/>
                    <a:pt x="39053" y="76200"/>
                  </a:cubicBezTo>
                  <a:cubicBezTo>
                    <a:pt x="17145" y="76200"/>
                    <a:pt x="0" y="60008"/>
                    <a:pt x="0" y="38100"/>
                  </a:cubicBezTo>
                  <a:cubicBezTo>
                    <a:pt x="0" y="16192"/>
                    <a:pt x="18098" y="0"/>
                    <a:pt x="39053" y="0"/>
                  </a:cubicBezTo>
                  <a:cubicBezTo>
                    <a:pt x="61913" y="0"/>
                    <a:pt x="79058" y="16192"/>
                    <a:pt x="79058" y="38100"/>
                  </a:cubicBezTo>
                  <a:close/>
                  <a:moveTo>
                    <a:pt x="71438" y="384810"/>
                  </a:moveTo>
                  <a:lnTo>
                    <a:pt x="9525" y="384810"/>
                  </a:lnTo>
                  <a:lnTo>
                    <a:pt x="9525" y="118110"/>
                  </a:lnTo>
                  <a:lnTo>
                    <a:pt x="71438" y="118110"/>
                  </a:lnTo>
                  <a:lnTo>
                    <a:pt x="71438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0" name="Freihandform: Form 179">
              <a:extLst>
                <a:ext uri="{FF2B5EF4-FFF2-40B4-BE49-F238E27FC236}">
                  <a16:creationId xmlns:a16="http://schemas.microsoft.com/office/drawing/2014/main" id="{5503A72C-ADC9-40A2-B16B-83B1ACE63DD7}"/>
                </a:ext>
              </a:extLst>
            </p:cNvPr>
            <p:cNvSpPr/>
            <p:nvPr/>
          </p:nvSpPr>
          <p:spPr>
            <a:xfrm>
              <a:off x="4302442" y="3216591"/>
              <a:ext cx="205739" cy="280035"/>
            </a:xfrm>
            <a:custGeom>
              <a:avLst/>
              <a:gdLst>
                <a:gd name="connsiteX0" fmla="*/ 29527 w 205739"/>
                <a:gd name="connsiteY0" fmla="*/ 198120 h 280035"/>
                <a:gd name="connsiteX1" fmla="*/ 104775 w 205739"/>
                <a:gd name="connsiteY1" fmla="*/ 227648 h 280035"/>
                <a:gd name="connsiteX2" fmla="*/ 143827 w 205739"/>
                <a:gd name="connsiteY2" fmla="*/ 200978 h 280035"/>
                <a:gd name="connsiteX3" fmla="*/ 10477 w 205739"/>
                <a:gd name="connsiteY3" fmla="*/ 82868 h 280035"/>
                <a:gd name="connsiteX4" fmla="*/ 111442 w 205739"/>
                <a:gd name="connsiteY4" fmla="*/ 0 h 280035"/>
                <a:gd name="connsiteX5" fmla="*/ 203835 w 205739"/>
                <a:gd name="connsiteY5" fmla="*/ 27623 h 280035"/>
                <a:gd name="connsiteX6" fmla="*/ 174307 w 205739"/>
                <a:gd name="connsiteY6" fmla="*/ 76200 h 280035"/>
                <a:gd name="connsiteX7" fmla="*/ 110490 w 205739"/>
                <a:gd name="connsiteY7" fmla="*/ 52388 h 280035"/>
                <a:gd name="connsiteX8" fmla="*/ 72390 w 205739"/>
                <a:gd name="connsiteY8" fmla="*/ 77153 h 280035"/>
                <a:gd name="connsiteX9" fmla="*/ 205740 w 205739"/>
                <a:gd name="connsiteY9" fmla="*/ 195263 h 280035"/>
                <a:gd name="connsiteX10" fmla="*/ 102870 w 205739"/>
                <a:gd name="connsiteY10" fmla="*/ 280035 h 280035"/>
                <a:gd name="connsiteX11" fmla="*/ 0 w 205739"/>
                <a:gd name="connsiteY11" fmla="*/ 247650 h 280035"/>
                <a:gd name="connsiteX12" fmla="*/ 29527 w 205739"/>
                <a:gd name="connsiteY12" fmla="*/ 198120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39" h="280035">
                  <a:moveTo>
                    <a:pt x="29527" y="198120"/>
                  </a:moveTo>
                  <a:cubicBezTo>
                    <a:pt x="56197" y="218123"/>
                    <a:pt x="80963" y="227648"/>
                    <a:pt x="104775" y="227648"/>
                  </a:cubicBezTo>
                  <a:cubicBezTo>
                    <a:pt x="127635" y="227648"/>
                    <a:pt x="143827" y="217170"/>
                    <a:pt x="143827" y="200978"/>
                  </a:cubicBezTo>
                  <a:cubicBezTo>
                    <a:pt x="143827" y="155258"/>
                    <a:pt x="10477" y="171450"/>
                    <a:pt x="10477" y="82868"/>
                  </a:cubicBezTo>
                  <a:cubicBezTo>
                    <a:pt x="10477" y="33338"/>
                    <a:pt x="51435" y="0"/>
                    <a:pt x="111442" y="0"/>
                  </a:cubicBezTo>
                  <a:cubicBezTo>
                    <a:pt x="143827" y="0"/>
                    <a:pt x="175260" y="9525"/>
                    <a:pt x="203835" y="27623"/>
                  </a:cubicBezTo>
                  <a:lnTo>
                    <a:pt x="174307" y="76200"/>
                  </a:lnTo>
                  <a:cubicBezTo>
                    <a:pt x="151447" y="60960"/>
                    <a:pt x="130492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2" y="280035"/>
                    <a:pt x="102870" y="280035"/>
                  </a:cubicBezTo>
                  <a:cubicBezTo>
                    <a:pt x="67627" y="280035"/>
                    <a:pt x="31432" y="268605"/>
                    <a:pt x="0" y="247650"/>
                  </a:cubicBezTo>
                  <a:lnTo>
                    <a:pt x="29527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1" name="Freihandform: Form 180">
              <a:extLst>
                <a:ext uri="{FF2B5EF4-FFF2-40B4-BE49-F238E27FC236}">
                  <a16:creationId xmlns:a16="http://schemas.microsoft.com/office/drawing/2014/main" id="{1AA51582-9061-45B0-9C3E-108F97B81C62}"/>
                </a:ext>
              </a:extLst>
            </p:cNvPr>
            <p:cNvSpPr/>
            <p:nvPr/>
          </p:nvSpPr>
          <p:spPr>
            <a:xfrm>
              <a:off x="4558664" y="3216591"/>
              <a:ext cx="224790" cy="280035"/>
            </a:xfrm>
            <a:custGeom>
              <a:avLst/>
              <a:gdLst>
                <a:gd name="connsiteX0" fmla="*/ 222885 w 224790"/>
                <a:gd name="connsiteY0" fmla="*/ 237173 h 280035"/>
                <a:gd name="connsiteX1" fmla="*/ 127635 w 224790"/>
                <a:gd name="connsiteY1" fmla="*/ 280035 h 280035"/>
                <a:gd name="connsiteX2" fmla="*/ 0 w 224790"/>
                <a:gd name="connsiteY2" fmla="*/ 140970 h 280035"/>
                <a:gd name="connsiteX3" fmla="*/ 128588 w 224790"/>
                <a:gd name="connsiteY3" fmla="*/ 0 h 280035"/>
                <a:gd name="connsiteX4" fmla="*/ 224790 w 224790"/>
                <a:gd name="connsiteY4" fmla="*/ 45720 h 280035"/>
                <a:gd name="connsiteX5" fmla="*/ 181928 w 224790"/>
                <a:gd name="connsiteY5" fmla="*/ 86678 h 280035"/>
                <a:gd name="connsiteX6" fmla="*/ 128588 w 224790"/>
                <a:gd name="connsiteY6" fmla="*/ 57150 h 280035"/>
                <a:gd name="connsiteX7" fmla="*/ 62865 w 224790"/>
                <a:gd name="connsiteY7" fmla="*/ 140017 h 280035"/>
                <a:gd name="connsiteX8" fmla="*/ 128588 w 224790"/>
                <a:gd name="connsiteY8" fmla="*/ 222885 h 280035"/>
                <a:gd name="connsiteX9" fmla="*/ 183832 w 224790"/>
                <a:gd name="connsiteY9" fmla="*/ 193358 h 280035"/>
                <a:gd name="connsiteX10" fmla="*/ 222885 w 224790"/>
                <a:gd name="connsiteY10" fmla="*/ 237173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90" h="280035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6688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2" y="193358"/>
                  </a:cubicBezTo>
                  <a:lnTo>
                    <a:pt x="222885" y="2371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2" name="Freihandform: Form 181">
              <a:extLst>
                <a:ext uri="{FF2B5EF4-FFF2-40B4-BE49-F238E27FC236}">
                  <a16:creationId xmlns:a16="http://schemas.microsoft.com/office/drawing/2014/main" id="{A2C9D6E4-59B3-414F-A8E2-D27DC7CFE67E}"/>
                </a:ext>
              </a:extLst>
            </p:cNvPr>
            <p:cNvSpPr/>
            <p:nvPr/>
          </p:nvSpPr>
          <p:spPr>
            <a:xfrm>
              <a:off x="4837746" y="3101339"/>
              <a:ext cx="228600" cy="389572"/>
            </a:xfrm>
            <a:custGeom>
              <a:avLst/>
              <a:gdLst>
                <a:gd name="connsiteX0" fmla="*/ 228600 w 228600"/>
                <a:gd name="connsiteY0" fmla="*/ 388620 h 389572"/>
                <a:gd name="connsiteX1" fmla="*/ 166688 w 228600"/>
                <a:gd name="connsiteY1" fmla="*/ 388620 h 389572"/>
                <a:gd name="connsiteX2" fmla="*/ 166688 w 228600"/>
                <a:gd name="connsiteY2" fmla="*/ 236220 h 389572"/>
                <a:gd name="connsiteX3" fmla="*/ 117158 w 228600"/>
                <a:gd name="connsiteY3" fmla="*/ 171450 h 389572"/>
                <a:gd name="connsiteX4" fmla="*/ 61913 w 228600"/>
                <a:gd name="connsiteY4" fmla="*/ 236220 h 389572"/>
                <a:gd name="connsiteX5" fmla="*/ 61913 w 228600"/>
                <a:gd name="connsiteY5" fmla="*/ 389573 h 389572"/>
                <a:gd name="connsiteX6" fmla="*/ 0 w 228600"/>
                <a:gd name="connsiteY6" fmla="*/ 389573 h 389572"/>
                <a:gd name="connsiteX7" fmla="*/ 0 w 228600"/>
                <a:gd name="connsiteY7" fmla="*/ 15240 h 389572"/>
                <a:gd name="connsiteX8" fmla="*/ 61913 w 228600"/>
                <a:gd name="connsiteY8" fmla="*/ 0 h 389572"/>
                <a:gd name="connsiteX9" fmla="*/ 61913 w 228600"/>
                <a:gd name="connsiteY9" fmla="*/ 155258 h 389572"/>
                <a:gd name="connsiteX10" fmla="*/ 62865 w 228600"/>
                <a:gd name="connsiteY10" fmla="*/ 155258 h 389572"/>
                <a:gd name="connsiteX11" fmla="*/ 140970 w 228600"/>
                <a:gd name="connsiteY11" fmla="*/ 116205 h 389572"/>
                <a:gd name="connsiteX12" fmla="*/ 228600 w 228600"/>
                <a:gd name="connsiteY12" fmla="*/ 223838 h 389572"/>
                <a:gd name="connsiteX13" fmla="*/ 228600 w 228600"/>
                <a:gd name="connsiteY13" fmla="*/ 38862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389572">
                  <a:moveTo>
                    <a:pt x="228600" y="388620"/>
                  </a:moveTo>
                  <a:lnTo>
                    <a:pt x="166688" y="388620"/>
                  </a:lnTo>
                  <a:lnTo>
                    <a:pt x="166688" y="236220"/>
                  </a:lnTo>
                  <a:cubicBezTo>
                    <a:pt x="166688" y="197168"/>
                    <a:pt x="154305" y="171450"/>
                    <a:pt x="117158" y="171450"/>
                  </a:cubicBezTo>
                  <a:cubicBezTo>
                    <a:pt x="74295" y="171450"/>
                    <a:pt x="61913" y="205740"/>
                    <a:pt x="61913" y="236220"/>
                  </a:cubicBezTo>
                  <a:lnTo>
                    <a:pt x="61913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3" name="Freihandform: Form 182">
              <a:extLst>
                <a:ext uri="{FF2B5EF4-FFF2-40B4-BE49-F238E27FC236}">
                  <a16:creationId xmlns:a16="http://schemas.microsoft.com/office/drawing/2014/main" id="{0D6ED093-8664-4317-B1E7-E8FAE51D600C}"/>
                </a:ext>
              </a:extLst>
            </p:cNvPr>
            <p:cNvSpPr/>
            <p:nvPr/>
          </p:nvSpPr>
          <p:spPr>
            <a:xfrm>
              <a:off x="5131117" y="3217544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2 h 279082"/>
                <a:gd name="connsiteX7" fmla="*/ 198120 w 242887"/>
                <a:gd name="connsiteY7" fmla="*/ 194310 h 279082"/>
                <a:gd name="connsiteX8" fmla="*/ 237172 w 242887"/>
                <a:gd name="connsiteY8" fmla="*/ 235267 h 279082"/>
                <a:gd name="connsiteX9" fmla="*/ 132397 w 242887"/>
                <a:gd name="connsiteY9" fmla="*/ 279083 h 279082"/>
                <a:gd name="connsiteX10" fmla="*/ 62865 w 242887"/>
                <a:gd name="connsiteY10" fmla="*/ 115252 h 279082"/>
                <a:gd name="connsiteX11" fmla="*/ 183832 w 242887"/>
                <a:gd name="connsiteY11" fmla="*/ 115252 h 279082"/>
                <a:gd name="connsiteX12" fmla="*/ 124777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2"/>
                    <a:pt x="132397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2" y="235267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2865" y="115252"/>
                  </a:moveTo>
                  <a:lnTo>
                    <a:pt x="183832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4" name="Freihandform: Form 183">
              <a:extLst>
                <a:ext uri="{FF2B5EF4-FFF2-40B4-BE49-F238E27FC236}">
                  <a16:creationId xmlns:a16="http://schemas.microsoft.com/office/drawing/2014/main" id="{DB6025B4-5C05-4AF6-8667-2A4E502AE20E}"/>
                </a:ext>
              </a:extLst>
            </p:cNvPr>
            <p:cNvSpPr/>
            <p:nvPr/>
          </p:nvSpPr>
          <p:spPr>
            <a:xfrm>
              <a:off x="5601652" y="3122294"/>
              <a:ext cx="231457" cy="368617"/>
            </a:xfrm>
            <a:custGeom>
              <a:avLst/>
              <a:gdLst>
                <a:gd name="connsiteX0" fmla="*/ 231457 w 231457"/>
                <a:gd name="connsiteY0" fmla="*/ 60007 h 368617"/>
                <a:gd name="connsiteX1" fmla="*/ 65722 w 231457"/>
                <a:gd name="connsiteY1" fmla="*/ 60007 h 368617"/>
                <a:gd name="connsiteX2" fmla="*/ 65722 w 231457"/>
                <a:gd name="connsiteY2" fmla="*/ 151447 h 368617"/>
                <a:gd name="connsiteX3" fmla="*/ 189547 w 231457"/>
                <a:gd name="connsiteY3" fmla="*/ 151447 h 368617"/>
                <a:gd name="connsiteX4" fmla="*/ 189547 w 231457"/>
                <a:gd name="connsiteY4" fmla="*/ 211455 h 368617"/>
                <a:gd name="connsiteX5" fmla="*/ 65722 w 231457"/>
                <a:gd name="connsiteY5" fmla="*/ 211455 h 368617"/>
                <a:gd name="connsiteX6" fmla="*/ 65722 w 231457"/>
                <a:gd name="connsiteY6" fmla="*/ 368617 h 368617"/>
                <a:gd name="connsiteX7" fmla="*/ 0 w 231457"/>
                <a:gd name="connsiteY7" fmla="*/ 368617 h 368617"/>
                <a:gd name="connsiteX8" fmla="*/ 0 w 231457"/>
                <a:gd name="connsiteY8" fmla="*/ 0 h 368617"/>
                <a:gd name="connsiteX9" fmla="*/ 231457 w 231457"/>
                <a:gd name="connsiteY9" fmla="*/ 0 h 368617"/>
                <a:gd name="connsiteX10" fmla="*/ 231457 w 231457"/>
                <a:gd name="connsiteY10" fmla="*/ 60007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1457" h="368617">
                  <a:moveTo>
                    <a:pt x="231457" y="60007"/>
                  </a:moveTo>
                  <a:lnTo>
                    <a:pt x="65722" y="60007"/>
                  </a:lnTo>
                  <a:lnTo>
                    <a:pt x="65722" y="151447"/>
                  </a:lnTo>
                  <a:lnTo>
                    <a:pt x="189547" y="151447"/>
                  </a:lnTo>
                  <a:lnTo>
                    <a:pt x="189547" y="211455"/>
                  </a:lnTo>
                  <a:lnTo>
                    <a:pt x="65722" y="211455"/>
                  </a:lnTo>
                  <a:lnTo>
                    <a:pt x="65722" y="368617"/>
                  </a:lnTo>
                  <a:lnTo>
                    <a:pt x="0" y="368617"/>
                  </a:lnTo>
                  <a:lnTo>
                    <a:pt x="0" y="0"/>
                  </a:lnTo>
                  <a:lnTo>
                    <a:pt x="231457" y="0"/>
                  </a:lnTo>
                  <a:lnTo>
                    <a:pt x="231457" y="6000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5" name="Freihandform: Form 184">
              <a:extLst>
                <a:ext uri="{FF2B5EF4-FFF2-40B4-BE49-F238E27FC236}">
                  <a16:creationId xmlns:a16="http://schemas.microsoft.com/office/drawing/2014/main" id="{7F4DC551-B3E9-4D00-8D61-206ED592821B}"/>
                </a:ext>
              </a:extLst>
            </p:cNvPr>
            <p:cNvSpPr/>
            <p:nvPr/>
          </p:nvSpPr>
          <p:spPr>
            <a:xfrm>
              <a:off x="5844539" y="3217544"/>
              <a:ext cx="225742" cy="279082"/>
            </a:xfrm>
            <a:custGeom>
              <a:avLst/>
              <a:gdLst>
                <a:gd name="connsiteX0" fmla="*/ 114300 w 225742"/>
                <a:gd name="connsiteY0" fmla="*/ 107633 h 279082"/>
                <a:gd name="connsiteX1" fmla="*/ 164782 w 225742"/>
                <a:gd name="connsiteY1" fmla="*/ 113347 h 279082"/>
                <a:gd name="connsiteX2" fmla="*/ 164782 w 225742"/>
                <a:gd name="connsiteY2" fmla="*/ 103822 h 279082"/>
                <a:gd name="connsiteX3" fmla="*/ 105728 w 225742"/>
                <a:gd name="connsiteY3" fmla="*/ 52388 h 279082"/>
                <a:gd name="connsiteX4" fmla="*/ 38100 w 225742"/>
                <a:gd name="connsiteY4" fmla="*/ 67627 h 279082"/>
                <a:gd name="connsiteX5" fmla="*/ 24765 w 225742"/>
                <a:gd name="connsiteY5" fmla="*/ 15240 h 279082"/>
                <a:gd name="connsiteX6" fmla="*/ 112395 w 225742"/>
                <a:gd name="connsiteY6" fmla="*/ 0 h 279082"/>
                <a:gd name="connsiteX7" fmla="*/ 225742 w 225742"/>
                <a:gd name="connsiteY7" fmla="*/ 102870 h 279082"/>
                <a:gd name="connsiteX8" fmla="*/ 225742 w 225742"/>
                <a:gd name="connsiteY8" fmla="*/ 273367 h 279082"/>
                <a:gd name="connsiteX9" fmla="*/ 166688 w 225742"/>
                <a:gd name="connsiteY9" fmla="*/ 273367 h 279082"/>
                <a:gd name="connsiteX10" fmla="*/ 166688 w 225742"/>
                <a:gd name="connsiteY10" fmla="*/ 244792 h 279082"/>
                <a:gd name="connsiteX11" fmla="*/ 165735 w 225742"/>
                <a:gd name="connsiteY11" fmla="*/ 244792 h 279082"/>
                <a:gd name="connsiteX12" fmla="*/ 87630 w 225742"/>
                <a:gd name="connsiteY12" fmla="*/ 279083 h 279082"/>
                <a:gd name="connsiteX13" fmla="*/ 0 w 225742"/>
                <a:gd name="connsiteY13" fmla="*/ 194310 h 279082"/>
                <a:gd name="connsiteX14" fmla="*/ 114300 w 225742"/>
                <a:gd name="connsiteY14" fmla="*/ 107633 h 279082"/>
                <a:gd name="connsiteX15" fmla="*/ 103822 w 225742"/>
                <a:gd name="connsiteY15" fmla="*/ 232410 h 279082"/>
                <a:gd name="connsiteX16" fmla="*/ 164782 w 225742"/>
                <a:gd name="connsiteY16" fmla="*/ 200025 h 279082"/>
                <a:gd name="connsiteX17" fmla="*/ 164782 w 225742"/>
                <a:gd name="connsiteY17" fmla="*/ 153352 h 279082"/>
                <a:gd name="connsiteX18" fmla="*/ 120967 w 225742"/>
                <a:gd name="connsiteY18" fmla="*/ 148590 h 279082"/>
                <a:gd name="connsiteX19" fmla="*/ 59055 w 225742"/>
                <a:gd name="connsiteY19" fmla="*/ 192405 h 279082"/>
                <a:gd name="connsiteX20" fmla="*/ 103822 w 225742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5742" h="279082">
                  <a:moveTo>
                    <a:pt x="114300" y="107633"/>
                  </a:moveTo>
                  <a:cubicBezTo>
                    <a:pt x="131445" y="107633"/>
                    <a:pt x="147638" y="108585"/>
                    <a:pt x="164782" y="113347"/>
                  </a:cubicBezTo>
                  <a:lnTo>
                    <a:pt x="164782" y="103822"/>
                  </a:lnTo>
                  <a:cubicBezTo>
                    <a:pt x="164782" y="69532"/>
                    <a:pt x="144780" y="52388"/>
                    <a:pt x="105728" y="52388"/>
                  </a:cubicBezTo>
                  <a:cubicBezTo>
                    <a:pt x="83820" y="52388"/>
                    <a:pt x="60007" y="58102"/>
                    <a:pt x="38100" y="67627"/>
                  </a:cubicBezTo>
                  <a:lnTo>
                    <a:pt x="24765" y="15240"/>
                  </a:lnTo>
                  <a:cubicBezTo>
                    <a:pt x="49530" y="5715"/>
                    <a:pt x="81915" y="0"/>
                    <a:pt x="112395" y="0"/>
                  </a:cubicBezTo>
                  <a:cubicBezTo>
                    <a:pt x="187642" y="0"/>
                    <a:pt x="225742" y="35242"/>
                    <a:pt x="225742" y="102870"/>
                  </a:cubicBezTo>
                  <a:lnTo>
                    <a:pt x="225742" y="273367"/>
                  </a:lnTo>
                  <a:lnTo>
                    <a:pt x="166688" y="273367"/>
                  </a:lnTo>
                  <a:lnTo>
                    <a:pt x="166688" y="244792"/>
                  </a:lnTo>
                  <a:lnTo>
                    <a:pt x="165735" y="244792"/>
                  </a:lnTo>
                  <a:cubicBezTo>
                    <a:pt x="142875" y="268605"/>
                    <a:pt x="119063" y="279083"/>
                    <a:pt x="87630" y="279083"/>
                  </a:cubicBezTo>
                  <a:cubicBezTo>
                    <a:pt x="34290" y="279083"/>
                    <a:pt x="0" y="245745"/>
                    <a:pt x="0" y="194310"/>
                  </a:cubicBezTo>
                  <a:cubicBezTo>
                    <a:pt x="0" y="138113"/>
                    <a:pt x="40005" y="107633"/>
                    <a:pt x="114300" y="107633"/>
                  </a:cubicBezTo>
                  <a:close/>
                  <a:moveTo>
                    <a:pt x="103822" y="232410"/>
                  </a:moveTo>
                  <a:cubicBezTo>
                    <a:pt x="126682" y="232410"/>
                    <a:pt x="147638" y="220980"/>
                    <a:pt x="164782" y="200025"/>
                  </a:cubicBezTo>
                  <a:lnTo>
                    <a:pt x="164782" y="153352"/>
                  </a:lnTo>
                  <a:cubicBezTo>
                    <a:pt x="150495" y="149542"/>
                    <a:pt x="135255" y="148590"/>
                    <a:pt x="120967" y="148590"/>
                  </a:cubicBezTo>
                  <a:cubicBezTo>
                    <a:pt x="81915" y="148590"/>
                    <a:pt x="59055" y="163830"/>
                    <a:pt x="59055" y="192405"/>
                  </a:cubicBezTo>
                  <a:cubicBezTo>
                    <a:pt x="60007" y="217170"/>
                    <a:pt x="77153" y="232410"/>
                    <a:pt x="103822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6" name="Freihandform: Form 185">
              <a:extLst>
                <a:ext uri="{FF2B5EF4-FFF2-40B4-BE49-F238E27FC236}">
                  <a16:creationId xmlns:a16="http://schemas.microsoft.com/office/drawing/2014/main" id="{5FDE9C04-36BF-475E-8DCB-FD0638FABB6B}"/>
                </a:ext>
              </a:extLst>
            </p:cNvPr>
            <p:cNvSpPr/>
            <p:nvPr/>
          </p:nvSpPr>
          <p:spPr>
            <a:xfrm>
              <a:off x="6150292" y="3101339"/>
              <a:ext cx="234314" cy="389572"/>
            </a:xfrm>
            <a:custGeom>
              <a:avLst/>
              <a:gdLst>
                <a:gd name="connsiteX0" fmla="*/ 0 w 234314"/>
                <a:gd name="connsiteY0" fmla="*/ 15240 h 389572"/>
                <a:gd name="connsiteX1" fmla="*/ 61913 w 234314"/>
                <a:gd name="connsiteY1" fmla="*/ 0 h 389572"/>
                <a:gd name="connsiteX2" fmla="*/ 61913 w 234314"/>
                <a:gd name="connsiteY2" fmla="*/ 234315 h 389572"/>
                <a:gd name="connsiteX3" fmla="*/ 62865 w 234314"/>
                <a:gd name="connsiteY3" fmla="*/ 234315 h 389572"/>
                <a:gd name="connsiteX4" fmla="*/ 150495 w 234314"/>
                <a:gd name="connsiteY4" fmla="*/ 122873 h 389572"/>
                <a:gd name="connsiteX5" fmla="*/ 224790 w 234314"/>
                <a:gd name="connsiteY5" fmla="*/ 122873 h 389572"/>
                <a:gd name="connsiteX6" fmla="*/ 137160 w 234314"/>
                <a:gd name="connsiteY6" fmla="*/ 227648 h 389572"/>
                <a:gd name="connsiteX7" fmla="*/ 234315 w 234314"/>
                <a:gd name="connsiteY7" fmla="*/ 389573 h 389572"/>
                <a:gd name="connsiteX8" fmla="*/ 160020 w 234314"/>
                <a:gd name="connsiteY8" fmla="*/ 389573 h 389572"/>
                <a:gd name="connsiteX9" fmla="*/ 93345 w 234314"/>
                <a:gd name="connsiteY9" fmla="*/ 274320 h 389572"/>
                <a:gd name="connsiteX10" fmla="*/ 62865 w 234314"/>
                <a:gd name="connsiteY10" fmla="*/ 308610 h 389572"/>
                <a:gd name="connsiteX11" fmla="*/ 62865 w 234314"/>
                <a:gd name="connsiteY11" fmla="*/ 389573 h 389572"/>
                <a:gd name="connsiteX12" fmla="*/ 952 w 234314"/>
                <a:gd name="connsiteY12" fmla="*/ 389573 h 389572"/>
                <a:gd name="connsiteX13" fmla="*/ 952 w 234314"/>
                <a:gd name="connsiteY13" fmla="*/ 1524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4314" h="389572">
                  <a:moveTo>
                    <a:pt x="0" y="15240"/>
                  </a:moveTo>
                  <a:lnTo>
                    <a:pt x="61913" y="0"/>
                  </a:lnTo>
                  <a:lnTo>
                    <a:pt x="61913" y="234315"/>
                  </a:lnTo>
                  <a:lnTo>
                    <a:pt x="62865" y="234315"/>
                  </a:lnTo>
                  <a:lnTo>
                    <a:pt x="150495" y="122873"/>
                  </a:lnTo>
                  <a:lnTo>
                    <a:pt x="224790" y="122873"/>
                  </a:lnTo>
                  <a:lnTo>
                    <a:pt x="137160" y="227648"/>
                  </a:lnTo>
                  <a:lnTo>
                    <a:pt x="234315" y="389573"/>
                  </a:lnTo>
                  <a:lnTo>
                    <a:pt x="160020" y="389573"/>
                  </a:lnTo>
                  <a:lnTo>
                    <a:pt x="93345" y="274320"/>
                  </a:lnTo>
                  <a:lnTo>
                    <a:pt x="62865" y="308610"/>
                  </a:lnTo>
                  <a:lnTo>
                    <a:pt x="62865" y="389573"/>
                  </a:lnTo>
                  <a:lnTo>
                    <a:pt x="952" y="389573"/>
                  </a:lnTo>
                  <a:lnTo>
                    <a:pt x="952" y="1524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7" name="Freihandform: Form 186">
              <a:extLst>
                <a:ext uri="{FF2B5EF4-FFF2-40B4-BE49-F238E27FC236}">
                  <a16:creationId xmlns:a16="http://schemas.microsoft.com/office/drawing/2014/main" id="{7CC26329-58FC-4D62-98EE-42F2B60B572E}"/>
                </a:ext>
              </a:extLst>
            </p:cNvPr>
            <p:cNvSpPr/>
            <p:nvPr/>
          </p:nvSpPr>
          <p:spPr>
            <a:xfrm>
              <a:off x="6430327" y="3224212"/>
              <a:ext cx="229552" cy="273367"/>
            </a:xfrm>
            <a:custGeom>
              <a:avLst/>
              <a:gdLst>
                <a:gd name="connsiteX0" fmla="*/ 62865 w 229552"/>
                <a:gd name="connsiteY0" fmla="*/ 160020 h 273367"/>
                <a:gd name="connsiteX1" fmla="*/ 116205 w 229552"/>
                <a:gd name="connsiteY1" fmla="*/ 216217 h 273367"/>
                <a:gd name="connsiteX2" fmla="*/ 167640 w 229552"/>
                <a:gd name="connsiteY2" fmla="*/ 160020 h 273367"/>
                <a:gd name="connsiteX3" fmla="*/ 167640 w 229552"/>
                <a:gd name="connsiteY3" fmla="*/ 0 h 273367"/>
                <a:gd name="connsiteX4" fmla="*/ 229553 w 229552"/>
                <a:gd name="connsiteY4" fmla="*/ 0 h 273367"/>
                <a:gd name="connsiteX5" fmla="*/ 229553 w 229552"/>
                <a:gd name="connsiteY5" fmla="*/ 161925 h 273367"/>
                <a:gd name="connsiteX6" fmla="*/ 117157 w 229552"/>
                <a:gd name="connsiteY6" fmla="*/ 273367 h 273367"/>
                <a:gd name="connsiteX7" fmla="*/ 0 w 229552"/>
                <a:gd name="connsiteY7" fmla="*/ 162878 h 273367"/>
                <a:gd name="connsiteX8" fmla="*/ 0 w 229552"/>
                <a:gd name="connsiteY8" fmla="*/ 952 h 273367"/>
                <a:gd name="connsiteX9" fmla="*/ 61913 w 229552"/>
                <a:gd name="connsiteY9" fmla="*/ 952 h 273367"/>
                <a:gd name="connsiteX10" fmla="*/ 61913 w 229552"/>
                <a:gd name="connsiteY10" fmla="*/ 160020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9552" h="273367">
                  <a:moveTo>
                    <a:pt x="62865" y="160020"/>
                  </a:moveTo>
                  <a:cubicBezTo>
                    <a:pt x="62865" y="196215"/>
                    <a:pt x="80963" y="216217"/>
                    <a:pt x="116205" y="216217"/>
                  </a:cubicBezTo>
                  <a:cubicBezTo>
                    <a:pt x="150495" y="216217"/>
                    <a:pt x="167640" y="197167"/>
                    <a:pt x="167640" y="160020"/>
                  </a:cubicBezTo>
                  <a:lnTo>
                    <a:pt x="167640" y="0"/>
                  </a:lnTo>
                  <a:lnTo>
                    <a:pt x="229553" y="0"/>
                  </a:lnTo>
                  <a:lnTo>
                    <a:pt x="229553" y="161925"/>
                  </a:lnTo>
                  <a:cubicBezTo>
                    <a:pt x="229553" y="232410"/>
                    <a:pt x="190500" y="273367"/>
                    <a:pt x="117157" y="273367"/>
                  </a:cubicBezTo>
                  <a:cubicBezTo>
                    <a:pt x="44767" y="273367"/>
                    <a:pt x="0" y="232410"/>
                    <a:pt x="0" y="162878"/>
                  </a:cubicBezTo>
                  <a:lnTo>
                    <a:pt x="0" y="952"/>
                  </a:lnTo>
                  <a:lnTo>
                    <a:pt x="61913" y="952"/>
                  </a:lnTo>
                  <a:lnTo>
                    <a:pt x="61913" y="1600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8" name="Freihandform: Form 187">
              <a:extLst>
                <a:ext uri="{FF2B5EF4-FFF2-40B4-BE49-F238E27FC236}">
                  <a16:creationId xmlns:a16="http://schemas.microsoft.com/office/drawing/2014/main" id="{03842BEF-B994-4D4F-A6EA-60CEACBC26BC}"/>
                </a:ext>
              </a:extLst>
            </p:cNvPr>
            <p:cNvSpPr/>
            <p:nvPr/>
          </p:nvSpPr>
          <p:spPr>
            <a:xfrm>
              <a:off x="6739889" y="3100387"/>
              <a:ext cx="61912" cy="389572"/>
            </a:xfrm>
            <a:custGeom>
              <a:avLst/>
              <a:gdLst>
                <a:gd name="connsiteX0" fmla="*/ 61913 w 61912"/>
                <a:gd name="connsiteY0" fmla="*/ 389572 h 389572"/>
                <a:gd name="connsiteX1" fmla="*/ 0 w 61912"/>
                <a:gd name="connsiteY1" fmla="*/ 389572 h 389572"/>
                <a:gd name="connsiteX2" fmla="*/ 0 w 61912"/>
                <a:gd name="connsiteY2" fmla="*/ 14288 h 389572"/>
                <a:gd name="connsiteX3" fmla="*/ 61913 w 61912"/>
                <a:gd name="connsiteY3" fmla="*/ 0 h 389572"/>
                <a:gd name="connsiteX4" fmla="*/ 61913 w 61912"/>
                <a:gd name="connsiteY4" fmla="*/ 389572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912" h="389572">
                  <a:moveTo>
                    <a:pt x="61913" y="389572"/>
                  </a:moveTo>
                  <a:lnTo>
                    <a:pt x="0" y="389572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957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9" name="Freihandform: Form 188">
              <a:extLst>
                <a:ext uri="{FF2B5EF4-FFF2-40B4-BE49-F238E27FC236}">
                  <a16:creationId xmlns:a16="http://schemas.microsoft.com/office/drawing/2014/main" id="{60B5D89D-F190-4A59-9F15-FACF108FD217}"/>
                </a:ext>
              </a:extLst>
            </p:cNvPr>
            <p:cNvSpPr/>
            <p:nvPr/>
          </p:nvSpPr>
          <p:spPr>
            <a:xfrm>
              <a:off x="6856094" y="3138487"/>
              <a:ext cx="165735" cy="358140"/>
            </a:xfrm>
            <a:custGeom>
              <a:avLst/>
              <a:gdLst>
                <a:gd name="connsiteX0" fmla="*/ 165735 w 165735"/>
                <a:gd name="connsiteY0" fmla="*/ 295275 h 358140"/>
                <a:gd name="connsiteX1" fmla="*/ 165735 w 165735"/>
                <a:gd name="connsiteY1" fmla="*/ 348615 h 358140"/>
                <a:gd name="connsiteX2" fmla="*/ 113348 w 165735"/>
                <a:gd name="connsiteY2" fmla="*/ 358140 h 358140"/>
                <a:gd name="connsiteX3" fmla="*/ 40957 w 165735"/>
                <a:gd name="connsiteY3" fmla="*/ 282892 h 358140"/>
                <a:gd name="connsiteX4" fmla="*/ 40957 w 165735"/>
                <a:gd name="connsiteY4" fmla="*/ 137160 h 358140"/>
                <a:gd name="connsiteX5" fmla="*/ 0 w 165735"/>
                <a:gd name="connsiteY5" fmla="*/ 137160 h 358140"/>
                <a:gd name="connsiteX6" fmla="*/ 0 w 165735"/>
                <a:gd name="connsiteY6" fmla="*/ 85725 h 358140"/>
                <a:gd name="connsiteX7" fmla="*/ 40005 w 165735"/>
                <a:gd name="connsiteY7" fmla="*/ 85725 h 358140"/>
                <a:gd name="connsiteX8" fmla="*/ 40005 w 165735"/>
                <a:gd name="connsiteY8" fmla="*/ 13335 h 358140"/>
                <a:gd name="connsiteX9" fmla="*/ 101918 w 165735"/>
                <a:gd name="connsiteY9" fmla="*/ 0 h 358140"/>
                <a:gd name="connsiteX10" fmla="*/ 101918 w 165735"/>
                <a:gd name="connsiteY10" fmla="*/ 86677 h 358140"/>
                <a:gd name="connsiteX11" fmla="*/ 165735 w 165735"/>
                <a:gd name="connsiteY11" fmla="*/ 86677 h 358140"/>
                <a:gd name="connsiteX12" fmla="*/ 165735 w 165735"/>
                <a:gd name="connsiteY12" fmla="*/ 138113 h 358140"/>
                <a:gd name="connsiteX13" fmla="*/ 101918 w 165735"/>
                <a:gd name="connsiteY13" fmla="*/ 138113 h 358140"/>
                <a:gd name="connsiteX14" fmla="*/ 101918 w 165735"/>
                <a:gd name="connsiteY14" fmla="*/ 269558 h 358140"/>
                <a:gd name="connsiteX15" fmla="*/ 130493 w 165735"/>
                <a:gd name="connsiteY15" fmla="*/ 304800 h 358140"/>
                <a:gd name="connsiteX16" fmla="*/ 165735 w 165735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5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8" y="358140"/>
                  </a:cubicBezTo>
                  <a:cubicBezTo>
                    <a:pt x="66675" y="358140"/>
                    <a:pt x="40957" y="332422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2"/>
                    <a:pt x="110490" y="304800"/>
                    <a:pt x="130493" y="304800"/>
                  </a:cubicBezTo>
                  <a:cubicBezTo>
                    <a:pt x="142875" y="303847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0" name="Freihandform: Form 189">
              <a:extLst>
                <a:ext uri="{FF2B5EF4-FFF2-40B4-BE49-F238E27FC236}">
                  <a16:creationId xmlns:a16="http://schemas.microsoft.com/office/drawing/2014/main" id="{CEB17902-223E-4202-8701-F792034C4DDF}"/>
                </a:ext>
              </a:extLst>
            </p:cNvPr>
            <p:cNvSpPr/>
            <p:nvPr/>
          </p:nvSpPr>
          <p:spPr>
            <a:xfrm>
              <a:off x="7071359" y="3109912"/>
              <a:ext cx="225742" cy="386715"/>
            </a:xfrm>
            <a:custGeom>
              <a:avLst/>
              <a:gdLst>
                <a:gd name="connsiteX0" fmla="*/ 114300 w 225742"/>
                <a:gd name="connsiteY0" fmla="*/ 215265 h 386715"/>
                <a:gd name="connsiteX1" fmla="*/ 164782 w 225742"/>
                <a:gd name="connsiteY1" fmla="*/ 220980 h 386715"/>
                <a:gd name="connsiteX2" fmla="*/ 164782 w 225742"/>
                <a:gd name="connsiteY2" fmla="*/ 211455 h 386715"/>
                <a:gd name="connsiteX3" fmla="*/ 105727 w 225742"/>
                <a:gd name="connsiteY3" fmla="*/ 160020 h 386715"/>
                <a:gd name="connsiteX4" fmla="*/ 38100 w 225742"/>
                <a:gd name="connsiteY4" fmla="*/ 175260 h 386715"/>
                <a:gd name="connsiteX5" fmla="*/ 24765 w 225742"/>
                <a:gd name="connsiteY5" fmla="*/ 122873 h 386715"/>
                <a:gd name="connsiteX6" fmla="*/ 112395 w 225742"/>
                <a:gd name="connsiteY6" fmla="*/ 107633 h 386715"/>
                <a:gd name="connsiteX7" fmla="*/ 225742 w 225742"/>
                <a:gd name="connsiteY7" fmla="*/ 210503 h 386715"/>
                <a:gd name="connsiteX8" fmla="*/ 225742 w 225742"/>
                <a:gd name="connsiteY8" fmla="*/ 381000 h 386715"/>
                <a:gd name="connsiteX9" fmla="*/ 166688 w 225742"/>
                <a:gd name="connsiteY9" fmla="*/ 381000 h 386715"/>
                <a:gd name="connsiteX10" fmla="*/ 166688 w 225742"/>
                <a:gd name="connsiteY10" fmla="*/ 352425 h 386715"/>
                <a:gd name="connsiteX11" fmla="*/ 165735 w 225742"/>
                <a:gd name="connsiteY11" fmla="*/ 352425 h 386715"/>
                <a:gd name="connsiteX12" fmla="*/ 87630 w 225742"/>
                <a:gd name="connsiteY12" fmla="*/ 386715 h 386715"/>
                <a:gd name="connsiteX13" fmla="*/ 0 w 225742"/>
                <a:gd name="connsiteY13" fmla="*/ 301942 h 386715"/>
                <a:gd name="connsiteX14" fmla="*/ 114300 w 225742"/>
                <a:gd name="connsiteY14" fmla="*/ 215265 h 386715"/>
                <a:gd name="connsiteX15" fmla="*/ 63817 w 225742"/>
                <a:gd name="connsiteY15" fmla="*/ 72390 h 386715"/>
                <a:gd name="connsiteX16" fmla="*/ 26670 w 225742"/>
                <a:gd name="connsiteY16" fmla="*/ 36195 h 386715"/>
                <a:gd name="connsiteX17" fmla="*/ 63817 w 225742"/>
                <a:gd name="connsiteY17" fmla="*/ 0 h 386715"/>
                <a:gd name="connsiteX18" fmla="*/ 100965 w 225742"/>
                <a:gd name="connsiteY18" fmla="*/ 36195 h 386715"/>
                <a:gd name="connsiteX19" fmla="*/ 63817 w 225742"/>
                <a:gd name="connsiteY19" fmla="*/ 72390 h 386715"/>
                <a:gd name="connsiteX20" fmla="*/ 103822 w 225742"/>
                <a:gd name="connsiteY20" fmla="*/ 340042 h 386715"/>
                <a:gd name="connsiteX21" fmla="*/ 164782 w 225742"/>
                <a:gd name="connsiteY21" fmla="*/ 307658 h 386715"/>
                <a:gd name="connsiteX22" fmla="*/ 164782 w 225742"/>
                <a:gd name="connsiteY22" fmla="*/ 260985 h 386715"/>
                <a:gd name="connsiteX23" fmla="*/ 120967 w 225742"/>
                <a:gd name="connsiteY23" fmla="*/ 256222 h 386715"/>
                <a:gd name="connsiteX24" fmla="*/ 59055 w 225742"/>
                <a:gd name="connsiteY24" fmla="*/ 300038 h 386715"/>
                <a:gd name="connsiteX25" fmla="*/ 103822 w 225742"/>
                <a:gd name="connsiteY25" fmla="*/ 340042 h 386715"/>
                <a:gd name="connsiteX26" fmla="*/ 172402 w 225742"/>
                <a:gd name="connsiteY26" fmla="*/ 72390 h 386715"/>
                <a:gd name="connsiteX27" fmla="*/ 135255 w 225742"/>
                <a:gd name="connsiteY27" fmla="*/ 36195 h 386715"/>
                <a:gd name="connsiteX28" fmla="*/ 172402 w 225742"/>
                <a:gd name="connsiteY28" fmla="*/ 0 h 386715"/>
                <a:gd name="connsiteX29" fmla="*/ 209550 w 225742"/>
                <a:gd name="connsiteY29" fmla="*/ 36195 h 386715"/>
                <a:gd name="connsiteX30" fmla="*/ 172402 w 225742"/>
                <a:gd name="connsiteY30" fmla="*/ 72390 h 38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25742" h="386715">
                  <a:moveTo>
                    <a:pt x="114300" y="215265"/>
                  </a:moveTo>
                  <a:cubicBezTo>
                    <a:pt x="131445" y="215265"/>
                    <a:pt x="147638" y="216217"/>
                    <a:pt x="164782" y="220980"/>
                  </a:cubicBezTo>
                  <a:lnTo>
                    <a:pt x="164782" y="211455"/>
                  </a:lnTo>
                  <a:cubicBezTo>
                    <a:pt x="164782" y="177165"/>
                    <a:pt x="144780" y="160020"/>
                    <a:pt x="105727" y="160020"/>
                  </a:cubicBezTo>
                  <a:cubicBezTo>
                    <a:pt x="83820" y="160020"/>
                    <a:pt x="60007" y="165735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3"/>
                    <a:pt x="112395" y="107633"/>
                  </a:cubicBezTo>
                  <a:cubicBezTo>
                    <a:pt x="187642" y="107633"/>
                    <a:pt x="225742" y="142875"/>
                    <a:pt x="225742" y="210503"/>
                  </a:cubicBezTo>
                  <a:lnTo>
                    <a:pt x="225742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7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7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7" y="72390"/>
                  </a:cubicBezTo>
                  <a:close/>
                  <a:moveTo>
                    <a:pt x="103822" y="340042"/>
                  </a:moveTo>
                  <a:cubicBezTo>
                    <a:pt x="126682" y="340042"/>
                    <a:pt x="147638" y="328613"/>
                    <a:pt x="164782" y="307658"/>
                  </a:cubicBezTo>
                  <a:lnTo>
                    <a:pt x="164782" y="260985"/>
                  </a:lnTo>
                  <a:cubicBezTo>
                    <a:pt x="150495" y="257175"/>
                    <a:pt x="135255" y="256222"/>
                    <a:pt x="120967" y="256222"/>
                  </a:cubicBezTo>
                  <a:cubicBezTo>
                    <a:pt x="81915" y="256222"/>
                    <a:pt x="59055" y="271463"/>
                    <a:pt x="59055" y="300038"/>
                  </a:cubicBezTo>
                  <a:cubicBezTo>
                    <a:pt x="59055" y="324803"/>
                    <a:pt x="76200" y="340042"/>
                    <a:pt x="103822" y="340042"/>
                  </a:cubicBezTo>
                  <a:close/>
                  <a:moveTo>
                    <a:pt x="172402" y="72390"/>
                  </a:moveTo>
                  <a:cubicBezTo>
                    <a:pt x="152400" y="72390"/>
                    <a:pt x="135255" y="55245"/>
                    <a:pt x="135255" y="36195"/>
                  </a:cubicBezTo>
                  <a:cubicBezTo>
                    <a:pt x="135255" y="17145"/>
                    <a:pt x="152400" y="0"/>
                    <a:pt x="172402" y="0"/>
                  </a:cubicBezTo>
                  <a:cubicBezTo>
                    <a:pt x="192405" y="0"/>
                    <a:pt x="209550" y="17145"/>
                    <a:pt x="209550" y="36195"/>
                  </a:cubicBezTo>
                  <a:cubicBezTo>
                    <a:pt x="209550" y="56198"/>
                    <a:pt x="192405" y="72390"/>
                    <a:pt x="172402" y="723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1" name="Freihandform: Form 190">
              <a:extLst>
                <a:ext uri="{FF2B5EF4-FFF2-40B4-BE49-F238E27FC236}">
                  <a16:creationId xmlns:a16="http://schemas.microsoft.com/office/drawing/2014/main" id="{D805E5A2-ED12-433D-9020-609383C06DE8}"/>
                </a:ext>
              </a:extLst>
            </p:cNvPr>
            <p:cNvSpPr/>
            <p:nvPr/>
          </p:nvSpPr>
          <p:spPr>
            <a:xfrm>
              <a:off x="7345679" y="3138487"/>
              <a:ext cx="165734" cy="358140"/>
            </a:xfrm>
            <a:custGeom>
              <a:avLst/>
              <a:gdLst>
                <a:gd name="connsiteX0" fmla="*/ 165735 w 165734"/>
                <a:gd name="connsiteY0" fmla="*/ 295275 h 358140"/>
                <a:gd name="connsiteX1" fmla="*/ 165735 w 165734"/>
                <a:gd name="connsiteY1" fmla="*/ 348615 h 358140"/>
                <a:gd name="connsiteX2" fmla="*/ 113347 w 165734"/>
                <a:gd name="connsiteY2" fmla="*/ 358140 h 358140"/>
                <a:gd name="connsiteX3" fmla="*/ 40957 w 165734"/>
                <a:gd name="connsiteY3" fmla="*/ 282892 h 358140"/>
                <a:gd name="connsiteX4" fmla="*/ 40957 w 165734"/>
                <a:gd name="connsiteY4" fmla="*/ 137160 h 358140"/>
                <a:gd name="connsiteX5" fmla="*/ 0 w 165734"/>
                <a:gd name="connsiteY5" fmla="*/ 137160 h 358140"/>
                <a:gd name="connsiteX6" fmla="*/ 0 w 165734"/>
                <a:gd name="connsiteY6" fmla="*/ 85725 h 358140"/>
                <a:gd name="connsiteX7" fmla="*/ 40005 w 165734"/>
                <a:gd name="connsiteY7" fmla="*/ 85725 h 358140"/>
                <a:gd name="connsiteX8" fmla="*/ 40005 w 165734"/>
                <a:gd name="connsiteY8" fmla="*/ 13335 h 358140"/>
                <a:gd name="connsiteX9" fmla="*/ 101918 w 165734"/>
                <a:gd name="connsiteY9" fmla="*/ 0 h 358140"/>
                <a:gd name="connsiteX10" fmla="*/ 101918 w 165734"/>
                <a:gd name="connsiteY10" fmla="*/ 86677 h 358140"/>
                <a:gd name="connsiteX11" fmla="*/ 165735 w 165734"/>
                <a:gd name="connsiteY11" fmla="*/ 86677 h 358140"/>
                <a:gd name="connsiteX12" fmla="*/ 165735 w 165734"/>
                <a:gd name="connsiteY12" fmla="*/ 138113 h 358140"/>
                <a:gd name="connsiteX13" fmla="*/ 101918 w 165734"/>
                <a:gd name="connsiteY13" fmla="*/ 138113 h 358140"/>
                <a:gd name="connsiteX14" fmla="*/ 101918 w 165734"/>
                <a:gd name="connsiteY14" fmla="*/ 269558 h 358140"/>
                <a:gd name="connsiteX15" fmla="*/ 130493 w 165734"/>
                <a:gd name="connsiteY15" fmla="*/ 304800 h 358140"/>
                <a:gd name="connsiteX16" fmla="*/ 165735 w 165734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2422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2"/>
                    <a:pt x="110490" y="304800"/>
                    <a:pt x="130493" y="304800"/>
                  </a:cubicBezTo>
                  <a:cubicBezTo>
                    <a:pt x="142875" y="303847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23594727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19705-E453-C841-AEA7-7682DA06713C}" type="datetime4">
              <a:rPr lang="de-DE" smtClean="0"/>
              <a:t>8.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C50F1EF-7CD3-4F38-8BE6-ED3FCE2DB3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8317" y="1631156"/>
            <a:ext cx="11157745" cy="4569619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F5C59997-58CB-4A34-A7D6-744D4117F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788656BC-571E-48AD-A882-67551EA60E51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8304871F-ADA1-114A-8264-0C857E99BD9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1095" y="198700"/>
            <a:ext cx="1136571" cy="61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48641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 | zw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17190-0734-1B4D-9CE0-365C5960A9E6}" type="datetime4">
              <a:rPr lang="de-DE" smtClean="0"/>
              <a:t>8.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C50F1EF-7CD3-4F38-8BE6-ED3FCE2DB3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8318" y="1631156"/>
            <a:ext cx="5469732" cy="4569619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8" name="Textplatzhalter 6">
            <a:extLst>
              <a:ext uri="{FF2B5EF4-FFF2-40B4-BE49-F238E27FC236}">
                <a16:creationId xmlns:a16="http://schemas.microsoft.com/office/drawing/2014/main" id="{024A1079-17C2-45DE-A16B-14C152A08F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06329" y="1631156"/>
            <a:ext cx="5469732" cy="456961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5E5E3F57-04C9-40C7-B10F-E51808253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FC54F3FA-5C25-44AA-90BB-73B1AF789106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D1C221DA-B247-4C4F-A60C-53CF2199260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1095" y="198700"/>
            <a:ext cx="1136571" cy="61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498632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 | dr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6B25C-07E6-5C4A-BA6F-DD8DC1DD0D83}" type="datetime4">
              <a:rPr lang="de-DE" smtClean="0"/>
              <a:t>8.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2099" y="6634666"/>
            <a:ext cx="193964" cy="123111"/>
          </a:xfrm>
        </p:spPr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636A777D-D5C6-4E84-A9C9-D0F4836A4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D304591F-2FC9-4C29-9FE5-537955E3B92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18318" y="1631157"/>
            <a:ext cx="3568821" cy="4569618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2" name="Textplatzhalter 6">
            <a:extLst>
              <a:ext uri="{FF2B5EF4-FFF2-40B4-BE49-F238E27FC236}">
                <a16:creationId xmlns:a16="http://schemas.microsoft.com/office/drawing/2014/main" id="{D0C47385-EF97-44EE-867E-E9365B44CAA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07242" y="1631157"/>
            <a:ext cx="3568821" cy="4569618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3" name="Textplatzhalter 6">
            <a:extLst>
              <a:ext uri="{FF2B5EF4-FFF2-40B4-BE49-F238E27FC236}">
                <a16:creationId xmlns:a16="http://schemas.microsoft.com/office/drawing/2014/main" id="{E3F53468-6A74-4DFC-93FD-A760B961965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312780" y="1631157"/>
            <a:ext cx="3568821" cy="4569618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4" name="Textplatzhalter 9">
            <a:extLst>
              <a:ext uri="{FF2B5EF4-FFF2-40B4-BE49-F238E27FC236}">
                <a16:creationId xmlns:a16="http://schemas.microsoft.com/office/drawing/2014/main" id="{95B4A737-48DD-4B17-9EE4-2BFBAEA3BA91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D929B309-A4C6-D94C-AD31-E11ED14B377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1095" y="198700"/>
            <a:ext cx="1136571" cy="61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037523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- Bild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49A89-82D7-2F4A-AECA-70EE2ADCD1D3}" type="datetime4">
              <a:rPr lang="de-DE" smtClean="0"/>
              <a:t>8.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C50F1EF-7CD3-4F38-8BE6-ED3FCE2DB3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8318" y="1631156"/>
            <a:ext cx="5469732" cy="4569619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5E5E3F57-04C9-40C7-B10F-E51808253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" name="Bildplatzhalter 8">
            <a:extLst>
              <a:ext uri="{FF2B5EF4-FFF2-40B4-BE49-F238E27FC236}">
                <a16:creationId xmlns:a16="http://schemas.microsoft.com/office/drawing/2014/main" id="{3A0E3338-4E71-4920-9A06-A4D408E5A297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6206329" y="1631155"/>
            <a:ext cx="5469732" cy="4569619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1668C6C1-D6B3-4AA0-8796-F8CCC972780C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CC9780D5-F9C6-3F4C-B03C-7660247C90C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1095" y="198700"/>
            <a:ext cx="1136571" cy="61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370351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- Tex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ildplatzhalter 8">
            <a:extLst>
              <a:ext uri="{FF2B5EF4-FFF2-40B4-BE49-F238E27FC236}">
                <a16:creationId xmlns:a16="http://schemas.microsoft.com/office/drawing/2014/main" id="{3A0E3338-4E71-4920-9A06-A4D408E5A297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18318" y="1631155"/>
            <a:ext cx="5469732" cy="4569619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F6117-3665-D447-8654-0C247B5382F7}" type="datetime4">
              <a:rPr lang="de-DE" smtClean="0"/>
              <a:t>8.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2099" y="6634666"/>
            <a:ext cx="193964" cy="123111"/>
          </a:xfrm>
        </p:spPr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C50F1EF-7CD3-4F38-8BE6-ED3FCE2DB3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06331" y="1631156"/>
            <a:ext cx="5469732" cy="4569619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5E5E3F57-04C9-40C7-B10F-E51808253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108D3B7E-E8A7-4B29-B063-A4BB038B4007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E9EB33F4-0D6E-A04E-91F8-4FA9733FF66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1095" y="198700"/>
            <a:ext cx="1136571" cy="61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295070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ldfolie | mit Stör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ildplatzhalter 8">
            <a:extLst>
              <a:ext uri="{FF2B5EF4-FFF2-40B4-BE49-F238E27FC236}">
                <a16:creationId xmlns:a16="http://schemas.microsoft.com/office/drawing/2014/main" id="{C430C106-4EB7-47B9-8F1D-0BFCFBEAECE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D1CD45B2-C7E2-4C43-84ED-BFB6DC4E84E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8319" y="3431381"/>
            <a:ext cx="3571200" cy="2769394"/>
          </a:xfrm>
          <a:solidFill>
            <a:schemeClr val="bg1"/>
          </a:solidFill>
        </p:spPr>
        <p:txBody>
          <a:bodyPr wrap="square" lIns="180000" tIns="180000" rIns="360000" bIns="18000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DFE029E8-09EC-45DC-B2BB-25B2B1C145AC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5" name="Gerader Verbinder 4">
              <a:extLst>
                <a:ext uri="{FF2B5EF4-FFF2-40B4-BE49-F238E27FC236}">
                  <a16:creationId xmlns:a16="http://schemas.microsoft.com/office/drawing/2014/main" id="{D3613C15-D9EF-4DBF-8B74-3D509941276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feld 5">
              <a:extLst>
                <a:ext uri="{FF2B5EF4-FFF2-40B4-BE49-F238E27FC236}">
                  <a16:creationId xmlns:a16="http://schemas.microsoft.com/office/drawing/2014/main" id="{8E0568E8-B36B-404B-9E38-F367F7DFCF81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54EB1BCB-8EFE-43BA-AE53-9984B9F11B54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10" name="Gerader Verbinder 9">
              <a:extLst>
                <a:ext uri="{FF2B5EF4-FFF2-40B4-BE49-F238E27FC236}">
                  <a16:creationId xmlns:a16="http://schemas.microsoft.com/office/drawing/2014/main" id="{B189016C-ED2A-474D-A417-5E0F497B514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feld 10">
              <a:extLst>
                <a:ext uri="{FF2B5EF4-FFF2-40B4-BE49-F238E27FC236}">
                  <a16:creationId xmlns:a16="http://schemas.microsoft.com/office/drawing/2014/main" id="{9856DE16-FDEC-4063-8C73-CBF95C803B59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E3759D02-378A-4C73-8CA4-E4FB217B94E6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13" name="Gerader Verbinder 12">
              <a:extLst>
                <a:ext uri="{FF2B5EF4-FFF2-40B4-BE49-F238E27FC236}">
                  <a16:creationId xmlns:a16="http://schemas.microsoft.com/office/drawing/2014/main" id="{612F9041-226E-4E23-B398-1F7D9044B54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feld 13">
              <a:extLst>
                <a:ext uri="{FF2B5EF4-FFF2-40B4-BE49-F238E27FC236}">
                  <a16:creationId xmlns:a16="http://schemas.microsoft.com/office/drawing/2014/main" id="{618D5641-3E9B-4072-8388-BB46336975A8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870072D5-E220-4946-9EE1-80DFB58C3A38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16" name="Gerader Verbinder 15">
              <a:extLst>
                <a:ext uri="{FF2B5EF4-FFF2-40B4-BE49-F238E27FC236}">
                  <a16:creationId xmlns:a16="http://schemas.microsoft.com/office/drawing/2014/main" id="{0A43D9D6-7790-4E94-8493-67757E33734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feld 16">
              <a:extLst>
                <a:ext uri="{FF2B5EF4-FFF2-40B4-BE49-F238E27FC236}">
                  <a16:creationId xmlns:a16="http://schemas.microsoft.com/office/drawing/2014/main" id="{8E7E0758-62D1-453D-B55E-FDC4CCE3C6E4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84310EC5-28E5-4146-A748-79C1FCA769F0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19" name="Gerader Verbinder 18">
              <a:extLst>
                <a:ext uri="{FF2B5EF4-FFF2-40B4-BE49-F238E27FC236}">
                  <a16:creationId xmlns:a16="http://schemas.microsoft.com/office/drawing/2014/main" id="{2D5BC590-E7B8-48F8-AAC5-6799BCBDEB4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feld 19">
              <a:extLst>
                <a:ext uri="{FF2B5EF4-FFF2-40B4-BE49-F238E27FC236}">
                  <a16:creationId xmlns:a16="http://schemas.microsoft.com/office/drawing/2014/main" id="{DF5B0BA6-3F36-41A3-8125-15AA496849C8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07018BC3-E9D3-4DC9-9093-D415FD96426D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22" name="Gerader Verbinder 21">
              <a:extLst>
                <a:ext uri="{FF2B5EF4-FFF2-40B4-BE49-F238E27FC236}">
                  <a16:creationId xmlns:a16="http://schemas.microsoft.com/office/drawing/2014/main" id="{38F1A063-9C9E-48DF-9813-A4EA4497C2D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feld 22">
              <a:extLst>
                <a:ext uri="{FF2B5EF4-FFF2-40B4-BE49-F238E27FC236}">
                  <a16:creationId xmlns:a16="http://schemas.microsoft.com/office/drawing/2014/main" id="{F79F31FE-DC89-4DED-A231-3D8DCBF48D98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F7DF8EA8-3E45-431B-90A0-140583E1D079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25" name="Gerader Verbinder 24">
              <a:extLst>
                <a:ext uri="{FF2B5EF4-FFF2-40B4-BE49-F238E27FC236}">
                  <a16:creationId xmlns:a16="http://schemas.microsoft.com/office/drawing/2014/main" id="{B300055A-A6D6-4CE1-986A-0930765E029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feld 25">
              <a:extLst>
                <a:ext uri="{FF2B5EF4-FFF2-40B4-BE49-F238E27FC236}">
                  <a16:creationId xmlns:a16="http://schemas.microsoft.com/office/drawing/2014/main" id="{0B2C23E7-0482-498A-B984-44C6CF40F3B6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AC7A65B2-F352-4DA5-9A36-9105D478D2C2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28" name="Gerader Verbinder 27">
              <a:extLst>
                <a:ext uri="{FF2B5EF4-FFF2-40B4-BE49-F238E27FC236}">
                  <a16:creationId xmlns:a16="http://schemas.microsoft.com/office/drawing/2014/main" id="{4D9AE9BE-891D-491B-98F9-78F552DDC82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feld 28">
              <a:extLst>
                <a:ext uri="{FF2B5EF4-FFF2-40B4-BE49-F238E27FC236}">
                  <a16:creationId xmlns:a16="http://schemas.microsoft.com/office/drawing/2014/main" id="{E259A48F-52D3-481E-86F8-360FED16B872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30" name="Gruppieren 29">
            <a:extLst>
              <a:ext uri="{FF2B5EF4-FFF2-40B4-BE49-F238E27FC236}">
                <a16:creationId xmlns:a16="http://schemas.microsoft.com/office/drawing/2014/main" id="{7ADB04CE-94F5-430A-9FF1-01DE211731F2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31" name="Gerader Verbinder 30">
              <a:extLst>
                <a:ext uri="{FF2B5EF4-FFF2-40B4-BE49-F238E27FC236}">
                  <a16:creationId xmlns:a16="http://schemas.microsoft.com/office/drawing/2014/main" id="{50411913-7BEC-4F33-BDE8-154F93D079C8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feld 31">
              <a:extLst>
                <a:ext uri="{FF2B5EF4-FFF2-40B4-BE49-F238E27FC236}">
                  <a16:creationId xmlns:a16="http://schemas.microsoft.com/office/drawing/2014/main" id="{A40BADBF-D4AC-4B48-AE66-D79BD3055404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CB5DA2A5-4F29-4DF6-A342-0A7B4878AAB5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Gruppieren 33">
            <a:extLst>
              <a:ext uri="{FF2B5EF4-FFF2-40B4-BE49-F238E27FC236}">
                <a16:creationId xmlns:a16="http://schemas.microsoft.com/office/drawing/2014/main" id="{E820BD84-9211-4C19-A40B-4121AD892514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35" name="Gerader Verbinder 34">
              <a:extLst>
                <a:ext uri="{FF2B5EF4-FFF2-40B4-BE49-F238E27FC236}">
                  <a16:creationId xmlns:a16="http://schemas.microsoft.com/office/drawing/2014/main" id="{21C7D9CA-751B-4809-9338-47DDC5D1A72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feld 35">
              <a:extLst>
                <a:ext uri="{FF2B5EF4-FFF2-40B4-BE49-F238E27FC236}">
                  <a16:creationId xmlns:a16="http://schemas.microsoft.com/office/drawing/2014/main" id="{D1C22B97-CFD8-4E78-BF7E-02A71F190F83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274679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folie | 1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FE8E2-3B70-CD4A-B480-D3F9A4FB3B88}" type="datetime4">
              <a:rPr lang="de-DE" smtClean="0"/>
              <a:t>8.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3" name="Titel 12">
            <a:extLst>
              <a:ext uri="{FF2B5EF4-FFF2-40B4-BE49-F238E27FC236}">
                <a16:creationId xmlns:a16="http://schemas.microsoft.com/office/drawing/2014/main" id="{6A4CB3A7-ACED-41D0-8E35-318CD3693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" name="Bildplatzhalter 8">
            <a:extLst>
              <a:ext uri="{FF2B5EF4-FFF2-40B4-BE49-F238E27FC236}">
                <a16:creationId xmlns:a16="http://schemas.microsoft.com/office/drawing/2014/main" id="{EBFE18BD-74E5-4328-B98A-9C6FC4FCA59F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18317" y="1631156"/>
            <a:ext cx="11157746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12" name="Textplatzhalter 10">
            <a:extLst>
              <a:ext uri="{FF2B5EF4-FFF2-40B4-BE49-F238E27FC236}">
                <a16:creationId xmlns:a16="http://schemas.microsoft.com/office/drawing/2014/main" id="{A51E223D-AC82-4D54-A383-0E2DF84E2EF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18317" y="5690271"/>
            <a:ext cx="11157746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1B67A175-1D22-4413-9F52-E2DE02F01700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24F32DCA-97BD-1044-9790-C99A71AFFB1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1095" y="198700"/>
            <a:ext cx="1136571" cy="61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26736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folie | 2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58FC3-E23C-CE4D-AB49-109FD9AB18B7}" type="datetime4">
              <a:rPr lang="de-DE" smtClean="0"/>
              <a:t>8.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2099" y="6634666"/>
            <a:ext cx="193964" cy="123111"/>
          </a:xfrm>
        </p:spPr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C8C7F934-D7F3-42CA-88CC-3AEB50FF1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4" name="Bildplatzhalter 8">
            <a:extLst>
              <a:ext uri="{FF2B5EF4-FFF2-40B4-BE49-F238E27FC236}">
                <a16:creationId xmlns:a16="http://schemas.microsoft.com/office/drawing/2014/main" id="{B4B72DA6-61BE-42F9-8894-08B159BC7C7D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18317" y="1631156"/>
            <a:ext cx="5469732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15" name="Textplatzhalter 10">
            <a:extLst>
              <a:ext uri="{FF2B5EF4-FFF2-40B4-BE49-F238E27FC236}">
                <a16:creationId xmlns:a16="http://schemas.microsoft.com/office/drawing/2014/main" id="{0E2D86CD-8C0A-461A-82DE-DEB73A6F9AC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18317" y="5690271"/>
            <a:ext cx="5469732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6" name="Bildplatzhalter 8">
            <a:extLst>
              <a:ext uri="{FF2B5EF4-FFF2-40B4-BE49-F238E27FC236}">
                <a16:creationId xmlns:a16="http://schemas.microsoft.com/office/drawing/2014/main" id="{B4E7C39B-83E8-467B-AD57-55CA08888B5C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6206331" y="1631156"/>
            <a:ext cx="5469732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17" name="Textplatzhalter 10">
            <a:extLst>
              <a:ext uri="{FF2B5EF4-FFF2-40B4-BE49-F238E27FC236}">
                <a16:creationId xmlns:a16="http://schemas.microsoft.com/office/drawing/2014/main" id="{CE124A50-74B4-4E32-AA56-DCD775B1300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06331" y="5690271"/>
            <a:ext cx="5469732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1E2BFC85-9F5D-48DC-8AD9-31F8731D9944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B574D63E-D28E-2F40-B3CC-27F387C7E1C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1095" y="198700"/>
            <a:ext cx="1136571" cy="61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813769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folie | 3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1FF89-15CA-D245-AB15-62213D0BD151}" type="datetime4">
              <a:rPr lang="de-DE" smtClean="0"/>
              <a:t>8.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2099" y="6634666"/>
            <a:ext cx="193964" cy="123111"/>
          </a:xfrm>
        </p:spPr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9995CF9C-9826-4946-A085-FF49199BE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21" name="Bildplatzhalter 8">
            <a:extLst>
              <a:ext uri="{FF2B5EF4-FFF2-40B4-BE49-F238E27FC236}">
                <a16:creationId xmlns:a16="http://schemas.microsoft.com/office/drawing/2014/main" id="{E2430412-20B6-4F53-A77B-A26A49135E49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18317" y="1631156"/>
            <a:ext cx="3569758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22" name="Textplatzhalter 10">
            <a:extLst>
              <a:ext uri="{FF2B5EF4-FFF2-40B4-BE49-F238E27FC236}">
                <a16:creationId xmlns:a16="http://schemas.microsoft.com/office/drawing/2014/main" id="{48CA2DF0-5B92-4CE6-AF1A-CC648431BB9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18317" y="5690271"/>
            <a:ext cx="3569758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3" name="Bildplatzhalter 8">
            <a:extLst>
              <a:ext uri="{FF2B5EF4-FFF2-40B4-BE49-F238E27FC236}">
                <a16:creationId xmlns:a16="http://schemas.microsoft.com/office/drawing/2014/main" id="{002E2471-F223-4896-A895-CE0AF20E11DB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8106305" y="1631156"/>
            <a:ext cx="3569758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24" name="Textplatzhalter 10">
            <a:extLst>
              <a:ext uri="{FF2B5EF4-FFF2-40B4-BE49-F238E27FC236}">
                <a16:creationId xmlns:a16="http://schemas.microsoft.com/office/drawing/2014/main" id="{470E7482-A37A-44BE-ADE5-A0B3B10E8FCA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106305" y="5690271"/>
            <a:ext cx="3569758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5" name="Bildplatzhalter 8">
            <a:extLst>
              <a:ext uri="{FF2B5EF4-FFF2-40B4-BE49-F238E27FC236}">
                <a16:creationId xmlns:a16="http://schemas.microsoft.com/office/drawing/2014/main" id="{3FD09289-F115-4464-A726-812A11720CAD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4312311" y="1631156"/>
            <a:ext cx="3569758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26" name="Textplatzhalter 10">
            <a:extLst>
              <a:ext uri="{FF2B5EF4-FFF2-40B4-BE49-F238E27FC236}">
                <a16:creationId xmlns:a16="http://schemas.microsoft.com/office/drawing/2014/main" id="{F3F11CE6-C8CF-4ABE-B3B8-C00D74678A95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312311" y="5690271"/>
            <a:ext cx="3569758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4" name="Textplatzhalter 9">
            <a:extLst>
              <a:ext uri="{FF2B5EF4-FFF2-40B4-BE49-F238E27FC236}">
                <a16:creationId xmlns:a16="http://schemas.microsoft.com/office/drawing/2014/main" id="{F9B81ED5-F90B-4E10-A216-1402013051A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FCF18434-49CA-7848-BB84-195E22B58A2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1095" y="198700"/>
            <a:ext cx="1136571" cy="61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588135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DD3E3-E957-4B4F-B879-255203E4EF22}" type="datetime4">
              <a:rPr lang="de-DE" smtClean="0"/>
              <a:t>8.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6A3EEDC1-9ABB-471E-855E-52CC8C208FB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18317" y="1631156"/>
            <a:ext cx="11155366" cy="4569619"/>
          </a:xfrm>
        </p:spPr>
        <p:txBody>
          <a:bodyPr/>
          <a:lstStyle/>
          <a:p>
            <a:pPr lvl="0"/>
            <a:r>
              <a:rPr lang="de-DE" dirty="0"/>
              <a:t> </a:t>
            </a:r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BBD0D2AE-225B-47F4-A359-0020AE80A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CA864028-DE14-4674-AA2E-E09C2B5EB69A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907D4736-E70D-C548-AC1B-0C2BC15409E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1095" y="198700"/>
            <a:ext cx="1136571" cy="61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38577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 | zw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4D89D-DE73-8B4B-BB60-F173A32EA4E3}" type="datetime4">
              <a:rPr lang="de-DE" smtClean="0"/>
              <a:t>8.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2099" y="6634666"/>
            <a:ext cx="193964" cy="123111"/>
          </a:xfrm>
        </p:spPr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6A3EEDC1-9ABB-471E-855E-52CC8C208FB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18317" y="1631156"/>
            <a:ext cx="5469733" cy="4569619"/>
          </a:xfrm>
        </p:spPr>
        <p:txBody>
          <a:bodyPr/>
          <a:lstStyle/>
          <a:p>
            <a:pPr lvl="0"/>
            <a:r>
              <a:rPr lang="de-DE" dirty="0"/>
              <a:t> </a:t>
            </a:r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BBD0D2AE-225B-47F4-A359-0020AE80A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1" name="Inhaltsplatzhalter 7">
            <a:extLst>
              <a:ext uri="{FF2B5EF4-FFF2-40B4-BE49-F238E27FC236}">
                <a16:creationId xmlns:a16="http://schemas.microsoft.com/office/drawing/2014/main" id="{33608DEB-69EC-4E8F-A567-9E3EA36C3624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6206330" y="1631156"/>
            <a:ext cx="5469733" cy="4569619"/>
          </a:xfrm>
        </p:spPr>
        <p:txBody>
          <a:bodyPr/>
          <a:lstStyle/>
          <a:p>
            <a:pPr lvl="0"/>
            <a:r>
              <a:rPr lang="de-DE" dirty="0"/>
              <a:t> </a:t>
            </a: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E7E99F22-1523-43E5-AE41-9E7E4BDDCB64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2AA3BF5C-93AE-DC41-9739-CAFD4E8CA85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1095" y="198700"/>
            <a:ext cx="1136571" cy="61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162498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 | mi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BD62C-D550-1F44-9E23-24F6385AB5F0}" type="datetime4">
              <a:rPr lang="de-DE" smtClean="0"/>
              <a:t>8.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5086500-15A5-49F2-8B64-748C19FDABC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04861" y="1631156"/>
            <a:ext cx="3571200" cy="4569620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384BE64F-DBB2-4BF3-ABE7-E92BB978D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9" name="Inhaltsplatzhalter 7">
            <a:extLst>
              <a:ext uri="{FF2B5EF4-FFF2-40B4-BE49-F238E27FC236}">
                <a16:creationId xmlns:a16="http://schemas.microsoft.com/office/drawing/2014/main" id="{0D6633D6-CA56-460E-AA1C-9A4D6A62324A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18317" y="1631157"/>
            <a:ext cx="7363752" cy="4569620"/>
          </a:xfrm>
        </p:spPr>
        <p:txBody>
          <a:bodyPr/>
          <a:lstStyle/>
          <a:p>
            <a:pPr lvl="0"/>
            <a:r>
              <a:rPr lang="de-DE" dirty="0"/>
              <a:t> </a:t>
            </a: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EADA30F9-282E-42EE-B40C-6EC25D7E71A4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D74D0B86-9321-824E-B4C0-B7D04FF0C2D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1095" y="198700"/>
            <a:ext cx="1136571" cy="61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7699111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ur Titel | Hellblau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E4048C-0B54-437F-B99C-D17800474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F8F328-A255-6545-AB85-60700F5E1250}" type="datetime4">
              <a:rPr lang="de-DE" smtClean="0"/>
              <a:t>8.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57" name="Rechteck 56">
            <a:extLst>
              <a:ext uri="{FF2B5EF4-FFF2-40B4-BE49-F238E27FC236}">
                <a16:creationId xmlns:a16="http://schemas.microsoft.com/office/drawing/2014/main" id="{87F00BE4-512D-4F35-B132-4E5C5CF1413D}"/>
              </a:ext>
            </a:extLst>
          </p:cNvPr>
          <p:cNvSpPr/>
          <p:nvPr userDrawn="1"/>
        </p:nvSpPr>
        <p:spPr>
          <a:xfrm>
            <a:off x="517200" y="6538526"/>
            <a:ext cx="11674800" cy="10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9" name="Rechteck 58">
            <a:extLst>
              <a:ext uri="{FF2B5EF4-FFF2-40B4-BE49-F238E27FC236}">
                <a16:creationId xmlns:a16="http://schemas.microsoft.com/office/drawing/2014/main" id="{F1925060-7FCF-4CBC-B0DA-0731E3E98579}"/>
              </a:ext>
            </a:extLst>
          </p:cNvPr>
          <p:cNvSpPr/>
          <p:nvPr userDrawn="1"/>
        </p:nvSpPr>
        <p:spPr>
          <a:xfrm>
            <a:off x="518400" y="1196733"/>
            <a:ext cx="11676062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0" name="Textplatzhalter 9">
            <a:extLst>
              <a:ext uri="{FF2B5EF4-FFF2-40B4-BE49-F238E27FC236}">
                <a16:creationId xmlns:a16="http://schemas.microsoft.com/office/drawing/2014/main" id="{A9FF3927-CA7B-4361-998A-3A60E5D23F5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61" name="Freihandform: Form 60">
            <a:extLst>
              <a:ext uri="{FF2B5EF4-FFF2-40B4-BE49-F238E27FC236}">
                <a16:creationId xmlns:a16="http://schemas.microsoft.com/office/drawing/2014/main" id="{BC19384B-1D95-4C0D-B3F0-61407A015F56}"/>
              </a:ext>
            </a:extLst>
          </p:cNvPr>
          <p:cNvSpPr>
            <a:spLocks noChangeAspect="1"/>
          </p:cNvSpPr>
          <p:nvPr userDrawn="1"/>
        </p:nvSpPr>
        <p:spPr>
          <a:xfrm>
            <a:off x="10596063" y="299346"/>
            <a:ext cx="1080000" cy="412328"/>
          </a:xfrm>
          <a:custGeom>
            <a:avLst/>
            <a:gdLst>
              <a:gd name="connsiteX0" fmla="*/ 0 w 4797018"/>
              <a:gd name="connsiteY0" fmla="*/ 170736 h 1831428"/>
              <a:gd name="connsiteX1" fmla="*/ 92812 w 4797018"/>
              <a:gd name="connsiteY1" fmla="*/ 77924 h 1831428"/>
              <a:gd name="connsiteX2" fmla="*/ 92812 w 4797018"/>
              <a:gd name="connsiteY2" fmla="*/ 1763373 h 1831428"/>
              <a:gd name="connsiteX3" fmla="*/ 0 w 4797018"/>
              <a:gd name="connsiteY3" fmla="*/ 1763373 h 1831428"/>
              <a:gd name="connsiteX4" fmla="*/ 0 w 4797018"/>
              <a:gd name="connsiteY4" fmla="*/ 170736 h 1831428"/>
              <a:gd name="connsiteX5" fmla="*/ 278425 w 4797018"/>
              <a:gd name="connsiteY5" fmla="*/ 92812 h 1831428"/>
              <a:gd name="connsiteX6" fmla="*/ 1392136 w 4797018"/>
              <a:gd name="connsiteY6" fmla="*/ 92812 h 1831428"/>
              <a:gd name="connsiteX7" fmla="*/ 1392136 w 4797018"/>
              <a:gd name="connsiteY7" fmla="*/ 0 h 1831428"/>
              <a:gd name="connsiteX8" fmla="*/ 185614 w 4797018"/>
              <a:gd name="connsiteY8" fmla="*/ 0 h 1831428"/>
              <a:gd name="connsiteX9" fmla="*/ 185614 w 4797018"/>
              <a:gd name="connsiteY9" fmla="*/ 1113701 h 1831428"/>
              <a:gd name="connsiteX10" fmla="*/ 1210723 w 4797018"/>
              <a:gd name="connsiteY10" fmla="*/ 1113701 h 1831428"/>
              <a:gd name="connsiteX11" fmla="*/ 1210723 w 4797018"/>
              <a:gd name="connsiteY11" fmla="*/ 1020899 h 1831428"/>
              <a:gd name="connsiteX12" fmla="*/ 278425 w 4797018"/>
              <a:gd name="connsiteY12" fmla="*/ 1020899 h 1831428"/>
              <a:gd name="connsiteX13" fmla="*/ 278425 w 4797018"/>
              <a:gd name="connsiteY13" fmla="*/ 92812 h 1831428"/>
              <a:gd name="connsiteX14" fmla="*/ 1350464 w 4797018"/>
              <a:gd name="connsiteY14" fmla="*/ 835285 h 1831428"/>
              <a:gd name="connsiteX15" fmla="*/ 464048 w 4797018"/>
              <a:gd name="connsiteY15" fmla="*/ 835285 h 1831428"/>
              <a:gd name="connsiteX16" fmla="*/ 464048 w 4797018"/>
              <a:gd name="connsiteY16" fmla="*/ 464048 h 1831428"/>
              <a:gd name="connsiteX17" fmla="*/ 1222124 w 4797018"/>
              <a:gd name="connsiteY17" fmla="*/ 464048 h 1831428"/>
              <a:gd name="connsiteX18" fmla="*/ 1314926 w 4797018"/>
              <a:gd name="connsiteY18" fmla="*/ 371237 h 1831428"/>
              <a:gd name="connsiteX19" fmla="*/ 464048 w 4797018"/>
              <a:gd name="connsiteY19" fmla="*/ 371237 h 1831428"/>
              <a:gd name="connsiteX20" fmla="*/ 464048 w 4797018"/>
              <a:gd name="connsiteY20" fmla="*/ 278425 h 1831428"/>
              <a:gd name="connsiteX21" fmla="*/ 1392146 w 4797018"/>
              <a:gd name="connsiteY21" fmla="*/ 278425 h 1831428"/>
              <a:gd name="connsiteX22" fmla="*/ 1392146 w 4797018"/>
              <a:gd name="connsiteY22" fmla="*/ 185614 h 1831428"/>
              <a:gd name="connsiteX23" fmla="*/ 371237 w 4797018"/>
              <a:gd name="connsiteY23" fmla="*/ 185614 h 1831428"/>
              <a:gd name="connsiteX24" fmla="*/ 371237 w 4797018"/>
              <a:gd name="connsiteY24" fmla="*/ 928087 h 1831428"/>
              <a:gd name="connsiteX25" fmla="*/ 1258872 w 4797018"/>
              <a:gd name="connsiteY25" fmla="*/ 928087 h 1831428"/>
              <a:gd name="connsiteX26" fmla="*/ 1350464 w 4797018"/>
              <a:gd name="connsiteY26" fmla="*/ 835285 h 1831428"/>
              <a:gd name="connsiteX27" fmla="*/ 185614 w 4797018"/>
              <a:gd name="connsiteY27" fmla="*/ 1763373 h 1831428"/>
              <a:gd name="connsiteX28" fmla="*/ 278425 w 4797018"/>
              <a:gd name="connsiteY28" fmla="*/ 1763373 h 1831428"/>
              <a:gd name="connsiteX29" fmla="*/ 278425 w 4797018"/>
              <a:gd name="connsiteY29" fmla="*/ 1299324 h 1831428"/>
              <a:gd name="connsiteX30" fmla="*/ 371237 w 4797018"/>
              <a:gd name="connsiteY30" fmla="*/ 1299324 h 1831428"/>
              <a:gd name="connsiteX31" fmla="*/ 371237 w 4797018"/>
              <a:gd name="connsiteY31" fmla="*/ 1685449 h 1831428"/>
              <a:gd name="connsiteX32" fmla="*/ 464039 w 4797018"/>
              <a:gd name="connsiteY32" fmla="*/ 1592647 h 1831428"/>
              <a:gd name="connsiteX33" fmla="*/ 464039 w 4797018"/>
              <a:gd name="connsiteY33" fmla="*/ 1299324 h 1831428"/>
              <a:gd name="connsiteX34" fmla="*/ 1210723 w 4797018"/>
              <a:gd name="connsiteY34" fmla="*/ 1299324 h 1831428"/>
              <a:gd name="connsiteX35" fmla="*/ 1210723 w 4797018"/>
              <a:gd name="connsiteY35" fmla="*/ 1206522 h 1831428"/>
              <a:gd name="connsiteX36" fmla="*/ 185614 w 4797018"/>
              <a:gd name="connsiteY36" fmla="*/ 1206522 h 1831428"/>
              <a:gd name="connsiteX37" fmla="*/ 185614 w 4797018"/>
              <a:gd name="connsiteY37" fmla="*/ 1763373 h 1831428"/>
              <a:gd name="connsiteX38" fmla="*/ 4704207 w 4797018"/>
              <a:gd name="connsiteY38" fmla="*/ 0 h 1831428"/>
              <a:gd name="connsiteX39" fmla="*/ 4704207 w 4797018"/>
              <a:gd name="connsiteY39" fmla="*/ 1067314 h 1831428"/>
              <a:gd name="connsiteX40" fmla="*/ 4334837 w 4797018"/>
              <a:gd name="connsiteY40" fmla="*/ 1692688 h 1831428"/>
              <a:gd name="connsiteX41" fmla="*/ 4332742 w 4797018"/>
              <a:gd name="connsiteY41" fmla="*/ 1689954 h 1831428"/>
              <a:gd name="connsiteX42" fmla="*/ 4611405 w 4797018"/>
              <a:gd name="connsiteY42" fmla="*/ 1158564 h 1831428"/>
              <a:gd name="connsiteX43" fmla="*/ 4611405 w 4797018"/>
              <a:gd name="connsiteY43" fmla="*/ 0 h 1831428"/>
              <a:gd name="connsiteX44" fmla="*/ 4518594 w 4797018"/>
              <a:gd name="connsiteY44" fmla="*/ 0 h 1831428"/>
              <a:gd name="connsiteX45" fmla="*/ 4518594 w 4797018"/>
              <a:gd name="connsiteY45" fmla="*/ 1157021 h 1831428"/>
              <a:gd name="connsiteX46" fmla="*/ 3915337 w 4797018"/>
              <a:gd name="connsiteY46" fmla="*/ 1740170 h 1831428"/>
              <a:gd name="connsiteX47" fmla="*/ 3312081 w 4797018"/>
              <a:gd name="connsiteY47" fmla="*/ 1157021 h 1831428"/>
              <a:gd name="connsiteX48" fmla="*/ 3312081 w 4797018"/>
              <a:gd name="connsiteY48" fmla="*/ 77924 h 1831428"/>
              <a:gd name="connsiteX49" fmla="*/ 3219269 w 4797018"/>
              <a:gd name="connsiteY49" fmla="*/ 170736 h 1831428"/>
              <a:gd name="connsiteX50" fmla="*/ 3219269 w 4797018"/>
              <a:gd name="connsiteY50" fmla="*/ 1158564 h 1831428"/>
              <a:gd name="connsiteX51" fmla="*/ 3915337 w 4797018"/>
              <a:gd name="connsiteY51" fmla="*/ 1831429 h 1831428"/>
              <a:gd name="connsiteX52" fmla="*/ 4008139 w 4797018"/>
              <a:gd name="connsiteY52" fmla="*/ 1831429 h 1831428"/>
              <a:gd name="connsiteX53" fmla="*/ 4797019 w 4797018"/>
              <a:gd name="connsiteY53" fmla="*/ 1068667 h 1831428"/>
              <a:gd name="connsiteX54" fmla="*/ 4797019 w 4797018"/>
              <a:gd name="connsiteY54" fmla="*/ 0 h 1831428"/>
              <a:gd name="connsiteX55" fmla="*/ 4704207 w 4797018"/>
              <a:gd name="connsiteY55" fmla="*/ 0 h 1831428"/>
              <a:gd name="connsiteX56" fmla="*/ 3915328 w 4797018"/>
              <a:gd name="connsiteY56" fmla="*/ 1647358 h 1831428"/>
              <a:gd name="connsiteX57" fmla="*/ 4425773 w 4797018"/>
              <a:gd name="connsiteY57" fmla="*/ 1157021 h 1831428"/>
              <a:gd name="connsiteX58" fmla="*/ 4425782 w 4797018"/>
              <a:gd name="connsiteY58" fmla="*/ 1157021 h 1831428"/>
              <a:gd name="connsiteX59" fmla="*/ 4425782 w 4797018"/>
              <a:gd name="connsiteY59" fmla="*/ 77924 h 1831428"/>
              <a:gd name="connsiteX60" fmla="*/ 4332970 w 4797018"/>
              <a:gd name="connsiteY60" fmla="*/ 170736 h 1831428"/>
              <a:gd name="connsiteX61" fmla="*/ 4332970 w 4797018"/>
              <a:gd name="connsiteY61" fmla="*/ 1067305 h 1831428"/>
              <a:gd name="connsiteX62" fmla="*/ 4008130 w 4797018"/>
              <a:gd name="connsiteY62" fmla="*/ 1368933 h 1831428"/>
              <a:gd name="connsiteX63" fmla="*/ 3683298 w 4797018"/>
              <a:gd name="connsiteY63" fmla="*/ 1067305 h 1831428"/>
              <a:gd name="connsiteX64" fmla="*/ 3683289 w 4797018"/>
              <a:gd name="connsiteY64" fmla="*/ 0 h 1831428"/>
              <a:gd name="connsiteX65" fmla="*/ 3590487 w 4797018"/>
              <a:gd name="connsiteY65" fmla="*/ 0 h 1831428"/>
              <a:gd name="connsiteX66" fmla="*/ 3590487 w 4797018"/>
              <a:gd name="connsiteY66" fmla="*/ 1067305 h 1831428"/>
              <a:gd name="connsiteX67" fmla="*/ 4008130 w 4797018"/>
              <a:gd name="connsiteY67" fmla="*/ 1461745 h 1831428"/>
              <a:gd name="connsiteX68" fmla="*/ 4294699 w 4797018"/>
              <a:gd name="connsiteY68" fmla="*/ 1333129 h 1831428"/>
              <a:gd name="connsiteX69" fmla="*/ 4296785 w 4797018"/>
              <a:gd name="connsiteY69" fmla="*/ 1335862 h 1831428"/>
              <a:gd name="connsiteX70" fmla="*/ 3915328 w 4797018"/>
              <a:gd name="connsiteY70" fmla="*/ 1554556 h 1831428"/>
              <a:gd name="connsiteX71" fmla="*/ 3497742 w 4797018"/>
              <a:gd name="connsiteY71" fmla="*/ 1160116 h 1831428"/>
              <a:gd name="connsiteX72" fmla="*/ 3497685 w 4797018"/>
              <a:gd name="connsiteY72" fmla="*/ 1160116 h 1831428"/>
              <a:gd name="connsiteX73" fmla="*/ 3497685 w 4797018"/>
              <a:gd name="connsiteY73" fmla="*/ 0 h 1831428"/>
              <a:gd name="connsiteX74" fmla="*/ 3404873 w 4797018"/>
              <a:gd name="connsiteY74" fmla="*/ 0 h 1831428"/>
              <a:gd name="connsiteX75" fmla="*/ 3404873 w 4797018"/>
              <a:gd name="connsiteY75" fmla="*/ 1160107 h 1831428"/>
              <a:gd name="connsiteX76" fmla="*/ 3404921 w 4797018"/>
              <a:gd name="connsiteY76" fmla="*/ 1160107 h 1831428"/>
              <a:gd name="connsiteX77" fmla="*/ 3915328 w 4797018"/>
              <a:gd name="connsiteY77" fmla="*/ 1647358 h 1831428"/>
              <a:gd name="connsiteX78" fmla="*/ 1852984 w 4797018"/>
              <a:gd name="connsiteY78" fmla="*/ 1206522 h 1831428"/>
              <a:gd name="connsiteX79" fmla="*/ 1618288 w 4797018"/>
              <a:gd name="connsiteY79" fmla="*/ 1763373 h 1831428"/>
              <a:gd name="connsiteX80" fmla="*/ 1711119 w 4797018"/>
              <a:gd name="connsiteY80" fmla="*/ 1763363 h 1831428"/>
              <a:gd name="connsiteX81" fmla="*/ 1711100 w 4797018"/>
              <a:gd name="connsiteY81" fmla="*/ 1763373 h 1831428"/>
              <a:gd name="connsiteX82" fmla="*/ 1711119 w 4797018"/>
              <a:gd name="connsiteY82" fmla="*/ 1763373 h 1831428"/>
              <a:gd name="connsiteX83" fmla="*/ 1828448 w 4797018"/>
              <a:gd name="connsiteY83" fmla="*/ 1484948 h 1831428"/>
              <a:gd name="connsiteX84" fmla="*/ 2614774 w 4797018"/>
              <a:gd name="connsiteY84" fmla="*/ 1484948 h 1831428"/>
              <a:gd name="connsiteX85" fmla="*/ 2732018 w 4797018"/>
              <a:gd name="connsiteY85" fmla="*/ 1763373 h 1831428"/>
              <a:gd name="connsiteX86" fmla="*/ 2824820 w 4797018"/>
              <a:gd name="connsiteY86" fmla="*/ 1763373 h 1831428"/>
              <a:gd name="connsiteX87" fmla="*/ 2668515 w 4797018"/>
              <a:gd name="connsiteY87" fmla="*/ 1392136 h 1831428"/>
              <a:gd name="connsiteX88" fmla="*/ 1867567 w 4797018"/>
              <a:gd name="connsiteY88" fmla="*/ 1392136 h 1831428"/>
              <a:gd name="connsiteX89" fmla="*/ 1906676 w 4797018"/>
              <a:gd name="connsiteY89" fmla="*/ 1299324 h 1831428"/>
              <a:gd name="connsiteX90" fmla="*/ 2722236 w 4797018"/>
              <a:gd name="connsiteY90" fmla="*/ 1299324 h 1831428"/>
              <a:gd name="connsiteX91" fmla="*/ 2917632 w 4797018"/>
              <a:gd name="connsiteY91" fmla="*/ 1763373 h 1831428"/>
              <a:gd name="connsiteX92" fmla="*/ 3010443 w 4797018"/>
              <a:gd name="connsiteY92" fmla="*/ 1763373 h 1831428"/>
              <a:gd name="connsiteX93" fmla="*/ 2775976 w 4797018"/>
              <a:gd name="connsiteY93" fmla="*/ 1206522 h 1831428"/>
              <a:gd name="connsiteX94" fmla="*/ 1852984 w 4797018"/>
              <a:gd name="connsiteY94" fmla="*/ 1206522 h 1831428"/>
              <a:gd name="connsiteX95" fmla="*/ 1989544 w 4797018"/>
              <a:gd name="connsiteY95" fmla="*/ 0 h 1831428"/>
              <a:gd name="connsiteX96" fmla="*/ 1307459 w 4797018"/>
              <a:gd name="connsiteY96" fmla="*/ 1617898 h 1831428"/>
              <a:gd name="connsiteX97" fmla="*/ 1366533 w 4797018"/>
              <a:gd name="connsiteY97" fmla="*/ 1698098 h 1831428"/>
              <a:gd name="connsiteX98" fmla="*/ 2082356 w 4797018"/>
              <a:gd name="connsiteY98" fmla="*/ 0 h 1831428"/>
              <a:gd name="connsiteX99" fmla="*/ 1989544 w 4797018"/>
              <a:gd name="connsiteY99" fmla="*/ 0 h 1831428"/>
              <a:gd name="connsiteX100" fmla="*/ 2360771 w 4797018"/>
              <a:gd name="connsiteY100" fmla="*/ 0 h 1831428"/>
              <a:gd name="connsiteX101" fmla="*/ 3075708 w 4797018"/>
              <a:gd name="connsiteY101" fmla="*/ 1698098 h 1831428"/>
              <a:gd name="connsiteX102" fmla="*/ 3134639 w 4797018"/>
              <a:gd name="connsiteY102" fmla="*/ 1617898 h 1831428"/>
              <a:gd name="connsiteX103" fmla="*/ 2453592 w 4797018"/>
              <a:gd name="connsiteY103" fmla="*/ 0 h 1831428"/>
              <a:gd name="connsiteX104" fmla="*/ 2360771 w 4797018"/>
              <a:gd name="connsiteY104" fmla="*/ 0 h 1831428"/>
              <a:gd name="connsiteX105" fmla="*/ 1799101 w 4797018"/>
              <a:gd name="connsiteY105" fmla="*/ 1113711 h 1831428"/>
              <a:gd name="connsiteX106" fmla="*/ 1524610 w 4797018"/>
              <a:gd name="connsiteY106" fmla="*/ 1763373 h 1831428"/>
              <a:gd name="connsiteX107" fmla="*/ 1431798 w 4797018"/>
              <a:gd name="connsiteY107" fmla="*/ 1763373 h 1831428"/>
              <a:gd name="connsiteX108" fmla="*/ 2128761 w 4797018"/>
              <a:gd name="connsiteY108" fmla="*/ 110195 h 1831428"/>
              <a:gd name="connsiteX109" fmla="*/ 2512219 w 4797018"/>
              <a:gd name="connsiteY109" fmla="*/ 1020899 h 1831428"/>
              <a:gd name="connsiteX110" fmla="*/ 2605021 w 4797018"/>
              <a:gd name="connsiteY110" fmla="*/ 1020899 h 1831428"/>
              <a:gd name="connsiteX111" fmla="*/ 2175158 w 4797018"/>
              <a:gd name="connsiteY111" fmla="*/ 0 h 1831428"/>
              <a:gd name="connsiteX112" fmla="*/ 2267969 w 4797018"/>
              <a:gd name="connsiteY112" fmla="*/ 0 h 1831428"/>
              <a:gd name="connsiteX113" fmla="*/ 2736895 w 4797018"/>
              <a:gd name="connsiteY113" fmla="*/ 1113701 h 1831428"/>
              <a:gd name="connsiteX114" fmla="*/ 1799101 w 4797018"/>
              <a:gd name="connsiteY114" fmla="*/ 1113701 h 1831428"/>
              <a:gd name="connsiteX115" fmla="*/ 2221802 w 4797018"/>
              <a:gd name="connsiteY115" fmla="*/ 551602 h 1831428"/>
              <a:gd name="connsiteX116" fmla="*/ 2024015 w 4797018"/>
              <a:gd name="connsiteY116" fmla="*/ 1020899 h 1831428"/>
              <a:gd name="connsiteX117" fmla="*/ 2419398 w 4797018"/>
              <a:gd name="connsiteY117" fmla="*/ 1020899 h 1831428"/>
              <a:gd name="connsiteX118" fmla="*/ 2221802 w 4797018"/>
              <a:gd name="connsiteY118" fmla="*/ 551602 h 1831428"/>
              <a:gd name="connsiteX119" fmla="*/ 1838163 w 4797018"/>
              <a:gd name="connsiteY119" fmla="*/ 1020899 h 1831428"/>
              <a:gd name="connsiteX120" fmla="*/ 1931213 w 4797018"/>
              <a:gd name="connsiteY120" fmla="*/ 1020899 h 1831428"/>
              <a:gd name="connsiteX121" fmla="*/ 2175415 w 4797018"/>
              <a:gd name="connsiteY121" fmla="*/ 441436 h 1831428"/>
              <a:gd name="connsiteX122" fmla="*/ 2128942 w 4797018"/>
              <a:gd name="connsiteY122" fmla="*/ 331070 h 1831428"/>
              <a:gd name="connsiteX123" fmla="*/ 1838163 w 4797018"/>
              <a:gd name="connsiteY123" fmla="*/ 1020899 h 1831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4797018" h="1831428">
                <a:moveTo>
                  <a:pt x="0" y="170736"/>
                </a:moveTo>
                <a:lnTo>
                  <a:pt x="92812" y="77924"/>
                </a:lnTo>
                <a:lnTo>
                  <a:pt x="92812" y="1763373"/>
                </a:lnTo>
                <a:lnTo>
                  <a:pt x="0" y="1763373"/>
                </a:lnTo>
                <a:lnTo>
                  <a:pt x="0" y="170736"/>
                </a:lnTo>
                <a:close/>
                <a:moveTo>
                  <a:pt x="278425" y="92812"/>
                </a:moveTo>
                <a:lnTo>
                  <a:pt x="1392136" y="92812"/>
                </a:lnTo>
                <a:lnTo>
                  <a:pt x="1392136" y="0"/>
                </a:lnTo>
                <a:lnTo>
                  <a:pt x="185614" y="0"/>
                </a:lnTo>
                <a:lnTo>
                  <a:pt x="185614" y="1113701"/>
                </a:lnTo>
                <a:lnTo>
                  <a:pt x="1210723" y="1113701"/>
                </a:lnTo>
                <a:lnTo>
                  <a:pt x="1210723" y="1020899"/>
                </a:lnTo>
                <a:lnTo>
                  <a:pt x="278425" y="1020899"/>
                </a:lnTo>
                <a:lnTo>
                  <a:pt x="278425" y="92812"/>
                </a:lnTo>
                <a:close/>
                <a:moveTo>
                  <a:pt x="1350464" y="835285"/>
                </a:moveTo>
                <a:lnTo>
                  <a:pt x="464048" y="835285"/>
                </a:lnTo>
                <a:lnTo>
                  <a:pt x="464048" y="464048"/>
                </a:lnTo>
                <a:lnTo>
                  <a:pt x="1222124" y="464048"/>
                </a:lnTo>
                <a:lnTo>
                  <a:pt x="1314926" y="371237"/>
                </a:lnTo>
                <a:lnTo>
                  <a:pt x="464048" y="371237"/>
                </a:lnTo>
                <a:lnTo>
                  <a:pt x="464048" y="278425"/>
                </a:lnTo>
                <a:lnTo>
                  <a:pt x="1392146" y="278425"/>
                </a:lnTo>
                <a:lnTo>
                  <a:pt x="1392146" y="185614"/>
                </a:lnTo>
                <a:lnTo>
                  <a:pt x="371237" y="185614"/>
                </a:lnTo>
                <a:lnTo>
                  <a:pt x="371237" y="928087"/>
                </a:lnTo>
                <a:lnTo>
                  <a:pt x="1258872" y="928087"/>
                </a:lnTo>
                <a:lnTo>
                  <a:pt x="1350464" y="835285"/>
                </a:lnTo>
                <a:close/>
                <a:moveTo>
                  <a:pt x="185614" y="1763373"/>
                </a:moveTo>
                <a:lnTo>
                  <a:pt x="278425" y="1763373"/>
                </a:lnTo>
                <a:lnTo>
                  <a:pt x="278425" y="1299324"/>
                </a:lnTo>
                <a:lnTo>
                  <a:pt x="371237" y="1299324"/>
                </a:lnTo>
                <a:lnTo>
                  <a:pt x="371237" y="1685449"/>
                </a:lnTo>
                <a:lnTo>
                  <a:pt x="464039" y="1592647"/>
                </a:lnTo>
                <a:lnTo>
                  <a:pt x="464039" y="1299324"/>
                </a:lnTo>
                <a:lnTo>
                  <a:pt x="1210723" y="1299324"/>
                </a:lnTo>
                <a:lnTo>
                  <a:pt x="1210723" y="1206522"/>
                </a:lnTo>
                <a:lnTo>
                  <a:pt x="185614" y="1206522"/>
                </a:lnTo>
                <a:lnTo>
                  <a:pt x="185614" y="1763373"/>
                </a:lnTo>
                <a:close/>
                <a:moveTo>
                  <a:pt x="4704207" y="0"/>
                </a:moveTo>
                <a:lnTo>
                  <a:pt x="4704207" y="1067314"/>
                </a:lnTo>
                <a:cubicBezTo>
                  <a:pt x="4704207" y="1315669"/>
                  <a:pt x="4593393" y="1529039"/>
                  <a:pt x="4334837" y="1692688"/>
                </a:cubicBezTo>
                <a:lnTo>
                  <a:pt x="4332742" y="1689954"/>
                </a:lnTo>
                <a:cubicBezTo>
                  <a:pt x="4502639" y="1555213"/>
                  <a:pt x="4611405" y="1382144"/>
                  <a:pt x="4611405" y="1158564"/>
                </a:cubicBezTo>
                <a:lnTo>
                  <a:pt x="4611405" y="0"/>
                </a:lnTo>
                <a:lnTo>
                  <a:pt x="4518594" y="0"/>
                </a:lnTo>
                <a:lnTo>
                  <a:pt x="4518594" y="1157021"/>
                </a:lnTo>
                <a:cubicBezTo>
                  <a:pt x="4518594" y="1490196"/>
                  <a:pt x="4248512" y="1740170"/>
                  <a:pt x="3915337" y="1740170"/>
                </a:cubicBezTo>
                <a:cubicBezTo>
                  <a:pt x="3582162" y="1740170"/>
                  <a:pt x="3312081" y="1490186"/>
                  <a:pt x="3312081" y="1157021"/>
                </a:cubicBezTo>
                <a:lnTo>
                  <a:pt x="3312081" y="77924"/>
                </a:lnTo>
                <a:lnTo>
                  <a:pt x="3219269" y="170736"/>
                </a:lnTo>
                <a:lnTo>
                  <a:pt x="3219269" y="1158564"/>
                </a:lnTo>
                <a:cubicBezTo>
                  <a:pt x="3219269" y="1542993"/>
                  <a:pt x="3530908" y="1831429"/>
                  <a:pt x="3915337" y="1831429"/>
                </a:cubicBezTo>
                <a:cubicBezTo>
                  <a:pt x="3924233" y="1831429"/>
                  <a:pt x="4008139" y="1831429"/>
                  <a:pt x="4008139" y="1831429"/>
                </a:cubicBezTo>
                <a:cubicBezTo>
                  <a:pt x="4386691" y="1831429"/>
                  <a:pt x="4797019" y="1551870"/>
                  <a:pt x="4797019" y="1068667"/>
                </a:cubicBezTo>
                <a:cubicBezTo>
                  <a:pt x="4797019" y="1068210"/>
                  <a:pt x="4797019" y="0"/>
                  <a:pt x="4797019" y="0"/>
                </a:cubicBezTo>
                <a:lnTo>
                  <a:pt x="4704207" y="0"/>
                </a:lnTo>
                <a:close/>
                <a:moveTo>
                  <a:pt x="3915328" y="1647358"/>
                </a:moveTo>
                <a:cubicBezTo>
                  <a:pt x="4197077" y="1647358"/>
                  <a:pt x="4425515" y="1438694"/>
                  <a:pt x="4425773" y="1157021"/>
                </a:cubicBezTo>
                <a:lnTo>
                  <a:pt x="4425782" y="1157021"/>
                </a:lnTo>
                <a:lnTo>
                  <a:pt x="4425782" y="77924"/>
                </a:lnTo>
                <a:lnTo>
                  <a:pt x="4332970" y="170736"/>
                </a:lnTo>
                <a:lnTo>
                  <a:pt x="4332970" y="1067305"/>
                </a:lnTo>
                <a:cubicBezTo>
                  <a:pt x="4332970" y="1246699"/>
                  <a:pt x="4187533" y="1368933"/>
                  <a:pt x="4008130" y="1368933"/>
                </a:cubicBezTo>
                <a:cubicBezTo>
                  <a:pt x="3828736" y="1368933"/>
                  <a:pt x="3683298" y="1246699"/>
                  <a:pt x="3683298" y="1067305"/>
                </a:cubicBezTo>
                <a:lnTo>
                  <a:pt x="3683289" y="0"/>
                </a:lnTo>
                <a:lnTo>
                  <a:pt x="3590487" y="0"/>
                </a:lnTo>
                <a:lnTo>
                  <a:pt x="3590487" y="1067305"/>
                </a:lnTo>
                <a:cubicBezTo>
                  <a:pt x="3590487" y="1297962"/>
                  <a:pt x="3777472" y="1461745"/>
                  <a:pt x="4008130" y="1461745"/>
                </a:cubicBezTo>
                <a:cubicBezTo>
                  <a:pt x="4102446" y="1461745"/>
                  <a:pt x="4216937" y="1415148"/>
                  <a:pt x="4294699" y="1333129"/>
                </a:cubicBezTo>
                <a:lnTo>
                  <a:pt x="4296785" y="1335862"/>
                </a:lnTo>
                <a:cubicBezTo>
                  <a:pt x="4223881" y="1471070"/>
                  <a:pt x="4089102" y="1554556"/>
                  <a:pt x="3915328" y="1554556"/>
                </a:cubicBezTo>
                <a:cubicBezTo>
                  <a:pt x="3686090" y="1554556"/>
                  <a:pt x="3500009" y="1388593"/>
                  <a:pt x="3497742" y="1160116"/>
                </a:cubicBezTo>
                <a:lnTo>
                  <a:pt x="3497685" y="1160116"/>
                </a:lnTo>
                <a:lnTo>
                  <a:pt x="3497685" y="0"/>
                </a:lnTo>
                <a:lnTo>
                  <a:pt x="3404873" y="0"/>
                </a:lnTo>
                <a:lnTo>
                  <a:pt x="3404873" y="1160107"/>
                </a:lnTo>
                <a:lnTo>
                  <a:pt x="3404921" y="1160107"/>
                </a:lnTo>
                <a:cubicBezTo>
                  <a:pt x="3406855" y="1440218"/>
                  <a:pt x="3634616" y="1647358"/>
                  <a:pt x="3915328" y="1647358"/>
                </a:cubicBezTo>
                <a:close/>
                <a:moveTo>
                  <a:pt x="1852984" y="1206522"/>
                </a:moveTo>
                <a:lnTo>
                  <a:pt x="1618288" y="1763373"/>
                </a:lnTo>
                <a:lnTo>
                  <a:pt x="1711119" y="1763363"/>
                </a:lnTo>
                <a:lnTo>
                  <a:pt x="1711100" y="1763373"/>
                </a:lnTo>
                <a:lnTo>
                  <a:pt x="1711119" y="1763373"/>
                </a:lnTo>
                <a:lnTo>
                  <a:pt x="1828448" y="1484948"/>
                </a:lnTo>
                <a:lnTo>
                  <a:pt x="2614774" y="1484948"/>
                </a:lnTo>
                <a:lnTo>
                  <a:pt x="2732018" y="1763373"/>
                </a:lnTo>
                <a:lnTo>
                  <a:pt x="2824820" y="1763373"/>
                </a:lnTo>
                <a:lnTo>
                  <a:pt x="2668515" y="1392136"/>
                </a:lnTo>
                <a:lnTo>
                  <a:pt x="1867567" y="1392136"/>
                </a:lnTo>
                <a:lnTo>
                  <a:pt x="1906676" y="1299324"/>
                </a:lnTo>
                <a:lnTo>
                  <a:pt x="2722236" y="1299324"/>
                </a:lnTo>
                <a:lnTo>
                  <a:pt x="2917632" y="1763373"/>
                </a:lnTo>
                <a:lnTo>
                  <a:pt x="3010443" y="1763373"/>
                </a:lnTo>
                <a:lnTo>
                  <a:pt x="2775976" y="1206522"/>
                </a:lnTo>
                <a:lnTo>
                  <a:pt x="1852984" y="1206522"/>
                </a:lnTo>
                <a:close/>
                <a:moveTo>
                  <a:pt x="1989544" y="0"/>
                </a:moveTo>
                <a:lnTo>
                  <a:pt x="1307459" y="1617898"/>
                </a:lnTo>
                <a:lnTo>
                  <a:pt x="1366533" y="1698098"/>
                </a:lnTo>
                <a:lnTo>
                  <a:pt x="2082356" y="0"/>
                </a:lnTo>
                <a:lnTo>
                  <a:pt x="1989544" y="0"/>
                </a:lnTo>
                <a:close/>
                <a:moveTo>
                  <a:pt x="2360771" y="0"/>
                </a:moveTo>
                <a:lnTo>
                  <a:pt x="3075708" y="1698098"/>
                </a:lnTo>
                <a:lnTo>
                  <a:pt x="3134639" y="1617898"/>
                </a:lnTo>
                <a:lnTo>
                  <a:pt x="2453592" y="0"/>
                </a:lnTo>
                <a:lnTo>
                  <a:pt x="2360771" y="0"/>
                </a:lnTo>
                <a:close/>
                <a:moveTo>
                  <a:pt x="1799101" y="1113711"/>
                </a:moveTo>
                <a:lnTo>
                  <a:pt x="1524610" y="1763373"/>
                </a:lnTo>
                <a:lnTo>
                  <a:pt x="1431798" y="1763373"/>
                </a:lnTo>
                <a:lnTo>
                  <a:pt x="2128761" y="110195"/>
                </a:lnTo>
                <a:lnTo>
                  <a:pt x="2512219" y="1020899"/>
                </a:lnTo>
                <a:lnTo>
                  <a:pt x="2605021" y="1020899"/>
                </a:lnTo>
                <a:lnTo>
                  <a:pt x="2175158" y="0"/>
                </a:lnTo>
                <a:lnTo>
                  <a:pt x="2267969" y="0"/>
                </a:lnTo>
                <a:lnTo>
                  <a:pt x="2736895" y="1113701"/>
                </a:lnTo>
                <a:lnTo>
                  <a:pt x="1799101" y="1113701"/>
                </a:lnTo>
                <a:close/>
                <a:moveTo>
                  <a:pt x="2221802" y="551602"/>
                </a:moveTo>
                <a:lnTo>
                  <a:pt x="2024015" y="1020899"/>
                </a:lnTo>
                <a:lnTo>
                  <a:pt x="2419398" y="1020899"/>
                </a:lnTo>
                <a:lnTo>
                  <a:pt x="2221802" y="551602"/>
                </a:lnTo>
                <a:close/>
                <a:moveTo>
                  <a:pt x="1838163" y="1020899"/>
                </a:moveTo>
                <a:lnTo>
                  <a:pt x="1931213" y="1020899"/>
                </a:lnTo>
                <a:lnTo>
                  <a:pt x="2175415" y="441436"/>
                </a:lnTo>
                <a:lnTo>
                  <a:pt x="2128942" y="331070"/>
                </a:lnTo>
                <a:lnTo>
                  <a:pt x="1838163" y="1020899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3ECEE8D8-DF92-4CFD-A29A-DD98DFA7EC69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12" name="Gerader Verbinder 11">
              <a:extLst>
                <a:ext uri="{FF2B5EF4-FFF2-40B4-BE49-F238E27FC236}">
                  <a16:creationId xmlns:a16="http://schemas.microsoft.com/office/drawing/2014/main" id="{E89218EB-083A-44EC-89C4-86451CE1FC7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feld 12">
              <a:extLst>
                <a:ext uri="{FF2B5EF4-FFF2-40B4-BE49-F238E27FC236}">
                  <a16:creationId xmlns:a16="http://schemas.microsoft.com/office/drawing/2014/main" id="{399474D3-E53E-4ABA-9B61-C9BB08A3276B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57879191-3BE6-4B4E-A6B9-7EE964614B47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15" name="Gerader Verbinder 14">
              <a:extLst>
                <a:ext uri="{FF2B5EF4-FFF2-40B4-BE49-F238E27FC236}">
                  <a16:creationId xmlns:a16="http://schemas.microsoft.com/office/drawing/2014/main" id="{94484379-E642-433C-B53A-1DEE6A9DD4E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feld 15">
              <a:extLst>
                <a:ext uri="{FF2B5EF4-FFF2-40B4-BE49-F238E27FC236}">
                  <a16:creationId xmlns:a16="http://schemas.microsoft.com/office/drawing/2014/main" id="{7C54D7A6-C6ED-4572-B49C-338FB11A042A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382F9D16-DA93-44FA-B850-67D0B6AD397D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18" name="Gerader Verbinder 17">
              <a:extLst>
                <a:ext uri="{FF2B5EF4-FFF2-40B4-BE49-F238E27FC236}">
                  <a16:creationId xmlns:a16="http://schemas.microsoft.com/office/drawing/2014/main" id="{7201A13C-71DC-4465-B39F-F196A503534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feld 18">
              <a:extLst>
                <a:ext uri="{FF2B5EF4-FFF2-40B4-BE49-F238E27FC236}">
                  <a16:creationId xmlns:a16="http://schemas.microsoft.com/office/drawing/2014/main" id="{D957CB6E-B09B-4A22-86F0-6C38F81B2E90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38DB7D0C-ACAA-4A6B-8088-624B0BC24502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21" name="Gerader Verbinder 20">
              <a:extLst>
                <a:ext uri="{FF2B5EF4-FFF2-40B4-BE49-F238E27FC236}">
                  <a16:creationId xmlns:a16="http://schemas.microsoft.com/office/drawing/2014/main" id="{E8B86ED7-0F29-451E-8C7D-9B396D5E209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feld 21">
              <a:extLst>
                <a:ext uri="{FF2B5EF4-FFF2-40B4-BE49-F238E27FC236}">
                  <a16:creationId xmlns:a16="http://schemas.microsoft.com/office/drawing/2014/main" id="{ED76FB85-7BBB-4E8D-A853-5FCC744835E1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23" name="Gruppieren 22">
            <a:extLst>
              <a:ext uri="{FF2B5EF4-FFF2-40B4-BE49-F238E27FC236}">
                <a16:creationId xmlns:a16="http://schemas.microsoft.com/office/drawing/2014/main" id="{E1524020-40DB-450A-AEE5-3E1B459B16B5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24" name="Gerader Verbinder 23">
              <a:extLst>
                <a:ext uri="{FF2B5EF4-FFF2-40B4-BE49-F238E27FC236}">
                  <a16:creationId xmlns:a16="http://schemas.microsoft.com/office/drawing/2014/main" id="{539CBAAA-C79F-4BC9-9AF3-18ED0AF9EE7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feld 24">
              <a:extLst>
                <a:ext uri="{FF2B5EF4-FFF2-40B4-BE49-F238E27FC236}">
                  <a16:creationId xmlns:a16="http://schemas.microsoft.com/office/drawing/2014/main" id="{65F01F83-E434-491F-8893-1CE5848F9B6D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26" name="Gruppieren 25">
            <a:extLst>
              <a:ext uri="{FF2B5EF4-FFF2-40B4-BE49-F238E27FC236}">
                <a16:creationId xmlns:a16="http://schemas.microsoft.com/office/drawing/2014/main" id="{99ECB07F-83AC-4A69-A930-C51459FBE5BA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27" name="Gerader Verbinder 26">
              <a:extLst>
                <a:ext uri="{FF2B5EF4-FFF2-40B4-BE49-F238E27FC236}">
                  <a16:creationId xmlns:a16="http://schemas.microsoft.com/office/drawing/2014/main" id="{EB6DF347-64CA-4BE1-8952-3E80EBD0082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feld 27">
              <a:extLst>
                <a:ext uri="{FF2B5EF4-FFF2-40B4-BE49-F238E27FC236}">
                  <a16:creationId xmlns:a16="http://schemas.microsoft.com/office/drawing/2014/main" id="{F82628F6-8442-4626-962B-E947FDA8C0C0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29" name="Gruppieren 28">
            <a:extLst>
              <a:ext uri="{FF2B5EF4-FFF2-40B4-BE49-F238E27FC236}">
                <a16:creationId xmlns:a16="http://schemas.microsoft.com/office/drawing/2014/main" id="{C9B4EC5D-DF7B-4D80-86D6-C95B0B60B325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30" name="Gerader Verbinder 29">
              <a:extLst>
                <a:ext uri="{FF2B5EF4-FFF2-40B4-BE49-F238E27FC236}">
                  <a16:creationId xmlns:a16="http://schemas.microsoft.com/office/drawing/2014/main" id="{7A230F03-8AA4-4AAE-999A-6E872C727A8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feld 30">
              <a:extLst>
                <a:ext uri="{FF2B5EF4-FFF2-40B4-BE49-F238E27FC236}">
                  <a16:creationId xmlns:a16="http://schemas.microsoft.com/office/drawing/2014/main" id="{1C36145D-6FFB-4D3A-85D6-2ACFDAE5F5D2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32" name="Gruppieren 31">
            <a:extLst>
              <a:ext uri="{FF2B5EF4-FFF2-40B4-BE49-F238E27FC236}">
                <a16:creationId xmlns:a16="http://schemas.microsoft.com/office/drawing/2014/main" id="{0D1EC147-B041-40BC-BA8D-878A722616DE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33" name="Gerader Verbinder 32">
              <a:extLst>
                <a:ext uri="{FF2B5EF4-FFF2-40B4-BE49-F238E27FC236}">
                  <a16:creationId xmlns:a16="http://schemas.microsoft.com/office/drawing/2014/main" id="{4A4E226E-C413-42F0-AA69-108B05313D4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feld 33">
              <a:extLst>
                <a:ext uri="{FF2B5EF4-FFF2-40B4-BE49-F238E27FC236}">
                  <a16:creationId xmlns:a16="http://schemas.microsoft.com/office/drawing/2014/main" id="{4A93327E-EEC7-45A4-9C35-410D17ECB865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35" name="Gruppieren 34">
            <a:extLst>
              <a:ext uri="{FF2B5EF4-FFF2-40B4-BE49-F238E27FC236}">
                <a16:creationId xmlns:a16="http://schemas.microsoft.com/office/drawing/2014/main" id="{0EC1AF1A-26A7-479B-A176-8997B58ED4D1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36" name="Gerader Verbinder 35">
              <a:extLst>
                <a:ext uri="{FF2B5EF4-FFF2-40B4-BE49-F238E27FC236}">
                  <a16:creationId xmlns:a16="http://schemas.microsoft.com/office/drawing/2014/main" id="{80D76042-D322-4CD0-B41A-CE295CEC6835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feld 36">
              <a:extLst>
                <a:ext uri="{FF2B5EF4-FFF2-40B4-BE49-F238E27FC236}">
                  <a16:creationId xmlns:a16="http://schemas.microsoft.com/office/drawing/2014/main" id="{397EC952-23B6-4728-82B6-3D733107C66E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38" name="Gerader Verbinder 37">
            <a:extLst>
              <a:ext uri="{FF2B5EF4-FFF2-40B4-BE49-F238E27FC236}">
                <a16:creationId xmlns:a16="http://schemas.microsoft.com/office/drawing/2014/main" id="{D8CEDBB7-9662-435E-8F5A-F3EE555D9908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Gruppieren 38">
            <a:extLst>
              <a:ext uri="{FF2B5EF4-FFF2-40B4-BE49-F238E27FC236}">
                <a16:creationId xmlns:a16="http://schemas.microsoft.com/office/drawing/2014/main" id="{24365663-FE3F-47D4-A8D7-729A38C4987D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40" name="Gerader Verbinder 39">
              <a:extLst>
                <a:ext uri="{FF2B5EF4-FFF2-40B4-BE49-F238E27FC236}">
                  <a16:creationId xmlns:a16="http://schemas.microsoft.com/office/drawing/2014/main" id="{92EE37E1-8647-4AEB-9AEE-FF0711435F3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feld 40">
              <a:extLst>
                <a:ext uri="{FF2B5EF4-FFF2-40B4-BE49-F238E27FC236}">
                  <a16:creationId xmlns:a16="http://schemas.microsoft.com/office/drawing/2014/main" id="{C2B4E3D7-0BC3-4BC1-B86B-DD51E9785755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pic>
        <p:nvPicPr>
          <p:cNvPr id="42" name="Grafik 41">
            <a:extLst>
              <a:ext uri="{FF2B5EF4-FFF2-40B4-BE49-F238E27FC236}">
                <a16:creationId xmlns:a16="http://schemas.microsoft.com/office/drawing/2014/main" id="{AB0FC998-8B87-344E-B939-4BEFF216786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1095" y="198700"/>
            <a:ext cx="1136571" cy="61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2053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 | 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E4048C-0B54-437F-B99C-D17800474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3BC07-DDCE-7A45-9A5F-F71D9F1E9E55}" type="datetime4">
              <a:rPr lang="de-DE" smtClean="0"/>
              <a:t>8.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8" name="Textplatzhalter 9">
            <a:extLst>
              <a:ext uri="{FF2B5EF4-FFF2-40B4-BE49-F238E27FC236}">
                <a16:creationId xmlns:a16="http://schemas.microsoft.com/office/drawing/2014/main" id="{3F1156E9-9BD3-4A52-A0E9-EADD666CA5BF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DCB9AE87-A16F-4843-AEDB-CCEF284E935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1095" y="198700"/>
            <a:ext cx="1136571" cy="61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3504204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E4048C-0B54-437F-B99C-D17800474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98225-37CC-1B4C-A673-3161F919CF31}" type="datetime4">
              <a:rPr lang="de-DE" smtClean="0"/>
              <a:t>8.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EB25E710-D493-4189-8EF7-00ABE0AB56E5}"/>
              </a:ext>
            </a:extLst>
          </p:cNvPr>
          <p:cNvSpPr/>
          <p:nvPr userDrawn="1"/>
        </p:nvSpPr>
        <p:spPr>
          <a:xfrm>
            <a:off x="518317" y="1631155"/>
            <a:ext cx="11157746" cy="456961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de-DE" sz="1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F2F509DB-422D-41FB-A02B-822A0A204E4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497190" y="2835964"/>
            <a:ext cx="7200000" cy="2160000"/>
          </a:xfrm>
        </p:spPr>
        <p:txBody>
          <a:bodyPr rIns="0" anchor="ctr" anchorCtr="0">
            <a:normAutofit/>
          </a:bodyPr>
          <a:lstStyle>
            <a:lvl1pPr algn="ctr">
              <a:defRPr sz="2000" i="1"/>
            </a:lvl1pPr>
            <a:lvl2pPr marL="0" indent="0">
              <a:buNone/>
              <a:defRPr/>
            </a:lvl2pPr>
          </a:lstStyle>
          <a:p>
            <a:pPr lvl="0"/>
            <a:r>
              <a:rPr lang="de-DE" dirty="0"/>
              <a:t>„Mastertextformat bearbeiten“</a:t>
            </a: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B4B7054D-298D-4124-A74B-3C62E029C737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BB208599-5802-FF4F-92BE-2AAF0DA7DBA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1095" y="198700"/>
            <a:ext cx="1136571" cy="61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3669099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chlussfoli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platzhalter 167">
            <a:extLst>
              <a:ext uri="{FF2B5EF4-FFF2-40B4-BE49-F238E27FC236}">
                <a16:creationId xmlns:a16="http://schemas.microsoft.com/office/drawing/2014/main" id="{68AB2348-B91F-4E68-BDE1-60ECCE02B49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1628775"/>
            <a:ext cx="12192000" cy="5229225"/>
          </a:xfrm>
          <a:gradFill>
            <a:gsLst>
              <a:gs pos="50000">
                <a:schemeClr val="accent4">
                  <a:alpha val="50000"/>
                </a:schemeClr>
              </a:gs>
              <a:gs pos="5000">
                <a:schemeClr val="accent4"/>
              </a:gs>
              <a:gs pos="100000">
                <a:schemeClr val="accent4">
                  <a:alpha val="20000"/>
                </a:schemeClr>
              </a:gs>
            </a:gsLst>
            <a:lin ang="5400000" scaled="1"/>
          </a:gradFill>
        </p:spPr>
        <p:txBody>
          <a:bodyPr vert="horz" wrap="square" lIns="540000" tIns="1188000" rIns="0" bIns="0" rtlCol="0" anchor="t" anchorCtr="0">
            <a:noAutofit/>
          </a:bodyPr>
          <a:lstStyle>
            <a:lvl1pPr>
              <a:defRPr lang="de-DE" sz="4000" b="1" dirty="0"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de-DE" dirty="0"/>
              <a:t> </a:t>
            </a:r>
          </a:p>
        </p:txBody>
      </p:sp>
      <p:sp>
        <p:nvSpPr>
          <p:cNvPr id="59" name="Bildplatzhalter 60">
            <a:extLst>
              <a:ext uri="{FF2B5EF4-FFF2-40B4-BE49-F238E27FC236}">
                <a16:creationId xmlns:a16="http://schemas.microsoft.com/office/drawing/2014/main" id="{92CE05A2-27DE-4191-8A63-5C7C7ACA37C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628775"/>
            <a:ext cx="12192000" cy="5229226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60" name="Rechteck 59">
            <a:extLst>
              <a:ext uri="{FF2B5EF4-FFF2-40B4-BE49-F238E27FC236}">
                <a16:creationId xmlns:a16="http://schemas.microsoft.com/office/drawing/2014/main" id="{CBD8B083-79E8-44E1-BA43-E993160F02E1}"/>
              </a:ext>
            </a:extLst>
          </p:cNvPr>
          <p:cNvSpPr/>
          <p:nvPr userDrawn="1"/>
        </p:nvSpPr>
        <p:spPr>
          <a:xfrm>
            <a:off x="518400" y="1196733"/>
            <a:ext cx="11676062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4" name="Textplatzhalter 64">
            <a:extLst>
              <a:ext uri="{FF2B5EF4-FFF2-40B4-BE49-F238E27FC236}">
                <a16:creationId xmlns:a16="http://schemas.microsoft.com/office/drawing/2014/main" id="{94E4DAD8-28C4-496D-803F-AF50BFF89A8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8317" y="2647985"/>
            <a:ext cx="11157745" cy="1562031"/>
          </a:xfrm>
        </p:spPr>
        <p:txBody>
          <a:bodyPr vert="horz" wrap="square" lIns="0" tIns="0" rIns="360000" bIns="0" rtlCol="0" anchor="ctr" anchorCtr="0">
            <a:spAutoFit/>
          </a:bodyPr>
          <a:lstStyle>
            <a:lvl1pPr>
              <a:spcAft>
                <a:spcPts val="0"/>
              </a:spcAft>
              <a:defRPr lang="de-DE" sz="4800" b="1" dirty="0" smtClean="0"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de-DE" dirty="0"/>
              <a:t>Vielen Dank</a:t>
            </a:r>
            <a:br>
              <a:rPr lang="de-DE" dirty="0"/>
            </a:br>
            <a:r>
              <a:rPr lang="de-DE" dirty="0"/>
              <a:t>für Ihre Aufmerksamkeit!</a:t>
            </a:r>
          </a:p>
        </p:txBody>
      </p:sp>
      <p:sp>
        <p:nvSpPr>
          <p:cNvPr id="58" name="Freihandform: Form 57">
            <a:extLst>
              <a:ext uri="{FF2B5EF4-FFF2-40B4-BE49-F238E27FC236}">
                <a16:creationId xmlns:a16="http://schemas.microsoft.com/office/drawing/2014/main" id="{1A7F7BEE-9A4B-44B2-960F-97720F4BC3DA}"/>
              </a:ext>
            </a:extLst>
          </p:cNvPr>
          <p:cNvSpPr/>
          <p:nvPr userDrawn="1"/>
        </p:nvSpPr>
        <p:spPr>
          <a:xfrm>
            <a:off x="10056938" y="300703"/>
            <a:ext cx="1619125" cy="618155"/>
          </a:xfrm>
          <a:custGeom>
            <a:avLst/>
            <a:gdLst>
              <a:gd name="connsiteX0" fmla="*/ 0 w 1456912"/>
              <a:gd name="connsiteY0" fmla="*/ 51854 h 556225"/>
              <a:gd name="connsiteX1" fmla="*/ 28188 w 1456912"/>
              <a:gd name="connsiteY1" fmla="*/ 23666 h 556225"/>
              <a:gd name="connsiteX2" fmla="*/ 28188 w 1456912"/>
              <a:gd name="connsiteY2" fmla="*/ 535557 h 556225"/>
              <a:gd name="connsiteX3" fmla="*/ 0 w 1456912"/>
              <a:gd name="connsiteY3" fmla="*/ 535557 h 556225"/>
              <a:gd name="connsiteX4" fmla="*/ 0 w 1456912"/>
              <a:gd name="connsiteY4" fmla="*/ 51854 h 556225"/>
              <a:gd name="connsiteX5" fmla="*/ 84564 w 1456912"/>
              <a:gd name="connsiteY5" fmla="*/ 28188 h 556225"/>
              <a:gd name="connsiteX6" fmla="*/ 422811 w 1456912"/>
              <a:gd name="connsiteY6" fmla="*/ 28188 h 556225"/>
              <a:gd name="connsiteX7" fmla="*/ 422811 w 1456912"/>
              <a:gd name="connsiteY7" fmla="*/ 0 h 556225"/>
              <a:gd name="connsiteX8" fmla="*/ 56376 w 1456912"/>
              <a:gd name="connsiteY8" fmla="*/ 0 h 556225"/>
              <a:gd name="connsiteX9" fmla="*/ 56376 w 1456912"/>
              <a:gd name="connsiteY9" fmla="*/ 338244 h 556225"/>
              <a:gd name="connsiteX10" fmla="*/ 367711 w 1456912"/>
              <a:gd name="connsiteY10" fmla="*/ 338244 h 556225"/>
              <a:gd name="connsiteX11" fmla="*/ 367711 w 1456912"/>
              <a:gd name="connsiteY11" fmla="*/ 310062 h 556225"/>
              <a:gd name="connsiteX12" fmla="*/ 84564 w 1456912"/>
              <a:gd name="connsiteY12" fmla="*/ 310062 h 556225"/>
              <a:gd name="connsiteX13" fmla="*/ 84564 w 1456912"/>
              <a:gd name="connsiteY13" fmla="*/ 28188 h 556225"/>
              <a:gd name="connsiteX14" fmla="*/ 410152 w 1456912"/>
              <a:gd name="connsiteY14" fmla="*/ 253686 h 556225"/>
              <a:gd name="connsiteX15" fmla="*/ 140937 w 1456912"/>
              <a:gd name="connsiteY15" fmla="*/ 253686 h 556225"/>
              <a:gd name="connsiteX16" fmla="*/ 140937 w 1456912"/>
              <a:gd name="connsiteY16" fmla="*/ 140940 h 556225"/>
              <a:gd name="connsiteX17" fmla="*/ 371171 w 1456912"/>
              <a:gd name="connsiteY17" fmla="*/ 140940 h 556225"/>
              <a:gd name="connsiteX18" fmla="*/ 399359 w 1456912"/>
              <a:gd name="connsiteY18" fmla="*/ 112752 h 556225"/>
              <a:gd name="connsiteX19" fmla="*/ 140937 w 1456912"/>
              <a:gd name="connsiteY19" fmla="*/ 112752 h 556225"/>
              <a:gd name="connsiteX20" fmla="*/ 140937 w 1456912"/>
              <a:gd name="connsiteY20" fmla="*/ 84564 h 556225"/>
              <a:gd name="connsiteX21" fmla="*/ 422811 w 1456912"/>
              <a:gd name="connsiteY21" fmla="*/ 84564 h 556225"/>
              <a:gd name="connsiteX22" fmla="*/ 422811 w 1456912"/>
              <a:gd name="connsiteY22" fmla="*/ 56376 h 556225"/>
              <a:gd name="connsiteX23" fmla="*/ 112749 w 1456912"/>
              <a:gd name="connsiteY23" fmla="*/ 56376 h 556225"/>
              <a:gd name="connsiteX24" fmla="*/ 112749 w 1456912"/>
              <a:gd name="connsiteY24" fmla="*/ 281874 h 556225"/>
              <a:gd name="connsiteX25" fmla="*/ 382334 w 1456912"/>
              <a:gd name="connsiteY25" fmla="*/ 281874 h 556225"/>
              <a:gd name="connsiteX26" fmla="*/ 410152 w 1456912"/>
              <a:gd name="connsiteY26" fmla="*/ 253686 h 556225"/>
              <a:gd name="connsiteX27" fmla="*/ 56376 w 1456912"/>
              <a:gd name="connsiteY27" fmla="*/ 535557 h 556225"/>
              <a:gd name="connsiteX28" fmla="*/ 84564 w 1456912"/>
              <a:gd name="connsiteY28" fmla="*/ 535557 h 556225"/>
              <a:gd name="connsiteX29" fmla="*/ 84564 w 1456912"/>
              <a:gd name="connsiteY29" fmla="*/ 394620 h 556225"/>
              <a:gd name="connsiteX30" fmla="*/ 112752 w 1456912"/>
              <a:gd name="connsiteY30" fmla="*/ 394620 h 556225"/>
              <a:gd name="connsiteX31" fmla="*/ 112752 w 1456912"/>
              <a:gd name="connsiteY31" fmla="*/ 511890 h 556225"/>
              <a:gd name="connsiteX32" fmla="*/ 140940 w 1456912"/>
              <a:gd name="connsiteY32" fmla="*/ 483705 h 556225"/>
              <a:gd name="connsiteX33" fmla="*/ 140940 w 1456912"/>
              <a:gd name="connsiteY33" fmla="*/ 394620 h 556225"/>
              <a:gd name="connsiteX34" fmla="*/ 367714 w 1456912"/>
              <a:gd name="connsiteY34" fmla="*/ 394620 h 556225"/>
              <a:gd name="connsiteX35" fmla="*/ 367714 w 1456912"/>
              <a:gd name="connsiteY35" fmla="*/ 366435 h 556225"/>
              <a:gd name="connsiteX36" fmla="*/ 56376 w 1456912"/>
              <a:gd name="connsiteY36" fmla="*/ 366435 h 556225"/>
              <a:gd name="connsiteX37" fmla="*/ 56376 w 1456912"/>
              <a:gd name="connsiteY37" fmla="*/ 535557 h 556225"/>
              <a:gd name="connsiteX38" fmla="*/ 1428724 w 1456912"/>
              <a:gd name="connsiteY38" fmla="*/ 0 h 556225"/>
              <a:gd name="connsiteX39" fmla="*/ 1428724 w 1456912"/>
              <a:gd name="connsiteY39" fmla="*/ 324156 h 556225"/>
              <a:gd name="connsiteX40" fmla="*/ 1316539 w 1456912"/>
              <a:gd name="connsiteY40" fmla="*/ 514089 h 556225"/>
              <a:gd name="connsiteX41" fmla="*/ 1315903 w 1456912"/>
              <a:gd name="connsiteY41" fmla="*/ 513258 h 556225"/>
              <a:gd name="connsiteX42" fmla="*/ 1400536 w 1456912"/>
              <a:gd name="connsiteY42" fmla="*/ 351869 h 556225"/>
              <a:gd name="connsiteX43" fmla="*/ 1400536 w 1456912"/>
              <a:gd name="connsiteY43" fmla="*/ 3 h 556225"/>
              <a:gd name="connsiteX44" fmla="*/ 1372348 w 1456912"/>
              <a:gd name="connsiteY44" fmla="*/ 3 h 556225"/>
              <a:gd name="connsiteX45" fmla="*/ 1372348 w 1456912"/>
              <a:gd name="connsiteY45" fmla="*/ 351400 h 556225"/>
              <a:gd name="connsiteX46" fmla="*/ 1189132 w 1456912"/>
              <a:gd name="connsiteY46" fmla="*/ 528510 h 556225"/>
              <a:gd name="connsiteX47" fmla="*/ 1005916 w 1456912"/>
              <a:gd name="connsiteY47" fmla="*/ 351400 h 556225"/>
              <a:gd name="connsiteX48" fmla="*/ 1005916 w 1456912"/>
              <a:gd name="connsiteY48" fmla="*/ 23666 h 556225"/>
              <a:gd name="connsiteX49" fmla="*/ 977728 w 1456912"/>
              <a:gd name="connsiteY49" fmla="*/ 51854 h 556225"/>
              <a:gd name="connsiteX50" fmla="*/ 977728 w 1456912"/>
              <a:gd name="connsiteY50" fmla="*/ 351869 h 556225"/>
              <a:gd name="connsiteX51" fmla="*/ 1189132 w 1456912"/>
              <a:gd name="connsiteY51" fmla="*/ 556226 h 556225"/>
              <a:gd name="connsiteX52" fmla="*/ 1217320 w 1456912"/>
              <a:gd name="connsiteY52" fmla="*/ 556226 h 556225"/>
              <a:gd name="connsiteX53" fmla="*/ 1456912 w 1456912"/>
              <a:gd name="connsiteY53" fmla="*/ 324566 h 556225"/>
              <a:gd name="connsiteX54" fmla="*/ 1456912 w 1456912"/>
              <a:gd name="connsiteY54" fmla="*/ 0 h 556225"/>
              <a:gd name="connsiteX55" fmla="*/ 1428724 w 1456912"/>
              <a:gd name="connsiteY55" fmla="*/ 0 h 556225"/>
              <a:gd name="connsiteX56" fmla="*/ 1189132 w 1456912"/>
              <a:gd name="connsiteY56" fmla="*/ 500322 h 556225"/>
              <a:gd name="connsiteX57" fmla="*/ 1344160 w 1456912"/>
              <a:gd name="connsiteY57" fmla="*/ 351400 h 556225"/>
              <a:gd name="connsiteX58" fmla="*/ 1344160 w 1456912"/>
              <a:gd name="connsiteY58" fmla="*/ 351400 h 556225"/>
              <a:gd name="connsiteX59" fmla="*/ 1344160 w 1456912"/>
              <a:gd name="connsiteY59" fmla="*/ 23666 h 556225"/>
              <a:gd name="connsiteX60" fmla="*/ 1315972 w 1456912"/>
              <a:gd name="connsiteY60" fmla="*/ 51854 h 556225"/>
              <a:gd name="connsiteX61" fmla="*/ 1315972 w 1456912"/>
              <a:gd name="connsiteY61" fmla="*/ 324153 h 556225"/>
              <a:gd name="connsiteX62" fmla="*/ 1217317 w 1456912"/>
              <a:gd name="connsiteY62" fmla="*/ 415761 h 556225"/>
              <a:gd name="connsiteX63" fmla="*/ 1118662 w 1456912"/>
              <a:gd name="connsiteY63" fmla="*/ 324153 h 556225"/>
              <a:gd name="connsiteX64" fmla="*/ 1118662 w 1456912"/>
              <a:gd name="connsiteY64" fmla="*/ 3 h 556225"/>
              <a:gd name="connsiteX65" fmla="*/ 1090474 w 1456912"/>
              <a:gd name="connsiteY65" fmla="*/ 3 h 556225"/>
              <a:gd name="connsiteX66" fmla="*/ 1090474 w 1456912"/>
              <a:gd name="connsiteY66" fmla="*/ 324156 h 556225"/>
              <a:gd name="connsiteX67" fmla="*/ 1217317 w 1456912"/>
              <a:gd name="connsiteY67" fmla="*/ 443951 h 556225"/>
              <a:gd name="connsiteX68" fmla="*/ 1304349 w 1456912"/>
              <a:gd name="connsiteY68" fmla="*/ 404889 h 556225"/>
              <a:gd name="connsiteX69" fmla="*/ 1304982 w 1456912"/>
              <a:gd name="connsiteY69" fmla="*/ 405720 h 556225"/>
              <a:gd name="connsiteX70" fmla="*/ 1189129 w 1456912"/>
              <a:gd name="connsiteY70" fmla="*/ 472139 h 556225"/>
              <a:gd name="connsiteX71" fmla="*/ 1062303 w 1456912"/>
              <a:gd name="connsiteY71" fmla="*/ 352344 h 556225"/>
              <a:gd name="connsiteX72" fmla="*/ 1062286 w 1456912"/>
              <a:gd name="connsiteY72" fmla="*/ 352344 h 556225"/>
              <a:gd name="connsiteX73" fmla="*/ 1062286 w 1456912"/>
              <a:gd name="connsiteY73" fmla="*/ 3 h 556225"/>
              <a:gd name="connsiteX74" fmla="*/ 1034098 w 1456912"/>
              <a:gd name="connsiteY74" fmla="*/ 3 h 556225"/>
              <a:gd name="connsiteX75" fmla="*/ 1034098 w 1456912"/>
              <a:gd name="connsiteY75" fmla="*/ 352341 h 556225"/>
              <a:gd name="connsiteX76" fmla="*/ 1034113 w 1456912"/>
              <a:gd name="connsiteY76" fmla="*/ 352341 h 556225"/>
              <a:gd name="connsiteX77" fmla="*/ 1189132 w 1456912"/>
              <a:gd name="connsiteY77" fmla="*/ 500322 h 556225"/>
              <a:gd name="connsiteX78" fmla="*/ 562774 w 1456912"/>
              <a:gd name="connsiteY78" fmla="*/ 366435 h 556225"/>
              <a:gd name="connsiteX79" fmla="*/ 491494 w 1456912"/>
              <a:gd name="connsiteY79" fmla="*/ 535557 h 556225"/>
              <a:gd name="connsiteX80" fmla="*/ 519684 w 1456912"/>
              <a:gd name="connsiteY80" fmla="*/ 535554 h 556225"/>
              <a:gd name="connsiteX81" fmla="*/ 519682 w 1456912"/>
              <a:gd name="connsiteY81" fmla="*/ 535557 h 556225"/>
              <a:gd name="connsiteX82" fmla="*/ 519684 w 1456912"/>
              <a:gd name="connsiteY82" fmla="*/ 535557 h 556225"/>
              <a:gd name="connsiteX83" fmla="*/ 555322 w 1456912"/>
              <a:gd name="connsiteY83" fmla="*/ 450996 h 556225"/>
              <a:gd name="connsiteX84" fmla="*/ 794138 w 1456912"/>
              <a:gd name="connsiteY84" fmla="*/ 450996 h 556225"/>
              <a:gd name="connsiteX85" fmla="*/ 829744 w 1456912"/>
              <a:gd name="connsiteY85" fmla="*/ 535557 h 556225"/>
              <a:gd name="connsiteX86" fmla="*/ 857932 w 1456912"/>
              <a:gd name="connsiteY86" fmla="*/ 535557 h 556225"/>
              <a:gd name="connsiteX87" fmla="*/ 810457 w 1456912"/>
              <a:gd name="connsiteY87" fmla="*/ 422808 h 556225"/>
              <a:gd name="connsiteX88" fmla="*/ 567200 w 1456912"/>
              <a:gd name="connsiteY88" fmla="*/ 422808 h 556225"/>
              <a:gd name="connsiteX89" fmla="*/ 579078 w 1456912"/>
              <a:gd name="connsiteY89" fmla="*/ 394620 h 556225"/>
              <a:gd name="connsiteX90" fmla="*/ 826776 w 1456912"/>
              <a:gd name="connsiteY90" fmla="*/ 394620 h 556225"/>
              <a:gd name="connsiteX91" fmla="*/ 886120 w 1456912"/>
              <a:gd name="connsiteY91" fmla="*/ 535557 h 556225"/>
              <a:gd name="connsiteX92" fmla="*/ 914308 w 1456912"/>
              <a:gd name="connsiteY92" fmla="*/ 535557 h 556225"/>
              <a:gd name="connsiteX93" fmla="*/ 843097 w 1456912"/>
              <a:gd name="connsiteY93" fmla="*/ 366435 h 556225"/>
              <a:gd name="connsiteX94" fmla="*/ 562774 w 1456912"/>
              <a:gd name="connsiteY94" fmla="*/ 366435 h 556225"/>
              <a:gd name="connsiteX95" fmla="*/ 604248 w 1456912"/>
              <a:gd name="connsiteY95" fmla="*/ 0 h 556225"/>
              <a:gd name="connsiteX96" fmla="*/ 397091 w 1456912"/>
              <a:gd name="connsiteY96" fmla="*/ 491374 h 556225"/>
              <a:gd name="connsiteX97" fmla="*/ 415032 w 1456912"/>
              <a:gd name="connsiteY97" fmla="*/ 515732 h 556225"/>
              <a:gd name="connsiteX98" fmla="*/ 632437 w 1456912"/>
              <a:gd name="connsiteY98" fmla="*/ 0 h 556225"/>
              <a:gd name="connsiteX99" fmla="*/ 604248 w 1456912"/>
              <a:gd name="connsiteY99" fmla="*/ 0 h 556225"/>
              <a:gd name="connsiteX100" fmla="*/ 716998 w 1456912"/>
              <a:gd name="connsiteY100" fmla="*/ 3 h 556225"/>
              <a:gd name="connsiteX101" fmla="*/ 934130 w 1456912"/>
              <a:gd name="connsiteY101" fmla="*/ 515735 h 556225"/>
              <a:gd name="connsiteX102" fmla="*/ 952028 w 1456912"/>
              <a:gd name="connsiteY102" fmla="*/ 491377 h 556225"/>
              <a:gd name="connsiteX103" fmla="*/ 745186 w 1456912"/>
              <a:gd name="connsiteY103" fmla="*/ 3 h 556225"/>
              <a:gd name="connsiteX104" fmla="*/ 716998 w 1456912"/>
              <a:gd name="connsiteY104" fmla="*/ 3 h 556225"/>
              <a:gd name="connsiteX105" fmla="*/ 546409 w 1456912"/>
              <a:gd name="connsiteY105" fmla="*/ 338247 h 556225"/>
              <a:gd name="connsiteX106" fmla="*/ 463042 w 1456912"/>
              <a:gd name="connsiteY106" fmla="*/ 535557 h 556225"/>
              <a:gd name="connsiteX107" fmla="*/ 434854 w 1456912"/>
              <a:gd name="connsiteY107" fmla="*/ 535557 h 556225"/>
              <a:gd name="connsiteX108" fmla="*/ 646528 w 1456912"/>
              <a:gd name="connsiteY108" fmla="*/ 33467 h 556225"/>
              <a:gd name="connsiteX109" fmla="*/ 762988 w 1456912"/>
              <a:gd name="connsiteY109" fmla="*/ 310059 h 556225"/>
              <a:gd name="connsiteX110" fmla="*/ 791176 w 1456912"/>
              <a:gd name="connsiteY110" fmla="*/ 310059 h 556225"/>
              <a:gd name="connsiteX111" fmla="*/ 660624 w 1456912"/>
              <a:gd name="connsiteY111" fmla="*/ 3 h 556225"/>
              <a:gd name="connsiteX112" fmla="*/ 688812 w 1456912"/>
              <a:gd name="connsiteY112" fmla="*/ 3 h 556225"/>
              <a:gd name="connsiteX113" fmla="*/ 831231 w 1456912"/>
              <a:gd name="connsiteY113" fmla="*/ 338247 h 556225"/>
              <a:gd name="connsiteX114" fmla="*/ 546409 w 1456912"/>
              <a:gd name="connsiteY114" fmla="*/ 338247 h 556225"/>
              <a:gd name="connsiteX115" fmla="*/ 674788 w 1456912"/>
              <a:gd name="connsiteY115" fmla="*/ 167531 h 556225"/>
              <a:gd name="connsiteX116" fmla="*/ 614721 w 1456912"/>
              <a:gd name="connsiteY116" fmla="*/ 310062 h 556225"/>
              <a:gd name="connsiteX117" fmla="*/ 734800 w 1456912"/>
              <a:gd name="connsiteY117" fmla="*/ 310062 h 556225"/>
              <a:gd name="connsiteX118" fmla="*/ 674788 w 1456912"/>
              <a:gd name="connsiteY118" fmla="*/ 167531 h 556225"/>
              <a:gd name="connsiteX119" fmla="*/ 558275 w 1456912"/>
              <a:gd name="connsiteY119" fmla="*/ 310062 h 556225"/>
              <a:gd name="connsiteX120" fmla="*/ 586535 w 1456912"/>
              <a:gd name="connsiteY120" fmla="*/ 310062 h 556225"/>
              <a:gd name="connsiteX121" fmla="*/ 660703 w 1456912"/>
              <a:gd name="connsiteY121" fmla="*/ 134072 h 556225"/>
              <a:gd name="connsiteX122" fmla="*/ 646588 w 1456912"/>
              <a:gd name="connsiteY122" fmla="*/ 100553 h 556225"/>
              <a:gd name="connsiteX123" fmla="*/ 558275 w 1456912"/>
              <a:gd name="connsiteY123" fmla="*/ 310062 h 556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1456912" h="556225">
                <a:moveTo>
                  <a:pt x="0" y="51854"/>
                </a:moveTo>
                <a:lnTo>
                  <a:pt x="28188" y="23666"/>
                </a:lnTo>
                <a:lnTo>
                  <a:pt x="28188" y="535557"/>
                </a:lnTo>
                <a:lnTo>
                  <a:pt x="0" y="535557"/>
                </a:lnTo>
                <a:lnTo>
                  <a:pt x="0" y="51854"/>
                </a:lnTo>
                <a:close/>
                <a:moveTo>
                  <a:pt x="84564" y="28188"/>
                </a:moveTo>
                <a:lnTo>
                  <a:pt x="422811" y="28188"/>
                </a:lnTo>
                <a:lnTo>
                  <a:pt x="422811" y="0"/>
                </a:lnTo>
                <a:lnTo>
                  <a:pt x="56376" y="0"/>
                </a:lnTo>
                <a:lnTo>
                  <a:pt x="56376" y="338244"/>
                </a:lnTo>
                <a:lnTo>
                  <a:pt x="367711" y="338244"/>
                </a:lnTo>
                <a:lnTo>
                  <a:pt x="367711" y="310062"/>
                </a:lnTo>
                <a:lnTo>
                  <a:pt x="84564" y="310062"/>
                </a:lnTo>
                <a:lnTo>
                  <a:pt x="84564" y="28188"/>
                </a:lnTo>
                <a:close/>
                <a:moveTo>
                  <a:pt x="410152" y="253686"/>
                </a:moveTo>
                <a:lnTo>
                  <a:pt x="140937" y="253686"/>
                </a:lnTo>
                <a:lnTo>
                  <a:pt x="140937" y="140940"/>
                </a:lnTo>
                <a:lnTo>
                  <a:pt x="371171" y="140940"/>
                </a:lnTo>
                <a:lnTo>
                  <a:pt x="399359" y="112752"/>
                </a:lnTo>
                <a:lnTo>
                  <a:pt x="140937" y="112752"/>
                </a:lnTo>
                <a:lnTo>
                  <a:pt x="140937" y="84564"/>
                </a:lnTo>
                <a:lnTo>
                  <a:pt x="422811" y="84564"/>
                </a:lnTo>
                <a:lnTo>
                  <a:pt x="422811" y="56376"/>
                </a:lnTo>
                <a:lnTo>
                  <a:pt x="112749" y="56376"/>
                </a:lnTo>
                <a:lnTo>
                  <a:pt x="112749" y="281874"/>
                </a:lnTo>
                <a:lnTo>
                  <a:pt x="382334" y="281874"/>
                </a:lnTo>
                <a:lnTo>
                  <a:pt x="410152" y="253686"/>
                </a:lnTo>
                <a:close/>
                <a:moveTo>
                  <a:pt x="56376" y="535557"/>
                </a:moveTo>
                <a:lnTo>
                  <a:pt x="84564" y="535557"/>
                </a:lnTo>
                <a:lnTo>
                  <a:pt x="84564" y="394620"/>
                </a:lnTo>
                <a:lnTo>
                  <a:pt x="112752" y="394620"/>
                </a:lnTo>
                <a:lnTo>
                  <a:pt x="112752" y="511890"/>
                </a:lnTo>
                <a:lnTo>
                  <a:pt x="140940" y="483705"/>
                </a:lnTo>
                <a:lnTo>
                  <a:pt x="140940" y="394620"/>
                </a:lnTo>
                <a:lnTo>
                  <a:pt x="367714" y="394620"/>
                </a:lnTo>
                <a:lnTo>
                  <a:pt x="367714" y="366435"/>
                </a:lnTo>
                <a:lnTo>
                  <a:pt x="56376" y="366435"/>
                </a:lnTo>
                <a:lnTo>
                  <a:pt x="56376" y="535557"/>
                </a:lnTo>
                <a:close/>
                <a:moveTo>
                  <a:pt x="1428724" y="0"/>
                </a:moveTo>
                <a:lnTo>
                  <a:pt x="1428724" y="324156"/>
                </a:lnTo>
                <a:cubicBezTo>
                  <a:pt x="1428724" y="399584"/>
                  <a:pt x="1395069" y="464387"/>
                  <a:pt x="1316539" y="514089"/>
                </a:cubicBezTo>
                <a:lnTo>
                  <a:pt x="1315903" y="513258"/>
                </a:lnTo>
                <a:cubicBezTo>
                  <a:pt x="1367503" y="472336"/>
                  <a:pt x="1400536" y="419773"/>
                  <a:pt x="1400536" y="351869"/>
                </a:cubicBezTo>
                <a:lnTo>
                  <a:pt x="1400536" y="3"/>
                </a:lnTo>
                <a:lnTo>
                  <a:pt x="1372348" y="3"/>
                </a:lnTo>
                <a:lnTo>
                  <a:pt x="1372348" y="351400"/>
                </a:lnTo>
                <a:cubicBezTo>
                  <a:pt x="1372348" y="452590"/>
                  <a:pt x="1290318" y="528510"/>
                  <a:pt x="1189132" y="528510"/>
                </a:cubicBezTo>
                <a:cubicBezTo>
                  <a:pt x="1087946" y="528510"/>
                  <a:pt x="1005916" y="452587"/>
                  <a:pt x="1005916" y="351400"/>
                </a:cubicBezTo>
                <a:lnTo>
                  <a:pt x="1005916" y="23666"/>
                </a:lnTo>
                <a:lnTo>
                  <a:pt x="977728" y="51854"/>
                </a:lnTo>
                <a:lnTo>
                  <a:pt x="977728" y="351869"/>
                </a:lnTo>
                <a:cubicBezTo>
                  <a:pt x="977728" y="468625"/>
                  <a:pt x="1072376" y="556226"/>
                  <a:pt x="1189132" y="556226"/>
                </a:cubicBezTo>
                <a:cubicBezTo>
                  <a:pt x="1191834" y="556226"/>
                  <a:pt x="1217320" y="556226"/>
                  <a:pt x="1217320" y="556226"/>
                </a:cubicBezTo>
                <a:cubicBezTo>
                  <a:pt x="1332291" y="556226"/>
                  <a:pt x="1456912" y="471321"/>
                  <a:pt x="1456912" y="324566"/>
                </a:cubicBezTo>
                <a:cubicBezTo>
                  <a:pt x="1456912" y="324428"/>
                  <a:pt x="1456912" y="0"/>
                  <a:pt x="1456912" y="0"/>
                </a:cubicBezTo>
                <a:lnTo>
                  <a:pt x="1428724" y="0"/>
                </a:lnTo>
                <a:close/>
                <a:moveTo>
                  <a:pt x="1189132" y="500322"/>
                </a:moveTo>
                <a:cubicBezTo>
                  <a:pt x="1274706" y="500322"/>
                  <a:pt x="1344082" y="436948"/>
                  <a:pt x="1344160" y="351400"/>
                </a:cubicBezTo>
                <a:lnTo>
                  <a:pt x="1344160" y="351400"/>
                </a:lnTo>
                <a:lnTo>
                  <a:pt x="1344160" y="23666"/>
                </a:lnTo>
                <a:lnTo>
                  <a:pt x="1315972" y="51854"/>
                </a:lnTo>
                <a:lnTo>
                  <a:pt x="1315972" y="324153"/>
                </a:lnTo>
                <a:cubicBezTo>
                  <a:pt x="1315972" y="378637"/>
                  <a:pt x="1271801" y="415761"/>
                  <a:pt x="1217317" y="415761"/>
                </a:cubicBezTo>
                <a:cubicBezTo>
                  <a:pt x="1162833" y="415761"/>
                  <a:pt x="1118662" y="378637"/>
                  <a:pt x="1118662" y="324153"/>
                </a:cubicBezTo>
                <a:lnTo>
                  <a:pt x="1118662" y="3"/>
                </a:lnTo>
                <a:lnTo>
                  <a:pt x="1090474" y="3"/>
                </a:lnTo>
                <a:lnTo>
                  <a:pt x="1090474" y="324156"/>
                </a:lnTo>
                <a:cubicBezTo>
                  <a:pt x="1090474" y="394209"/>
                  <a:pt x="1147264" y="443951"/>
                  <a:pt x="1217317" y="443951"/>
                </a:cubicBezTo>
                <a:cubicBezTo>
                  <a:pt x="1245962" y="443951"/>
                  <a:pt x="1280732" y="429800"/>
                  <a:pt x="1304349" y="404889"/>
                </a:cubicBezTo>
                <a:lnTo>
                  <a:pt x="1304982" y="405720"/>
                </a:lnTo>
                <a:cubicBezTo>
                  <a:pt x="1282838" y="446784"/>
                  <a:pt x="1241907" y="472139"/>
                  <a:pt x="1189129" y="472139"/>
                </a:cubicBezTo>
                <a:cubicBezTo>
                  <a:pt x="1119507" y="472139"/>
                  <a:pt x="1062992" y="421734"/>
                  <a:pt x="1062303" y="352344"/>
                </a:cubicBezTo>
                <a:lnTo>
                  <a:pt x="1062286" y="352344"/>
                </a:lnTo>
                <a:lnTo>
                  <a:pt x="1062286" y="3"/>
                </a:lnTo>
                <a:lnTo>
                  <a:pt x="1034098" y="3"/>
                </a:lnTo>
                <a:lnTo>
                  <a:pt x="1034098" y="352341"/>
                </a:lnTo>
                <a:lnTo>
                  <a:pt x="1034113" y="352341"/>
                </a:lnTo>
                <a:cubicBezTo>
                  <a:pt x="1034703" y="437411"/>
                  <a:pt x="1103877" y="500322"/>
                  <a:pt x="1189132" y="500322"/>
                </a:cubicBezTo>
                <a:close/>
                <a:moveTo>
                  <a:pt x="562774" y="366435"/>
                </a:moveTo>
                <a:lnTo>
                  <a:pt x="491494" y="535557"/>
                </a:lnTo>
                <a:lnTo>
                  <a:pt x="519684" y="535554"/>
                </a:lnTo>
                <a:lnTo>
                  <a:pt x="519682" y="535557"/>
                </a:lnTo>
                <a:lnTo>
                  <a:pt x="519684" y="535557"/>
                </a:lnTo>
                <a:lnTo>
                  <a:pt x="555322" y="450996"/>
                </a:lnTo>
                <a:lnTo>
                  <a:pt x="794138" y="450996"/>
                </a:lnTo>
                <a:lnTo>
                  <a:pt x="829744" y="535557"/>
                </a:lnTo>
                <a:lnTo>
                  <a:pt x="857932" y="535557"/>
                </a:lnTo>
                <a:lnTo>
                  <a:pt x="810457" y="422808"/>
                </a:lnTo>
                <a:lnTo>
                  <a:pt x="567200" y="422808"/>
                </a:lnTo>
                <a:lnTo>
                  <a:pt x="579078" y="394620"/>
                </a:lnTo>
                <a:lnTo>
                  <a:pt x="826776" y="394620"/>
                </a:lnTo>
                <a:lnTo>
                  <a:pt x="886120" y="535557"/>
                </a:lnTo>
                <a:lnTo>
                  <a:pt x="914308" y="535557"/>
                </a:lnTo>
                <a:lnTo>
                  <a:pt x="843097" y="366435"/>
                </a:lnTo>
                <a:lnTo>
                  <a:pt x="562774" y="366435"/>
                </a:lnTo>
                <a:close/>
                <a:moveTo>
                  <a:pt x="604248" y="0"/>
                </a:moveTo>
                <a:lnTo>
                  <a:pt x="397091" y="491374"/>
                </a:lnTo>
                <a:lnTo>
                  <a:pt x="415032" y="515732"/>
                </a:lnTo>
                <a:lnTo>
                  <a:pt x="632437" y="0"/>
                </a:lnTo>
                <a:lnTo>
                  <a:pt x="604248" y="0"/>
                </a:lnTo>
                <a:close/>
                <a:moveTo>
                  <a:pt x="716998" y="3"/>
                </a:moveTo>
                <a:lnTo>
                  <a:pt x="934130" y="515735"/>
                </a:lnTo>
                <a:lnTo>
                  <a:pt x="952028" y="491377"/>
                </a:lnTo>
                <a:lnTo>
                  <a:pt x="745186" y="3"/>
                </a:lnTo>
                <a:lnTo>
                  <a:pt x="716998" y="3"/>
                </a:lnTo>
                <a:close/>
                <a:moveTo>
                  <a:pt x="546409" y="338247"/>
                </a:moveTo>
                <a:lnTo>
                  <a:pt x="463042" y="535557"/>
                </a:lnTo>
                <a:lnTo>
                  <a:pt x="434854" y="535557"/>
                </a:lnTo>
                <a:lnTo>
                  <a:pt x="646528" y="33467"/>
                </a:lnTo>
                <a:lnTo>
                  <a:pt x="762988" y="310059"/>
                </a:lnTo>
                <a:lnTo>
                  <a:pt x="791176" y="310059"/>
                </a:lnTo>
                <a:lnTo>
                  <a:pt x="660624" y="3"/>
                </a:lnTo>
                <a:lnTo>
                  <a:pt x="688812" y="3"/>
                </a:lnTo>
                <a:lnTo>
                  <a:pt x="831231" y="338247"/>
                </a:lnTo>
                <a:lnTo>
                  <a:pt x="546409" y="338247"/>
                </a:lnTo>
                <a:close/>
                <a:moveTo>
                  <a:pt x="674788" y="167531"/>
                </a:moveTo>
                <a:lnTo>
                  <a:pt x="614721" y="310062"/>
                </a:lnTo>
                <a:lnTo>
                  <a:pt x="734800" y="310062"/>
                </a:lnTo>
                <a:lnTo>
                  <a:pt x="674788" y="167531"/>
                </a:lnTo>
                <a:close/>
                <a:moveTo>
                  <a:pt x="558275" y="310062"/>
                </a:moveTo>
                <a:lnTo>
                  <a:pt x="586535" y="310062"/>
                </a:lnTo>
                <a:lnTo>
                  <a:pt x="660703" y="134072"/>
                </a:lnTo>
                <a:lnTo>
                  <a:pt x="646588" y="100553"/>
                </a:lnTo>
                <a:lnTo>
                  <a:pt x="558275" y="310062"/>
                </a:lnTo>
                <a:close/>
              </a:path>
            </a:pathLst>
          </a:custGeom>
          <a:solidFill>
            <a:schemeClr val="tx1"/>
          </a:solidFill>
          <a:ln w="2892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grpSp>
        <p:nvGrpSpPr>
          <p:cNvPr id="56" name="Gruppieren 55">
            <a:extLst>
              <a:ext uri="{FF2B5EF4-FFF2-40B4-BE49-F238E27FC236}">
                <a16:creationId xmlns:a16="http://schemas.microsoft.com/office/drawing/2014/main" id="{0C3B9D07-F821-46AB-95B1-D19222D00FD7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62" name="Gerader Verbinder 61">
              <a:extLst>
                <a:ext uri="{FF2B5EF4-FFF2-40B4-BE49-F238E27FC236}">
                  <a16:creationId xmlns:a16="http://schemas.microsoft.com/office/drawing/2014/main" id="{22380010-0050-441D-BA9C-97B58351587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Textfeld 62">
              <a:extLst>
                <a:ext uri="{FF2B5EF4-FFF2-40B4-BE49-F238E27FC236}">
                  <a16:creationId xmlns:a16="http://schemas.microsoft.com/office/drawing/2014/main" id="{C13F555F-C26E-4B21-A77C-6CA7380155F8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64" name="Gruppieren 63">
            <a:extLst>
              <a:ext uri="{FF2B5EF4-FFF2-40B4-BE49-F238E27FC236}">
                <a16:creationId xmlns:a16="http://schemas.microsoft.com/office/drawing/2014/main" id="{705760C0-8935-4141-9AEE-BB96816B3799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66" name="Gerader Verbinder 65">
              <a:extLst>
                <a:ext uri="{FF2B5EF4-FFF2-40B4-BE49-F238E27FC236}">
                  <a16:creationId xmlns:a16="http://schemas.microsoft.com/office/drawing/2014/main" id="{EBE9DAC0-7790-4611-B602-40B3CD18C73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Textfeld 66">
              <a:extLst>
                <a:ext uri="{FF2B5EF4-FFF2-40B4-BE49-F238E27FC236}">
                  <a16:creationId xmlns:a16="http://schemas.microsoft.com/office/drawing/2014/main" id="{1FBE1EE4-3D10-40E7-9F1E-627A51E59C61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68" name="Gruppieren 67">
            <a:extLst>
              <a:ext uri="{FF2B5EF4-FFF2-40B4-BE49-F238E27FC236}">
                <a16:creationId xmlns:a16="http://schemas.microsoft.com/office/drawing/2014/main" id="{B25E0919-4E1B-4A97-A1C2-6AE7D2A59920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69" name="Gerader Verbinder 68">
              <a:extLst>
                <a:ext uri="{FF2B5EF4-FFF2-40B4-BE49-F238E27FC236}">
                  <a16:creationId xmlns:a16="http://schemas.microsoft.com/office/drawing/2014/main" id="{849FBB7D-3378-4F36-B80B-3E0BDCA8343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Textfeld 69">
              <a:extLst>
                <a:ext uri="{FF2B5EF4-FFF2-40B4-BE49-F238E27FC236}">
                  <a16:creationId xmlns:a16="http://schemas.microsoft.com/office/drawing/2014/main" id="{6141066E-6566-420D-B6EB-886DF25CCD11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71" name="Gruppieren 70">
            <a:extLst>
              <a:ext uri="{FF2B5EF4-FFF2-40B4-BE49-F238E27FC236}">
                <a16:creationId xmlns:a16="http://schemas.microsoft.com/office/drawing/2014/main" id="{87A742EA-EC3D-47DE-9C2D-533639983C8D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72" name="Gerader Verbinder 71">
              <a:extLst>
                <a:ext uri="{FF2B5EF4-FFF2-40B4-BE49-F238E27FC236}">
                  <a16:creationId xmlns:a16="http://schemas.microsoft.com/office/drawing/2014/main" id="{846719FD-F8B1-447D-8561-7A1E238E8A5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Textfeld 72">
              <a:extLst>
                <a:ext uri="{FF2B5EF4-FFF2-40B4-BE49-F238E27FC236}">
                  <a16:creationId xmlns:a16="http://schemas.microsoft.com/office/drawing/2014/main" id="{2ABDBC31-5895-4E49-887D-433A43B32DBC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74" name="Gruppieren 73">
            <a:extLst>
              <a:ext uri="{FF2B5EF4-FFF2-40B4-BE49-F238E27FC236}">
                <a16:creationId xmlns:a16="http://schemas.microsoft.com/office/drawing/2014/main" id="{AEF4BF1C-C847-48A1-A7BF-3BEE82EF1C59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75" name="Gerader Verbinder 74">
              <a:extLst>
                <a:ext uri="{FF2B5EF4-FFF2-40B4-BE49-F238E27FC236}">
                  <a16:creationId xmlns:a16="http://schemas.microsoft.com/office/drawing/2014/main" id="{1CF60061-B6B2-4FE6-9482-278DFD418BD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Textfeld 75">
              <a:extLst>
                <a:ext uri="{FF2B5EF4-FFF2-40B4-BE49-F238E27FC236}">
                  <a16:creationId xmlns:a16="http://schemas.microsoft.com/office/drawing/2014/main" id="{73D29742-39CB-41E5-B346-BADC9743E285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77" name="Gruppieren 76">
            <a:extLst>
              <a:ext uri="{FF2B5EF4-FFF2-40B4-BE49-F238E27FC236}">
                <a16:creationId xmlns:a16="http://schemas.microsoft.com/office/drawing/2014/main" id="{D55A5473-7182-4B24-8843-51E2ADF3D492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78" name="Gerader Verbinder 77">
              <a:extLst>
                <a:ext uri="{FF2B5EF4-FFF2-40B4-BE49-F238E27FC236}">
                  <a16:creationId xmlns:a16="http://schemas.microsoft.com/office/drawing/2014/main" id="{204A095A-3A24-4259-92A8-4500898AC05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Textfeld 78">
              <a:extLst>
                <a:ext uri="{FF2B5EF4-FFF2-40B4-BE49-F238E27FC236}">
                  <a16:creationId xmlns:a16="http://schemas.microsoft.com/office/drawing/2014/main" id="{82971EAD-9159-4D12-8726-4FBE6AFA23F0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80" name="Gruppieren 79">
            <a:extLst>
              <a:ext uri="{FF2B5EF4-FFF2-40B4-BE49-F238E27FC236}">
                <a16:creationId xmlns:a16="http://schemas.microsoft.com/office/drawing/2014/main" id="{D1FF9524-93DA-476B-89EA-9E475617F2D9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81" name="Gerader Verbinder 80">
              <a:extLst>
                <a:ext uri="{FF2B5EF4-FFF2-40B4-BE49-F238E27FC236}">
                  <a16:creationId xmlns:a16="http://schemas.microsoft.com/office/drawing/2014/main" id="{8DFFD401-DC7D-4F6D-82BF-DC6E357E598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Textfeld 81">
              <a:extLst>
                <a:ext uri="{FF2B5EF4-FFF2-40B4-BE49-F238E27FC236}">
                  <a16:creationId xmlns:a16="http://schemas.microsoft.com/office/drawing/2014/main" id="{36A6CE9C-ECB8-42E6-B61D-3A0F3C4D7A56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83" name="Gruppieren 82">
            <a:extLst>
              <a:ext uri="{FF2B5EF4-FFF2-40B4-BE49-F238E27FC236}">
                <a16:creationId xmlns:a16="http://schemas.microsoft.com/office/drawing/2014/main" id="{20076CAA-CFEC-4359-9762-07ED0661EE26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84" name="Gerader Verbinder 83">
              <a:extLst>
                <a:ext uri="{FF2B5EF4-FFF2-40B4-BE49-F238E27FC236}">
                  <a16:creationId xmlns:a16="http://schemas.microsoft.com/office/drawing/2014/main" id="{91EF761B-D6BF-475C-8903-456E1F05762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Textfeld 84">
              <a:extLst>
                <a:ext uri="{FF2B5EF4-FFF2-40B4-BE49-F238E27FC236}">
                  <a16:creationId xmlns:a16="http://schemas.microsoft.com/office/drawing/2014/main" id="{413A99B1-6C23-41A6-A82B-0EC01B779471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86" name="Gruppieren 85">
            <a:extLst>
              <a:ext uri="{FF2B5EF4-FFF2-40B4-BE49-F238E27FC236}">
                <a16:creationId xmlns:a16="http://schemas.microsoft.com/office/drawing/2014/main" id="{16CE4EF7-E819-4747-A9E4-8C86F991481E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87" name="Gerader Verbinder 86">
              <a:extLst>
                <a:ext uri="{FF2B5EF4-FFF2-40B4-BE49-F238E27FC236}">
                  <a16:creationId xmlns:a16="http://schemas.microsoft.com/office/drawing/2014/main" id="{3B78DE36-86EF-463F-A7E5-0CD3043C9F4D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Textfeld 87">
              <a:extLst>
                <a:ext uri="{FF2B5EF4-FFF2-40B4-BE49-F238E27FC236}">
                  <a16:creationId xmlns:a16="http://schemas.microsoft.com/office/drawing/2014/main" id="{EAD15804-28A7-4690-889A-7D8A91A7D478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89" name="Gerader Verbinder 88">
            <a:extLst>
              <a:ext uri="{FF2B5EF4-FFF2-40B4-BE49-F238E27FC236}">
                <a16:creationId xmlns:a16="http://schemas.microsoft.com/office/drawing/2014/main" id="{9023C4F7-97EF-4D2F-9223-1AFEE89D9C68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0" name="Gruppieren 89">
            <a:extLst>
              <a:ext uri="{FF2B5EF4-FFF2-40B4-BE49-F238E27FC236}">
                <a16:creationId xmlns:a16="http://schemas.microsoft.com/office/drawing/2014/main" id="{D5072DFD-BA29-43BB-A0B1-01F593A0242E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91" name="Gerader Verbinder 90">
              <a:extLst>
                <a:ext uri="{FF2B5EF4-FFF2-40B4-BE49-F238E27FC236}">
                  <a16:creationId xmlns:a16="http://schemas.microsoft.com/office/drawing/2014/main" id="{A9C77A6D-E177-4B69-A5A1-6B77E4229F3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Textfeld 91">
              <a:extLst>
                <a:ext uri="{FF2B5EF4-FFF2-40B4-BE49-F238E27FC236}">
                  <a16:creationId xmlns:a16="http://schemas.microsoft.com/office/drawing/2014/main" id="{701274C6-5A42-4082-BC4B-8532BFB4CC40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93" name="Grafik 3">
            <a:extLst>
              <a:ext uri="{FF2B5EF4-FFF2-40B4-BE49-F238E27FC236}">
                <a16:creationId xmlns:a16="http://schemas.microsoft.com/office/drawing/2014/main" id="{34779E26-A476-42EA-AD8D-4B07F6EB993B}"/>
              </a:ext>
            </a:extLst>
          </p:cNvPr>
          <p:cNvGrpSpPr/>
          <p:nvPr userDrawn="1"/>
        </p:nvGrpSpPr>
        <p:grpSpPr>
          <a:xfrm>
            <a:off x="520163" y="293688"/>
            <a:ext cx="2589683" cy="327844"/>
            <a:chOff x="2269806" y="2525076"/>
            <a:chExt cx="7681912" cy="972502"/>
          </a:xfrm>
          <a:solidFill>
            <a:schemeClr val="tx1"/>
          </a:solidFill>
        </p:grpSpPr>
        <p:sp>
          <p:nvSpPr>
            <p:cNvPr id="94" name="Freihandform: Form 93">
              <a:extLst>
                <a:ext uri="{FF2B5EF4-FFF2-40B4-BE49-F238E27FC236}">
                  <a16:creationId xmlns:a16="http://schemas.microsoft.com/office/drawing/2014/main" id="{F8AF7F99-64EC-419E-A9FE-C7BE6D171430}"/>
                </a:ext>
              </a:extLst>
            </p:cNvPr>
            <p:cNvSpPr/>
            <p:nvPr/>
          </p:nvSpPr>
          <p:spPr>
            <a:xfrm>
              <a:off x="2269806" y="2545079"/>
              <a:ext cx="232409" cy="369569"/>
            </a:xfrm>
            <a:custGeom>
              <a:avLst/>
              <a:gdLst>
                <a:gd name="connsiteX0" fmla="*/ 232410 w 232409"/>
                <a:gd name="connsiteY0" fmla="*/ 60960 h 369569"/>
                <a:gd name="connsiteX1" fmla="*/ 65723 w 232409"/>
                <a:gd name="connsiteY1" fmla="*/ 60960 h 369569"/>
                <a:gd name="connsiteX2" fmla="*/ 65723 w 232409"/>
                <a:gd name="connsiteY2" fmla="*/ 152400 h 369569"/>
                <a:gd name="connsiteX3" fmla="*/ 189547 w 232409"/>
                <a:gd name="connsiteY3" fmla="*/ 152400 h 369569"/>
                <a:gd name="connsiteX4" fmla="*/ 189547 w 232409"/>
                <a:gd name="connsiteY4" fmla="*/ 212408 h 369569"/>
                <a:gd name="connsiteX5" fmla="*/ 65723 w 232409"/>
                <a:gd name="connsiteY5" fmla="*/ 212408 h 369569"/>
                <a:gd name="connsiteX6" fmla="*/ 65723 w 232409"/>
                <a:gd name="connsiteY6" fmla="*/ 369570 h 369569"/>
                <a:gd name="connsiteX7" fmla="*/ 0 w 232409"/>
                <a:gd name="connsiteY7" fmla="*/ 369570 h 369569"/>
                <a:gd name="connsiteX8" fmla="*/ 0 w 232409"/>
                <a:gd name="connsiteY8" fmla="*/ 0 h 369569"/>
                <a:gd name="connsiteX9" fmla="*/ 231458 w 232409"/>
                <a:gd name="connsiteY9" fmla="*/ 0 h 369569"/>
                <a:gd name="connsiteX10" fmla="*/ 231458 w 232409"/>
                <a:gd name="connsiteY10" fmla="*/ 60960 h 36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2409" h="369569">
                  <a:moveTo>
                    <a:pt x="232410" y="60960"/>
                  </a:moveTo>
                  <a:lnTo>
                    <a:pt x="65723" y="60960"/>
                  </a:lnTo>
                  <a:lnTo>
                    <a:pt x="65723" y="152400"/>
                  </a:lnTo>
                  <a:lnTo>
                    <a:pt x="189547" y="152400"/>
                  </a:lnTo>
                  <a:lnTo>
                    <a:pt x="189547" y="212408"/>
                  </a:lnTo>
                  <a:lnTo>
                    <a:pt x="65723" y="212408"/>
                  </a:lnTo>
                  <a:lnTo>
                    <a:pt x="65723" y="369570"/>
                  </a:lnTo>
                  <a:lnTo>
                    <a:pt x="0" y="369570"/>
                  </a:lnTo>
                  <a:lnTo>
                    <a:pt x="0" y="0"/>
                  </a:lnTo>
                  <a:lnTo>
                    <a:pt x="231458" y="0"/>
                  </a:lnTo>
                  <a:lnTo>
                    <a:pt x="231458" y="6096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5" name="Freihandform: Form 94">
              <a:extLst>
                <a:ext uri="{FF2B5EF4-FFF2-40B4-BE49-F238E27FC236}">
                  <a16:creationId xmlns:a16="http://schemas.microsoft.com/office/drawing/2014/main" id="{FDAED7EA-DCF7-4860-B84B-121D7047C943}"/>
                </a:ext>
              </a:extLst>
            </p:cNvPr>
            <p:cNvSpPr/>
            <p:nvPr/>
          </p:nvSpPr>
          <p:spPr>
            <a:xfrm>
              <a:off x="2538412" y="2641039"/>
              <a:ext cx="160020" cy="272657"/>
            </a:xfrm>
            <a:custGeom>
              <a:avLst/>
              <a:gdLst>
                <a:gd name="connsiteX0" fmla="*/ 160020 w 160020"/>
                <a:gd name="connsiteY0" fmla="*/ 5005 h 272657"/>
                <a:gd name="connsiteX1" fmla="*/ 150495 w 160020"/>
                <a:gd name="connsiteY1" fmla="*/ 68823 h 272657"/>
                <a:gd name="connsiteX2" fmla="*/ 116205 w 160020"/>
                <a:gd name="connsiteY2" fmla="*/ 60250 h 272657"/>
                <a:gd name="connsiteX3" fmla="*/ 61913 w 160020"/>
                <a:gd name="connsiteY3" fmla="*/ 135498 h 272657"/>
                <a:gd name="connsiteX4" fmla="*/ 61913 w 160020"/>
                <a:gd name="connsiteY4" fmla="*/ 272658 h 272657"/>
                <a:gd name="connsiteX5" fmla="*/ 0 w 160020"/>
                <a:gd name="connsiteY5" fmla="*/ 272658 h 272657"/>
                <a:gd name="connsiteX6" fmla="*/ 0 w 160020"/>
                <a:gd name="connsiteY6" fmla="*/ 5958 h 272657"/>
                <a:gd name="connsiteX7" fmla="*/ 60960 w 160020"/>
                <a:gd name="connsiteY7" fmla="*/ 5958 h 272657"/>
                <a:gd name="connsiteX8" fmla="*/ 60960 w 160020"/>
                <a:gd name="connsiteY8" fmla="*/ 40248 h 272657"/>
                <a:gd name="connsiteX9" fmla="*/ 61913 w 160020"/>
                <a:gd name="connsiteY9" fmla="*/ 40248 h 272657"/>
                <a:gd name="connsiteX10" fmla="*/ 131445 w 160020"/>
                <a:gd name="connsiteY10" fmla="*/ 243 h 272657"/>
                <a:gd name="connsiteX11" fmla="*/ 160020 w 160020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2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7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6" name="Freihandform: Form 95">
              <a:extLst>
                <a:ext uri="{FF2B5EF4-FFF2-40B4-BE49-F238E27FC236}">
                  <a16:creationId xmlns:a16="http://schemas.microsoft.com/office/drawing/2014/main" id="{D8548502-EFF1-44E6-A928-F93F3B6F1EFE}"/>
                </a:ext>
              </a:extLst>
            </p:cNvPr>
            <p:cNvSpPr/>
            <p:nvPr/>
          </p:nvSpPr>
          <p:spPr>
            <a:xfrm>
              <a:off x="2743199" y="2528887"/>
              <a:ext cx="79057" cy="384810"/>
            </a:xfrm>
            <a:custGeom>
              <a:avLst/>
              <a:gdLst>
                <a:gd name="connsiteX0" fmla="*/ 79058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8 w 79057"/>
                <a:gd name="connsiteY4" fmla="*/ 38100 h 384810"/>
                <a:gd name="connsiteX5" fmla="*/ 70485 w 79057"/>
                <a:gd name="connsiteY5" fmla="*/ 384810 h 384810"/>
                <a:gd name="connsiteX6" fmla="*/ 8573 w 79057"/>
                <a:gd name="connsiteY6" fmla="*/ 384810 h 384810"/>
                <a:gd name="connsiteX7" fmla="*/ 8573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8" y="38100"/>
                  </a:moveTo>
                  <a:cubicBezTo>
                    <a:pt x="79058" y="60007"/>
                    <a:pt x="60960" y="76200"/>
                    <a:pt x="39052" y="76200"/>
                  </a:cubicBezTo>
                  <a:cubicBezTo>
                    <a:pt x="17145" y="76200"/>
                    <a:pt x="0" y="60007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7" name="Freihandform: Form 96">
              <a:extLst>
                <a:ext uri="{FF2B5EF4-FFF2-40B4-BE49-F238E27FC236}">
                  <a16:creationId xmlns:a16="http://schemas.microsoft.com/office/drawing/2014/main" id="{E12015F6-6ED8-4580-B33E-BEBFC6FDDA03}"/>
                </a:ext>
              </a:extLst>
            </p:cNvPr>
            <p:cNvSpPr/>
            <p:nvPr/>
          </p:nvSpPr>
          <p:spPr>
            <a:xfrm>
              <a:off x="2879407" y="2641281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1913 w 242887"/>
                <a:gd name="connsiteY10" fmla="*/ 115253 h 279082"/>
                <a:gd name="connsiteX11" fmla="*/ 182880 w 242887"/>
                <a:gd name="connsiteY11" fmla="*/ 115253 h 279082"/>
                <a:gd name="connsiteX12" fmla="*/ 123825 w 242887"/>
                <a:gd name="connsiteY12" fmla="*/ 50482 h 279082"/>
                <a:gd name="connsiteX13" fmla="*/ 61913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1913" y="115253"/>
                  </a:moveTo>
                  <a:lnTo>
                    <a:pt x="182880" y="115253"/>
                  </a:lnTo>
                  <a:cubicBezTo>
                    <a:pt x="180022" y="74295"/>
                    <a:pt x="159067" y="50482"/>
                    <a:pt x="123825" y="50482"/>
                  </a:cubicBezTo>
                  <a:cubicBezTo>
                    <a:pt x="89535" y="50482"/>
                    <a:pt x="67627" y="74295"/>
                    <a:pt x="61913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8" name="Freihandform: Form 97">
              <a:extLst>
                <a:ext uri="{FF2B5EF4-FFF2-40B4-BE49-F238E27FC236}">
                  <a16:creationId xmlns:a16="http://schemas.microsoft.com/office/drawing/2014/main" id="{DCA680B9-0002-469D-B19F-8AB1ABDFBDFA}"/>
                </a:ext>
              </a:extLst>
            </p:cNvPr>
            <p:cNvSpPr/>
            <p:nvPr/>
          </p:nvSpPr>
          <p:spPr>
            <a:xfrm>
              <a:off x="3177539" y="2525076"/>
              <a:ext cx="248602" cy="396239"/>
            </a:xfrm>
            <a:custGeom>
              <a:avLst/>
              <a:gdLst>
                <a:gd name="connsiteX0" fmla="*/ 0 w 248602"/>
                <a:gd name="connsiteY0" fmla="*/ 255270 h 396239"/>
                <a:gd name="connsiteX1" fmla="*/ 108585 w 248602"/>
                <a:gd name="connsiteY1" fmla="*/ 116205 h 396239"/>
                <a:gd name="connsiteX2" fmla="*/ 185738 w 248602"/>
                <a:gd name="connsiteY2" fmla="*/ 152400 h 396239"/>
                <a:gd name="connsiteX3" fmla="*/ 186690 w 248602"/>
                <a:gd name="connsiteY3" fmla="*/ 152400 h 396239"/>
                <a:gd name="connsiteX4" fmla="*/ 186690 w 248602"/>
                <a:gd name="connsiteY4" fmla="*/ 15240 h 396239"/>
                <a:gd name="connsiteX5" fmla="*/ 248602 w 248602"/>
                <a:gd name="connsiteY5" fmla="*/ 0 h 396239"/>
                <a:gd name="connsiteX6" fmla="*/ 248602 w 248602"/>
                <a:gd name="connsiteY6" fmla="*/ 389573 h 396239"/>
                <a:gd name="connsiteX7" fmla="*/ 187642 w 248602"/>
                <a:gd name="connsiteY7" fmla="*/ 389573 h 396239"/>
                <a:gd name="connsiteX8" fmla="*/ 187642 w 248602"/>
                <a:gd name="connsiteY8" fmla="*/ 358140 h 396239"/>
                <a:gd name="connsiteX9" fmla="*/ 186690 w 248602"/>
                <a:gd name="connsiteY9" fmla="*/ 358140 h 396239"/>
                <a:gd name="connsiteX10" fmla="*/ 106680 w 248602"/>
                <a:gd name="connsiteY10" fmla="*/ 396240 h 396239"/>
                <a:gd name="connsiteX11" fmla="*/ 0 w 248602"/>
                <a:gd name="connsiteY11" fmla="*/ 255270 h 396239"/>
                <a:gd name="connsiteX12" fmla="*/ 60960 w 248602"/>
                <a:gd name="connsiteY12" fmla="*/ 255270 h 396239"/>
                <a:gd name="connsiteX13" fmla="*/ 122872 w 248602"/>
                <a:gd name="connsiteY13" fmla="*/ 340995 h 396239"/>
                <a:gd name="connsiteX14" fmla="*/ 186690 w 248602"/>
                <a:gd name="connsiteY14" fmla="*/ 305753 h 396239"/>
                <a:gd name="connsiteX15" fmla="*/ 186690 w 248602"/>
                <a:gd name="connsiteY15" fmla="*/ 207645 h 396239"/>
                <a:gd name="connsiteX16" fmla="*/ 122872 w 248602"/>
                <a:gd name="connsiteY16" fmla="*/ 172402 h 396239"/>
                <a:gd name="connsiteX17" fmla="*/ 60960 w 248602"/>
                <a:gd name="connsiteY17" fmla="*/ 255270 h 39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8602" h="396239">
                  <a:moveTo>
                    <a:pt x="0" y="255270"/>
                  </a:moveTo>
                  <a:cubicBezTo>
                    <a:pt x="0" y="169545"/>
                    <a:pt x="43815" y="116205"/>
                    <a:pt x="108585" y="116205"/>
                  </a:cubicBezTo>
                  <a:cubicBezTo>
                    <a:pt x="141922" y="116205"/>
                    <a:pt x="168592" y="130493"/>
                    <a:pt x="185738" y="152400"/>
                  </a:cubicBezTo>
                  <a:lnTo>
                    <a:pt x="186690" y="152400"/>
                  </a:lnTo>
                  <a:lnTo>
                    <a:pt x="186690" y="15240"/>
                  </a:lnTo>
                  <a:lnTo>
                    <a:pt x="248602" y="0"/>
                  </a:lnTo>
                  <a:lnTo>
                    <a:pt x="248602" y="389573"/>
                  </a:lnTo>
                  <a:lnTo>
                    <a:pt x="187642" y="389573"/>
                  </a:lnTo>
                  <a:lnTo>
                    <a:pt x="187642" y="358140"/>
                  </a:lnTo>
                  <a:lnTo>
                    <a:pt x="186690" y="358140"/>
                  </a:lnTo>
                  <a:cubicBezTo>
                    <a:pt x="167640" y="381953"/>
                    <a:pt x="140017" y="396240"/>
                    <a:pt x="106680" y="396240"/>
                  </a:cubicBezTo>
                  <a:cubicBezTo>
                    <a:pt x="43815" y="395288"/>
                    <a:pt x="0" y="340995"/>
                    <a:pt x="0" y="255270"/>
                  </a:cubicBezTo>
                  <a:close/>
                  <a:moveTo>
                    <a:pt x="60960" y="255270"/>
                  </a:moveTo>
                  <a:cubicBezTo>
                    <a:pt x="60960" y="309563"/>
                    <a:pt x="83820" y="340995"/>
                    <a:pt x="122872" y="340995"/>
                  </a:cubicBezTo>
                  <a:cubicBezTo>
                    <a:pt x="146685" y="340995"/>
                    <a:pt x="166688" y="329565"/>
                    <a:pt x="186690" y="305753"/>
                  </a:cubicBezTo>
                  <a:lnTo>
                    <a:pt x="186690" y="207645"/>
                  </a:lnTo>
                  <a:cubicBezTo>
                    <a:pt x="168592" y="183833"/>
                    <a:pt x="148590" y="172402"/>
                    <a:pt x="122872" y="172402"/>
                  </a:cubicBezTo>
                  <a:cubicBezTo>
                    <a:pt x="82867" y="172402"/>
                    <a:pt x="60960" y="201930"/>
                    <a:pt x="60960" y="2552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9" name="Freihandform: Form 98">
              <a:extLst>
                <a:ext uri="{FF2B5EF4-FFF2-40B4-BE49-F238E27FC236}">
                  <a16:creationId xmlns:a16="http://schemas.microsoft.com/office/drawing/2014/main" id="{B551F0BB-C381-430F-81E6-0FAA45096EF2}"/>
                </a:ext>
              </a:extLst>
            </p:cNvPr>
            <p:cNvSpPr/>
            <p:nvPr/>
          </p:nvSpPr>
          <p:spPr>
            <a:xfrm>
              <a:off x="3509009" y="2641039"/>
              <a:ext cx="160020" cy="272657"/>
            </a:xfrm>
            <a:custGeom>
              <a:avLst/>
              <a:gdLst>
                <a:gd name="connsiteX0" fmla="*/ 160020 w 160020"/>
                <a:gd name="connsiteY0" fmla="*/ 5005 h 272657"/>
                <a:gd name="connsiteX1" fmla="*/ 150495 w 160020"/>
                <a:gd name="connsiteY1" fmla="*/ 68823 h 272657"/>
                <a:gd name="connsiteX2" fmla="*/ 116205 w 160020"/>
                <a:gd name="connsiteY2" fmla="*/ 60250 h 272657"/>
                <a:gd name="connsiteX3" fmla="*/ 61913 w 160020"/>
                <a:gd name="connsiteY3" fmla="*/ 135498 h 272657"/>
                <a:gd name="connsiteX4" fmla="*/ 61913 w 160020"/>
                <a:gd name="connsiteY4" fmla="*/ 272658 h 272657"/>
                <a:gd name="connsiteX5" fmla="*/ 0 w 160020"/>
                <a:gd name="connsiteY5" fmla="*/ 272658 h 272657"/>
                <a:gd name="connsiteX6" fmla="*/ 0 w 160020"/>
                <a:gd name="connsiteY6" fmla="*/ 5958 h 272657"/>
                <a:gd name="connsiteX7" fmla="*/ 60960 w 160020"/>
                <a:gd name="connsiteY7" fmla="*/ 5958 h 272657"/>
                <a:gd name="connsiteX8" fmla="*/ 60960 w 160020"/>
                <a:gd name="connsiteY8" fmla="*/ 40248 h 272657"/>
                <a:gd name="connsiteX9" fmla="*/ 61913 w 160020"/>
                <a:gd name="connsiteY9" fmla="*/ 40248 h 272657"/>
                <a:gd name="connsiteX10" fmla="*/ 131445 w 160020"/>
                <a:gd name="connsiteY10" fmla="*/ 243 h 272657"/>
                <a:gd name="connsiteX11" fmla="*/ 160020 w 160020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0" name="Freihandform: Form 99">
              <a:extLst>
                <a:ext uri="{FF2B5EF4-FFF2-40B4-BE49-F238E27FC236}">
                  <a16:creationId xmlns:a16="http://schemas.microsoft.com/office/drawing/2014/main" id="{3AC38FBB-BE52-4B89-9B54-0948294853E3}"/>
                </a:ext>
              </a:extLst>
            </p:cNvPr>
            <p:cNvSpPr/>
            <p:nvPr/>
          </p:nvSpPr>
          <p:spPr>
            <a:xfrm>
              <a:off x="3712844" y="2528887"/>
              <a:ext cx="79057" cy="384810"/>
            </a:xfrm>
            <a:custGeom>
              <a:avLst/>
              <a:gdLst>
                <a:gd name="connsiteX0" fmla="*/ 79058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8 w 79057"/>
                <a:gd name="connsiteY4" fmla="*/ 38100 h 384810"/>
                <a:gd name="connsiteX5" fmla="*/ 71438 w 79057"/>
                <a:gd name="connsiteY5" fmla="*/ 384810 h 384810"/>
                <a:gd name="connsiteX6" fmla="*/ 9525 w 79057"/>
                <a:gd name="connsiteY6" fmla="*/ 384810 h 384810"/>
                <a:gd name="connsiteX7" fmla="*/ 9525 w 79057"/>
                <a:gd name="connsiteY7" fmla="*/ 118110 h 384810"/>
                <a:gd name="connsiteX8" fmla="*/ 71438 w 79057"/>
                <a:gd name="connsiteY8" fmla="*/ 118110 h 384810"/>
                <a:gd name="connsiteX9" fmla="*/ 71438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8" y="38100"/>
                  </a:moveTo>
                  <a:cubicBezTo>
                    <a:pt x="79058" y="60007"/>
                    <a:pt x="60960" y="76200"/>
                    <a:pt x="39052" y="76200"/>
                  </a:cubicBezTo>
                  <a:cubicBezTo>
                    <a:pt x="17145" y="76200"/>
                    <a:pt x="0" y="60007"/>
                    <a:pt x="0" y="38100"/>
                  </a:cubicBezTo>
                  <a:cubicBezTo>
                    <a:pt x="0" y="16193"/>
                    <a:pt x="18097" y="0"/>
                    <a:pt x="39052" y="0"/>
                  </a:cubicBezTo>
                  <a:cubicBezTo>
                    <a:pt x="61913" y="0"/>
                    <a:pt x="79058" y="16193"/>
                    <a:pt x="79058" y="38100"/>
                  </a:cubicBezTo>
                  <a:close/>
                  <a:moveTo>
                    <a:pt x="71438" y="384810"/>
                  </a:moveTo>
                  <a:lnTo>
                    <a:pt x="9525" y="384810"/>
                  </a:lnTo>
                  <a:lnTo>
                    <a:pt x="9525" y="118110"/>
                  </a:lnTo>
                  <a:lnTo>
                    <a:pt x="71438" y="118110"/>
                  </a:lnTo>
                  <a:lnTo>
                    <a:pt x="71438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1" name="Freihandform: Form 100">
              <a:extLst>
                <a:ext uri="{FF2B5EF4-FFF2-40B4-BE49-F238E27FC236}">
                  <a16:creationId xmlns:a16="http://schemas.microsoft.com/office/drawing/2014/main" id="{F9FD5BD7-B9C3-43E5-8516-25B362786EE0}"/>
                </a:ext>
              </a:extLst>
            </p:cNvPr>
            <p:cNvSpPr/>
            <p:nvPr/>
          </p:nvSpPr>
          <p:spPr>
            <a:xfrm>
              <a:off x="3850957" y="2640329"/>
              <a:ext cx="224789" cy="280034"/>
            </a:xfrm>
            <a:custGeom>
              <a:avLst/>
              <a:gdLst>
                <a:gd name="connsiteX0" fmla="*/ 222885 w 224789"/>
                <a:gd name="connsiteY0" fmla="*/ 237172 h 280034"/>
                <a:gd name="connsiteX1" fmla="*/ 127635 w 224789"/>
                <a:gd name="connsiteY1" fmla="*/ 280035 h 280034"/>
                <a:gd name="connsiteX2" fmla="*/ 0 w 224789"/>
                <a:gd name="connsiteY2" fmla="*/ 140970 h 280034"/>
                <a:gd name="connsiteX3" fmla="*/ 128588 w 224789"/>
                <a:gd name="connsiteY3" fmla="*/ 0 h 280034"/>
                <a:gd name="connsiteX4" fmla="*/ 224790 w 224789"/>
                <a:gd name="connsiteY4" fmla="*/ 45720 h 280034"/>
                <a:gd name="connsiteX5" fmla="*/ 181927 w 224789"/>
                <a:gd name="connsiteY5" fmla="*/ 86678 h 280034"/>
                <a:gd name="connsiteX6" fmla="*/ 128588 w 224789"/>
                <a:gd name="connsiteY6" fmla="*/ 57150 h 280034"/>
                <a:gd name="connsiteX7" fmla="*/ 62865 w 224789"/>
                <a:gd name="connsiteY7" fmla="*/ 140018 h 280034"/>
                <a:gd name="connsiteX8" fmla="*/ 128588 w 224789"/>
                <a:gd name="connsiteY8" fmla="*/ 222885 h 280034"/>
                <a:gd name="connsiteX9" fmla="*/ 183833 w 224789"/>
                <a:gd name="connsiteY9" fmla="*/ 193358 h 280034"/>
                <a:gd name="connsiteX10" fmla="*/ 222885 w 224789"/>
                <a:gd name="connsiteY10" fmla="*/ 237172 h 280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89" h="280034">
                  <a:moveTo>
                    <a:pt x="222885" y="237172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7" y="15240"/>
                    <a:pt x="224790" y="45720"/>
                  </a:cubicBezTo>
                  <a:lnTo>
                    <a:pt x="181927" y="86678"/>
                  </a:lnTo>
                  <a:cubicBezTo>
                    <a:pt x="166688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8"/>
                  </a:cubicBezTo>
                  <a:cubicBezTo>
                    <a:pt x="62865" y="189547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3" y="193358"/>
                  </a:cubicBezTo>
                  <a:lnTo>
                    <a:pt x="222885" y="23717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2" name="Freihandform: Form 101">
              <a:extLst>
                <a:ext uri="{FF2B5EF4-FFF2-40B4-BE49-F238E27FC236}">
                  <a16:creationId xmlns:a16="http://schemas.microsoft.com/office/drawing/2014/main" id="{A8AF7167-E2F6-4B95-B4FB-C31F86B73E29}"/>
                </a:ext>
              </a:extLst>
            </p:cNvPr>
            <p:cNvSpPr/>
            <p:nvPr/>
          </p:nvSpPr>
          <p:spPr>
            <a:xfrm>
              <a:off x="4129087" y="2525076"/>
              <a:ext cx="229552" cy="389572"/>
            </a:xfrm>
            <a:custGeom>
              <a:avLst/>
              <a:gdLst>
                <a:gd name="connsiteX0" fmla="*/ 229553 w 229552"/>
                <a:gd name="connsiteY0" fmla="*/ 388620 h 389572"/>
                <a:gd name="connsiteX1" fmla="*/ 167640 w 229552"/>
                <a:gd name="connsiteY1" fmla="*/ 388620 h 389572"/>
                <a:gd name="connsiteX2" fmla="*/ 167640 w 229552"/>
                <a:gd name="connsiteY2" fmla="*/ 236220 h 389572"/>
                <a:gd name="connsiteX3" fmla="*/ 118110 w 229552"/>
                <a:gd name="connsiteY3" fmla="*/ 171450 h 389572"/>
                <a:gd name="connsiteX4" fmla="*/ 62865 w 229552"/>
                <a:gd name="connsiteY4" fmla="*/ 236220 h 389572"/>
                <a:gd name="connsiteX5" fmla="*/ 62865 w 229552"/>
                <a:gd name="connsiteY5" fmla="*/ 389573 h 389572"/>
                <a:gd name="connsiteX6" fmla="*/ 0 w 229552"/>
                <a:gd name="connsiteY6" fmla="*/ 389573 h 389572"/>
                <a:gd name="connsiteX7" fmla="*/ 0 w 229552"/>
                <a:gd name="connsiteY7" fmla="*/ 15240 h 389572"/>
                <a:gd name="connsiteX8" fmla="*/ 61913 w 229552"/>
                <a:gd name="connsiteY8" fmla="*/ 0 h 389572"/>
                <a:gd name="connsiteX9" fmla="*/ 61913 w 229552"/>
                <a:gd name="connsiteY9" fmla="*/ 155258 h 389572"/>
                <a:gd name="connsiteX10" fmla="*/ 62865 w 229552"/>
                <a:gd name="connsiteY10" fmla="*/ 155258 h 389572"/>
                <a:gd name="connsiteX11" fmla="*/ 140970 w 229552"/>
                <a:gd name="connsiteY11" fmla="*/ 116205 h 389572"/>
                <a:gd name="connsiteX12" fmla="*/ 228600 w 229552"/>
                <a:gd name="connsiteY12" fmla="*/ 223838 h 389572"/>
                <a:gd name="connsiteX13" fmla="*/ 228600 w 229552"/>
                <a:gd name="connsiteY13" fmla="*/ 38862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9552" h="389572">
                  <a:moveTo>
                    <a:pt x="229553" y="388620"/>
                  </a:moveTo>
                  <a:lnTo>
                    <a:pt x="167640" y="388620"/>
                  </a:lnTo>
                  <a:lnTo>
                    <a:pt x="167640" y="236220"/>
                  </a:lnTo>
                  <a:cubicBezTo>
                    <a:pt x="167640" y="197168"/>
                    <a:pt x="155257" y="171450"/>
                    <a:pt x="118110" y="171450"/>
                  </a:cubicBezTo>
                  <a:cubicBezTo>
                    <a:pt x="75247" y="171450"/>
                    <a:pt x="62865" y="205740"/>
                    <a:pt x="62865" y="236220"/>
                  </a:cubicBezTo>
                  <a:lnTo>
                    <a:pt x="62865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2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3" name="Freihandform: Form 102">
              <a:extLst>
                <a:ext uri="{FF2B5EF4-FFF2-40B4-BE49-F238E27FC236}">
                  <a16:creationId xmlns:a16="http://schemas.microsoft.com/office/drawing/2014/main" id="{CC128E6B-175C-415A-9742-57588087E605}"/>
                </a:ext>
              </a:extLst>
            </p:cNvPr>
            <p:cNvSpPr/>
            <p:nvPr/>
          </p:nvSpPr>
          <p:spPr>
            <a:xfrm>
              <a:off x="4430077" y="2721291"/>
              <a:ext cx="130492" cy="59055"/>
            </a:xfrm>
            <a:custGeom>
              <a:avLst/>
              <a:gdLst>
                <a:gd name="connsiteX0" fmla="*/ 130492 w 130492"/>
                <a:gd name="connsiteY0" fmla="*/ 59055 h 59055"/>
                <a:gd name="connsiteX1" fmla="*/ 0 w 130492"/>
                <a:gd name="connsiteY1" fmla="*/ 59055 h 59055"/>
                <a:gd name="connsiteX2" fmla="*/ 0 w 130492"/>
                <a:gd name="connsiteY2" fmla="*/ 0 h 59055"/>
                <a:gd name="connsiteX3" fmla="*/ 130492 w 130492"/>
                <a:gd name="connsiteY3" fmla="*/ 0 h 59055"/>
                <a:gd name="connsiteX4" fmla="*/ 130492 w 130492"/>
                <a:gd name="connsiteY4" fmla="*/ 59055 h 59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492" h="59055">
                  <a:moveTo>
                    <a:pt x="130492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2" y="0"/>
                  </a:lnTo>
                  <a:lnTo>
                    <a:pt x="130492" y="5905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4" name="Freihandform: Form 103">
              <a:extLst>
                <a:ext uri="{FF2B5EF4-FFF2-40B4-BE49-F238E27FC236}">
                  <a16:creationId xmlns:a16="http://schemas.microsoft.com/office/drawing/2014/main" id="{65A94EDD-4550-4A39-A867-4A8D6BBA9DFA}"/>
                </a:ext>
              </a:extLst>
            </p:cNvPr>
            <p:cNvSpPr/>
            <p:nvPr/>
          </p:nvSpPr>
          <p:spPr>
            <a:xfrm>
              <a:off x="4593906" y="2545079"/>
              <a:ext cx="342900" cy="368617"/>
            </a:xfrm>
            <a:custGeom>
              <a:avLst/>
              <a:gdLst>
                <a:gd name="connsiteX0" fmla="*/ 136208 w 342900"/>
                <a:gd name="connsiteY0" fmla="*/ 0 h 368617"/>
                <a:gd name="connsiteX1" fmla="*/ 205740 w 342900"/>
                <a:gd name="connsiteY1" fmla="*/ 0 h 368617"/>
                <a:gd name="connsiteX2" fmla="*/ 342900 w 342900"/>
                <a:gd name="connsiteY2" fmla="*/ 368618 h 368617"/>
                <a:gd name="connsiteX3" fmla="*/ 271463 w 342900"/>
                <a:gd name="connsiteY3" fmla="*/ 368618 h 368617"/>
                <a:gd name="connsiteX4" fmla="*/ 244793 w 342900"/>
                <a:gd name="connsiteY4" fmla="*/ 290512 h 368617"/>
                <a:gd name="connsiteX5" fmla="*/ 96203 w 342900"/>
                <a:gd name="connsiteY5" fmla="*/ 290512 h 368617"/>
                <a:gd name="connsiteX6" fmla="*/ 69533 w 342900"/>
                <a:gd name="connsiteY6" fmla="*/ 368618 h 368617"/>
                <a:gd name="connsiteX7" fmla="*/ 0 w 342900"/>
                <a:gd name="connsiteY7" fmla="*/ 368618 h 368617"/>
                <a:gd name="connsiteX8" fmla="*/ 136208 w 342900"/>
                <a:gd name="connsiteY8" fmla="*/ 0 h 368617"/>
                <a:gd name="connsiteX9" fmla="*/ 116205 w 342900"/>
                <a:gd name="connsiteY9" fmla="*/ 231458 h 368617"/>
                <a:gd name="connsiteX10" fmla="*/ 223838 w 342900"/>
                <a:gd name="connsiteY10" fmla="*/ 231458 h 368617"/>
                <a:gd name="connsiteX11" fmla="*/ 170498 w 342900"/>
                <a:gd name="connsiteY11" fmla="*/ 75247 h 368617"/>
                <a:gd name="connsiteX12" fmla="*/ 169545 w 342900"/>
                <a:gd name="connsiteY12" fmla="*/ 75247 h 368617"/>
                <a:gd name="connsiteX13" fmla="*/ 116205 w 342900"/>
                <a:gd name="connsiteY13" fmla="*/ 231458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42900" h="368617">
                  <a:moveTo>
                    <a:pt x="136208" y="0"/>
                  </a:moveTo>
                  <a:lnTo>
                    <a:pt x="205740" y="0"/>
                  </a:lnTo>
                  <a:lnTo>
                    <a:pt x="342900" y="368618"/>
                  </a:lnTo>
                  <a:lnTo>
                    <a:pt x="271463" y="368618"/>
                  </a:lnTo>
                  <a:lnTo>
                    <a:pt x="244793" y="290512"/>
                  </a:lnTo>
                  <a:lnTo>
                    <a:pt x="96203" y="290512"/>
                  </a:lnTo>
                  <a:lnTo>
                    <a:pt x="69533" y="368618"/>
                  </a:lnTo>
                  <a:lnTo>
                    <a:pt x="0" y="368618"/>
                  </a:lnTo>
                  <a:lnTo>
                    <a:pt x="136208" y="0"/>
                  </a:lnTo>
                  <a:close/>
                  <a:moveTo>
                    <a:pt x="116205" y="231458"/>
                  </a:moveTo>
                  <a:lnTo>
                    <a:pt x="223838" y="231458"/>
                  </a:lnTo>
                  <a:lnTo>
                    <a:pt x="170498" y="75247"/>
                  </a:lnTo>
                  <a:lnTo>
                    <a:pt x="169545" y="75247"/>
                  </a:lnTo>
                  <a:lnTo>
                    <a:pt x="116205" y="231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5" name="Freihandform: Form 104">
              <a:extLst>
                <a:ext uri="{FF2B5EF4-FFF2-40B4-BE49-F238E27FC236}">
                  <a16:creationId xmlns:a16="http://schemas.microsoft.com/office/drawing/2014/main" id="{EA0347CB-06AA-463D-8B58-8B6629F36FC3}"/>
                </a:ext>
              </a:extLst>
            </p:cNvPr>
            <p:cNvSpPr/>
            <p:nvPr/>
          </p:nvSpPr>
          <p:spPr>
            <a:xfrm>
              <a:off x="4992052" y="2525076"/>
              <a:ext cx="61912" cy="388620"/>
            </a:xfrm>
            <a:custGeom>
              <a:avLst/>
              <a:gdLst>
                <a:gd name="connsiteX0" fmla="*/ 61913 w 61912"/>
                <a:gd name="connsiteY0" fmla="*/ 388620 h 388620"/>
                <a:gd name="connsiteX1" fmla="*/ 0 w 61912"/>
                <a:gd name="connsiteY1" fmla="*/ 388620 h 388620"/>
                <a:gd name="connsiteX2" fmla="*/ 0 w 61912"/>
                <a:gd name="connsiteY2" fmla="*/ 14288 h 388620"/>
                <a:gd name="connsiteX3" fmla="*/ 61913 w 61912"/>
                <a:gd name="connsiteY3" fmla="*/ 0 h 388620"/>
                <a:gd name="connsiteX4" fmla="*/ 61913 w 61912"/>
                <a:gd name="connsiteY4" fmla="*/ 388620 h 388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912" h="388620">
                  <a:moveTo>
                    <a:pt x="61913" y="388620"/>
                  </a:moveTo>
                  <a:lnTo>
                    <a:pt x="0" y="388620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6" name="Freihandform: Form 105">
              <a:extLst>
                <a:ext uri="{FF2B5EF4-FFF2-40B4-BE49-F238E27FC236}">
                  <a16:creationId xmlns:a16="http://schemas.microsoft.com/office/drawing/2014/main" id="{29919BA9-FA5D-417E-B7D4-5AB0A600FDE4}"/>
                </a:ext>
              </a:extLst>
            </p:cNvPr>
            <p:cNvSpPr/>
            <p:nvPr/>
          </p:nvSpPr>
          <p:spPr>
            <a:xfrm>
              <a:off x="5120639" y="2641281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2865 w 242887"/>
                <a:gd name="connsiteY10" fmla="*/ 115253 h 279082"/>
                <a:gd name="connsiteX11" fmla="*/ 183832 w 242887"/>
                <a:gd name="connsiteY11" fmla="*/ 115253 h 279082"/>
                <a:gd name="connsiteX12" fmla="*/ 124778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2" y="264795"/>
                    <a:pt x="173355" y="279083"/>
                    <a:pt x="132397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8580" y="74295"/>
                    <a:pt x="62865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7" name="Freihandform: Form 106">
              <a:extLst>
                <a:ext uri="{FF2B5EF4-FFF2-40B4-BE49-F238E27FC236}">
                  <a16:creationId xmlns:a16="http://schemas.microsoft.com/office/drawing/2014/main" id="{30556B4C-AC06-475E-A5F8-60FC751F3BA2}"/>
                </a:ext>
              </a:extLst>
            </p:cNvPr>
            <p:cNvSpPr/>
            <p:nvPr/>
          </p:nvSpPr>
          <p:spPr>
            <a:xfrm>
              <a:off x="5397817" y="2646997"/>
              <a:ext cx="255269" cy="266700"/>
            </a:xfrm>
            <a:custGeom>
              <a:avLst/>
              <a:gdLst>
                <a:gd name="connsiteX0" fmla="*/ 255270 w 255269"/>
                <a:gd name="connsiteY0" fmla="*/ 266700 h 266700"/>
                <a:gd name="connsiteX1" fmla="*/ 183832 w 255269"/>
                <a:gd name="connsiteY1" fmla="*/ 266700 h 266700"/>
                <a:gd name="connsiteX2" fmla="*/ 126682 w 255269"/>
                <a:gd name="connsiteY2" fmla="*/ 174307 h 266700"/>
                <a:gd name="connsiteX3" fmla="*/ 125730 w 255269"/>
                <a:gd name="connsiteY3" fmla="*/ 174307 h 266700"/>
                <a:gd name="connsiteX4" fmla="*/ 70485 w 255269"/>
                <a:gd name="connsiteY4" fmla="*/ 266700 h 266700"/>
                <a:gd name="connsiteX5" fmla="*/ 0 w 255269"/>
                <a:gd name="connsiteY5" fmla="*/ 266700 h 266700"/>
                <a:gd name="connsiteX6" fmla="*/ 91440 w 255269"/>
                <a:gd name="connsiteY6" fmla="*/ 128588 h 266700"/>
                <a:gd name="connsiteX7" fmla="*/ 6667 w 255269"/>
                <a:gd name="connsiteY7" fmla="*/ 0 h 266700"/>
                <a:gd name="connsiteX8" fmla="*/ 77152 w 255269"/>
                <a:gd name="connsiteY8" fmla="*/ 0 h 266700"/>
                <a:gd name="connsiteX9" fmla="*/ 127635 w 255269"/>
                <a:gd name="connsiteY9" fmla="*/ 81915 h 266700"/>
                <a:gd name="connsiteX10" fmla="*/ 128588 w 255269"/>
                <a:gd name="connsiteY10" fmla="*/ 81915 h 266700"/>
                <a:gd name="connsiteX11" fmla="*/ 178117 w 255269"/>
                <a:gd name="connsiteY11" fmla="*/ 0 h 266700"/>
                <a:gd name="connsiteX12" fmla="*/ 247650 w 255269"/>
                <a:gd name="connsiteY12" fmla="*/ 0 h 266700"/>
                <a:gd name="connsiteX13" fmla="*/ 163830 w 255269"/>
                <a:gd name="connsiteY13" fmla="*/ 127635 h 266700"/>
                <a:gd name="connsiteX14" fmla="*/ 255270 w 255269"/>
                <a:gd name="connsiteY14" fmla="*/ 26670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55269" h="266700">
                  <a:moveTo>
                    <a:pt x="255270" y="266700"/>
                  </a:moveTo>
                  <a:lnTo>
                    <a:pt x="183832" y="266700"/>
                  </a:lnTo>
                  <a:lnTo>
                    <a:pt x="126682" y="174307"/>
                  </a:lnTo>
                  <a:lnTo>
                    <a:pt x="125730" y="174307"/>
                  </a:lnTo>
                  <a:lnTo>
                    <a:pt x="70485" y="266700"/>
                  </a:lnTo>
                  <a:lnTo>
                    <a:pt x="0" y="266700"/>
                  </a:lnTo>
                  <a:lnTo>
                    <a:pt x="91440" y="128588"/>
                  </a:lnTo>
                  <a:lnTo>
                    <a:pt x="6667" y="0"/>
                  </a:lnTo>
                  <a:lnTo>
                    <a:pt x="77152" y="0"/>
                  </a:lnTo>
                  <a:lnTo>
                    <a:pt x="127635" y="81915"/>
                  </a:lnTo>
                  <a:lnTo>
                    <a:pt x="128588" y="81915"/>
                  </a:lnTo>
                  <a:lnTo>
                    <a:pt x="178117" y="0"/>
                  </a:lnTo>
                  <a:lnTo>
                    <a:pt x="247650" y="0"/>
                  </a:lnTo>
                  <a:lnTo>
                    <a:pt x="163830" y="127635"/>
                  </a:lnTo>
                  <a:lnTo>
                    <a:pt x="255270" y="26670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8" name="Freihandform: Form 107">
              <a:extLst>
                <a:ext uri="{FF2B5EF4-FFF2-40B4-BE49-F238E27FC236}">
                  <a16:creationId xmlns:a16="http://schemas.microsoft.com/office/drawing/2014/main" id="{FE1A8FD0-EE23-407A-B290-A55B79F58499}"/>
                </a:ext>
              </a:extLst>
            </p:cNvPr>
            <p:cNvSpPr/>
            <p:nvPr/>
          </p:nvSpPr>
          <p:spPr>
            <a:xfrm>
              <a:off x="5686407" y="2641281"/>
              <a:ext cx="225759" cy="279082"/>
            </a:xfrm>
            <a:custGeom>
              <a:avLst/>
              <a:gdLst>
                <a:gd name="connsiteX0" fmla="*/ 114317 w 225759"/>
                <a:gd name="connsiteY0" fmla="*/ 107632 h 279082"/>
                <a:gd name="connsiteX1" fmla="*/ 164799 w 225759"/>
                <a:gd name="connsiteY1" fmla="*/ 113347 h 279082"/>
                <a:gd name="connsiteX2" fmla="*/ 164799 w 225759"/>
                <a:gd name="connsiteY2" fmla="*/ 103822 h 279082"/>
                <a:gd name="connsiteX3" fmla="*/ 105744 w 225759"/>
                <a:gd name="connsiteY3" fmla="*/ 52388 h 279082"/>
                <a:gd name="connsiteX4" fmla="*/ 38117 w 225759"/>
                <a:gd name="connsiteY4" fmla="*/ 67628 h 279082"/>
                <a:gd name="connsiteX5" fmla="*/ 24782 w 225759"/>
                <a:gd name="connsiteY5" fmla="*/ 15240 h 279082"/>
                <a:gd name="connsiteX6" fmla="*/ 112412 w 225759"/>
                <a:gd name="connsiteY6" fmla="*/ 0 h 279082"/>
                <a:gd name="connsiteX7" fmla="*/ 225759 w 225759"/>
                <a:gd name="connsiteY7" fmla="*/ 102870 h 279082"/>
                <a:gd name="connsiteX8" fmla="*/ 225759 w 225759"/>
                <a:gd name="connsiteY8" fmla="*/ 273368 h 279082"/>
                <a:gd name="connsiteX9" fmla="*/ 166704 w 225759"/>
                <a:gd name="connsiteY9" fmla="*/ 273368 h 279082"/>
                <a:gd name="connsiteX10" fmla="*/ 166704 w 225759"/>
                <a:gd name="connsiteY10" fmla="*/ 244793 h 279082"/>
                <a:gd name="connsiteX11" fmla="*/ 165752 w 225759"/>
                <a:gd name="connsiteY11" fmla="*/ 244793 h 279082"/>
                <a:gd name="connsiteX12" fmla="*/ 87647 w 225759"/>
                <a:gd name="connsiteY12" fmla="*/ 279083 h 279082"/>
                <a:gd name="connsiteX13" fmla="*/ 17 w 225759"/>
                <a:gd name="connsiteY13" fmla="*/ 194310 h 279082"/>
                <a:gd name="connsiteX14" fmla="*/ 114317 w 225759"/>
                <a:gd name="connsiteY14" fmla="*/ 107632 h 279082"/>
                <a:gd name="connsiteX15" fmla="*/ 103839 w 225759"/>
                <a:gd name="connsiteY15" fmla="*/ 232410 h 279082"/>
                <a:gd name="connsiteX16" fmla="*/ 164799 w 225759"/>
                <a:gd name="connsiteY16" fmla="*/ 200025 h 279082"/>
                <a:gd name="connsiteX17" fmla="*/ 164799 w 225759"/>
                <a:gd name="connsiteY17" fmla="*/ 154305 h 279082"/>
                <a:gd name="connsiteX18" fmla="*/ 120984 w 225759"/>
                <a:gd name="connsiteY18" fmla="*/ 149543 h 279082"/>
                <a:gd name="connsiteX19" fmla="*/ 59072 w 225759"/>
                <a:gd name="connsiteY19" fmla="*/ 193358 h 279082"/>
                <a:gd name="connsiteX20" fmla="*/ 103839 w 225759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5759" h="279082">
                  <a:moveTo>
                    <a:pt x="114317" y="107632"/>
                  </a:moveTo>
                  <a:cubicBezTo>
                    <a:pt x="131462" y="107632"/>
                    <a:pt x="147654" y="108585"/>
                    <a:pt x="164799" y="113347"/>
                  </a:cubicBezTo>
                  <a:lnTo>
                    <a:pt x="164799" y="103822"/>
                  </a:lnTo>
                  <a:cubicBezTo>
                    <a:pt x="164799" y="69532"/>
                    <a:pt x="144797" y="52388"/>
                    <a:pt x="105744" y="52388"/>
                  </a:cubicBezTo>
                  <a:cubicBezTo>
                    <a:pt x="83837" y="52388"/>
                    <a:pt x="60024" y="58103"/>
                    <a:pt x="38117" y="67628"/>
                  </a:cubicBezTo>
                  <a:lnTo>
                    <a:pt x="24782" y="15240"/>
                  </a:lnTo>
                  <a:cubicBezTo>
                    <a:pt x="49547" y="5715"/>
                    <a:pt x="81932" y="0"/>
                    <a:pt x="112412" y="0"/>
                  </a:cubicBezTo>
                  <a:cubicBezTo>
                    <a:pt x="187659" y="0"/>
                    <a:pt x="225759" y="35243"/>
                    <a:pt x="225759" y="102870"/>
                  </a:cubicBezTo>
                  <a:lnTo>
                    <a:pt x="225759" y="273368"/>
                  </a:lnTo>
                  <a:lnTo>
                    <a:pt x="166704" y="273368"/>
                  </a:lnTo>
                  <a:lnTo>
                    <a:pt x="166704" y="244793"/>
                  </a:lnTo>
                  <a:lnTo>
                    <a:pt x="165752" y="244793"/>
                  </a:lnTo>
                  <a:cubicBezTo>
                    <a:pt x="142892" y="268605"/>
                    <a:pt x="119079" y="279083"/>
                    <a:pt x="87647" y="279083"/>
                  </a:cubicBezTo>
                  <a:cubicBezTo>
                    <a:pt x="34307" y="279083"/>
                    <a:pt x="17" y="245745"/>
                    <a:pt x="17" y="194310"/>
                  </a:cubicBezTo>
                  <a:cubicBezTo>
                    <a:pt x="-936" y="138113"/>
                    <a:pt x="39069" y="107632"/>
                    <a:pt x="114317" y="107632"/>
                  </a:cubicBezTo>
                  <a:close/>
                  <a:moveTo>
                    <a:pt x="103839" y="232410"/>
                  </a:moveTo>
                  <a:cubicBezTo>
                    <a:pt x="126699" y="232410"/>
                    <a:pt x="147654" y="220980"/>
                    <a:pt x="164799" y="200025"/>
                  </a:cubicBezTo>
                  <a:lnTo>
                    <a:pt x="164799" y="154305"/>
                  </a:lnTo>
                  <a:cubicBezTo>
                    <a:pt x="150512" y="150495"/>
                    <a:pt x="135272" y="149543"/>
                    <a:pt x="120984" y="149543"/>
                  </a:cubicBezTo>
                  <a:cubicBezTo>
                    <a:pt x="81932" y="149543"/>
                    <a:pt x="59072" y="164783"/>
                    <a:pt x="59072" y="193358"/>
                  </a:cubicBezTo>
                  <a:cubicBezTo>
                    <a:pt x="59072" y="217170"/>
                    <a:pt x="76217" y="232410"/>
                    <a:pt x="103839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9" name="Freihandform: Form 108">
              <a:extLst>
                <a:ext uri="{FF2B5EF4-FFF2-40B4-BE49-F238E27FC236}">
                  <a16:creationId xmlns:a16="http://schemas.microsoft.com/office/drawing/2014/main" id="{B80E6152-0944-43C9-A284-001F9AB95DA1}"/>
                </a:ext>
              </a:extLst>
            </p:cNvPr>
            <p:cNvSpPr/>
            <p:nvPr/>
          </p:nvSpPr>
          <p:spPr>
            <a:xfrm>
              <a:off x="5991224" y="2641281"/>
              <a:ext cx="229552" cy="273367"/>
            </a:xfrm>
            <a:custGeom>
              <a:avLst/>
              <a:gdLst>
                <a:gd name="connsiteX0" fmla="*/ 229553 w 229552"/>
                <a:gd name="connsiteY0" fmla="*/ 272415 h 273367"/>
                <a:gd name="connsiteX1" fmla="*/ 166688 w 229552"/>
                <a:gd name="connsiteY1" fmla="*/ 272415 h 273367"/>
                <a:gd name="connsiteX2" fmla="*/ 166688 w 229552"/>
                <a:gd name="connsiteY2" fmla="*/ 120015 h 273367"/>
                <a:gd name="connsiteX3" fmla="*/ 117157 w 229552"/>
                <a:gd name="connsiteY3" fmla="*/ 55245 h 273367"/>
                <a:gd name="connsiteX4" fmla="*/ 61913 w 229552"/>
                <a:gd name="connsiteY4" fmla="*/ 120015 h 273367"/>
                <a:gd name="connsiteX5" fmla="*/ 61913 w 229552"/>
                <a:gd name="connsiteY5" fmla="*/ 273368 h 273367"/>
                <a:gd name="connsiteX6" fmla="*/ 0 w 229552"/>
                <a:gd name="connsiteY6" fmla="*/ 273368 h 273367"/>
                <a:gd name="connsiteX7" fmla="*/ 0 w 229552"/>
                <a:gd name="connsiteY7" fmla="*/ 6668 h 273367"/>
                <a:gd name="connsiteX8" fmla="*/ 61913 w 229552"/>
                <a:gd name="connsiteY8" fmla="*/ 6668 h 273367"/>
                <a:gd name="connsiteX9" fmla="*/ 61913 w 229552"/>
                <a:gd name="connsiteY9" fmla="*/ 39053 h 273367"/>
                <a:gd name="connsiteX10" fmla="*/ 62865 w 229552"/>
                <a:gd name="connsiteY10" fmla="*/ 39053 h 273367"/>
                <a:gd name="connsiteX11" fmla="*/ 140970 w 229552"/>
                <a:gd name="connsiteY11" fmla="*/ 0 h 273367"/>
                <a:gd name="connsiteX12" fmla="*/ 228600 w 229552"/>
                <a:gd name="connsiteY12" fmla="*/ 107632 h 273367"/>
                <a:gd name="connsiteX13" fmla="*/ 228600 w 229552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9552" h="273367">
                  <a:moveTo>
                    <a:pt x="229553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7" y="55245"/>
                    <a:pt x="117157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8"/>
                  </a:lnTo>
                  <a:lnTo>
                    <a:pt x="0" y="273368"/>
                  </a:lnTo>
                  <a:lnTo>
                    <a:pt x="0" y="6668"/>
                  </a:lnTo>
                  <a:lnTo>
                    <a:pt x="61913" y="6668"/>
                  </a:lnTo>
                  <a:lnTo>
                    <a:pt x="61913" y="39053"/>
                  </a:lnTo>
                  <a:lnTo>
                    <a:pt x="62865" y="39053"/>
                  </a:lnTo>
                  <a:cubicBezTo>
                    <a:pt x="79057" y="15240"/>
                    <a:pt x="106680" y="0"/>
                    <a:pt x="140970" y="0"/>
                  </a:cubicBezTo>
                  <a:cubicBezTo>
                    <a:pt x="201930" y="0"/>
                    <a:pt x="228600" y="44768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0" name="Freihandform: Form 109">
              <a:extLst>
                <a:ext uri="{FF2B5EF4-FFF2-40B4-BE49-F238E27FC236}">
                  <a16:creationId xmlns:a16="http://schemas.microsoft.com/office/drawing/2014/main" id="{4D1F8BA2-2302-4D66-95AA-E9110063E77F}"/>
                </a:ext>
              </a:extLst>
            </p:cNvPr>
            <p:cNvSpPr/>
            <p:nvPr/>
          </p:nvSpPr>
          <p:spPr>
            <a:xfrm>
              <a:off x="6286499" y="2525076"/>
              <a:ext cx="248602" cy="396239"/>
            </a:xfrm>
            <a:custGeom>
              <a:avLst/>
              <a:gdLst>
                <a:gd name="connsiteX0" fmla="*/ 0 w 248602"/>
                <a:gd name="connsiteY0" fmla="*/ 255270 h 396239"/>
                <a:gd name="connsiteX1" fmla="*/ 108585 w 248602"/>
                <a:gd name="connsiteY1" fmla="*/ 116205 h 396239"/>
                <a:gd name="connsiteX2" fmla="*/ 185738 w 248602"/>
                <a:gd name="connsiteY2" fmla="*/ 152400 h 396239"/>
                <a:gd name="connsiteX3" fmla="*/ 186690 w 248602"/>
                <a:gd name="connsiteY3" fmla="*/ 152400 h 396239"/>
                <a:gd name="connsiteX4" fmla="*/ 186690 w 248602"/>
                <a:gd name="connsiteY4" fmla="*/ 15240 h 396239"/>
                <a:gd name="connsiteX5" fmla="*/ 248603 w 248602"/>
                <a:gd name="connsiteY5" fmla="*/ 0 h 396239"/>
                <a:gd name="connsiteX6" fmla="*/ 248603 w 248602"/>
                <a:gd name="connsiteY6" fmla="*/ 389573 h 396239"/>
                <a:gd name="connsiteX7" fmla="*/ 187643 w 248602"/>
                <a:gd name="connsiteY7" fmla="*/ 389573 h 396239"/>
                <a:gd name="connsiteX8" fmla="*/ 187643 w 248602"/>
                <a:gd name="connsiteY8" fmla="*/ 358140 h 396239"/>
                <a:gd name="connsiteX9" fmla="*/ 186690 w 248602"/>
                <a:gd name="connsiteY9" fmla="*/ 358140 h 396239"/>
                <a:gd name="connsiteX10" fmla="*/ 106680 w 248602"/>
                <a:gd name="connsiteY10" fmla="*/ 396240 h 396239"/>
                <a:gd name="connsiteX11" fmla="*/ 0 w 248602"/>
                <a:gd name="connsiteY11" fmla="*/ 255270 h 396239"/>
                <a:gd name="connsiteX12" fmla="*/ 61913 w 248602"/>
                <a:gd name="connsiteY12" fmla="*/ 255270 h 396239"/>
                <a:gd name="connsiteX13" fmla="*/ 123825 w 248602"/>
                <a:gd name="connsiteY13" fmla="*/ 340995 h 396239"/>
                <a:gd name="connsiteX14" fmla="*/ 187643 w 248602"/>
                <a:gd name="connsiteY14" fmla="*/ 305753 h 396239"/>
                <a:gd name="connsiteX15" fmla="*/ 187643 w 248602"/>
                <a:gd name="connsiteY15" fmla="*/ 207645 h 396239"/>
                <a:gd name="connsiteX16" fmla="*/ 123825 w 248602"/>
                <a:gd name="connsiteY16" fmla="*/ 172402 h 396239"/>
                <a:gd name="connsiteX17" fmla="*/ 61913 w 248602"/>
                <a:gd name="connsiteY17" fmla="*/ 255270 h 39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8602" h="396239">
                  <a:moveTo>
                    <a:pt x="0" y="255270"/>
                  </a:moveTo>
                  <a:cubicBezTo>
                    <a:pt x="0" y="169545"/>
                    <a:pt x="43815" y="116205"/>
                    <a:pt x="108585" y="116205"/>
                  </a:cubicBezTo>
                  <a:cubicBezTo>
                    <a:pt x="141922" y="116205"/>
                    <a:pt x="168593" y="130493"/>
                    <a:pt x="185738" y="152400"/>
                  </a:cubicBezTo>
                  <a:lnTo>
                    <a:pt x="186690" y="152400"/>
                  </a:lnTo>
                  <a:lnTo>
                    <a:pt x="186690" y="15240"/>
                  </a:lnTo>
                  <a:lnTo>
                    <a:pt x="248603" y="0"/>
                  </a:lnTo>
                  <a:lnTo>
                    <a:pt x="248603" y="389573"/>
                  </a:lnTo>
                  <a:lnTo>
                    <a:pt x="187643" y="389573"/>
                  </a:lnTo>
                  <a:lnTo>
                    <a:pt x="187643" y="358140"/>
                  </a:lnTo>
                  <a:lnTo>
                    <a:pt x="186690" y="358140"/>
                  </a:lnTo>
                  <a:cubicBezTo>
                    <a:pt x="167640" y="381953"/>
                    <a:pt x="140018" y="396240"/>
                    <a:pt x="106680" y="396240"/>
                  </a:cubicBezTo>
                  <a:cubicBezTo>
                    <a:pt x="43815" y="395288"/>
                    <a:pt x="0" y="340995"/>
                    <a:pt x="0" y="255270"/>
                  </a:cubicBezTo>
                  <a:close/>
                  <a:moveTo>
                    <a:pt x="61913" y="255270"/>
                  </a:moveTo>
                  <a:cubicBezTo>
                    <a:pt x="61913" y="309563"/>
                    <a:pt x="84772" y="340995"/>
                    <a:pt x="123825" y="340995"/>
                  </a:cubicBezTo>
                  <a:cubicBezTo>
                    <a:pt x="147638" y="340995"/>
                    <a:pt x="167640" y="329565"/>
                    <a:pt x="187643" y="305753"/>
                  </a:cubicBezTo>
                  <a:lnTo>
                    <a:pt x="187643" y="207645"/>
                  </a:lnTo>
                  <a:cubicBezTo>
                    <a:pt x="169545" y="183833"/>
                    <a:pt x="149543" y="172402"/>
                    <a:pt x="123825" y="172402"/>
                  </a:cubicBezTo>
                  <a:cubicBezTo>
                    <a:pt x="82868" y="172402"/>
                    <a:pt x="61913" y="201930"/>
                    <a:pt x="61913" y="2552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1" name="Freihandform: Form 110">
              <a:extLst>
                <a:ext uri="{FF2B5EF4-FFF2-40B4-BE49-F238E27FC236}">
                  <a16:creationId xmlns:a16="http://schemas.microsoft.com/office/drawing/2014/main" id="{615AB86C-CC73-4CF0-BBB0-A3908BAB5E7E}"/>
                </a:ext>
              </a:extLst>
            </p:cNvPr>
            <p:cNvSpPr/>
            <p:nvPr/>
          </p:nvSpPr>
          <p:spPr>
            <a:xfrm>
              <a:off x="6602729" y="2641281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2865 w 242887"/>
                <a:gd name="connsiteY10" fmla="*/ 115253 h 279082"/>
                <a:gd name="connsiteX11" fmla="*/ 183832 w 242887"/>
                <a:gd name="connsiteY11" fmla="*/ 115253 h 279082"/>
                <a:gd name="connsiteX12" fmla="*/ 124777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3" y="264795"/>
                    <a:pt x="172402" y="279083"/>
                    <a:pt x="132397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90488" y="50482"/>
                    <a:pt x="67627" y="74295"/>
                    <a:pt x="62865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2" name="Freihandform: Form 111">
              <a:extLst>
                <a:ext uri="{FF2B5EF4-FFF2-40B4-BE49-F238E27FC236}">
                  <a16:creationId xmlns:a16="http://schemas.microsoft.com/office/drawing/2014/main" id="{E14FADC3-3A10-437F-9828-8A6A3FB9A133}"/>
                </a:ext>
              </a:extLst>
            </p:cNvPr>
            <p:cNvSpPr/>
            <p:nvPr/>
          </p:nvSpPr>
          <p:spPr>
            <a:xfrm>
              <a:off x="6916101" y="2641039"/>
              <a:ext cx="160020" cy="272657"/>
            </a:xfrm>
            <a:custGeom>
              <a:avLst/>
              <a:gdLst>
                <a:gd name="connsiteX0" fmla="*/ 160020 w 160020"/>
                <a:gd name="connsiteY0" fmla="*/ 5005 h 272657"/>
                <a:gd name="connsiteX1" fmla="*/ 150495 w 160020"/>
                <a:gd name="connsiteY1" fmla="*/ 68823 h 272657"/>
                <a:gd name="connsiteX2" fmla="*/ 116205 w 160020"/>
                <a:gd name="connsiteY2" fmla="*/ 60250 h 272657"/>
                <a:gd name="connsiteX3" fmla="*/ 61913 w 160020"/>
                <a:gd name="connsiteY3" fmla="*/ 135498 h 272657"/>
                <a:gd name="connsiteX4" fmla="*/ 61913 w 160020"/>
                <a:gd name="connsiteY4" fmla="*/ 272658 h 272657"/>
                <a:gd name="connsiteX5" fmla="*/ 0 w 160020"/>
                <a:gd name="connsiteY5" fmla="*/ 272658 h 272657"/>
                <a:gd name="connsiteX6" fmla="*/ 0 w 160020"/>
                <a:gd name="connsiteY6" fmla="*/ 5958 h 272657"/>
                <a:gd name="connsiteX7" fmla="*/ 60960 w 160020"/>
                <a:gd name="connsiteY7" fmla="*/ 5958 h 272657"/>
                <a:gd name="connsiteX8" fmla="*/ 60960 w 160020"/>
                <a:gd name="connsiteY8" fmla="*/ 40248 h 272657"/>
                <a:gd name="connsiteX9" fmla="*/ 61913 w 160020"/>
                <a:gd name="connsiteY9" fmla="*/ 40248 h 272657"/>
                <a:gd name="connsiteX10" fmla="*/ 131445 w 160020"/>
                <a:gd name="connsiteY10" fmla="*/ 243 h 272657"/>
                <a:gd name="connsiteX11" fmla="*/ 160020 w 160020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3" name="Freihandform: Form 112">
              <a:extLst>
                <a:ext uri="{FF2B5EF4-FFF2-40B4-BE49-F238E27FC236}">
                  <a16:creationId xmlns:a16="http://schemas.microsoft.com/office/drawing/2014/main" id="{85F3173C-710E-4BAE-AAEB-19FA56F0C963}"/>
                </a:ext>
              </a:extLst>
            </p:cNvPr>
            <p:cNvSpPr/>
            <p:nvPr/>
          </p:nvSpPr>
          <p:spPr>
            <a:xfrm>
              <a:off x="7115174" y="2721291"/>
              <a:ext cx="130492" cy="59055"/>
            </a:xfrm>
            <a:custGeom>
              <a:avLst/>
              <a:gdLst>
                <a:gd name="connsiteX0" fmla="*/ 130493 w 130492"/>
                <a:gd name="connsiteY0" fmla="*/ 59055 h 59055"/>
                <a:gd name="connsiteX1" fmla="*/ 0 w 130492"/>
                <a:gd name="connsiteY1" fmla="*/ 59055 h 59055"/>
                <a:gd name="connsiteX2" fmla="*/ 0 w 130492"/>
                <a:gd name="connsiteY2" fmla="*/ 0 h 59055"/>
                <a:gd name="connsiteX3" fmla="*/ 130493 w 130492"/>
                <a:gd name="connsiteY3" fmla="*/ 0 h 59055"/>
                <a:gd name="connsiteX4" fmla="*/ 130493 w 130492"/>
                <a:gd name="connsiteY4" fmla="*/ 59055 h 59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492" h="59055">
                  <a:moveTo>
                    <a:pt x="130493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3" y="0"/>
                  </a:lnTo>
                  <a:lnTo>
                    <a:pt x="130493" y="5905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2" name="Freihandform: Form 161">
              <a:extLst>
                <a:ext uri="{FF2B5EF4-FFF2-40B4-BE49-F238E27FC236}">
                  <a16:creationId xmlns:a16="http://schemas.microsoft.com/office/drawing/2014/main" id="{2C3D6E61-85EB-405B-893B-F26EB72BAABC}"/>
                </a:ext>
              </a:extLst>
            </p:cNvPr>
            <p:cNvSpPr/>
            <p:nvPr/>
          </p:nvSpPr>
          <p:spPr>
            <a:xfrm>
              <a:off x="7324724" y="2545079"/>
              <a:ext cx="288607" cy="375284"/>
            </a:xfrm>
            <a:custGeom>
              <a:avLst/>
              <a:gdLst>
                <a:gd name="connsiteX0" fmla="*/ 288607 w 288607"/>
                <a:gd name="connsiteY0" fmla="*/ 222885 h 375284"/>
                <a:gd name="connsiteX1" fmla="*/ 143827 w 288607"/>
                <a:gd name="connsiteY1" fmla="*/ 375285 h 375284"/>
                <a:gd name="connsiteX2" fmla="*/ 0 w 288607"/>
                <a:gd name="connsiteY2" fmla="*/ 222885 h 375284"/>
                <a:gd name="connsiteX3" fmla="*/ 0 w 288607"/>
                <a:gd name="connsiteY3" fmla="*/ 0 h 375284"/>
                <a:gd name="connsiteX4" fmla="*/ 66675 w 288607"/>
                <a:gd name="connsiteY4" fmla="*/ 0 h 375284"/>
                <a:gd name="connsiteX5" fmla="*/ 66675 w 288607"/>
                <a:gd name="connsiteY5" fmla="*/ 219075 h 375284"/>
                <a:gd name="connsiteX6" fmla="*/ 144780 w 288607"/>
                <a:gd name="connsiteY6" fmla="*/ 312420 h 375284"/>
                <a:gd name="connsiteX7" fmla="*/ 220980 w 288607"/>
                <a:gd name="connsiteY7" fmla="*/ 219075 h 375284"/>
                <a:gd name="connsiteX8" fmla="*/ 220980 w 288607"/>
                <a:gd name="connsiteY8" fmla="*/ 0 h 375284"/>
                <a:gd name="connsiteX9" fmla="*/ 287655 w 288607"/>
                <a:gd name="connsiteY9" fmla="*/ 0 h 375284"/>
                <a:gd name="connsiteX10" fmla="*/ 287655 w 288607"/>
                <a:gd name="connsiteY10" fmla="*/ 222885 h 375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88607" h="375284">
                  <a:moveTo>
                    <a:pt x="288607" y="222885"/>
                  </a:moveTo>
                  <a:cubicBezTo>
                    <a:pt x="288607" y="311468"/>
                    <a:pt x="242888" y="375285"/>
                    <a:pt x="143827" y="375285"/>
                  </a:cubicBezTo>
                  <a:cubicBezTo>
                    <a:pt x="45720" y="375285"/>
                    <a:pt x="0" y="312420"/>
                    <a:pt x="0" y="222885"/>
                  </a:cubicBezTo>
                  <a:lnTo>
                    <a:pt x="0" y="0"/>
                  </a:lnTo>
                  <a:lnTo>
                    <a:pt x="66675" y="0"/>
                  </a:lnTo>
                  <a:lnTo>
                    <a:pt x="66675" y="219075"/>
                  </a:lnTo>
                  <a:cubicBezTo>
                    <a:pt x="66675" y="274320"/>
                    <a:pt x="90488" y="312420"/>
                    <a:pt x="144780" y="312420"/>
                  </a:cubicBezTo>
                  <a:cubicBezTo>
                    <a:pt x="199073" y="312420"/>
                    <a:pt x="220980" y="275272"/>
                    <a:pt x="220980" y="219075"/>
                  </a:cubicBezTo>
                  <a:lnTo>
                    <a:pt x="220980" y="0"/>
                  </a:lnTo>
                  <a:lnTo>
                    <a:pt x="287655" y="0"/>
                  </a:lnTo>
                  <a:lnTo>
                    <a:pt x="287655" y="22288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3" name="Freihandform: Form 162">
              <a:extLst>
                <a:ext uri="{FF2B5EF4-FFF2-40B4-BE49-F238E27FC236}">
                  <a16:creationId xmlns:a16="http://schemas.microsoft.com/office/drawing/2014/main" id="{3C3AEADC-A3D3-456A-9957-A4E839B897F4}"/>
                </a:ext>
              </a:extLst>
            </p:cNvPr>
            <p:cNvSpPr/>
            <p:nvPr/>
          </p:nvSpPr>
          <p:spPr>
            <a:xfrm>
              <a:off x="7697151" y="2641281"/>
              <a:ext cx="228600" cy="273367"/>
            </a:xfrm>
            <a:custGeom>
              <a:avLst/>
              <a:gdLst>
                <a:gd name="connsiteX0" fmla="*/ 228600 w 228600"/>
                <a:gd name="connsiteY0" fmla="*/ 272415 h 273367"/>
                <a:gd name="connsiteX1" fmla="*/ 166688 w 228600"/>
                <a:gd name="connsiteY1" fmla="*/ 272415 h 273367"/>
                <a:gd name="connsiteX2" fmla="*/ 166688 w 228600"/>
                <a:gd name="connsiteY2" fmla="*/ 120015 h 273367"/>
                <a:gd name="connsiteX3" fmla="*/ 117158 w 228600"/>
                <a:gd name="connsiteY3" fmla="*/ 55245 h 273367"/>
                <a:gd name="connsiteX4" fmla="*/ 61913 w 228600"/>
                <a:gd name="connsiteY4" fmla="*/ 120015 h 273367"/>
                <a:gd name="connsiteX5" fmla="*/ 61913 w 228600"/>
                <a:gd name="connsiteY5" fmla="*/ 273368 h 273367"/>
                <a:gd name="connsiteX6" fmla="*/ 0 w 228600"/>
                <a:gd name="connsiteY6" fmla="*/ 273368 h 273367"/>
                <a:gd name="connsiteX7" fmla="*/ 0 w 228600"/>
                <a:gd name="connsiteY7" fmla="*/ 6668 h 273367"/>
                <a:gd name="connsiteX8" fmla="*/ 61913 w 228600"/>
                <a:gd name="connsiteY8" fmla="*/ 6668 h 273367"/>
                <a:gd name="connsiteX9" fmla="*/ 61913 w 228600"/>
                <a:gd name="connsiteY9" fmla="*/ 39053 h 273367"/>
                <a:gd name="connsiteX10" fmla="*/ 62865 w 228600"/>
                <a:gd name="connsiteY10" fmla="*/ 39053 h 273367"/>
                <a:gd name="connsiteX11" fmla="*/ 140970 w 228600"/>
                <a:gd name="connsiteY11" fmla="*/ 0 h 273367"/>
                <a:gd name="connsiteX12" fmla="*/ 228600 w 228600"/>
                <a:gd name="connsiteY12" fmla="*/ 107632 h 273367"/>
                <a:gd name="connsiteX13" fmla="*/ 228600 w 228600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8" y="55245"/>
                    <a:pt x="117158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8"/>
                  </a:lnTo>
                  <a:lnTo>
                    <a:pt x="0" y="273368"/>
                  </a:lnTo>
                  <a:lnTo>
                    <a:pt x="0" y="6668"/>
                  </a:lnTo>
                  <a:lnTo>
                    <a:pt x="61913" y="6668"/>
                  </a:lnTo>
                  <a:lnTo>
                    <a:pt x="61913" y="39053"/>
                  </a:lnTo>
                  <a:lnTo>
                    <a:pt x="62865" y="39053"/>
                  </a:lnTo>
                  <a:cubicBezTo>
                    <a:pt x="79058" y="15240"/>
                    <a:pt x="106680" y="0"/>
                    <a:pt x="140970" y="0"/>
                  </a:cubicBezTo>
                  <a:cubicBezTo>
                    <a:pt x="201930" y="0"/>
                    <a:pt x="228600" y="44768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4" name="Freihandform: Form 163">
              <a:extLst>
                <a:ext uri="{FF2B5EF4-FFF2-40B4-BE49-F238E27FC236}">
                  <a16:creationId xmlns:a16="http://schemas.microsoft.com/office/drawing/2014/main" id="{256B0E1F-0AE2-4EE0-A8E6-C7D3A19B8EDB}"/>
                </a:ext>
              </a:extLst>
            </p:cNvPr>
            <p:cNvSpPr/>
            <p:nvPr/>
          </p:nvSpPr>
          <p:spPr>
            <a:xfrm>
              <a:off x="7996237" y="2528887"/>
              <a:ext cx="79057" cy="384810"/>
            </a:xfrm>
            <a:custGeom>
              <a:avLst/>
              <a:gdLst>
                <a:gd name="connsiteX0" fmla="*/ 79057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7 w 79057"/>
                <a:gd name="connsiteY4" fmla="*/ 38100 h 384810"/>
                <a:gd name="connsiteX5" fmla="*/ 70485 w 79057"/>
                <a:gd name="connsiteY5" fmla="*/ 384810 h 384810"/>
                <a:gd name="connsiteX6" fmla="*/ 8573 w 79057"/>
                <a:gd name="connsiteY6" fmla="*/ 384810 h 384810"/>
                <a:gd name="connsiteX7" fmla="*/ 8573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7" y="38100"/>
                  </a:moveTo>
                  <a:cubicBezTo>
                    <a:pt x="79057" y="60007"/>
                    <a:pt x="60960" y="76200"/>
                    <a:pt x="39052" y="76200"/>
                  </a:cubicBezTo>
                  <a:cubicBezTo>
                    <a:pt x="17145" y="76200"/>
                    <a:pt x="0" y="60007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0960" y="0"/>
                    <a:pt x="79057" y="16193"/>
                    <a:pt x="79057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5" name="Freihandform: Form 164">
              <a:extLst>
                <a:ext uri="{FF2B5EF4-FFF2-40B4-BE49-F238E27FC236}">
                  <a16:creationId xmlns:a16="http://schemas.microsoft.com/office/drawing/2014/main" id="{1E597644-4C56-413F-B61D-BB6A4A218715}"/>
                </a:ext>
              </a:extLst>
            </p:cNvPr>
            <p:cNvSpPr/>
            <p:nvPr/>
          </p:nvSpPr>
          <p:spPr>
            <a:xfrm>
              <a:off x="8119109" y="2647949"/>
              <a:ext cx="259079" cy="266700"/>
            </a:xfrm>
            <a:custGeom>
              <a:avLst/>
              <a:gdLst>
                <a:gd name="connsiteX0" fmla="*/ 259080 w 259079"/>
                <a:gd name="connsiteY0" fmla="*/ 0 h 266700"/>
                <a:gd name="connsiteX1" fmla="*/ 161925 w 259079"/>
                <a:gd name="connsiteY1" fmla="*/ 266700 h 266700"/>
                <a:gd name="connsiteX2" fmla="*/ 97155 w 259079"/>
                <a:gd name="connsiteY2" fmla="*/ 266700 h 266700"/>
                <a:gd name="connsiteX3" fmla="*/ 0 w 259079"/>
                <a:gd name="connsiteY3" fmla="*/ 0 h 266700"/>
                <a:gd name="connsiteX4" fmla="*/ 68580 w 259079"/>
                <a:gd name="connsiteY4" fmla="*/ 0 h 266700"/>
                <a:gd name="connsiteX5" fmla="*/ 129540 w 259079"/>
                <a:gd name="connsiteY5" fmla="*/ 193358 h 266700"/>
                <a:gd name="connsiteX6" fmla="*/ 130492 w 259079"/>
                <a:gd name="connsiteY6" fmla="*/ 193358 h 266700"/>
                <a:gd name="connsiteX7" fmla="*/ 191452 w 259079"/>
                <a:gd name="connsiteY7" fmla="*/ 0 h 266700"/>
                <a:gd name="connsiteX8" fmla="*/ 259080 w 259079"/>
                <a:gd name="connsiteY8" fmla="*/ 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59079" h="266700">
                  <a:moveTo>
                    <a:pt x="259080" y="0"/>
                  </a:moveTo>
                  <a:lnTo>
                    <a:pt x="161925" y="266700"/>
                  </a:lnTo>
                  <a:lnTo>
                    <a:pt x="97155" y="266700"/>
                  </a:lnTo>
                  <a:lnTo>
                    <a:pt x="0" y="0"/>
                  </a:lnTo>
                  <a:lnTo>
                    <a:pt x="68580" y="0"/>
                  </a:lnTo>
                  <a:lnTo>
                    <a:pt x="129540" y="193358"/>
                  </a:lnTo>
                  <a:lnTo>
                    <a:pt x="130492" y="193358"/>
                  </a:lnTo>
                  <a:lnTo>
                    <a:pt x="191452" y="0"/>
                  </a:lnTo>
                  <a:lnTo>
                    <a:pt x="25908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6" name="Freihandform: Form 165">
              <a:extLst>
                <a:ext uri="{FF2B5EF4-FFF2-40B4-BE49-F238E27FC236}">
                  <a16:creationId xmlns:a16="http://schemas.microsoft.com/office/drawing/2014/main" id="{2594EEEE-C9AE-44FF-9237-725D045E495E}"/>
                </a:ext>
              </a:extLst>
            </p:cNvPr>
            <p:cNvSpPr/>
            <p:nvPr/>
          </p:nvSpPr>
          <p:spPr>
            <a:xfrm>
              <a:off x="8406764" y="2641281"/>
              <a:ext cx="242887" cy="279082"/>
            </a:xfrm>
            <a:custGeom>
              <a:avLst/>
              <a:gdLst>
                <a:gd name="connsiteX0" fmla="*/ 132398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8 w 242887"/>
                <a:gd name="connsiteY6" fmla="*/ 225743 h 279082"/>
                <a:gd name="connsiteX7" fmla="*/ 198120 w 242887"/>
                <a:gd name="connsiteY7" fmla="*/ 194310 h 279082"/>
                <a:gd name="connsiteX8" fmla="*/ 237173 w 242887"/>
                <a:gd name="connsiteY8" fmla="*/ 235268 h 279082"/>
                <a:gd name="connsiteX9" fmla="*/ 132398 w 242887"/>
                <a:gd name="connsiteY9" fmla="*/ 279083 h 279082"/>
                <a:gd name="connsiteX10" fmla="*/ 62865 w 242887"/>
                <a:gd name="connsiteY10" fmla="*/ 115253 h 279082"/>
                <a:gd name="connsiteX11" fmla="*/ 183833 w 242887"/>
                <a:gd name="connsiteY11" fmla="*/ 115253 h 279082"/>
                <a:gd name="connsiteX12" fmla="*/ 124778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3" y="201930"/>
                    <a:pt x="94298" y="225743"/>
                    <a:pt x="132398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3" y="235268"/>
                  </a:lnTo>
                  <a:cubicBezTo>
                    <a:pt x="206693" y="264795"/>
                    <a:pt x="173355" y="279083"/>
                    <a:pt x="132398" y="279083"/>
                  </a:cubicBezTo>
                  <a:close/>
                  <a:moveTo>
                    <a:pt x="62865" y="115253"/>
                  </a:moveTo>
                  <a:lnTo>
                    <a:pt x="183833" y="115253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8580" y="74295"/>
                    <a:pt x="62865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7" name="Freihandform: Form 166">
              <a:extLst>
                <a:ext uri="{FF2B5EF4-FFF2-40B4-BE49-F238E27FC236}">
                  <a16:creationId xmlns:a16="http://schemas.microsoft.com/office/drawing/2014/main" id="{269B8C1D-E7E6-41A7-B65F-E92630333CAD}"/>
                </a:ext>
              </a:extLst>
            </p:cNvPr>
            <p:cNvSpPr/>
            <p:nvPr/>
          </p:nvSpPr>
          <p:spPr>
            <a:xfrm>
              <a:off x="8720137" y="2641039"/>
              <a:ext cx="160019" cy="272657"/>
            </a:xfrm>
            <a:custGeom>
              <a:avLst/>
              <a:gdLst>
                <a:gd name="connsiteX0" fmla="*/ 160020 w 160019"/>
                <a:gd name="connsiteY0" fmla="*/ 5005 h 272657"/>
                <a:gd name="connsiteX1" fmla="*/ 150495 w 160019"/>
                <a:gd name="connsiteY1" fmla="*/ 68823 h 272657"/>
                <a:gd name="connsiteX2" fmla="*/ 116205 w 160019"/>
                <a:gd name="connsiteY2" fmla="*/ 60250 h 272657"/>
                <a:gd name="connsiteX3" fmla="*/ 61913 w 160019"/>
                <a:gd name="connsiteY3" fmla="*/ 135498 h 272657"/>
                <a:gd name="connsiteX4" fmla="*/ 61913 w 160019"/>
                <a:gd name="connsiteY4" fmla="*/ 272658 h 272657"/>
                <a:gd name="connsiteX5" fmla="*/ 0 w 160019"/>
                <a:gd name="connsiteY5" fmla="*/ 272658 h 272657"/>
                <a:gd name="connsiteX6" fmla="*/ 0 w 160019"/>
                <a:gd name="connsiteY6" fmla="*/ 5958 h 272657"/>
                <a:gd name="connsiteX7" fmla="*/ 60960 w 160019"/>
                <a:gd name="connsiteY7" fmla="*/ 5958 h 272657"/>
                <a:gd name="connsiteX8" fmla="*/ 60960 w 160019"/>
                <a:gd name="connsiteY8" fmla="*/ 40248 h 272657"/>
                <a:gd name="connsiteX9" fmla="*/ 61913 w 160019"/>
                <a:gd name="connsiteY9" fmla="*/ 40248 h 272657"/>
                <a:gd name="connsiteX10" fmla="*/ 131445 w 160019"/>
                <a:gd name="connsiteY10" fmla="*/ 243 h 272657"/>
                <a:gd name="connsiteX11" fmla="*/ 160020 w 160019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19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8" name="Freihandform: Form 167">
              <a:extLst>
                <a:ext uri="{FF2B5EF4-FFF2-40B4-BE49-F238E27FC236}">
                  <a16:creationId xmlns:a16="http://schemas.microsoft.com/office/drawing/2014/main" id="{E9327CA4-0626-4305-8400-F3606E570A39}"/>
                </a:ext>
              </a:extLst>
            </p:cNvPr>
            <p:cNvSpPr/>
            <p:nvPr/>
          </p:nvSpPr>
          <p:spPr>
            <a:xfrm>
              <a:off x="8909684" y="2640329"/>
              <a:ext cx="205739" cy="280034"/>
            </a:xfrm>
            <a:custGeom>
              <a:avLst/>
              <a:gdLst>
                <a:gd name="connsiteX0" fmla="*/ 29527 w 205739"/>
                <a:gd name="connsiteY0" fmla="*/ 198120 h 280034"/>
                <a:gd name="connsiteX1" fmla="*/ 104775 w 205739"/>
                <a:gd name="connsiteY1" fmla="*/ 227647 h 280034"/>
                <a:gd name="connsiteX2" fmla="*/ 143827 w 205739"/>
                <a:gd name="connsiteY2" fmla="*/ 200978 h 280034"/>
                <a:gd name="connsiteX3" fmla="*/ 10477 w 205739"/>
                <a:gd name="connsiteY3" fmla="*/ 82868 h 280034"/>
                <a:gd name="connsiteX4" fmla="*/ 111442 w 205739"/>
                <a:gd name="connsiteY4" fmla="*/ 0 h 280034"/>
                <a:gd name="connsiteX5" fmla="*/ 203835 w 205739"/>
                <a:gd name="connsiteY5" fmla="*/ 27622 h 280034"/>
                <a:gd name="connsiteX6" fmla="*/ 174307 w 205739"/>
                <a:gd name="connsiteY6" fmla="*/ 76200 h 280034"/>
                <a:gd name="connsiteX7" fmla="*/ 110490 w 205739"/>
                <a:gd name="connsiteY7" fmla="*/ 52387 h 280034"/>
                <a:gd name="connsiteX8" fmla="*/ 72390 w 205739"/>
                <a:gd name="connsiteY8" fmla="*/ 77153 h 280034"/>
                <a:gd name="connsiteX9" fmla="*/ 205740 w 205739"/>
                <a:gd name="connsiteY9" fmla="*/ 195262 h 280034"/>
                <a:gd name="connsiteX10" fmla="*/ 102870 w 205739"/>
                <a:gd name="connsiteY10" fmla="*/ 280035 h 280034"/>
                <a:gd name="connsiteX11" fmla="*/ 0 w 205739"/>
                <a:gd name="connsiteY11" fmla="*/ 247650 h 280034"/>
                <a:gd name="connsiteX12" fmla="*/ 29527 w 205739"/>
                <a:gd name="connsiteY12" fmla="*/ 198120 h 280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39" h="280034">
                  <a:moveTo>
                    <a:pt x="29527" y="198120"/>
                  </a:moveTo>
                  <a:cubicBezTo>
                    <a:pt x="56197" y="218122"/>
                    <a:pt x="80963" y="227647"/>
                    <a:pt x="104775" y="227647"/>
                  </a:cubicBezTo>
                  <a:cubicBezTo>
                    <a:pt x="127635" y="227647"/>
                    <a:pt x="143827" y="217170"/>
                    <a:pt x="143827" y="200978"/>
                  </a:cubicBezTo>
                  <a:cubicBezTo>
                    <a:pt x="143827" y="155258"/>
                    <a:pt x="10477" y="171450"/>
                    <a:pt x="10477" y="82868"/>
                  </a:cubicBezTo>
                  <a:cubicBezTo>
                    <a:pt x="10477" y="33338"/>
                    <a:pt x="51435" y="0"/>
                    <a:pt x="111442" y="0"/>
                  </a:cubicBezTo>
                  <a:cubicBezTo>
                    <a:pt x="143827" y="0"/>
                    <a:pt x="175260" y="9525"/>
                    <a:pt x="203835" y="27622"/>
                  </a:cubicBezTo>
                  <a:lnTo>
                    <a:pt x="174307" y="76200"/>
                  </a:lnTo>
                  <a:cubicBezTo>
                    <a:pt x="151447" y="60960"/>
                    <a:pt x="130492" y="52387"/>
                    <a:pt x="110490" y="52387"/>
                  </a:cubicBezTo>
                  <a:cubicBezTo>
                    <a:pt x="87630" y="52387"/>
                    <a:pt x="72390" y="61912"/>
                    <a:pt x="72390" y="77153"/>
                  </a:cubicBezTo>
                  <a:cubicBezTo>
                    <a:pt x="72390" y="120968"/>
                    <a:pt x="205740" y="105728"/>
                    <a:pt x="205740" y="195262"/>
                  </a:cubicBezTo>
                  <a:cubicBezTo>
                    <a:pt x="205740" y="245745"/>
                    <a:pt x="164782" y="280035"/>
                    <a:pt x="102870" y="280035"/>
                  </a:cubicBezTo>
                  <a:cubicBezTo>
                    <a:pt x="67627" y="280035"/>
                    <a:pt x="31432" y="268605"/>
                    <a:pt x="0" y="247650"/>
                  </a:cubicBezTo>
                  <a:lnTo>
                    <a:pt x="29527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9" name="Freihandform: Form 168">
              <a:extLst>
                <a:ext uri="{FF2B5EF4-FFF2-40B4-BE49-F238E27FC236}">
                  <a16:creationId xmlns:a16="http://schemas.microsoft.com/office/drawing/2014/main" id="{4BAB7582-502F-4C33-BF2E-6A6C0D6D3E77}"/>
                </a:ext>
              </a:extLst>
            </p:cNvPr>
            <p:cNvSpPr/>
            <p:nvPr/>
          </p:nvSpPr>
          <p:spPr>
            <a:xfrm>
              <a:off x="9173526" y="2528887"/>
              <a:ext cx="79057" cy="384810"/>
            </a:xfrm>
            <a:custGeom>
              <a:avLst/>
              <a:gdLst>
                <a:gd name="connsiteX0" fmla="*/ 79058 w 79057"/>
                <a:gd name="connsiteY0" fmla="*/ 38100 h 384810"/>
                <a:gd name="connsiteX1" fmla="*/ 39053 w 79057"/>
                <a:gd name="connsiteY1" fmla="*/ 76200 h 384810"/>
                <a:gd name="connsiteX2" fmla="*/ 0 w 79057"/>
                <a:gd name="connsiteY2" fmla="*/ 38100 h 384810"/>
                <a:gd name="connsiteX3" fmla="*/ 39053 w 79057"/>
                <a:gd name="connsiteY3" fmla="*/ 0 h 384810"/>
                <a:gd name="connsiteX4" fmla="*/ 79058 w 79057"/>
                <a:gd name="connsiteY4" fmla="*/ 38100 h 384810"/>
                <a:gd name="connsiteX5" fmla="*/ 70485 w 79057"/>
                <a:gd name="connsiteY5" fmla="*/ 384810 h 384810"/>
                <a:gd name="connsiteX6" fmla="*/ 8573 w 79057"/>
                <a:gd name="connsiteY6" fmla="*/ 384810 h 384810"/>
                <a:gd name="connsiteX7" fmla="*/ 8573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8" y="38100"/>
                  </a:moveTo>
                  <a:cubicBezTo>
                    <a:pt x="79058" y="60007"/>
                    <a:pt x="60960" y="76200"/>
                    <a:pt x="39053" y="76200"/>
                  </a:cubicBezTo>
                  <a:cubicBezTo>
                    <a:pt x="17145" y="76200"/>
                    <a:pt x="0" y="60007"/>
                    <a:pt x="0" y="38100"/>
                  </a:cubicBezTo>
                  <a:cubicBezTo>
                    <a:pt x="0" y="16193"/>
                    <a:pt x="18098" y="0"/>
                    <a:pt x="39053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0" name="Freihandform: Form 169">
              <a:extLst>
                <a:ext uri="{FF2B5EF4-FFF2-40B4-BE49-F238E27FC236}">
                  <a16:creationId xmlns:a16="http://schemas.microsoft.com/office/drawing/2014/main" id="{7BF0676A-C499-46C7-87F5-268E3B0716C7}"/>
                </a:ext>
              </a:extLst>
            </p:cNvPr>
            <p:cNvSpPr/>
            <p:nvPr/>
          </p:nvSpPr>
          <p:spPr>
            <a:xfrm>
              <a:off x="9297351" y="2562224"/>
              <a:ext cx="165735" cy="358139"/>
            </a:xfrm>
            <a:custGeom>
              <a:avLst/>
              <a:gdLst>
                <a:gd name="connsiteX0" fmla="*/ 165735 w 165735"/>
                <a:gd name="connsiteY0" fmla="*/ 295275 h 358139"/>
                <a:gd name="connsiteX1" fmla="*/ 165735 w 165735"/>
                <a:gd name="connsiteY1" fmla="*/ 348615 h 358139"/>
                <a:gd name="connsiteX2" fmla="*/ 113348 w 165735"/>
                <a:gd name="connsiteY2" fmla="*/ 358140 h 358139"/>
                <a:gd name="connsiteX3" fmla="*/ 40958 w 165735"/>
                <a:gd name="connsiteY3" fmla="*/ 282892 h 358139"/>
                <a:gd name="connsiteX4" fmla="*/ 40958 w 165735"/>
                <a:gd name="connsiteY4" fmla="*/ 137160 h 358139"/>
                <a:gd name="connsiteX5" fmla="*/ 0 w 165735"/>
                <a:gd name="connsiteY5" fmla="*/ 137160 h 358139"/>
                <a:gd name="connsiteX6" fmla="*/ 0 w 165735"/>
                <a:gd name="connsiteY6" fmla="*/ 85725 h 358139"/>
                <a:gd name="connsiteX7" fmla="*/ 40005 w 165735"/>
                <a:gd name="connsiteY7" fmla="*/ 85725 h 358139"/>
                <a:gd name="connsiteX8" fmla="*/ 40005 w 165735"/>
                <a:gd name="connsiteY8" fmla="*/ 13335 h 358139"/>
                <a:gd name="connsiteX9" fmla="*/ 101918 w 165735"/>
                <a:gd name="connsiteY9" fmla="*/ 0 h 358139"/>
                <a:gd name="connsiteX10" fmla="*/ 101918 w 165735"/>
                <a:gd name="connsiteY10" fmla="*/ 86677 h 358139"/>
                <a:gd name="connsiteX11" fmla="*/ 165735 w 165735"/>
                <a:gd name="connsiteY11" fmla="*/ 86677 h 358139"/>
                <a:gd name="connsiteX12" fmla="*/ 165735 w 165735"/>
                <a:gd name="connsiteY12" fmla="*/ 138113 h 358139"/>
                <a:gd name="connsiteX13" fmla="*/ 101918 w 165735"/>
                <a:gd name="connsiteY13" fmla="*/ 138113 h 358139"/>
                <a:gd name="connsiteX14" fmla="*/ 101918 w 165735"/>
                <a:gd name="connsiteY14" fmla="*/ 269558 h 358139"/>
                <a:gd name="connsiteX15" fmla="*/ 130493 w 165735"/>
                <a:gd name="connsiteY15" fmla="*/ 304800 h 358139"/>
                <a:gd name="connsiteX16" fmla="*/ 165735 w 165735"/>
                <a:gd name="connsiteY16" fmla="*/ 295275 h 358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5" h="358139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8" y="358140"/>
                  </a:cubicBezTo>
                  <a:cubicBezTo>
                    <a:pt x="66675" y="358140"/>
                    <a:pt x="40958" y="332423"/>
                    <a:pt x="40958" y="282892"/>
                  </a:cubicBezTo>
                  <a:lnTo>
                    <a:pt x="40958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3"/>
                    <a:pt x="110490" y="304800"/>
                    <a:pt x="130493" y="304800"/>
                  </a:cubicBezTo>
                  <a:cubicBezTo>
                    <a:pt x="141923" y="303848"/>
                    <a:pt x="155258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1" name="Freihandform: Form 170">
              <a:extLst>
                <a:ext uri="{FF2B5EF4-FFF2-40B4-BE49-F238E27FC236}">
                  <a16:creationId xmlns:a16="http://schemas.microsoft.com/office/drawing/2014/main" id="{362D3462-3BB5-4D11-8E9C-AB6B60F6261F}"/>
                </a:ext>
              </a:extLst>
            </p:cNvPr>
            <p:cNvSpPr/>
            <p:nvPr/>
          </p:nvSpPr>
          <p:spPr>
            <a:xfrm>
              <a:off x="9511664" y="2533649"/>
              <a:ext cx="225742" cy="386714"/>
            </a:xfrm>
            <a:custGeom>
              <a:avLst/>
              <a:gdLst>
                <a:gd name="connsiteX0" fmla="*/ 114300 w 225742"/>
                <a:gd name="connsiteY0" fmla="*/ 215265 h 386714"/>
                <a:gd name="connsiteX1" fmla="*/ 164783 w 225742"/>
                <a:gd name="connsiteY1" fmla="*/ 220980 h 386714"/>
                <a:gd name="connsiteX2" fmla="*/ 164783 w 225742"/>
                <a:gd name="connsiteY2" fmla="*/ 211455 h 386714"/>
                <a:gd name="connsiteX3" fmla="*/ 105728 w 225742"/>
                <a:gd name="connsiteY3" fmla="*/ 160020 h 386714"/>
                <a:gd name="connsiteX4" fmla="*/ 38100 w 225742"/>
                <a:gd name="connsiteY4" fmla="*/ 175260 h 386714"/>
                <a:gd name="connsiteX5" fmla="*/ 24765 w 225742"/>
                <a:gd name="connsiteY5" fmla="*/ 122873 h 386714"/>
                <a:gd name="connsiteX6" fmla="*/ 112395 w 225742"/>
                <a:gd name="connsiteY6" fmla="*/ 107632 h 386714"/>
                <a:gd name="connsiteX7" fmla="*/ 225743 w 225742"/>
                <a:gd name="connsiteY7" fmla="*/ 210502 h 386714"/>
                <a:gd name="connsiteX8" fmla="*/ 225743 w 225742"/>
                <a:gd name="connsiteY8" fmla="*/ 381000 h 386714"/>
                <a:gd name="connsiteX9" fmla="*/ 166688 w 225742"/>
                <a:gd name="connsiteY9" fmla="*/ 381000 h 386714"/>
                <a:gd name="connsiteX10" fmla="*/ 166688 w 225742"/>
                <a:gd name="connsiteY10" fmla="*/ 352425 h 386714"/>
                <a:gd name="connsiteX11" fmla="*/ 165735 w 225742"/>
                <a:gd name="connsiteY11" fmla="*/ 352425 h 386714"/>
                <a:gd name="connsiteX12" fmla="*/ 87630 w 225742"/>
                <a:gd name="connsiteY12" fmla="*/ 386715 h 386714"/>
                <a:gd name="connsiteX13" fmla="*/ 0 w 225742"/>
                <a:gd name="connsiteY13" fmla="*/ 301942 h 386714"/>
                <a:gd name="connsiteX14" fmla="*/ 114300 w 225742"/>
                <a:gd name="connsiteY14" fmla="*/ 215265 h 386714"/>
                <a:gd name="connsiteX15" fmla="*/ 63818 w 225742"/>
                <a:gd name="connsiteY15" fmla="*/ 72390 h 386714"/>
                <a:gd name="connsiteX16" fmla="*/ 26670 w 225742"/>
                <a:gd name="connsiteY16" fmla="*/ 36195 h 386714"/>
                <a:gd name="connsiteX17" fmla="*/ 63818 w 225742"/>
                <a:gd name="connsiteY17" fmla="*/ 0 h 386714"/>
                <a:gd name="connsiteX18" fmla="*/ 100965 w 225742"/>
                <a:gd name="connsiteY18" fmla="*/ 36195 h 386714"/>
                <a:gd name="connsiteX19" fmla="*/ 63818 w 225742"/>
                <a:gd name="connsiteY19" fmla="*/ 72390 h 386714"/>
                <a:gd name="connsiteX20" fmla="*/ 103823 w 225742"/>
                <a:gd name="connsiteY20" fmla="*/ 340042 h 386714"/>
                <a:gd name="connsiteX21" fmla="*/ 164783 w 225742"/>
                <a:gd name="connsiteY21" fmla="*/ 307658 h 386714"/>
                <a:gd name="connsiteX22" fmla="*/ 164783 w 225742"/>
                <a:gd name="connsiteY22" fmla="*/ 261938 h 386714"/>
                <a:gd name="connsiteX23" fmla="*/ 120968 w 225742"/>
                <a:gd name="connsiteY23" fmla="*/ 257175 h 386714"/>
                <a:gd name="connsiteX24" fmla="*/ 59055 w 225742"/>
                <a:gd name="connsiteY24" fmla="*/ 300990 h 386714"/>
                <a:gd name="connsiteX25" fmla="*/ 103823 w 225742"/>
                <a:gd name="connsiteY25" fmla="*/ 340042 h 386714"/>
                <a:gd name="connsiteX26" fmla="*/ 172403 w 225742"/>
                <a:gd name="connsiteY26" fmla="*/ 72390 h 386714"/>
                <a:gd name="connsiteX27" fmla="*/ 135255 w 225742"/>
                <a:gd name="connsiteY27" fmla="*/ 36195 h 386714"/>
                <a:gd name="connsiteX28" fmla="*/ 172403 w 225742"/>
                <a:gd name="connsiteY28" fmla="*/ 0 h 386714"/>
                <a:gd name="connsiteX29" fmla="*/ 209550 w 225742"/>
                <a:gd name="connsiteY29" fmla="*/ 36195 h 386714"/>
                <a:gd name="connsiteX30" fmla="*/ 172403 w 225742"/>
                <a:gd name="connsiteY30" fmla="*/ 72390 h 386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25742" h="386714">
                  <a:moveTo>
                    <a:pt x="114300" y="215265"/>
                  </a:moveTo>
                  <a:cubicBezTo>
                    <a:pt x="131445" y="215265"/>
                    <a:pt x="147638" y="216217"/>
                    <a:pt x="164783" y="220980"/>
                  </a:cubicBezTo>
                  <a:lnTo>
                    <a:pt x="164783" y="211455"/>
                  </a:lnTo>
                  <a:cubicBezTo>
                    <a:pt x="164783" y="177165"/>
                    <a:pt x="144780" y="160020"/>
                    <a:pt x="105728" y="160020"/>
                  </a:cubicBezTo>
                  <a:cubicBezTo>
                    <a:pt x="83820" y="160020"/>
                    <a:pt x="60008" y="165735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2"/>
                    <a:pt x="112395" y="107632"/>
                  </a:cubicBezTo>
                  <a:cubicBezTo>
                    <a:pt x="187643" y="107632"/>
                    <a:pt x="225743" y="142875"/>
                    <a:pt x="225743" y="210502"/>
                  </a:cubicBezTo>
                  <a:lnTo>
                    <a:pt x="225743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8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8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8" y="72390"/>
                  </a:cubicBezTo>
                  <a:close/>
                  <a:moveTo>
                    <a:pt x="103823" y="340042"/>
                  </a:moveTo>
                  <a:cubicBezTo>
                    <a:pt x="126683" y="340042"/>
                    <a:pt x="147638" y="328613"/>
                    <a:pt x="164783" y="307658"/>
                  </a:cubicBezTo>
                  <a:lnTo>
                    <a:pt x="164783" y="261938"/>
                  </a:lnTo>
                  <a:cubicBezTo>
                    <a:pt x="150495" y="258127"/>
                    <a:pt x="135255" y="257175"/>
                    <a:pt x="120968" y="257175"/>
                  </a:cubicBezTo>
                  <a:cubicBezTo>
                    <a:pt x="81915" y="257175"/>
                    <a:pt x="59055" y="272415"/>
                    <a:pt x="59055" y="300990"/>
                  </a:cubicBezTo>
                  <a:cubicBezTo>
                    <a:pt x="59055" y="324803"/>
                    <a:pt x="76200" y="340042"/>
                    <a:pt x="103823" y="340042"/>
                  </a:cubicBezTo>
                  <a:close/>
                  <a:moveTo>
                    <a:pt x="172403" y="72390"/>
                  </a:moveTo>
                  <a:cubicBezTo>
                    <a:pt x="152400" y="72390"/>
                    <a:pt x="135255" y="55245"/>
                    <a:pt x="135255" y="36195"/>
                  </a:cubicBezTo>
                  <a:cubicBezTo>
                    <a:pt x="135255" y="17145"/>
                    <a:pt x="152400" y="0"/>
                    <a:pt x="172403" y="0"/>
                  </a:cubicBezTo>
                  <a:cubicBezTo>
                    <a:pt x="192405" y="0"/>
                    <a:pt x="209550" y="17145"/>
                    <a:pt x="209550" y="36195"/>
                  </a:cubicBezTo>
                  <a:cubicBezTo>
                    <a:pt x="209550" y="56198"/>
                    <a:pt x="192405" y="72390"/>
                    <a:pt x="172403" y="723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2" name="Freihandform: Form 171">
              <a:extLst>
                <a:ext uri="{FF2B5EF4-FFF2-40B4-BE49-F238E27FC236}">
                  <a16:creationId xmlns:a16="http://schemas.microsoft.com/office/drawing/2014/main" id="{19943262-94A9-46A3-BE23-E2560BE8AF56}"/>
                </a:ext>
              </a:extLst>
            </p:cNvPr>
            <p:cNvSpPr/>
            <p:nvPr/>
          </p:nvSpPr>
          <p:spPr>
            <a:xfrm>
              <a:off x="9785984" y="2562224"/>
              <a:ext cx="165734" cy="358139"/>
            </a:xfrm>
            <a:custGeom>
              <a:avLst/>
              <a:gdLst>
                <a:gd name="connsiteX0" fmla="*/ 165735 w 165734"/>
                <a:gd name="connsiteY0" fmla="*/ 295275 h 358139"/>
                <a:gd name="connsiteX1" fmla="*/ 165735 w 165734"/>
                <a:gd name="connsiteY1" fmla="*/ 348615 h 358139"/>
                <a:gd name="connsiteX2" fmla="*/ 113347 w 165734"/>
                <a:gd name="connsiteY2" fmla="*/ 358140 h 358139"/>
                <a:gd name="connsiteX3" fmla="*/ 40957 w 165734"/>
                <a:gd name="connsiteY3" fmla="*/ 282892 h 358139"/>
                <a:gd name="connsiteX4" fmla="*/ 40957 w 165734"/>
                <a:gd name="connsiteY4" fmla="*/ 137160 h 358139"/>
                <a:gd name="connsiteX5" fmla="*/ 0 w 165734"/>
                <a:gd name="connsiteY5" fmla="*/ 137160 h 358139"/>
                <a:gd name="connsiteX6" fmla="*/ 0 w 165734"/>
                <a:gd name="connsiteY6" fmla="*/ 85725 h 358139"/>
                <a:gd name="connsiteX7" fmla="*/ 40005 w 165734"/>
                <a:gd name="connsiteY7" fmla="*/ 85725 h 358139"/>
                <a:gd name="connsiteX8" fmla="*/ 40005 w 165734"/>
                <a:gd name="connsiteY8" fmla="*/ 13335 h 358139"/>
                <a:gd name="connsiteX9" fmla="*/ 101917 w 165734"/>
                <a:gd name="connsiteY9" fmla="*/ 0 h 358139"/>
                <a:gd name="connsiteX10" fmla="*/ 101917 w 165734"/>
                <a:gd name="connsiteY10" fmla="*/ 86677 h 358139"/>
                <a:gd name="connsiteX11" fmla="*/ 165735 w 165734"/>
                <a:gd name="connsiteY11" fmla="*/ 86677 h 358139"/>
                <a:gd name="connsiteX12" fmla="*/ 165735 w 165734"/>
                <a:gd name="connsiteY12" fmla="*/ 138113 h 358139"/>
                <a:gd name="connsiteX13" fmla="*/ 101917 w 165734"/>
                <a:gd name="connsiteY13" fmla="*/ 138113 h 358139"/>
                <a:gd name="connsiteX14" fmla="*/ 101917 w 165734"/>
                <a:gd name="connsiteY14" fmla="*/ 269558 h 358139"/>
                <a:gd name="connsiteX15" fmla="*/ 130492 w 165734"/>
                <a:gd name="connsiteY15" fmla="*/ 304800 h 358139"/>
                <a:gd name="connsiteX16" fmla="*/ 165735 w 165734"/>
                <a:gd name="connsiteY16" fmla="*/ 295275 h 358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39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2423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7" y="0"/>
                  </a:lnTo>
                  <a:lnTo>
                    <a:pt x="101917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7" y="138113"/>
                  </a:lnTo>
                  <a:lnTo>
                    <a:pt x="101917" y="269558"/>
                  </a:lnTo>
                  <a:cubicBezTo>
                    <a:pt x="101917" y="294323"/>
                    <a:pt x="110490" y="304800"/>
                    <a:pt x="130492" y="304800"/>
                  </a:cubicBezTo>
                  <a:cubicBezTo>
                    <a:pt x="142875" y="303848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3" name="Freihandform: Form 172">
              <a:extLst>
                <a:ext uri="{FF2B5EF4-FFF2-40B4-BE49-F238E27FC236}">
                  <a16:creationId xmlns:a16="http://schemas.microsoft.com/office/drawing/2014/main" id="{20274D3E-3890-49F2-833D-9928CB4B7279}"/>
                </a:ext>
              </a:extLst>
            </p:cNvPr>
            <p:cNvSpPr/>
            <p:nvPr/>
          </p:nvSpPr>
          <p:spPr>
            <a:xfrm>
              <a:off x="2269806" y="3121341"/>
              <a:ext cx="359092" cy="373379"/>
            </a:xfrm>
            <a:custGeom>
              <a:avLst/>
              <a:gdLst>
                <a:gd name="connsiteX0" fmla="*/ 0 w 359092"/>
                <a:gd name="connsiteY0" fmla="*/ 0 h 373379"/>
                <a:gd name="connsiteX1" fmla="*/ 79057 w 359092"/>
                <a:gd name="connsiteY1" fmla="*/ 0 h 373379"/>
                <a:gd name="connsiteX2" fmla="*/ 180022 w 359092"/>
                <a:gd name="connsiteY2" fmla="*/ 229553 h 373379"/>
                <a:gd name="connsiteX3" fmla="*/ 180975 w 359092"/>
                <a:gd name="connsiteY3" fmla="*/ 229553 h 373379"/>
                <a:gd name="connsiteX4" fmla="*/ 279083 w 359092"/>
                <a:gd name="connsiteY4" fmla="*/ 0 h 373379"/>
                <a:gd name="connsiteX5" fmla="*/ 359093 w 359092"/>
                <a:gd name="connsiteY5" fmla="*/ 0 h 373379"/>
                <a:gd name="connsiteX6" fmla="*/ 359093 w 359092"/>
                <a:gd name="connsiteY6" fmla="*/ 368617 h 373379"/>
                <a:gd name="connsiteX7" fmla="*/ 295275 w 359092"/>
                <a:gd name="connsiteY7" fmla="*/ 368617 h 373379"/>
                <a:gd name="connsiteX8" fmla="*/ 295275 w 359092"/>
                <a:gd name="connsiteY8" fmla="*/ 114300 h 373379"/>
                <a:gd name="connsiteX9" fmla="*/ 294322 w 359092"/>
                <a:gd name="connsiteY9" fmla="*/ 114300 h 373379"/>
                <a:gd name="connsiteX10" fmla="*/ 180975 w 359092"/>
                <a:gd name="connsiteY10" fmla="*/ 373380 h 373379"/>
                <a:gd name="connsiteX11" fmla="*/ 179070 w 359092"/>
                <a:gd name="connsiteY11" fmla="*/ 373380 h 373379"/>
                <a:gd name="connsiteX12" fmla="*/ 64770 w 359092"/>
                <a:gd name="connsiteY12" fmla="*/ 114300 h 373379"/>
                <a:gd name="connsiteX13" fmla="*/ 63818 w 359092"/>
                <a:gd name="connsiteY13" fmla="*/ 114300 h 373379"/>
                <a:gd name="connsiteX14" fmla="*/ 63818 w 359092"/>
                <a:gd name="connsiteY14" fmla="*/ 368617 h 373379"/>
                <a:gd name="connsiteX15" fmla="*/ 953 w 359092"/>
                <a:gd name="connsiteY15" fmla="*/ 368617 h 373379"/>
                <a:gd name="connsiteX16" fmla="*/ 953 w 359092"/>
                <a:gd name="connsiteY16" fmla="*/ 0 h 373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59092" h="373379">
                  <a:moveTo>
                    <a:pt x="0" y="0"/>
                  </a:moveTo>
                  <a:lnTo>
                    <a:pt x="79057" y="0"/>
                  </a:lnTo>
                  <a:lnTo>
                    <a:pt x="180022" y="229553"/>
                  </a:lnTo>
                  <a:lnTo>
                    <a:pt x="180975" y="229553"/>
                  </a:lnTo>
                  <a:lnTo>
                    <a:pt x="279083" y="0"/>
                  </a:lnTo>
                  <a:lnTo>
                    <a:pt x="359093" y="0"/>
                  </a:lnTo>
                  <a:lnTo>
                    <a:pt x="359093" y="368617"/>
                  </a:lnTo>
                  <a:lnTo>
                    <a:pt x="295275" y="368617"/>
                  </a:lnTo>
                  <a:lnTo>
                    <a:pt x="295275" y="114300"/>
                  </a:lnTo>
                  <a:lnTo>
                    <a:pt x="294322" y="114300"/>
                  </a:lnTo>
                  <a:lnTo>
                    <a:pt x="180975" y="373380"/>
                  </a:lnTo>
                  <a:lnTo>
                    <a:pt x="179070" y="373380"/>
                  </a:lnTo>
                  <a:lnTo>
                    <a:pt x="64770" y="114300"/>
                  </a:lnTo>
                  <a:lnTo>
                    <a:pt x="63818" y="114300"/>
                  </a:lnTo>
                  <a:lnTo>
                    <a:pt x="63818" y="368617"/>
                  </a:lnTo>
                  <a:lnTo>
                    <a:pt x="953" y="368617"/>
                  </a:lnTo>
                  <a:lnTo>
                    <a:pt x="95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4" name="Freihandform: Form 173">
              <a:extLst>
                <a:ext uri="{FF2B5EF4-FFF2-40B4-BE49-F238E27FC236}">
                  <a16:creationId xmlns:a16="http://schemas.microsoft.com/office/drawing/2014/main" id="{F5DE667E-B935-4405-BC8C-F21A4C493E94}"/>
                </a:ext>
              </a:extLst>
            </p:cNvPr>
            <p:cNvSpPr/>
            <p:nvPr/>
          </p:nvSpPr>
          <p:spPr>
            <a:xfrm>
              <a:off x="2702241" y="3217544"/>
              <a:ext cx="242887" cy="279082"/>
            </a:xfrm>
            <a:custGeom>
              <a:avLst/>
              <a:gdLst>
                <a:gd name="connsiteX0" fmla="*/ 132398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8 w 242887"/>
                <a:gd name="connsiteY6" fmla="*/ 225742 h 279082"/>
                <a:gd name="connsiteX7" fmla="*/ 198120 w 242887"/>
                <a:gd name="connsiteY7" fmla="*/ 194310 h 279082"/>
                <a:gd name="connsiteX8" fmla="*/ 237173 w 242887"/>
                <a:gd name="connsiteY8" fmla="*/ 235267 h 279082"/>
                <a:gd name="connsiteX9" fmla="*/ 132398 w 242887"/>
                <a:gd name="connsiteY9" fmla="*/ 279083 h 279082"/>
                <a:gd name="connsiteX10" fmla="*/ 62865 w 242887"/>
                <a:gd name="connsiteY10" fmla="*/ 115252 h 279082"/>
                <a:gd name="connsiteX11" fmla="*/ 183833 w 242887"/>
                <a:gd name="connsiteY11" fmla="*/ 115252 h 279082"/>
                <a:gd name="connsiteX12" fmla="*/ 124778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3" y="201930"/>
                    <a:pt x="94298" y="225742"/>
                    <a:pt x="132398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3" y="235267"/>
                  </a:lnTo>
                  <a:cubicBezTo>
                    <a:pt x="206693" y="264795"/>
                    <a:pt x="172403" y="279083"/>
                    <a:pt x="132398" y="279083"/>
                  </a:cubicBezTo>
                  <a:close/>
                  <a:moveTo>
                    <a:pt x="62865" y="115252"/>
                  </a:moveTo>
                  <a:lnTo>
                    <a:pt x="183833" y="115252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89535" y="50482"/>
                    <a:pt x="67628" y="74295"/>
                    <a:pt x="62865" y="115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5" name="Freihandform: Form 174">
              <a:extLst>
                <a:ext uri="{FF2B5EF4-FFF2-40B4-BE49-F238E27FC236}">
                  <a16:creationId xmlns:a16="http://schemas.microsoft.com/office/drawing/2014/main" id="{D2928E97-2746-4149-BAE5-4AE6B968646B}"/>
                </a:ext>
              </a:extLst>
            </p:cNvPr>
            <p:cNvSpPr/>
            <p:nvPr/>
          </p:nvSpPr>
          <p:spPr>
            <a:xfrm>
              <a:off x="3000374" y="3101339"/>
              <a:ext cx="248602" cy="396239"/>
            </a:xfrm>
            <a:custGeom>
              <a:avLst/>
              <a:gdLst>
                <a:gd name="connsiteX0" fmla="*/ 0 w 248602"/>
                <a:gd name="connsiteY0" fmla="*/ 255270 h 396239"/>
                <a:gd name="connsiteX1" fmla="*/ 108585 w 248602"/>
                <a:gd name="connsiteY1" fmla="*/ 116205 h 396239"/>
                <a:gd name="connsiteX2" fmla="*/ 185738 w 248602"/>
                <a:gd name="connsiteY2" fmla="*/ 152400 h 396239"/>
                <a:gd name="connsiteX3" fmla="*/ 186690 w 248602"/>
                <a:gd name="connsiteY3" fmla="*/ 152400 h 396239"/>
                <a:gd name="connsiteX4" fmla="*/ 186690 w 248602"/>
                <a:gd name="connsiteY4" fmla="*/ 15240 h 396239"/>
                <a:gd name="connsiteX5" fmla="*/ 248603 w 248602"/>
                <a:gd name="connsiteY5" fmla="*/ 0 h 396239"/>
                <a:gd name="connsiteX6" fmla="*/ 248603 w 248602"/>
                <a:gd name="connsiteY6" fmla="*/ 389573 h 396239"/>
                <a:gd name="connsiteX7" fmla="*/ 187642 w 248602"/>
                <a:gd name="connsiteY7" fmla="*/ 389573 h 396239"/>
                <a:gd name="connsiteX8" fmla="*/ 187642 w 248602"/>
                <a:gd name="connsiteY8" fmla="*/ 358140 h 396239"/>
                <a:gd name="connsiteX9" fmla="*/ 186690 w 248602"/>
                <a:gd name="connsiteY9" fmla="*/ 358140 h 396239"/>
                <a:gd name="connsiteX10" fmla="*/ 106680 w 248602"/>
                <a:gd name="connsiteY10" fmla="*/ 396240 h 396239"/>
                <a:gd name="connsiteX11" fmla="*/ 0 w 248602"/>
                <a:gd name="connsiteY11" fmla="*/ 255270 h 396239"/>
                <a:gd name="connsiteX12" fmla="*/ 61913 w 248602"/>
                <a:gd name="connsiteY12" fmla="*/ 255270 h 396239"/>
                <a:gd name="connsiteX13" fmla="*/ 123825 w 248602"/>
                <a:gd name="connsiteY13" fmla="*/ 340995 h 396239"/>
                <a:gd name="connsiteX14" fmla="*/ 187642 w 248602"/>
                <a:gd name="connsiteY14" fmla="*/ 305753 h 396239"/>
                <a:gd name="connsiteX15" fmla="*/ 187642 w 248602"/>
                <a:gd name="connsiteY15" fmla="*/ 208598 h 396239"/>
                <a:gd name="connsiteX16" fmla="*/ 123825 w 248602"/>
                <a:gd name="connsiteY16" fmla="*/ 173355 h 396239"/>
                <a:gd name="connsiteX17" fmla="*/ 61913 w 248602"/>
                <a:gd name="connsiteY17" fmla="*/ 255270 h 39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8602" h="396239">
                  <a:moveTo>
                    <a:pt x="0" y="255270"/>
                  </a:moveTo>
                  <a:cubicBezTo>
                    <a:pt x="0" y="169545"/>
                    <a:pt x="43815" y="116205"/>
                    <a:pt x="108585" y="116205"/>
                  </a:cubicBezTo>
                  <a:cubicBezTo>
                    <a:pt x="141922" y="116205"/>
                    <a:pt x="168592" y="130493"/>
                    <a:pt x="185738" y="152400"/>
                  </a:cubicBezTo>
                  <a:lnTo>
                    <a:pt x="186690" y="152400"/>
                  </a:lnTo>
                  <a:lnTo>
                    <a:pt x="186690" y="15240"/>
                  </a:lnTo>
                  <a:lnTo>
                    <a:pt x="248603" y="0"/>
                  </a:lnTo>
                  <a:lnTo>
                    <a:pt x="248603" y="389573"/>
                  </a:lnTo>
                  <a:lnTo>
                    <a:pt x="187642" y="389573"/>
                  </a:lnTo>
                  <a:lnTo>
                    <a:pt x="187642" y="358140"/>
                  </a:lnTo>
                  <a:lnTo>
                    <a:pt x="186690" y="358140"/>
                  </a:lnTo>
                  <a:cubicBezTo>
                    <a:pt x="167640" y="381953"/>
                    <a:pt x="140017" y="396240"/>
                    <a:pt x="106680" y="396240"/>
                  </a:cubicBezTo>
                  <a:cubicBezTo>
                    <a:pt x="43815" y="395288"/>
                    <a:pt x="0" y="340995"/>
                    <a:pt x="0" y="255270"/>
                  </a:cubicBezTo>
                  <a:close/>
                  <a:moveTo>
                    <a:pt x="61913" y="255270"/>
                  </a:moveTo>
                  <a:cubicBezTo>
                    <a:pt x="61913" y="309563"/>
                    <a:pt x="84772" y="340995"/>
                    <a:pt x="123825" y="340995"/>
                  </a:cubicBezTo>
                  <a:cubicBezTo>
                    <a:pt x="147638" y="340995"/>
                    <a:pt x="167640" y="329565"/>
                    <a:pt x="187642" y="305753"/>
                  </a:cubicBezTo>
                  <a:lnTo>
                    <a:pt x="187642" y="208598"/>
                  </a:lnTo>
                  <a:cubicBezTo>
                    <a:pt x="169545" y="184785"/>
                    <a:pt x="149542" y="173355"/>
                    <a:pt x="123825" y="173355"/>
                  </a:cubicBezTo>
                  <a:cubicBezTo>
                    <a:pt x="82867" y="172402"/>
                    <a:pt x="61913" y="201930"/>
                    <a:pt x="61913" y="2552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6" name="Freihandform: Form 175">
              <a:extLst>
                <a:ext uri="{FF2B5EF4-FFF2-40B4-BE49-F238E27FC236}">
                  <a16:creationId xmlns:a16="http://schemas.microsoft.com/office/drawing/2014/main" id="{91513253-1B85-4489-B643-D8AEDC610F81}"/>
                </a:ext>
              </a:extLst>
            </p:cNvPr>
            <p:cNvSpPr/>
            <p:nvPr/>
          </p:nvSpPr>
          <p:spPr>
            <a:xfrm>
              <a:off x="3323271" y="3105149"/>
              <a:ext cx="79057" cy="384809"/>
            </a:xfrm>
            <a:custGeom>
              <a:avLst/>
              <a:gdLst>
                <a:gd name="connsiteX0" fmla="*/ 79058 w 79057"/>
                <a:gd name="connsiteY0" fmla="*/ 38100 h 384809"/>
                <a:gd name="connsiteX1" fmla="*/ 39053 w 79057"/>
                <a:gd name="connsiteY1" fmla="*/ 76200 h 384809"/>
                <a:gd name="connsiteX2" fmla="*/ 0 w 79057"/>
                <a:gd name="connsiteY2" fmla="*/ 38100 h 384809"/>
                <a:gd name="connsiteX3" fmla="*/ 39053 w 79057"/>
                <a:gd name="connsiteY3" fmla="*/ 0 h 384809"/>
                <a:gd name="connsiteX4" fmla="*/ 79058 w 79057"/>
                <a:gd name="connsiteY4" fmla="*/ 38100 h 384809"/>
                <a:gd name="connsiteX5" fmla="*/ 70485 w 79057"/>
                <a:gd name="connsiteY5" fmla="*/ 384810 h 384809"/>
                <a:gd name="connsiteX6" fmla="*/ 8573 w 79057"/>
                <a:gd name="connsiteY6" fmla="*/ 384810 h 384809"/>
                <a:gd name="connsiteX7" fmla="*/ 8573 w 79057"/>
                <a:gd name="connsiteY7" fmla="*/ 118110 h 384809"/>
                <a:gd name="connsiteX8" fmla="*/ 70485 w 79057"/>
                <a:gd name="connsiteY8" fmla="*/ 118110 h 384809"/>
                <a:gd name="connsiteX9" fmla="*/ 70485 w 79057"/>
                <a:gd name="connsiteY9" fmla="*/ 384810 h 384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09">
                  <a:moveTo>
                    <a:pt x="79058" y="38100"/>
                  </a:moveTo>
                  <a:cubicBezTo>
                    <a:pt x="79058" y="60008"/>
                    <a:pt x="60960" y="76200"/>
                    <a:pt x="39053" y="76200"/>
                  </a:cubicBezTo>
                  <a:cubicBezTo>
                    <a:pt x="17145" y="76200"/>
                    <a:pt x="0" y="60008"/>
                    <a:pt x="0" y="38100"/>
                  </a:cubicBezTo>
                  <a:cubicBezTo>
                    <a:pt x="0" y="16192"/>
                    <a:pt x="18098" y="0"/>
                    <a:pt x="39053" y="0"/>
                  </a:cubicBezTo>
                  <a:cubicBezTo>
                    <a:pt x="60960" y="0"/>
                    <a:pt x="79058" y="16192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7" name="Freihandform: Form 176">
              <a:extLst>
                <a:ext uri="{FF2B5EF4-FFF2-40B4-BE49-F238E27FC236}">
                  <a16:creationId xmlns:a16="http://schemas.microsoft.com/office/drawing/2014/main" id="{C9291906-37D9-44EE-8FC6-C09841BC0716}"/>
                </a:ext>
              </a:extLst>
            </p:cNvPr>
            <p:cNvSpPr/>
            <p:nvPr/>
          </p:nvSpPr>
          <p:spPr>
            <a:xfrm>
              <a:off x="3455669" y="3224212"/>
              <a:ext cx="211454" cy="265747"/>
            </a:xfrm>
            <a:custGeom>
              <a:avLst/>
              <a:gdLst>
                <a:gd name="connsiteX0" fmla="*/ 210502 w 211454"/>
                <a:gd name="connsiteY0" fmla="*/ 265747 h 265747"/>
                <a:gd name="connsiteX1" fmla="*/ 0 w 211454"/>
                <a:gd name="connsiteY1" fmla="*/ 265747 h 265747"/>
                <a:gd name="connsiteX2" fmla="*/ 0 w 211454"/>
                <a:gd name="connsiteY2" fmla="*/ 212408 h 265747"/>
                <a:gd name="connsiteX3" fmla="*/ 133350 w 211454"/>
                <a:gd name="connsiteY3" fmla="*/ 52388 h 265747"/>
                <a:gd name="connsiteX4" fmla="*/ 8572 w 211454"/>
                <a:gd name="connsiteY4" fmla="*/ 52388 h 265747"/>
                <a:gd name="connsiteX5" fmla="*/ 8572 w 211454"/>
                <a:gd name="connsiteY5" fmla="*/ 0 h 265747"/>
                <a:gd name="connsiteX6" fmla="*/ 209550 w 211454"/>
                <a:gd name="connsiteY6" fmla="*/ 0 h 265747"/>
                <a:gd name="connsiteX7" fmla="*/ 209550 w 211454"/>
                <a:gd name="connsiteY7" fmla="*/ 53340 h 265747"/>
                <a:gd name="connsiteX8" fmla="*/ 76200 w 211454"/>
                <a:gd name="connsiteY8" fmla="*/ 213360 h 265747"/>
                <a:gd name="connsiteX9" fmla="*/ 211455 w 211454"/>
                <a:gd name="connsiteY9" fmla="*/ 213360 h 265747"/>
                <a:gd name="connsiteX10" fmla="*/ 211455 w 211454"/>
                <a:gd name="connsiteY10" fmla="*/ 265747 h 26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11454" h="265747">
                  <a:moveTo>
                    <a:pt x="210502" y="265747"/>
                  </a:moveTo>
                  <a:lnTo>
                    <a:pt x="0" y="265747"/>
                  </a:lnTo>
                  <a:lnTo>
                    <a:pt x="0" y="212408"/>
                  </a:lnTo>
                  <a:lnTo>
                    <a:pt x="133350" y="52388"/>
                  </a:lnTo>
                  <a:lnTo>
                    <a:pt x="8572" y="52388"/>
                  </a:lnTo>
                  <a:lnTo>
                    <a:pt x="8572" y="0"/>
                  </a:lnTo>
                  <a:lnTo>
                    <a:pt x="209550" y="0"/>
                  </a:lnTo>
                  <a:lnTo>
                    <a:pt x="209550" y="53340"/>
                  </a:lnTo>
                  <a:lnTo>
                    <a:pt x="76200" y="213360"/>
                  </a:lnTo>
                  <a:lnTo>
                    <a:pt x="211455" y="213360"/>
                  </a:lnTo>
                  <a:lnTo>
                    <a:pt x="211455" y="26574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8" name="Freihandform: Form 177">
              <a:extLst>
                <a:ext uri="{FF2B5EF4-FFF2-40B4-BE49-F238E27FC236}">
                  <a16:creationId xmlns:a16="http://schemas.microsoft.com/office/drawing/2014/main" id="{DDE2B0C2-A6C9-4D64-A0F0-54264B64D1FB}"/>
                </a:ext>
              </a:extLst>
            </p:cNvPr>
            <p:cNvSpPr/>
            <p:nvPr/>
          </p:nvSpPr>
          <p:spPr>
            <a:xfrm>
              <a:off x="3722369" y="3105149"/>
              <a:ext cx="79057" cy="384809"/>
            </a:xfrm>
            <a:custGeom>
              <a:avLst/>
              <a:gdLst>
                <a:gd name="connsiteX0" fmla="*/ 79058 w 79057"/>
                <a:gd name="connsiteY0" fmla="*/ 38100 h 384809"/>
                <a:gd name="connsiteX1" fmla="*/ 39052 w 79057"/>
                <a:gd name="connsiteY1" fmla="*/ 76200 h 384809"/>
                <a:gd name="connsiteX2" fmla="*/ 0 w 79057"/>
                <a:gd name="connsiteY2" fmla="*/ 38100 h 384809"/>
                <a:gd name="connsiteX3" fmla="*/ 39052 w 79057"/>
                <a:gd name="connsiteY3" fmla="*/ 0 h 384809"/>
                <a:gd name="connsiteX4" fmla="*/ 79058 w 79057"/>
                <a:gd name="connsiteY4" fmla="*/ 38100 h 384809"/>
                <a:gd name="connsiteX5" fmla="*/ 70485 w 79057"/>
                <a:gd name="connsiteY5" fmla="*/ 384810 h 384809"/>
                <a:gd name="connsiteX6" fmla="*/ 8572 w 79057"/>
                <a:gd name="connsiteY6" fmla="*/ 384810 h 384809"/>
                <a:gd name="connsiteX7" fmla="*/ 8572 w 79057"/>
                <a:gd name="connsiteY7" fmla="*/ 118110 h 384809"/>
                <a:gd name="connsiteX8" fmla="*/ 70485 w 79057"/>
                <a:gd name="connsiteY8" fmla="*/ 118110 h 384809"/>
                <a:gd name="connsiteX9" fmla="*/ 70485 w 79057"/>
                <a:gd name="connsiteY9" fmla="*/ 384810 h 384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09">
                  <a:moveTo>
                    <a:pt x="79058" y="38100"/>
                  </a:moveTo>
                  <a:cubicBezTo>
                    <a:pt x="79058" y="60008"/>
                    <a:pt x="60960" y="76200"/>
                    <a:pt x="39052" y="76200"/>
                  </a:cubicBezTo>
                  <a:cubicBezTo>
                    <a:pt x="17145" y="76200"/>
                    <a:pt x="0" y="60008"/>
                    <a:pt x="0" y="38100"/>
                  </a:cubicBezTo>
                  <a:cubicBezTo>
                    <a:pt x="0" y="16192"/>
                    <a:pt x="18097" y="0"/>
                    <a:pt x="39052" y="0"/>
                  </a:cubicBezTo>
                  <a:cubicBezTo>
                    <a:pt x="60960" y="0"/>
                    <a:pt x="79058" y="16192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2" y="384810"/>
                  </a:lnTo>
                  <a:lnTo>
                    <a:pt x="8572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9" name="Freihandform: Form 178">
              <a:extLst>
                <a:ext uri="{FF2B5EF4-FFF2-40B4-BE49-F238E27FC236}">
                  <a16:creationId xmlns:a16="http://schemas.microsoft.com/office/drawing/2014/main" id="{E9CDB743-2203-45F3-9005-B6A6BEE56E6A}"/>
                </a:ext>
              </a:extLst>
            </p:cNvPr>
            <p:cNvSpPr/>
            <p:nvPr/>
          </p:nvSpPr>
          <p:spPr>
            <a:xfrm>
              <a:off x="3875721" y="3217544"/>
              <a:ext cx="228600" cy="273367"/>
            </a:xfrm>
            <a:custGeom>
              <a:avLst/>
              <a:gdLst>
                <a:gd name="connsiteX0" fmla="*/ 228600 w 228600"/>
                <a:gd name="connsiteY0" fmla="*/ 272415 h 273367"/>
                <a:gd name="connsiteX1" fmla="*/ 166688 w 228600"/>
                <a:gd name="connsiteY1" fmla="*/ 272415 h 273367"/>
                <a:gd name="connsiteX2" fmla="*/ 166688 w 228600"/>
                <a:gd name="connsiteY2" fmla="*/ 120015 h 273367"/>
                <a:gd name="connsiteX3" fmla="*/ 117158 w 228600"/>
                <a:gd name="connsiteY3" fmla="*/ 55245 h 273367"/>
                <a:gd name="connsiteX4" fmla="*/ 61913 w 228600"/>
                <a:gd name="connsiteY4" fmla="*/ 120015 h 273367"/>
                <a:gd name="connsiteX5" fmla="*/ 61913 w 228600"/>
                <a:gd name="connsiteY5" fmla="*/ 273367 h 273367"/>
                <a:gd name="connsiteX6" fmla="*/ 0 w 228600"/>
                <a:gd name="connsiteY6" fmla="*/ 273367 h 273367"/>
                <a:gd name="connsiteX7" fmla="*/ 0 w 228600"/>
                <a:gd name="connsiteY7" fmla="*/ 6667 h 273367"/>
                <a:gd name="connsiteX8" fmla="*/ 61913 w 228600"/>
                <a:gd name="connsiteY8" fmla="*/ 6667 h 273367"/>
                <a:gd name="connsiteX9" fmla="*/ 61913 w 228600"/>
                <a:gd name="connsiteY9" fmla="*/ 39052 h 273367"/>
                <a:gd name="connsiteX10" fmla="*/ 62865 w 228600"/>
                <a:gd name="connsiteY10" fmla="*/ 39052 h 273367"/>
                <a:gd name="connsiteX11" fmla="*/ 140970 w 228600"/>
                <a:gd name="connsiteY11" fmla="*/ 0 h 273367"/>
                <a:gd name="connsiteX12" fmla="*/ 228600 w 228600"/>
                <a:gd name="connsiteY12" fmla="*/ 107633 h 273367"/>
                <a:gd name="connsiteX13" fmla="*/ 228600 w 228600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8" y="55245"/>
                    <a:pt x="117158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7"/>
                  </a:lnTo>
                  <a:lnTo>
                    <a:pt x="0" y="273367"/>
                  </a:lnTo>
                  <a:lnTo>
                    <a:pt x="0" y="6667"/>
                  </a:lnTo>
                  <a:lnTo>
                    <a:pt x="61913" y="6667"/>
                  </a:lnTo>
                  <a:lnTo>
                    <a:pt x="61913" y="39052"/>
                  </a:lnTo>
                  <a:lnTo>
                    <a:pt x="62865" y="39052"/>
                  </a:lnTo>
                  <a:cubicBezTo>
                    <a:pt x="78105" y="15240"/>
                    <a:pt x="106680" y="0"/>
                    <a:pt x="140970" y="0"/>
                  </a:cubicBezTo>
                  <a:cubicBezTo>
                    <a:pt x="201930" y="0"/>
                    <a:pt x="228600" y="44767"/>
                    <a:pt x="228600" y="107633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0" name="Freihandform: Form 179">
              <a:extLst>
                <a:ext uri="{FF2B5EF4-FFF2-40B4-BE49-F238E27FC236}">
                  <a16:creationId xmlns:a16="http://schemas.microsoft.com/office/drawing/2014/main" id="{A665084F-7B62-4FA3-819D-F0DD52EE3BC9}"/>
                </a:ext>
              </a:extLst>
            </p:cNvPr>
            <p:cNvSpPr/>
            <p:nvPr/>
          </p:nvSpPr>
          <p:spPr>
            <a:xfrm>
              <a:off x="4173854" y="3105149"/>
              <a:ext cx="79057" cy="384809"/>
            </a:xfrm>
            <a:custGeom>
              <a:avLst/>
              <a:gdLst>
                <a:gd name="connsiteX0" fmla="*/ 79058 w 79057"/>
                <a:gd name="connsiteY0" fmla="*/ 38100 h 384809"/>
                <a:gd name="connsiteX1" fmla="*/ 39053 w 79057"/>
                <a:gd name="connsiteY1" fmla="*/ 76200 h 384809"/>
                <a:gd name="connsiteX2" fmla="*/ 0 w 79057"/>
                <a:gd name="connsiteY2" fmla="*/ 38100 h 384809"/>
                <a:gd name="connsiteX3" fmla="*/ 39053 w 79057"/>
                <a:gd name="connsiteY3" fmla="*/ 0 h 384809"/>
                <a:gd name="connsiteX4" fmla="*/ 79058 w 79057"/>
                <a:gd name="connsiteY4" fmla="*/ 38100 h 384809"/>
                <a:gd name="connsiteX5" fmla="*/ 71438 w 79057"/>
                <a:gd name="connsiteY5" fmla="*/ 384810 h 384809"/>
                <a:gd name="connsiteX6" fmla="*/ 9525 w 79057"/>
                <a:gd name="connsiteY6" fmla="*/ 384810 h 384809"/>
                <a:gd name="connsiteX7" fmla="*/ 9525 w 79057"/>
                <a:gd name="connsiteY7" fmla="*/ 118110 h 384809"/>
                <a:gd name="connsiteX8" fmla="*/ 71438 w 79057"/>
                <a:gd name="connsiteY8" fmla="*/ 118110 h 384809"/>
                <a:gd name="connsiteX9" fmla="*/ 71438 w 79057"/>
                <a:gd name="connsiteY9" fmla="*/ 384810 h 384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09">
                  <a:moveTo>
                    <a:pt x="79058" y="38100"/>
                  </a:moveTo>
                  <a:cubicBezTo>
                    <a:pt x="79058" y="60008"/>
                    <a:pt x="60960" y="76200"/>
                    <a:pt x="39053" y="76200"/>
                  </a:cubicBezTo>
                  <a:cubicBezTo>
                    <a:pt x="17145" y="76200"/>
                    <a:pt x="0" y="60008"/>
                    <a:pt x="0" y="38100"/>
                  </a:cubicBezTo>
                  <a:cubicBezTo>
                    <a:pt x="0" y="16192"/>
                    <a:pt x="18098" y="0"/>
                    <a:pt x="39053" y="0"/>
                  </a:cubicBezTo>
                  <a:cubicBezTo>
                    <a:pt x="61913" y="0"/>
                    <a:pt x="79058" y="16192"/>
                    <a:pt x="79058" y="38100"/>
                  </a:cubicBezTo>
                  <a:close/>
                  <a:moveTo>
                    <a:pt x="71438" y="384810"/>
                  </a:moveTo>
                  <a:lnTo>
                    <a:pt x="9525" y="384810"/>
                  </a:lnTo>
                  <a:lnTo>
                    <a:pt x="9525" y="118110"/>
                  </a:lnTo>
                  <a:lnTo>
                    <a:pt x="71438" y="118110"/>
                  </a:lnTo>
                  <a:lnTo>
                    <a:pt x="71438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1" name="Freihandform: Form 180">
              <a:extLst>
                <a:ext uri="{FF2B5EF4-FFF2-40B4-BE49-F238E27FC236}">
                  <a16:creationId xmlns:a16="http://schemas.microsoft.com/office/drawing/2014/main" id="{71ED3F01-F23A-42F0-B153-318BBE6AD2DC}"/>
                </a:ext>
              </a:extLst>
            </p:cNvPr>
            <p:cNvSpPr/>
            <p:nvPr/>
          </p:nvSpPr>
          <p:spPr>
            <a:xfrm>
              <a:off x="4302442" y="3216591"/>
              <a:ext cx="205739" cy="280035"/>
            </a:xfrm>
            <a:custGeom>
              <a:avLst/>
              <a:gdLst>
                <a:gd name="connsiteX0" fmla="*/ 29527 w 205739"/>
                <a:gd name="connsiteY0" fmla="*/ 198120 h 280035"/>
                <a:gd name="connsiteX1" fmla="*/ 104775 w 205739"/>
                <a:gd name="connsiteY1" fmla="*/ 227648 h 280035"/>
                <a:gd name="connsiteX2" fmla="*/ 143827 w 205739"/>
                <a:gd name="connsiteY2" fmla="*/ 200978 h 280035"/>
                <a:gd name="connsiteX3" fmla="*/ 10477 w 205739"/>
                <a:gd name="connsiteY3" fmla="*/ 82868 h 280035"/>
                <a:gd name="connsiteX4" fmla="*/ 111442 w 205739"/>
                <a:gd name="connsiteY4" fmla="*/ 0 h 280035"/>
                <a:gd name="connsiteX5" fmla="*/ 203835 w 205739"/>
                <a:gd name="connsiteY5" fmla="*/ 27623 h 280035"/>
                <a:gd name="connsiteX6" fmla="*/ 174307 w 205739"/>
                <a:gd name="connsiteY6" fmla="*/ 76200 h 280035"/>
                <a:gd name="connsiteX7" fmla="*/ 110490 w 205739"/>
                <a:gd name="connsiteY7" fmla="*/ 52388 h 280035"/>
                <a:gd name="connsiteX8" fmla="*/ 72390 w 205739"/>
                <a:gd name="connsiteY8" fmla="*/ 77153 h 280035"/>
                <a:gd name="connsiteX9" fmla="*/ 205740 w 205739"/>
                <a:gd name="connsiteY9" fmla="*/ 195263 h 280035"/>
                <a:gd name="connsiteX10" fmla="*/ 102870 w 205739"/>
                <a:gd name="connsiteY10" fmla="*/ 280035 h 280035"/>
                <a:gd name="connsiteX11" fmla="*/ 0 w 205739"/>
                <a:gd name="connsiteY11" fmla="*/ 247650 h 280035"/>
                <a:gd name="connsiteX12" fmla="*/ 29527 w 205739"/>
                <a:gd name="connsiteY12" fmla="*/ 198120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39" h="280035">
                  <a:moveTo>
                    <a:pt x="29527" y="198120"/>
                  </a:moveTo>
                  <a:cubicBezTo>
                    <a:pt x="56197" y="218123"/>
                    <a:pt x="80963" y="227648"/>
                    <a:pt x="104775" y="227648"/>
                  </a:cubicBezTo>
                  <a:cubicBezTo>
                    <a:pt x="127635" y="227648"/>
                    <a:pt x="143827" y="217170"/>
                    <a:pt x="143827" y="200978"/>
                  </a:cubicBezTo>
                  <a:cubicBezTo>
                    <a:pt x="143827" y="155258"/>
                    <a:pt x="10477" y="171450"/>
                    <a:pt x="10477" y="82868"/>
                  </a:cubicBezTo>
                  <a:cubicBezTo>
                    <a:pt x="10477" y="33338"/>
                    <a:pt x="51435" y="0"/>
                    <a:pt x="111442" y="0"/>
                  </a:cubicBezTo>
                  <a:cubicBezTo>
                    <a:pt x="143827" y="0"/>
                    <a:pt x="175260" y="9525"/>
                    <a:pt x="203835" y="27623"/>
                  </a:cubicBezTo>
                  <a:lnTo>
                    <a:pt x="174307" y="76200"/>
                  </a:lnTo>
                  <a:cubicBezTo>
                    <a:pt x="151447" y="60960"/>
                    <a:pt x="130492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2" y="280035"/>
                    <a:pt x="102870" y="280035"/>
                  </a:cubicBezTo>
                  <a:cubicBezTo>
                    <a:pt x="67627" y="280035"/>
                    <a:pt x="31432" y="268605"/>
                    <a:pt x="0" y="247650"/>
                  </a:cubicBezTo>
                  <a:lnTo>
                    <a:pt x="29527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2" name="Freihandform: Form 181">
              <a:extLst>
                <a:ext uri="{FF2B5EF4-FFF2-40B4-BE49-F238E27FC236}">
                  <a16:creationId xmlns:a16="http://schemas.microsoft.com/office/drawing/2014/main" id="{EDEAA916-72EC-431E-BC57-9F297CC81456}"/>
                </a:ext>
              </a:extLst>
            </p:cNvPr>
            <p:cNvSpPr/>
            <p:nvPr/>
          </p:nvSpPr>
          <p:spPr>
            <a:xfrm>
              <a:off x="4558664" y="3216591"/>
              <a:ext cx="224790" cy="280035"/>
            </a:xfrm>
            <a:custGeom>
              <a:avLst/>
              <a:gdLst>
                <a:gd name="connsiteX0" fmla="*/ 222885 w 224790"/>
                <a:gd name="connsiteY0" fmla="*/ 237173 h 280035"/>
                <a:gd name="connsiteX1" fmla="*/ 127635 w 224790"/>
                <a:gd name="connsiteY1" fmla="*/ 280035 h 280035"/>
                <a:gd name="connsiteX2" fmla="*/ 0 w 224790"/>
                <a:gd name="connsiteY2" fmla="*/ 140970 h 280035"/>
                <a:gd name="connsiteX3" fmla="*/ 128588 w 224790"/>
                <a:gd name="connsiteY3" fmla="*/ 0 h 280035"/>
                <a:gd name="connsiteX4" fmla="*/ 224790 w 224790"/>
                <a:gd name="connsiteY4" fmla="*/ 45720 h 280035"/>
                <a:gd name="connsiteX5" fmla="*/ 181928 w 224790"/>
                <a:gd name="connsiteY5" fmla="*/ 86678 h 280035"/>
                <a:gd name="connsiteX6" fmla="*/ 128588 w 224790"/>
                <a:gd name="connsiteY6" fmla="*/ 57150 h 280035"/>
                <a:gd name="connsiteX7" fmla="*/ 62865 w 224790"/>
                <a:gd name="connsiteY7" fmla="*/ 140017 h 280035"/>
                <a:gd name="connsiteX8" fmla="*/ 128588 w 224790"/>
                <a:gd name="connsiteY8" fmla="*/ 222885 h 280035"/>
                <a:gd name="connsiteX9" fmla="*/ 183832 w 224790"/>
                <a:gd name="connsiteY9" fmla="*/ 193358 h 280035"/>
                <a:gd name="connsiteX10" fmla="*/ 222885 w 224790"/>
                <a:gd name="connsiteY10" fmla="*/ 237173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90" h="280035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6688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2" y="193358"/>
                  </a:cubicBezTo>
                  <a:lnTo>
                    <a:pt x="222885" y="2371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3" name="Freihandform: Form 182">
              <a:extLst>
                <a:ext uri="{FF2B5EF4-FFF2-40B4-BE49-F238E27FC236}">
                  <a16:creationId xmlns:a16="http://schemas.microsoft.com/office/drawing/2014/main" id="{CFC34AFA-C448-4AD5-8BB2-A737A249D9CF}"/>
                </a:ext>
              </a:extLst>
            </p:cNvPr>
            <p:cNvSpPr/>
            <p:nvPr/>
          </p:nvSpPr>
          <p:spPr>
            <a:xfrm>
              <a:off x="4837746" y="3101339"/>
              <a:ext cx="228600" cy="389572"/>
            </a:xfrm>
            <a:custGeom>
              <a:avLst/>
              <a:gdLst>
                <a:gd name="connsiteX0" fmla="*/ 228600 w 228600"/>
                <a:gd name="connsiteY0" fmla="*/ 388620 h 389572"/>
                <a:gd name="connsiteX1" fmla="*/ 166688 w 228600"/>
                <a:gd name="connsiteY1" fmla="*/ 388620 h 389572"/>
                <a:gd name="connsiteX2" fmla="*/ 166688 w 228600"/>
                <a:gd name="connsiteY2" fmla="*/ 236220 h 389572"/>
                <a:gd name="connsiteX3" fmla="*/ 117158 w 228600"/>
                <a:gd name="connsiteY3" fmla="*/ 171450 h 389572"/>
                <a:gd name="connsiteX4" fmla="*/ 61913 w 228600"/>
                <a:gd name="connsiteY4" fmla="*/ 236220 h 389572"/>
                <a:gd name="connsiteX5" fmla="*/ 61913 w 228600"/>
                <a:gd name="connsiteY5" fmla="*/ 389573 h 389572"/>
                <a:gd name="connsiteX6" fmla="*/ 0 w 228600"/>
                <a:gd name="connsiteY6" fmla="*/ 389573 h 389572"/>
                <a:gd name="connsiteX7" fmla="*/ 0 w 228600"/>
                <a:gd name="connsiteY7" fmla="*/ 15240 h 389572"/>
                <a:gd name="connsiteX8" fmla="*/ 61913 w 228600"/>
                <a:gd name="connsiteY8" fmla="*/ 0 h 389572"/>
                <a:gd name="connsiteX9" fmla="*/ 61913 w 228600"/>
                <a:gd name="connsiteY9" fmla="*/ 155258 h 389572"/>
                <a:gd name="connsiteX10" fmla="*/ 62865 w 228600"/>
                <a:gd name="connsiteY10" fmla="*/ 155258 h 389572"/>
                <a:gd name="connsiteX11" fmla="*/ 140970 w 228600"/>
                <a:gd name="connsiteY11" fmla="*/ 116205 h 389572"/>
                <a:gd name="connsiteX12" fmla="*/ 228600 w 228600"/>
                <a:gd name="connsiteY12" fmla="*/ 223838 h 389572"/>
                <a:gd name="connsiteX13" fmla="*/ 228600 w 228600"/>
                <a:gd name="connsiteY13" fmla="*/ 38862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389572">
                  <a:moveTo>
                    <a:pt x="228600" y="388620"/>
                  </a:moveTo>
                  <a:lnTo>
                    <a:pt x="166688" y="388620"/>
                  </a:lnTo>
                  <a:lnTo>
                    <a:pt x="166688" y="236220"/>
                  </a:lnTo>
                  <a:cubicBezTo>
                    <a:pt x="166688" y="197168"/>
                    <a:pt x="154305" y="171450"/>
                    <a:pt x="117158" y="171450"/>
                  </a:cubicBezTo>
                  <a:cubicBezTo>
                    <a:pt x="74295" y="171450"/>
                    <a:pt x="61913" y="205740"/>
                    <a:pt x="61913" y="236220"/>
                  </a:cubicBezTo>
                  <a:lnTo>
                    <a:pt x="61913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4" name="Freihandform: Form 183">
              <a:extLst>
                <a:ext uri="{FF2B5EF4-FFF2-40B4-BE49-F238E27FC236}">
                  <a16:creationId xmlns:a16="http://schemas.microsoft.com/office/drawing/2014/main" id="{DB00A833-4342-43F0-97C0-45736A97759A}"/>
                </a:ext>
              </a:extLst>
            </p:cNvPr>
            <p:cNvSpPr/>
            <p:nvPr/>
          </p:nvSpPr>
          <p:spPr>
            <a:xfrm>
              <a:off x="5131117" y="3217544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2 h 279082"/>
                <a:gd name="connsiteX7" fmla="*/ 198120 w 242887"/>
                <a:gd name="connsiteY7" fmla="*/ 194310 h 279082"/>
                <a:gd name="connsiteX8" fmla="*/ 237172 w 242887"/>
                <a:gd name="connsiteY8" fmla="*/ 235267 h 279082"/>
                <a:gd name="connsiteX9" fmla="*/ 132397 w 242887"/>
                <a:gd name="connsiteY9" fmla="*/ 279083 h 279082"/>
                <a:gd name="connsiteX10" fmla="*/ 62865 w 242887"/>
                <a:gd name="connsiteY10" fmla="*/ 115252 h 279082"/>
                <a:gd name="connsiteX11" fmla="*/ 183832 w 242887"/>
                <a:gd name="connsiteY11" fmla="*/ 115252 h 279082"/>
                <a:gd name="connsiteX12" fmla="*/ 124777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2"/>
                    <a:pt x="132397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2" y="235267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2865" y="115252"/>
                  </a:moveTo>
                  <a:lnTo>
                    <a:pt x="183832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5" name="Freihandform: Form 184">
              <a:extLst>
                <a:ext uri="{FF2B5EF4-FFF2-40B4-BE49-F238E27FC236}">
                  <a16:creationId xmlns:a16="http://schemas.microsoft.com/office/drawing/2014/main" id="{86CE2337-43AB-431F-A6B0-A234EE91C196}"/>
                </a:ext>
              </a:extLst>
            </p:cNvPr>
            <p:cNvSpPr/>
            <p:nvPr/>
          </p:nvSpPr>
          <p:spPr>
            <a:xfrm>
              <a:off x="5601652" y="3122294"/>
              <a:ext cx="231457" cy="368617"/>
            </a:xfrm>
            <a:custGeom>
              <a:avLst/>
              <a:gdLst>
                <a:gd name="connsiteX0" fmla="*/ 231457 w 231457"/>
                <a:gd name="connsiteY0" fmla="*/ 60007 h 368617"/>
                <a:gd name="connsiteX1" fmla="*/ 65722 w 231457"/>
                <a:gd name="connsiteY1" fmla="*/ 60007 h 368617"/>
                <a:gd name="connsiteX2" fmla="*/ 65722 w 231457"/>
                <a:gd name="connsiteY2" fmla="*/ 151447 h 368617"/>
                <a:gd name="connsiteX3" fmla="*/ 189547 w 231457"/>
                <a:gd name="connsiteY3" fmla="*/ 151447 h 368617"/>
                <a:gd name="connsiteX4" fmla="*/ 189547 w 231457"/>
                <a:gd name="connsiteY4" fmla="*/ 211455 h 368617"/>
                <a:gd name="connsiteX5" fmla="*/ 65722 w 231457"/>
                <a:gd name="connsiteY5" fmla="*/ 211455 h 368617"/>
                <a:gd name="connsiteX6" fmla="*/ 65722 w 231457"/>
                <a:gd name="connsiteY6" fmla="*/ 368617 h 368617"/>
                <a:gd name="connsiteX7" fmla="*/ 0 w 231457"/>
                <a:gd name="connsiteY7" fmla="*/ 368617 h 368617"/>
                <a:gd name="connsiteX8" fmla="*/ 0 w 231457"/>
                <a:gd name="connsiteY8" fmla="*/ 0 h 368617"/>
                <a:gd name="connsiteX9" fmla="*/ 231457 w 231457"/>
                <a:gd name="connsiteY9" fmla="*/ 0 h 368617"/>
                <a:gd name="connsiteX10" fmla="*/ 231457 w 231457"/>
                <a:gd name="connsiteY10" fmla="*/ 60007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1457" h="368617">
                  <a:moveTo>
                    <a:pt x="231457" y="60007"/>
                  </a:moveTo>
                  <a:lnTo>
                    <a:pt x="65722" y="60007"/>
                  </a:lnTo>
                  <a:lnTo>
                    <a:pt x="65722" y="151447"/>
                  </a:lnTo>
                  <a:lnTo>
                    <a:pt x="189547" y="151447"/>
                  </a:lnTo>
                  <a:lnTo>
                    <a:pt x="189547" y="211455"/>
                  </a:lnTo>
                  <a:lnTo>
                    <a:pt x="65722" y="211455"/>
                  </a:lnTo>
                  <a:lnTo>
                    <a:pt x="65722" y="368617"/>
                  </a:lnTo>
                  <a:lnTo>
                    <a:pt x="0" y="368617"/>
                  </a:lnTo>
                  <a:lnTo>
                    <a:pt x="0" y="0"/>
                  </a:lnTo>
                  <a:lnTo>
                    <a:pt x="231457" y="0"/>
                  </a:lnTo>
                  <a:lnTo>
                    <a:pt x="231457" y="6000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6" name="Freihandform: Form 185">
              <a:extLst>
                <a:ext uri="{FF2B5EF4-FFF2-40B4-BE49-F238E27FC236}">
                  <a16:creationId xmlns:a16="http://schemas.microsoft.com/office/drawing/2014/main" id="{BC3A9A0C-35DA-497E-AAEF-E8C16E3C88D6}"/>
                </a:ext>
              </a:extLst>
            </p:cNvPr>
            <p:cNvSpPr/>
            <p:nvPr/>
          </p:nvSpPr>
          <p:spPr>
            <a:xfrm>
              <a:off x="5844539" y="3217544"/>
              <a:ext cx="225742" cy="279082"/>
            </a:xfrm>
            <a:custGeom>
              <a:avLst/>
              <a:gdLst>
                <a:gd name="connsiteX0" fmla="*/ 114300 w 225742"/>
                <a:gd name="connsiteY0" fmla="*/ 107633 h 279082"/>
                <a:gd name="connsiteX1" fmla="*/ 164782 w 225742"/>
                <a:gd name="connsiteY1" fmla="*/ 113347 h 279082"/>
                <a:gd name="connsiteX2" fmla="*/ 164782 w 225742"/>
                <a:gd name="connsiteY2" fmla="*/ 103822 h 279082"/>
                <a:gd name="connsiteX3" fmla="*/ 105728 w 225742"/>
                <a:gd name="connsiteY3" fmla="*/ 52388 h 279082"/>
                <a:gd name="connsiteX4" fmla="*/ 38100 w 225742"/>
                <a:gd name="connsiteY4" fmla="*/ 67627 h 279082"/>
                <a:gd name="connsiteX5" fmla="*/ 24765 w 225742"/>
                <a:gd name="connsiteY5" fmla="*/ 15240 h 279082"/>
                <a:gd name="connsiteX6" fmla="*/ 112395 w 225742"/>
                <a:gd name="connsiteY6" fmla="*/ 0 h 279082"/>
                <a:gd name="connsiteX7" fmla="*/ 225742 w 225742"/>
                <a:gd name="connsiteY7" fmla="*/ 102870 h 279082"/>
                <a:gd name="connsiteX8" fmla="*/ 225742 w 225742"/>
                <a:gd name="connsiteY8" fmla="*/ 273367 h 279082"/>
                <a:gd name="connsiteX9" fmla="*/ 166688 w 225742"/>
                <a:gd name="connsiteY9" fmla="*/ 273367 h 279082"/>
                <a:gd name="connsiteX10" fmla="*/ 166688 w 225742"/>
                <a:gd name="connsiteY10" fmla="*/ 244792 h 279082"/>
                <a:gd name="connsiteX11" fmla="*/ 165735 w 225742"/>
                <a:gd name="connsiteY11" fmla="*/ 244792 h 279082"/>
                <a:gd name="connsiteX12" fmla="*/ 87630 w 225742"/>
                <a:gd name="connsiteY12" fmla="*/ 279083 h 279082"/>
                <a:gd name="connsiteX13" fmla="*/ 0 w 225742"/>
                <a:gd name="connsiteY13" fmla="*/ 194310 h 279082"/>
                <a:gd name="connsiteX14" fmla="*/ 114300 w 225742"/>
                <a:gd name="connsiteY14" fmla="*/ 107633 h 279082"/>
                <a:gd name="connsiteX15" fmla="*/ 103822 w 225742"/>
                <a:gd name="connsiteY15" fmla="*/ 232410 h 279082"/>
                <a:gd name="connsiteX16" fmla="*/ 164782 w 225742"/>
                <a:gd name="connsiteY16" fmla="*/ 200025 h 279082"/>
                <a:gd name="connsiteX17" fmla="*/ 164782 w 225742"/>
                <a:gd name="connsiteY17" fmla="*/ 153352 h 279082"/>
                <a:gd name="connsiteX18" fmla="*/ 120967 w 225742"/>
                <a:gd name="connsiteY18" fmla="*/ 148590 h 279082"/>
                <a:gd name="connsiteX19" fmla="*/ 59055 w 225742"/>
                <a:gd name="connsiteY19" fmla="*/ 192405 h 279082"/>
                <a:gd name="connsiteX20" fmla="*/ 103822 w 225742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5742" h="279082">
                  <a:moveTo>
                    <a:pt x="114300" y="107633"/>
                  </a:moveTo>
                  <a:cubicBezTo>
                    <a:pt x="131445" y="107633"/>
                    <a:pt x="147638" y="108585"/>
                    <a:pt x="164782" y="113347"/>
                  </a:cubicBezTo>
                  <a:lnTo>
                    <a:pt x="164782" y="103822"/>
                  </a:lnTo>
                  <a:cubicBezTo>
                    <a:pt x="164782" y="69532"/>
                    <a:pt x="144780" y="52388"/>
                    <a:pt x="105728" y="52388"/>
                  </a:cubicBezTo>
                  <a:cubicBezTo>
                    <a:pt x="83820" y="52388"/>
                    <a:pt x="60007" y="58102"/>
                    <a:pt x="38100" y="67627"/>
                  </a:cubicBezTo>
                  <a:lnTo>
                    <a:pt x="24765" y="15240"/>
                  </a:lnTo>
                  <a:cubicBezTo>
                    <a:pt x="49530" y="5715"/>
                    <a:pt x="81915" y="0"/>
                    <a:pt x="112395" y="0"/>
                  </a:cubicBezTo>
                  <a:cubicBezTo>
                    <a:pt x="187642" y="0"/>
                    <a:pt x="225742" y="35242"/>
                    <a:pt x="225742" y="102870"/>
                  </a:cubicBezTo>
                  <a:lnTo>
                    <a:pt x="225742" y="273367"/>
                  </a:lnTo>
                  <a:lnTo>
                    <a:pt x="166688" y="273367"/>
                  </a:lnTo>
                  <a:lnTo>
                    <a:pt x="166688" y="244792"/>
                  </a:lnTo>
                  <a:lnTo>
                    <a:pt x="165735" y="244792"/>
                  </a:lnTo>
                  <a:cubicBezTo>
                    <a:pt x="142875" y="268605"/>
                    <a:pt x="119063" y="279083"/>
                    <a:pt x="87630" y="279083"/>
                  </a:cubicBezTo>
                  <a:cubicBezTo>
                    <a:pt x="34290" y="279083"/>
                    <a:pt x="0" y="245745"/>
                    <a:pt x="0" y="194310"/>
                  </a:cubicBezTo>
                  <a:cubicBezTo>
                    <a:pt x="0" y="138113"/>
                    <a:pt x="40005" y="107633"/>
                    <a:pt x="114300" y="107633"/>
                  </a:cubicBezTo>
                  <a:close/>
                  <a:moveTo>
                    <a:pt x="103822" y="232410"/>
                  </a:moveTo>
                  <a:cubicBezTo>
                    <a:pt x="126682" y="232410"/>
                    <a:pt x="147638" y="220980"/>
                    <a:pt x="164782" y="200025"/>
                  </a:cubicBezTo>
                  <a:lnTo>
                    <a:pt x="164782" y="153352"/>
                  </a:lnTo>
                  <a:cubicBezTo>
                    <a:pt x="150495" y="149542"/>
                    <a:pt x="135255" y="148590"/>
                    <a:pt x="120967" y="148590"/>
                  </a:cubicBezTo>
                  <a:cubicBezTo>
                    <a:pt x="81915" y="148590"/>
                    <a:pt x="59055" y="163830"/>
                    <a:pt x="59055" y="192405"/>
                  </a:cubicBezTo>
                  <a:cubicBezTo>
                    <a:pt x="60007" y="217170"/>
                    <a:pt x="77153" y="232410"/>
                    <a:pt x="103822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7" name="Freihandform: Form 186">
              <a:extLst>
                <a:ext uri="{FF2B5EF4-FFF2-40B4-BE49-F238E27FC236}">
                  <a16:creationId xmlns:a16="http://schemas.microsoft.com/office/drawing/2014/main" id="{8667A68B-9A78-450D-8063-29EB96A7534A}"/>
                </a:ext>
              </a:extLst>
            </p:cNvPr>
            <p:cNvSpPr/>
            <p:nvPr/>
          </p:nvSpPr>
          <p:spPr>
            <a:xfrm>
              <a:off x="6150292" y="3101339"/>
              <a:ext cx="234314" cy="389572"/>
            </a:xfrm>
            <a:custGeom>
              <a:avLst/>
              <a:gdLst>
                <a:gd name="connsiteX0" fmla="*/ 0 w 234314"/>
                <a:gd name="connsiteY0" fmla="*/ 15240 h 389572"/>
                <a:gd name="connsiteX1" fmla="*/ 61913 w 234314"/>
                <a:gd name="connsiteY1" fmla="*/ 0 h 389572"/>
                <a:gd name="connsiteX2" fmla="*/ 61913 w 234314"/>
                <a:gd name="connsiteY2" fmla="*/ 234315 h 389572"/>
                <a:gd name="connsiteX3" fmla="*/ 62865 w 234314"/>
                <a:gd name="connsiteY3" fmla="*/ 234315 h 389572"/>
                <a:gd name="connsiteX4" fmla="*/ 150495 w 234314"/>
                <a:gd name="connsiteY4" fmla="*/ 122873 h 389572"/>
                <a:gd name="connsiteX5" fmla="*/ 224790 w 234314"/>
                <a:gd name="connsiteY5" fmla="*/ 122873 h 389572"/>
                <a:gd name="connsiteX6" fmla="*/ 137160 w 234314"/>
                <a:gd name="connsiteY6" fmla="*/ 227648 h 389572"/>
                <a:gd name="connsiteX7" fmla="*/ 234315 w 234314"/>
                <a:gd name="connsiteY7" fmla="*/ 389573 h 389572"/>
                <a:gd name="connsiteX8" fmla="*/ 160020 w 234314"/>
                <a:gd name="connsiteY8" fmla="*/ 389573 h 389572"/>
                <a:gd name="connsiteX9" fmla="*/ 93345 w 234314"/>
                <a:gd name="connsiteY9" fmla="*/ 274320 h 389572"/>
                <a:gd name="connsiteX10" fmla="*/ 62865 w 234314"/>
                <a:gd name="connsiteY10" fmla="*/ 308610 h 389572"/>
                <a:gd name="connsiteX11" fmla="*/ 62865 w 234314"/>
                <a:gd name="connsiteY11" fmla="*/ 389573 h 389572"/>
                <a:gd name="connsiteX12" fmla="*/ 952 w 234314"/>
                <a:gd name="connsiteY12" fmla="*/ 389573 h 389572"/>
                <a:gd name="connsiteX13" fmla="*/ 952 w 234314"/>
                <a:gd name="connsiteY13" fmla="*/ 1524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4314" h="389572">
                  <a:moveTo>
                    <a:pt x="0" y="15240"/>
                  </a:moveTo>
                  <a:lnTo>
                    <a:pt x="61913" y="0"/>
                  </a:lnTo>
                  <a:lnTo>
                    <a:pt x="61913" y="234315"/>
                  </a:lnTo>
                  <a:lnTo>
                    <a:pt x="62865" y="234315"/>
                  </a:lnTo>
                  <a:lnTo>
                    <a:pt x="150495" y="122873"/>
                  </a:lnTo>
                  <a:lnTo>
                    <a:pt x="224790" y="122873"/>
                  </a:lnTo>
                  <a:lnTo>
                    <a:pt x="137160" y="227648"/>
                  </a:lnTo>
                  <a:lnTo>
                    <a:pt x="234315" y="389573"/>
                  </a:lnTo>
                  <a:lnTo>
                    <a:pt x="160020" y="389573"/>
                  </a:lnTo>
                  <a:lnTo>
                    <a:pt x="93345" y="274320"/>
                  </a:lnTo>
                  <a:lnTo>
                    <a:pt x="62865" y="308610"/>
                  </a:lnTo>
                  <a:lnTo>
                    <a:pt x="62865" y="389573"/>
                  </a:lnTo>
                  <a:lnTo>
                    <a:pt x="952" y="389573"/>
                  </a:lnTo>
                  <a:lnTo>
                    <a:pt x="952" y="1524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8" name="Freihandform: Form 187">
              <a:extLst>
                <a:ext uri="{FF2B5EF4-FFF2-40B4-BE49-F238E27FC236}">
                  <a16:creationId xmlns:a16="http://schemas.microsoft.com/office/drawing/2014/main" id="{C277A812-5920-496B-87C7-B393D29BE953}"/>
                </a:ext>
              </a:extLst>
            </p:cNvPr>
            <p:cNvSpPr/>
            <p:nvPr/>
          </p:nvSpPr>
          <p:spPr>
            <a:xfrm>
              <a:off x="6430327" y="3224212"/>
              <a:ext cx="229552" cy="273367"/>
            </a:xfrm>
            <a:custGeom>
              <a:avLst/>
              <a:gdLst>
                <a:gd name="connsiteX0" fmla="*/ 62865 w 229552"/>
                <a:gd name="connsiteY0" fmla="*/ 160020 h 273367"/>
                <a:gd name="connsiteX1" fmla="*/ 116205 w 229552"/>
                <a:gd name="connsiteY1" fmla="*/ 216217 h 273367"/>
                <a:gd name="connsiteX2" fmla="*/ 167640 w 229552"/>
                <a:gd name="connsiteY2" fmla="*/ 160020 h 273367"/>
                <a:gd name="connsiteX3" fmla="*/ 167640 w 229552"/>
                <a:gd name="connsiteY3" fmla="*/ 0 h 273367"/>
                <a:gd name="connsiteX4" fmla="*/ 229553 w 229552"/>
                <a:gd name="connsiteY4" fmla="*/ 0 h 273367"/>
                <a:gd name="connsiteX5" fmla="*/ 229553 w 229552"/>
                <a:gd name="connsiteY5" fmla="*/ 161925 h 273367"/>
                <a:gd name="connsiteX6" fmla="*/ 117157 w 229552"/>
                <a:gd name="connsiteY6" fmla="*/ 273367 h 273367"/>
                <a:gd name="connsiteX7" fmla="*/ 0 w 229552"/>
                <a:gd name="connsiteY7" fmla="*/ 162878 h 273367"/>
                <a:gd name="connsiteX8" fmla="*/ 0 w 229552"/>
                <a:gd name="connsiteY8" fmla="*/ 952 h 273367"/>
                <a:gd name="connsiteX9" fmla="*/ 61913 w 229552"/>
                <a:gd name="connsiteY9" fmla="*/ 952 h 273367"/>
                <a:gd name="connsiteX10" fmla="*/ 61913 w 229552"/>
                <a:gd name="connsiteY10" fmla="*/ 160020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9552" h="273367">
                  <a:moveTo>
                    <a:pt x="62865" y="160020"/>
                  </a:moveTo>
                  <a:cubicBezTo>
                    <a:pt x="62865" y="196215"/>
                    <a:pt x="80963" y="216217"/>
                    <a:pt x="116205" y="216217"/>
                  </a:cubicBezTo>
                  <a:cubicBezTo>
                    <a:pt x="150495" y="216217"/>
                    <a:pt x="167640" y="197167"/>
                    <a:pt x="167640" y="160020"/>
                  </a:cubicBezTo>
                  <a:lnTo>
                    <a:pt x="167640" y="0"/>
                  </a:lnTo>
                  <a:lnTo>
                    <a:pt x="229553" y="0"/>
                  </a:lnTo>
                  <a:lnTo>
                    <a:pt x="229553" y="161925"/>
                  </a:lnTo>
                  <a:cubicBezTo>
                    <a:pt x="229553" y="232410"/>
                    <a:pt x="190500" y="273367"/>
                    <a:pt x="117157" y="273367"/>
                  </a:cubicBezTo>
                  <a:cubicBezTo>
                    <a:pt x="44767" y="273367"/>
                    <a:pt x="0" y="232410"/>
                    <a:pt x="0" y="162878"/>
                  </a:cubicBezTo>
                  <a:lnTo>
                    <a:pt x="0" y="952"/>
                  </a:lnTo>
                  <a:lnTo>
                    <a:pt x="61913" y="952"/>
                  </a:lnTo>
                  <a:lnTo>
                    <a:pt x="61913" y="1600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9" name="Freihandform: Form 188">
              <a:extLst>
                <a:ext uri="{FF2B5EF4-FFF2-40B4-BE49-F238E27FC236}">
                  <a16:creationId xmlns:a16="http://schemas.microsoft.com/office/drawing/2014/main" id="{19E2AB75-052F-40D2-A9F6-2026DB82E76E}"/>
                </a:ext>
              </a:extLst>
            </p:cNvPr>
            <p:cNvSpPr/>
            <p:nvPr/>
          </p:nvSpPr>
          <p:spPr>
            <a:xfrm>
              <a:off x="6739889" y="3100387"/>
              <a:ext cx="61912" cy="389572"/>
            </a:xfrm>
            <a:custGeom>
              <a:avLst/>
              <a:gdLst>
                <a:gd name="connsiteX0" fmla="*/ 61913 w 61912"/>
                <a:gd name="connsiteY0" fmla="*/ 389572 h 389572"/>
                <a:gd name="connsiteX1" fmla="*/ 0 w 61912"/>
                <a:gd name="connsiteY1" fmla="*/ 389572 h 389572"/>
                <a:gd name="connsiteX2" fmla="*/ 0 w 61912"/>
                <a:gd name="connsiteY2" fmla="*/ 14288 h 389572"/>
                <a:gd name="connsiteX3" fmla="*/ 61913 w 61912"/>
                <a:gd name="connsiteY3" fmla="*/ 0 h 389572"/>
                <a:gd name="connsiteX4" fmla="*/ 61913 w 61912"/>
                <a:gd name="connsiteY4" fmla="*/ 389572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912" h="389572">
                  <a:moveTo>
                    <a:pt x="61913" y="389572"/>
                  </a:moveTo>
                  <a:lnTo>
                    <a:pt x="0" y="389572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957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0" name="Freihandform: Form 189">
              <a:extLst>
                <a:ext uri="{FF2B5EF4-FFF2-40B4-BE49-F238E27FC236}">
                  <a16:creationId xmlns:a16="http://schemas.microsoft.com/office/drawing/2014/main" id="{42D013DF-4D88-42F7-BA58-EB565F3484AD}"/>
                </a:ext>
              </a:extLst>
            </p:cNvPr>
            <p:cNvSpPr/>
            <p:nvPr/>
          </p:nvSpPr>
          <p:spPr>
            <a:xfrm>
              <a:off x="6856094" y="3138487"/>
              <a:ext cx="165735" cy="358140"/>
            </a:xfrm>
            <a:custGeom>
              <a:avLst/>
              <a:gdLst>
                <a:gd name="connsiteX0" fmla="*/ 165735 w 165735"/>
                <a:gd name="connsiteY0" fmla="*/ 295275 h 358140"/>
                <a:gd name="connsiteX1" fmla="*/ 165735 w 165735"/>
                <a:gd name="connsiteY1" fmla="*/ 348615 h 358140"/>
                <a:gd name="connsiteX2" fmla="*/ 113348 w 165735"/>
                <a:gd name="connsiteY2" fmla="*/ 358140 h 358140"/>
                <a:gd name="connsiteX3" fmla="*/ 40957 w 165735"/>
                <a:gd name="connsiteY3" fmla="*/ 282892 h 358140"/>
                <a:gd name="connsiteX4" fmla="*/ 40957 w 165735"/>
                <a:gd name="connsiteY4" fmla="*/ 137160 h 358140"/>
                <a:gd name="connsiteX5" fmla="*/ 0 w 165735"/>
                <a:gd name="connsiteY5" fmla="*/ 137160 h 358140"/>
                <a:gd name="connsiteX6" fmla="*/ 0 w 165735"/>
                <a:gd name="connsiteY6" fmla="*/ 85725 h 358140"/>
                <a:gd name="connsiteX7" fmla="*/ 40005 w 165735"/>
                <a:gd name="connsiteY7" fmla="*/ 85725 h 358140"/>
                <a:gd name="connsiteX8" fmla="*/ 40005 w 165735"/>
                <a:gd name="connsiteY8" fmla="*/ 13335 h 358140"/>
                <a:gd name="connsiteX9" fmla="*/ 101918 w 165735"/>
                <a:gd name="connsiteY9" fmla="*/ 0 h 358140"/>
                <a:gd name="connsiteX10" fmla="*/ 101918 w 165735"/>
                <a:gd name="connsiteY10" fmla="*/ 86677 h 358140"/>
                <a:gd name="connsiteX11" fmla="*/ 165735 w 165735"/>
                <a:gd name="connsiteY11" fmla="*/ 86677 h 358140"/>
                <a:gd name="connsiteX12" fmla="*/ 165735 w 165735"/>
                <a:gd name="connsiteY12" fmla="*/ 138113 h 358140"/>
                <a:gd name="connsiteX13" fmla="*/ 101918 w 165735"/>
                <a:gd name="connsiteY13" fmla="*/ 138113 h 358140"/>
                <a:gd name="connsiteX14" fmla="*/ 101918 w 165735"/>
                <a:gd name="connsiteY14" fmla="*/ 269558 h 358140"/>
                <a:gd name="connsiteX15" fmla="*/ 130493 w 165735"/>
                <a:gd name="connsiteY15" fmla="*/ 304800 h 358140"/>
                <a:gd name="connsiteX16" fmla="*/ 165735 w 165735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5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8" y="358140"/>
                  </a:cubicBezTo>
                  <a:cubicBezTo>
                    <a:pt x="66675" y="358140"/>
                    <a:pt x="40957" y="332422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2"/>
                    <a:pt x="110490" y="304800"/>
                    <a:pt x="130493" y="304800"/>
                  </a:cubicBezTo>
                  <a:cubicBezTo>
                    <a:pt x="142875" y="303847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1" name="Freihandform: Form 190">
              <a:extLst>
                <a:ext uri="{FF2B5EF4-FFF2-40B4-BE49-F238E27FC236}">
                  <a16:creationId xmlns:a16="http://schemas.microsoft.com/office/drawing/2014/main" id="{ADEBF3C4-F570-40D5-B49F-FB772D6610F5}"/>
                </a:ext>
              </a:extLst>
            </p:cNvPr>
            <p:cNvSpPr/>
            <p:nvPr/>
          </p:nvSpPr>
          <p:spPr>
            <a:xfrm>
              <a:off x="7071359" y="3109912"/>
              <a:ext cx="225742" cy="386715"/>
            </a:xfrm>
            <a:custGeom>
              <a:avLst/>
              <a:gdLst>
                <a:gd name="connsiteX0" fmla="*/ 114300 w 225742"/>
                <a:gd name="connsiteY0" fmla="*/ 215265 h 386715"/>
                <a:gd name="connsiteX1" fmla="*/ 164782 w 225742"/>
                <a:gd name="connsiteY1" fmla="*/ 220980 h 386715"/>
                <a:gd name="connsiteX2" fmla="*/ 164782 w 225742"/>
                <a:gd name="connsiteY2" fmla="*/ 211455 h 386715"/>
                <a:gd name="connsiteX3" fmla="*/ 105727 w 225742"/>
                <a:gd name="connsiteY3" fmla="*/ 160020 h 386715"/>
                <a:gd name="connsiteX4" fmla="*/ 38100 w 225742"/>
                <a:gd name="connsiteY4" fmla="*/ 175260 h 386715"/>
                <a:gd name="connsiteX5" fmla="*/ 24765 w 225742"/>
                <a:gd name="connsiteY5" fmla="*/ 122873 h 386715"/>
                <a:gd name="connsiteX6" fmla="*/ 112395 w 225742"/>
                <a:gd name="connsiteY6" fmla="*/ 107633 h 386715"/>
                <a:gd name="connsiteX7" fmla="*/ 225742 w 225742"/>
                <a:gd name="connsiteY7" fmla="*/ 210503 h 386715"/>
                <a:gd name="connsiteX8" fmla="*/ 225742 w 225742"/>
                <a:gd name="connsiteY8" fmla="*/ 381000 h 386715"/>
                <a:gd name="connsiteX9" fmla="*/ 166688 w 225742"/>
                <a:gd name="connsiteY9" fmla="*/ 381000 h 386715"/>
                <a:gd name="connsiteX10" fmla="*/ 166688 w 225742"/>
                <a:gd name="connsiteY10" fmla="*/ 352425 h 386715"/>
                <a:gd name="connsiteX11" fmla="*/ 165735 w 225742"/>
                <a:gd name="connsiteY11" fmla="*/ 352425 h 386715"/>
                <a:gd name="connsiteX12" fmla="*/ 87630 w 225742"/>
                <a:gd name="connsiteY12" fmla="*/ 386715 h 386715"/>
                <a:gd name="connsiteX13" fmla="*/ 0 w 225742"/>
                <a:gd name="connsiteY13" fmla="*/ 301942 h 386715"/>
                <a:gd name="connsiteX14" fmla="*/ 114300 w 225742"/>
                <a:gd name="connsiteY14" fmla="*/ 215265 h 386715"/>
                <a:gd name="connsiteX15" fmla="*/ 63817 w 225742"/>
                <a:gd name="connsiteY15" fmla="*/ 72390 h 386715"/>
                <a:gd name="connsiteX16" fmla="*/ 26670 w 225742"/>
                <a:gd name="connsiteY16" fmla="*/ 36195 h 386715"/>
                <a:gd name="connsiteX17" fmla="*/ 63817 w 225742"/>
                <a:gd name="connsiteY17" fmla="*/ 0 h 386715"/>
                <a:gd name="connsiteX18" fmla="*/ 100965 w 225742"/>
                <a:gd name="connsiteY18" fmla="*/ 36195 h 386715"/>
                <a:gd name="connsiteX19" fmla="*/ 63817 w 225742"/>
                <a:gd name="connsiteY19" fmla="*/ 72390 h 386715"/>
                <a:gd name="connsiteX20" fmla="*/ 103822 w 225742"/>
                <a:gd name="connsiteY20" fmla="*/ 340042 h 386715"/>
                <a:gd name="connsiteX21" fmla="*/ 164782 w 225742"/>
                <a:gd name="connsiteY21" fmla="*/ 307658 h 386715"/>
                <a:gd name="connsiteX22" fmla="*/ 164782 w 225742"/>
                <a:gd name="connsiteY22" fmla="*/ 260985 h 386715"/>
                <a:gd name="connsiteX23" fmla="*/ 120967 w 225742"/>
                <a:gd name="connsiteY23" fmla="*/ 256222 h 386715"/>
                <a:gd name="connsiteX24" fmla="*/ 59055 w 225742"/>
                <a:gd name="connsiteY24" fmla="*/ 300038 h 386715"/>
                <a:gd name="connsiteX25" fmla="*/ 103822 w 225742"/>
                <a:gd name="connsiteY25" fmla="*/ 340042 h 386715"/>
                <a:gd name="connsiteX26" fmla="*/ 172402 w 225742"/>
                <a:gd name="connsiteY26" fmla="*/ 72390 h 386715"/>
                <a:gd name="connsiteX27" fmla="*/ 135255 w 225742"/>
                <a:gd name="connsiteY27" fmla="*/ 36195 h 386715"/>
                <a:gd name="connsiteX28" fmla="*/ 172402 w 225742"/>
                <a:gd name="connsiteY28" fmla="*/ 0 h 386715"/>
                <a:gd name="connsiteX29" fmla="*/ 209550 w 225742"/>
                <a:gd name="connsiteY29" fmla="*/ 36195 h 386715"/>
                <a:gd name="connsiteX30" fmla="*/ 172402 w 225742"/>
                <a:gd name="connsiteY30" fmla="*/ 72390 h 38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25742" h="386715">
                  <a:moveTo>
                    <a:pt x="114300" y="215265"/>
                  </a:moveTo>
                  <a:cubicBezTo>
                    <a:pt x="131445" y="215265"/>
                    <a:pt x="147638" y="216217"/>
                    <a:pt x="164782" y="220980"/>
                  </a:cubicBezTo>
                  <a:lnTo>
                    <a:pt x="164782" y="211455"/>
                  </a:lnTo>
                  <a:cubicBezTo>
                    <a:pt x="164782" y="177165"/>
                    <a:pt x="144780" y="160020"/>
                    <a:pt x="105727" y="160020"/>
                  </a:cubicBezTo>
                  <a:cubicBezTo>
                    <a:pt x="83820" y="160020"/>
                    <a:pt x="60007" y="165735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3"/>
                    <a:pt x="112395" y="107633"/>
                  </a:cubicBezTo>
                  <a:cubicBezTo>
                    <a:pt x="187642" y="107633"/>
                    <a:pt x="225742" y="142875"/>
                    <a:pt x="225742" y="210503"/>
                  </a:cubicBezTo>
                  <a:lnTo>
                    <a:pt x="225742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7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7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7" y="72390"/>
                  </a:cubicBezTo>
                  <a:close/>
                  <a:moveTo>
                    <a:pt x="103822" y="340042"/>
                  </a:moveTo>
                  <a:cubicBezTo>
                    <a:pt x="126682" y="340042"/>
                    <a:pt x="147638" y="328613"/>
                    <a:pt x="164782" y="307658"/>
                  </a:cubicBezTo>
                  <a:lnTo>
                    <a:pt x="164782" y="260985"/>
                  </a:lnTo>
                  <a:cubicBezTo>
                    <a:pt x="150495" y="257175"/>
                    <a:pt x="135255" y="256222"/>
                    <a:pt x="120967" y="256222"/>
                  </a:cubicBezTo>
                  <a:cubicBezTo>
                    <a:pt x="81915" y="256222"/>
                    <a:pt x="59055" y="271463"/>
                    <a:pt x="59055" y="300038"/>
                  </a:cubicBezTo>
                  <a:cubicBezTo>
                    <a:pt x="59055" y="324803"/>
                    <a:pt x="76200" y="340042"/>
                    <a:pt x="103822" y="340042"/>
                  </a:cubicBezTo>
                  <a:close/>
                  <a:moveTo>
                    <a:pt x="172402" y="72390"/>
                  </a:moveTo>
                  <a:cubicBezTo>
                    <a:pt x="152400" y="72390"/>
                    <a:pt x="135255" y="55245"/>
                    <a:pt x="135255" y="36195"/>
                  </a:cubicBezTo>
                  <a:cubicBezTo>
                    <a:pt x="135255" y="17145"/>
                    <a:pt x="152400" y="0"/>
                    <a:pt x="172402" y="0"/>
                  </a:cubicBezTo>
                  <a:cubicBezTo>
                    <a:pt x="192405" y="0"/>
                    <a:pt x="209550" y="17145"/>
                    <a:pt x="209550" y="36195"/>
                  </a:cubicBezTo>
                  <a:cubicBezTo>
                    <a:pt x="209550" y="56198"/>
                    <a:pt x="192405" y="72390"/>
                    <a:pt x="172402" y="723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2" name="Freihandform: Form 191">
              <a:extLst>
                <a:ext uri="{FF2B5EF4-FFF2-40B4-BE49-F238E27FC236}">
                  <a16:creationId xmlns:a16="http://schemas.microsoft.com/office/drawing/2014/main" id="{02E9FAD9-60AD-4C62-9E52-5842A2EDEEE4}"/>
                </a:ext>
              </a:extLst>
            </p:cNvPr>
            <p:cNvSpPr/>
            <p:nvPr/>
          </p:nvSpPr>
          <p:spPr>
            <a:xfrm>
              <a:off x="7345679" y="3138487"/>
              <a:ext cx="165734" cy="358140"/>
            </a:xfrm>
            <a:custGeom>
              <a:avLst/>
              <a:gdLst>
                <a:gd name="connsiteX0" fmla="*/ 165735 w 165734"/>
                <a:gd name="connsiteY0" fmla="*/ 295275 h 358140"/>
                <a:gd name="connsiteX1" fmla="*/ 165735 w 165734"/>
                <a:gd name="connsiteY1" fmla="*/ 348615 h 358140"/>
                <a:gd name="connsiteX2" fmla="*/ 113347 w 165734"/>
                <a:gd name="connsiteY2" fmla="*/ 358140 h 358140"/>
                <a:gd name="connsiteX3" fmla="*/ 40957 w 165734"/>
                <a:gd name="connsiteY3" fmla="*/ 282892 h 358140"/>
                <a:gd name="connsiteX4" fmla="*/ 40957 w 165734"/>
                <a:gd name="connsiteY4" fmla="*/ 137160 h 358140"/>
                <a:gd name="connsiteX5" fmla="*/ 0 w 165734"/>
                <a:gd name="connsiteY5" fmla="*/ 137160 h 358140"/>
                <a:gd name="connsiteX6" fmla="*/ 0 w 165734"/>
                <a:gd name="connsiteY6" fmla="*/ 85725 h 358140"/>
                <a:gd name="connsiteX7" fmla="*/ 40005 w 165734"/>
                <a:gd name="connsiteY7" fmla="*/ 85725 h 358140"/>
                <a:gd name="connsiteX8" fmla="*/ 40005 w 165734"/>
                <a:gd name="connsiteY8" fmla="*/ 13335 h 358140"/>
                <a:gd name="connsiteX9" fmla="*/ 101918 w 165734"/>
                <a:gd name="connsiteY9" fmla="*/ 0 h 358140"/>
                <a:gd name="connsiteX10" fmla="*/ 101918 w 165734"/>
                <a:gd name="connsiteY10" fmla="*/ 86677 h 358140"/>
                <a:gd name="connsiteX11" fmla="*/ 165735 w 165734"/>
                <a:gd name="connsiteY11" fmla="*/ 86677 h 358140"/>
                <a:gd name="connsiteX12" fmla="*/ 165735 w 165734"/>
                <a:gd name="connsiteY12" fmla="*/ 138113 h 358140"/>
                <a:gd name="connsiteX13" fmla="*/ 101918 w 165734"/>
                <a:gd name="connsiteY13" fmla="*/ 138113 h 358140"/>
                <a:gd name="connsiteX14" fmla="*/ 101918 w 165734"/>
                <a:gd name="connsiteY14" fmla="*/ 269558 h 358140"/>
                <a:gd name="connsiteX15" fmla="*/ 130493 w 165734"/>
                <a:gd name="connsiteY15" fmla="*/ 304800 h 358140"/>
                <a:gd name="connsiteX16" fmla="*/ 165735 w 165734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2422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2"/>
                    <a:pt x="110490" y="304800"/>
                    <a:pt x="130493" y="304800"/>
                  </a:cubicBezTo>
                  <a:cubicBezTo>
                    <a:pt x="142875" y="303847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15370669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bil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Textplatzhalter 167">
            <a:extLst>
              <a:ext uri="{FF2B5EF4-FFF2-40B4-BE49-F238E27FC236}">
                <a16:creationId xmlns:a16="http://schemas.microsoft.com/office/drawing/2014/main" id="{91CA67B1-C872-42F5-99A5-C31B319F69A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628775"/>
            <a:ext cx="12192000" cy="5229225"/>
          </a:xfrm>
          <a:gradFill>
            <a:gsLst>
              <a:gs pos="50000">
                <a:schemeClr val="accent4">
                  <a:alpha val="50000"/>
                </a:schemeClr>
              </a:gs>
              <a:gs pos="5000">
                <a:schemeClr val="accent4"/>
              </a:gs>
              <a:gs pos="100000">
                <a:schemeClr val="accent4">
                  <a:alpha val="20000"/>
                </a:schemeClr>
              </a:gs>
            </a:gsLst>
            <a:lin ang="5400000" scaled="1"/>
          </a:gradFill>
        </p:spPr>
        <p:txBody>
          <a:bodyPr vert="horz" wrap="square" lIns="540000" tIns="1188000" rIns="0" bIns="0" rtlCol="0" anchor="t" anchorCtr="0">
            <a:noAutofit/>
          </a:bodyPr>
          <a:lstStyle>
            <a:lvl1pPr>
              <a:defRPr lang="de-DE" sz="4000" b="1" dirty="0"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de-DE" dirty="0"/>
              <a:t> </a:t>
            </a:r>
          </a:p>
        </p:txBody>
      </p:sp>
      <p:sp>
        <p:nvSpPr>
          <p:cNvPr id="165" name="Bildplatzhalter 60">
            <a:extLst>
              <a:ext uri="{FF2B5EF4-FFF2-40B4-BE49-F238E27FC236}">
                <a16:creationId xmlns:a16="http://schemas.microsoft.com/office/drawing/2014/main" id="{F018B551-27B5-4B00-BF39-7527999917A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628775"/>
            <a:ext cx="12192000" cy="5229226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C1DC1BF-B7B9-4143-AFEB-7D1D6C73E8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0163" y="2913731"/>
            <a:ext cx="4979505" cy="1030539"/>
          </a:xfrm>
        </p:spPr>
        <p:txBody>
          <a:bodyPr wrap="none" tIns="0" rIns="0"/>
          <a:lstStyle>
            <a:lvl1pPr algn="l">
              <a:lnSpc>
                <a:spcPct val="110000"/>
              </a:lnSpc>
              <a:defRPr sz="660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Willkommen</a:t>
            </a:r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929994FB-5DBF-40C3-99B7-BCB45F80FCBA}"/>
              </a:ext>
            </a:extLst>
          </p:cNvPr>
          <p:cNvSpPr/>
          <p:nvPr userDrawn="1"/>
        </p:nvSpPr>
        <p:spPr>
          <a:xfrm>
            <a:off x="518400" y="1196733"/>
            <a:ext cx="11676062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Freihandform: Form 5">
            <a:extLst>
              <a:ext uri="{FF2B5EF4-FFF2-40B4-BE49-F238E27FC236}">
                <a16:creationId xmlns:a16="http://schemas.microsoft.com/office/drawing/2014/main" id="{DB0B422D-422E-4796-8EA3-E0C93BC35646}"/>
              </a:ext>
            </a:extLst>
          </p:cNvPr>
          <p:cNvSpPr/>
          <p:nvPr/>
        </p:nvSpPr>
        <p:spPr>
          <a:xfrm>
            <a:off x="10056938" y="300703"/>
            <a:ext cx="1619125" cy="618155"/>
          </a:xfrm>
          <a:custGeom>
            <a:avLst/>
            <a:gdLst>
              <a:gd name="connsiteX0" fmla="*/ 0 w 1456912"/>
              <a:gd name="connsiteY0" fmla="*/ 51854 h 556225"/>
              <a:gd name="connsiteX1" fmla="*/ 28188 w 1456912"/>
              <a:gd name="connsiteY1" fmla="*/ 23666 h 556225"/>
              <a:gd name="connsiteX2" fmla="*/ 28188 w 1456912"/>
              <a:gd name="connsiteY2" fmla="*/ 535557 h 556225"/>
              <a:gd name="connsiteX3" fmla="*/ 0 w 1456912"/>
              <a:gd name="connsiteY3" fmla="*/ 535557 h 556225"/>
              <a:gd name="connsiteX4" fmla="*/ 0 w 1456912"/>
              <a:gd name="connsiteY4" fmla="*/ 51854 h 556225"/>
              <a:gd name="connsiteX5" fmla="*/ 84564 w 1456912"/>
              <a:gd name="connsiteY5" fmla="*/ 28188 h 556225"/>
              <a:gd name="connsiteX6" fmla="*/ 422811 w 1456912"/>
              <a:gd name="connsiteY6" fmla="*/ 28188 h 556225"/>
              <a:gd name="connsiteX7" fmla="*/ 422811 w 1456912"/>
              <a:gd name="connsiteY7" fmla="*/ 0 h 556225"/>
              <a:gd name="connsiteX8" fmla="*/ 56376 w 1456912"/>
              <a:gd name="connsiteY8" fmla="*/ 0 h 556225"/>
              <a:gd name="connsiteX9" fmla="*/ 56376 w 1456912"/>
              <a:gd name="connsiteY9" fmla="*/ 338244 h 556225"/>
              <a:gd name="connsiteX10" fmla="*/ 367711 w 1456912"/>
              <a:gd name="connsiteY10" fmla="*/ 338244 h 556225"/>
              <a:gd name="connsiteX11" fmla="*/ 367711 w 1456912"/>
              <a:gd name="connsiteY11" fmla="*/ 310062 h 556225"/>
              <a:gd name="connsiteX12" fmla="*/ 84564 w 1456912"/>
              <a:gd name="connsiteY12" fmla="*/ 310062 h 556225"/>
              <a:gd name="connsiteX13" fmla="*/ 84564 w 1456912"/>
              <a:gd name="connsiteY13" fmla="*/ 28188 h 556225"/>
              <a:gd name="connsiteX14" fmla="*/ 410152 w 1456912"/>
              <a:gd name="connsiteY14" fmla="*/ 253686 h 556225"/>
              <a:gd name="connsiteX15" fmla="*/ 140937 w 1456912"/>
              <a:gd name="connsiteY15" fmla="*/ 253686 h 556225"/>
              <a:gd name="connsiteX16" fmla="*/ 140937 w 1456912"/>
              <a:gd name="connsiteY16" fmla="*/ 140940 h 556225"/>
              <a:gd name="connsiteX17" fmla="*/ 371171 w 1456912"/>
              <a:gd name="connsiteY17" fmla="*/ 140940 h 556225"/>
              <a:gd name="connsiteX18" fmla="*/ 399359 w 1456912"/>
              <a:gd name="connsiteY18" fmla="*/ 112752 h 556225"/>
              <a:gd name="connsiteX19" fmla="*/ 140937 w 1456912"/>
              <a:gd name="connsiteY19" fmla="*/ 112752 h 556225"/>
              <a:gd name="connsiteX20" fmla="*/ 140937 w 1456912"/>
              <a:gd name="connsiteY20" fmla="*/ 84564 h 556225"/>
              <a:gd name="connsiteX21" fmla="*/ 422811 w 1456912"/>
              <a:gd name="connsiteY21" fmla="*/ 84564 h 556225"/>
              <a:gd name="connsiteX22" fmla="*/ 422811 w 1456912"/>
              <a:gd name="connsiteY22" fmla="*/ 56376 h 556225"/>
              <a:gd name="connsiteX23" fmla="*/ 112749 w 1456912"/>
              <a:gd name="connsiteY23" fmla="*/ 56376 h 556225"/>
              <a:gd name="connsiteX24" fmla="*/ 112749 w 1456912"/>
              <a:gd name="connsiteY24" fmla="*/ 281874 h 556225"/>
              <a:gd name="connsiteX25" fmla="*/ 382334 w 1456912"/>
              <a:gd name="connsiteY25" fmla="*/ 281874 h 556225"/>
              <a:gd name="connsiteX26" fmla="*/ 410152 w 1456912"/>
              <a:gd name="connsiteY26" fmla="*/ 253686 h 556225"/>
              <a:gd name="connsiteX27" fmla="*/ 56376 w 1456912"/>
              <a:gd name="connsiteY27" fmla="*/ 535557 h 556225"/>
              <a:gd name="connsiteX28" fmla="*/ 84564 w 1456912"/>
              <a:gd name="connsiteY28" fmla="*/ 535557 h 556225"/>
              <a:gd name="connsiteX29" fmla="*/ 84564 w 1456912"/>
              <a:gd name="connsiteY29" fmla="*/ 394620 h 556225"/>
              <a:gd name="connsiteX30" fmla="*/ 112752 w 1456912"/>
              <a:gd name="connsiteY30" fmla="*/ 394620 h 556225"/>
              <a:gd name="connsiteX31" fmla="*/ 112752 w 1456912"/>
              <a:gd name="connsiteY31" fmla="*/ 511890 h 556225"/>
              <a:gd name="connsiteX32" fmla="*/ 140940 w 1456912"/>
              <a:gd name="connsiteY32" fmla="*/ 483705 h 556225"/>
              <a:gd name="connsiteX33" fmla="*/ 140940 w 1456912"/>
              <a:gd name="connsiteY33" fmla="*/ 394620 h 556225"/>
              <a:gd name="connsiteX34" fmla="*/ 367714 w 1456912"/>
              <a:gd name="connsiteY34" fmla="*/ 394620 h 556225"/>
              <a:gd name="connsiteX35" fmla="*/ 367714 w 1456912"/>
              <a:gd name="connsiteY35" fmla="*/ 366435 h 556225"/>
              <a:gd name="connsiteX36" fmla="*/ 56376 w 1456912"/>
              <a:gd name="connsiteY36" fmla="*/ 366435 h 556225"/>
              <a:gd name="connsiteX37" fmla="*/ 56376 w 1456912"/>
              <a:gd name="connsiteY37" fmla="*/ 535557 h 556225"/>
              <a:gd name="connsiteX38" fmla="*/ 1428724 w 1456912"/>
              <a:gd name="connsiteY38" fmla="*/ 0 h 556225"/>
              <a:gd name="connsiteX39" fmla="*/ 1428724 w 1456912"/>
              <a:gd name="connsiteY39" fmla="*/ 324156 h 556225"/>
              <a:gd name="connsiteX40" fmla="*/ 1316539 w 1456912"/>
              <a:gd name="connsiteY40" fmla="*/ 514089 h 556225"/>
              <a:gd name="connsiteX41" fmla="*/ 1315903 w 1456912"/>
              <a:gd name="connsiteY41" fmla="*/ 513258 h 556225"/>
              <a:gd name="connsiteX42" fmla="*/ 1400536 w 1456912"/>
              <a:gd name="connsiteY42" fmla="*/ 351869 h 556225"/>
              <a:gd name="connsiteX43" fmla="*/ 1400536 w 1456912"/>
              <a:gd name="connsiteY43" fmla="*/ 3 h 556225"/>
              <a:gd name="connsiteX44" fmla="*/ 1372348 w 1456912"/>
              <a:gd name="connsiteY44" fmla="*/ 3 h 556225"/>
              <a:gd name="connsiteX45" fmla="*/ 1372348 w 1456912"/>
              <a:gd name="connsiteY45" fmla="*/ 351400 h 556225"/>
              <a:gd name="connsiteX46" fmla="*/ 1189132 w 1456912"/>
              <a:gd name="connsiteY46" fmla="*/ 528510 h 556225"/>
              <a:gd name="connsiteX47" fmla="*/ 1005916 w 1456912"/>
              <a:gd name="connsiteY47" fmla="*/ 351400 h 556225"/>
              <a:gd name="connsiteX48" fmla="*/ 1005916 w 1456912"/>
              <a:gd name="connsiteY48" fmla="*/ 23666 h 556225"/>
              <a:gd name="connsiteX49" fmla="*/ 977728 w 1456912"/>
              <a:gd name="connsiteY49" fmla="*/ 51854 h 556225"/>
              <a:gd name="connsiteX50" fmla="*/ 977728 w 1456912"/>
              <a:gd name="connsiteY50" fmla="*/ 351869 h 556225"/>
              <a:gd name="connsiteX51" fmla="*/ 1189132 w 1456912"/>
              <a:gd name="connsiteY51" fmla="*/ 556226 h 556225"/>
              <a:gd name="connsiteX52" fmla="*/ 1217320 w 1456912"/>
              <a:gd name="connsiteY52" fmla="*/ 556226 h 556225"/>
              <a:gd name="connsiteX53" fmla="*/ 1456912 w 1456912"/>
              <a:gd name="connsiteY53" fmla="*/ 324566 h 556225"/>
              <a:gd name="connsiteX54" fmla="*/ 1456912 w 1456912"/>
              <a:gd name="connsiteY54" fmla="*/ 0 h 556225"/>
              <a:gd name="connsiteX55" fmla="*/ 1428724 w 1456912"/>
              <a:gd name="connsiteY55" fmla="*/ 0 h 556225"/>
              <a:gd name="connsiteX56" fmla="*/ 1189132 w 1456912"/>
              <a:gd name="connsiteY56" fmla="*/ 500322 h 556225"/>
              <a:gd name="connsiteX57" fmla="*/ 1344160 w 1456912"/>
              <a:gd name="connsiteY57" fmla="*/ 351400 h 556225"/>
              <a:gd name="connsiteX58" fmla="*/ 1344160 w 1456912"/>
              <a:gd name="connsiteY58" fmla="*/ 351400 h 556225"/>
              <a:gd name="connsiteX59" fmla="*/ 1344160 w 1456912"/>
              <a:gd name="connsiteY59" fmla="*/ 23666 h 556225"/>
              <a:gd name="connsiteX60" fmla="*/ 1315972 w 1456912"/>
              <a:gd name="connsiteY60" fmla="*/ 51854 h 556225"/>
              <a:gd name="connsiteX61" fmla="*/ 1315972 w 1456912"/>
              <a:gd name="connsiteY61" fmla="*/ 324153 h 556225"/>
              <a:gd name="connsiteX62" fmla="*/ 1217317 w 1456912"/>
              <a:gd name="connsiteY62" fmla="*/ 415761 h 556225"/>
              <a:gd name="connsiteX63" fmla="*/ 1118662 w 1456912"/>
              <a:gd name="connsiteY63" fmla="*/ 324153 h 556225"/>
              <a:gd name="connsiteX64" fmla="*/ 1118662 w 1456912"/>
              <a:gd name="connsiteY64" fmla="*/ 3 h 556225"/>
              <a:gd name="connsiteX65" fmla="*/ 1090474 w 1456912"/>
              <a:gd name="connsiteY65" fmla="*/ 3 h 556225"/>
              <a:gd name="connsiteX66" fmla="*/ 1090474 w 1456912"/>
              <a:gd name="connsiteY66" fmla="*/ 324156 h 556225"/>
              <a:gd name="connsiteX67" fmla="*/ 1217317 w 1456912"/>
              <a:gd name="connsiteY67" fmla="*/ 443951 h 556225"/>
              <a:gd name="connsiteX68" fmla="*/ 1304349 w 1456912"/>
              <a:gd name="connsiteY68" fmla="*/ 404889 h 556225"/>
              <a:gd name="connsiteX69" fmla="*/ 1304982 w 1456912"/>
              <a:gd name="connsiteY69" fmla="*/ 405720 h 556225"/>
              <a:gd name="connsiteX70" fmla="*/ 1189129 w 1456912"/>
              <a:gd name="connsiteY70" fmla="*/ 472139 h 556225"/>
              <a:gd name="connsiteX71" fmla="*/ 1062303 w 1456912"/>
              <a:gd name="connsiteY71" fmla="*/ 352344 h 556225"/>
              <a:gd name="connsiteX72" fmla="*/ 1062286 w 1456912"/>
              <a:gd name="connsiteY72" fmla="*/ 352344 h 556225"/>
              <a:gd name="connsiteX73" fmla="*/ 1062286 w 1456912"/>
              <a:gd name="connsiteY73" fmla="*/ 3 h 556225"/>
              <a:gd name="connsiteX74" fmla="*/ 1034098 w 1456912"/>
              <a:gd name="connsiteY74" fmla="*/ 3 h 556225"/>
              <a:gd name="connsiteX75" fmla="*/ 1034098 w 1456912"/>
              <a:gd name="connsiteY75" fmla="*/ 352341 h 556225"/>
              <a:gd name="connsiteX76" fmla="*/ 1034113 w 1456912"/>
              <a:gd name="connsiteY76" fmla="*/ 352341 h 556225"/>
              <a:gd name="connsiteX77" fmla="*/ 1189132 w 1456912"/>
              <a:gd name="connsiteY77" fmla="*/ 500322 h 556225"/>
              <a:gd name="connsiteX78" fmla="*/ 562774 w 1456912"/>
              <a:gd name="connsiteY78" fmla="*/ 366435 h 556225"/>
              <a:gd name="connsiteX79" fmla="*/ 491494 w 1456912"/>
              <a:gd name="connsiteY79" fmla="*/ 535557 h 556225"/>
              <a:gd name="connsiteX80" fmla="*/ 519684 w 1456912"/>
              <a:gd name="connsiteY80" fmla="*/ 535554 h 556225"/>
              <a:gd name="connsiteX81" fmla="*/ 519682 w 1456912"/>
              <a:gd name="connsiteY81" fmla="*/ 535557 h 556225"/>
              <a:gd name="connsiteX82" fmla="*/ 519684 w 1456912"/>
              <a:gd name="connsiteY82" fmla="*/ 535557 h 556225"/>
              <a:gd name="connsiteX83" fmla="*/ 555322 w 1456912"/>
              <a:gd name="connsiteY83" fmla="*/ 450996 h 556225"/>
              <a:gd name="connsiteX84" fmla="*/ 794138 w 1456912"/>
              <a:gd name="connsiteY84" fmla="*/ 450996 h 556225"/>
              <a:gd name="connsiteX85" fmla="*/ 829744 w 1456912"/>
              <a:gd name="connsiteY85" fmla="*/ 535557 h 556225"/>
              <a:gd name="connsiteX86" fmla="*/ 857932 w 1456912"/>
              <a:gd name="connsiteY86" fmla="*/ 535557 h 556225"/>
              <a:gd name="connsiteX87" fmla="*/ 810457 w 1456912"/>
              <a:gd name="connsiteY87" fmla="*/ 422808 h 556225"/>
              <a:gd name="connsiteX88" fmla="*/ 567200 w 1456912"/>
              <a:gd name="connsiteY88" fmla="*/ 422808 h 556225"/>
              <a:gd name="connsiteX89" fmla="*/ 579078 w 1456912"/>
              <a:gd name="connsiteY89" fmla="*/ 394620 h 556225"/>
              <a:gd name="connsiteX90" fmla="*/ 826776 w 1456912"/>
              <a:gd name="connsiteY90" fmla="*/ 394620 h 556225"/>
              <a:gd name="connsiteX91" fmla="*/ 886120 w 1456912"/>
              <a:gd name="connsiteY91" fmla="*/ 535557 h 556225"/>
              <a:gd name="connsiteX92" fmla="*/ 914308 w 1456912"/>
              <a:gd name="connsiteY92" fmla="*/ 535557 h 556225"/>
              <a:gd name="connsiteX93" fmla="*/ 843097 w 1456912"/>
              <a:gd name="connsiteY93" fmla="*/ 366435 h 556225"/>
              <a:gd name="connsiteX94" fmla="*/ 562774 w 1456912"/>
              <a:gd name="connsiteY94" fmla="*/ 366435 h 556225"/>
              <a:gd name="connsiteX95" fmla="*/ 604248 w 1456912"/>
              <a:gd name="connsiteY95" fmla="*/ 0 h 556225"/>
              <a:gd name="connsiteX96" fmla="*/ 397091 w 1456912"/>
              <a:gd name="connsiteY96" fmla="*/ 491374 h 556225"/>
              <a:gd name="connsiteX97" fmla="*/ 415032 w 1456912"/>
              <a:gd name="connsiteY97" fmla="*/ 515732 h 556225"/>
              <a:gd name="connsiteX98" fmla="*/ 632437 w 1456912"/>
              <a:gd name="connsiteY98" fmla="*/ 0 h 556225"/>
              <a:gd name="connsiteX99" fmla="*/ 604248 w 1456912"/>
              <a:gd name="connsiteY99" fmla="*/ 0 h 556225"/>
              <a:gd name="connsiteX100" fmla="*/ 716998 w 1456912"/>
              <a:gd name="connsiteY100" fmla="*/ 3 h 556225"/>
              <a:gd name="connsiteX101" fmla="*/ 934130 w 1456912"/>
              <a:gd name="connsiteY101" fmla="*/ 515735 h 556225"/>
              <a:gd name="connsiteX102" fmla="*/ 952028 w 1456912"/>
              <a:gd name="connsiteY102" fmla="*/ 491377 h 556225"/>
              <a:gd name="connsiteX103" fmla="*/ 745186 w 1456912"/>
              <a:gd name="connsiteY103" fmla="*/ 3 h 556225"/>
              <a:gd name="connsiteX104" fmla="*/ 716998 w 1456912"/>
              <a:gd name="connsiteY104" fmla="*/ 3 h 556225"/>
              <a:gd name="connsiteX105" fmla="*/ 546409 w 1456912"/>
              <a:gd name="connsiteY105" fmla="*/ 338247 h 556225"/>
              <a:gd name="connsiteX106" fmla="*/ 463042 w 1456912"/>
              <a:gd name="connsiteY106" fmla="*/ 535557 h 556225"/>
              <a:gd name="connsiteX107" fmla="*/ 434854 w 1456912"/>
              <a:gd name="connsiteY107" fmla="*/ 535557 h 556225"/>
              <a:gd name="connsiteX108" fmla="*/ 646528 w 1456912"/>
              <a:gd name="connsiteY108" fmla="*/ 33467 h 556225"/>
              <a:gd name="connsiteX109" fmla="*/ 762988 w 1456912"/>
              <a:gd name="connsiteY109" fmla="*/ 310059 h 556225"/>
              <a:gd name="connsiteX110" fmla="*/ 791176 w 1456912"/>
              <a:gd name="connsiteY110" fmla="*/ 310059 h 556225"/>
              <a:gd name="connsiteX111" fmla="*/ 660624 w 1456912"/>
              <a:gd name="connsiteY111" fmla="*/ 3 h 556225"/>
              <a:gd name="connsiteX112" fmla="*/ 688812 w 1456912"/>
              <a:gd name="connsiteY112" fmla="*/ 3 h 556225"/>
              <a:gd name="connsiteX113" fmla="*/ 831231 w 1456912"/>
              <a:gd name="connsiteY113" fmla="*/ 338247 h 556225"/>
              <a:gd name="connsiteX114" fmla="*/ 546409 w 1456912"/>
              <a:gd name="connsiteY114" fmla="*/ 338247 h 556225"/>
              <a:gd name="connsiteX115" fmla="*/ 674788 w 1456912"/>
              <a:gd name="connsiteY115" fmla="*/ 167531 h 556225"/>
              <a:gd name="connsiteX116" fmla="*/ 614721 w 1456912"/>
              <a:gd name="connsiteY116" fmla="*/ 310062 h 556225"/>
              <a:gd name="connsiteX117" fmla="*/ 734800 w 1456912"/>
              <a:gd name="connsiteY117" fmla="*/ 310062 h 556225"/>
              <a:gd name="connsiteX118" fmla="*/ 674788 w 1456912"/>
              <a:gd name="connsiteY118" fmla="*/ 167531 h 556225"/>
              <a:gd name="connsiteX119" fmla="*/ 558275 w 1456912"/>
              <a:gd name="connsiteY119" fmla="*/ 310062 h 556225"/>
              <a:gd name="connsiteX120" fmla="*/ 586535 w 1456912"/>
              <a:gd name="connsiteY120" fmla="*/ 310062 h 556225"/>
              <a:gd name="connsiteX121" fmla="*/ 660703 w 1456912"/>
              <a:gd name="connsiteY121" fmla="*/ 134072 h 556225"/>
              <a:gd name="connsiteX122" fmla="*/ 646588 w 1456912"/>
              <a:gd name="connsiteY122" fmla="*/ 100553 h 556225"/>
              <a:gd name="connsiteX123" fmla="*/ 558275 w 1456912"/>
              <a:gd name="connsiteY123" fmla="*/ 310062 h 556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1456912" h="556225">
                <a:moveTo>
                  <a:pt x="0" y="51854"/>
                </a:moveTo>
                <a:lnTo>
                  <a:pt x="28188" y="23666"/>
                </a:lnTo>
                <a:lnTo>
                  <a:pt x="28188" y="535557"/>
                </a:lnTo>
                <a:lnTo>
                  <a:pt x="0" y="535557"/>
                </a:lnTo>
                <a:lnTo>
                  <a:pt x="0" y="51854"/>
                </a:lnTo>
                <a:close/>
                <a:moveTo>
                  <a:pt x="84564" y="28188"/>
                </a:moveTo>
                <a:lnTo>
                  <a:pt x="422811" y="28188"/>
                </a:lnTo>
                <a:lnTo>
                  <a:pt x="422811" y="0"/>
                </a:lnTo>
                <a:lnTo>
                  <a:pt x="56376" y="0"/>
                </a:lnTo>
                <a:lnTo>
                  <a:pt x="56376" y="338244"/>
                </a:lnTo>
                <a:lnTo>
                  <a:pt x="367711" y="338244"/>
                </a:lnTo>
                <a:lnTo>
                  <a:pt x="367711" y="310062"/>
                </a:lnTo>
                <a:lnTo>
                  <a:pt x="84564" y="310062"/>
                </a:lnTo>
                <a:lnTo>
                  <a:pt x="84564" y="28188"/>
                </a:lnTo>
                <a:close/>
                <a:moveTo>
                  <a:pt x="410152" y="253686"/>
                </a:moveTo>
                <a:lnTo>
                  <a:pt x="140937" y="253686"/>
                </a:lnTo>
                <a:lnTo>
                  <a:pt x="140937" y="140940"/>
                </a:lnTo>
                <a:lnTo>
                  <a:pt x="371171" y="140940"/>
                </a:lnTo>
                <a:lnTo>
                  <a:pt x="399359" y="112752"/>
                </a:lnTo>
                <a:lnTo>
                  <a:pt x="140937" y="112752"/>
                </a:lnTo>
                <a:lnTo>
                  <a:pt x="140937" y="84564"/>
                </a:lnTo>
                <a:lnTo>
                  <a:pt x="422811" y="84564"/>
                </a:lnTo>
                <a:lnTo>
                  <a:pt x="422811" y="56376"/>
                </a:lnTo>
                <a:lnTo>
                  <a:pt x="112749" y="56376"/>
                </a:lnTo>
                <a:lnTo>
                  <a:pt x="112749" y="281874"/>
                </a:lnTo>
                <a:lnTo>
                  <a:pt x="382334" y="281874"/>
                </a:lnTo>
                <a:lnTo>
                  <a:pt x="410152" y="253686"/>
                </a:lnTo>
                <a:close/>
                <a:moveTo>
                  <a:pt x="56376" y="535557"/>
                </a:moveTo>
                <a:lnTo>
                  <a:pt x="84564" y="535557"/>
                </a:lnTo>
                <a:lnTo>
                  <a:pt x="84564" y="394620"/>
                </a:lnTo>
                <a:lnTo>
                  <a:pt x="112752" y="394620"/>
                </a:lnTo>
                <a:lnTo>
                  <a:pt x="112752" y="511890"/>
                </a:lnTo>
                <a:lnTo>
                  <a:pt x="140940" y="483705"/>
                </a:lnTo>
                <a:lnTo>
                  <a:pt x="140940" y="394620"/>
                </a:lnTo>
                <a:lnTo>
                  <a:pt x="367714" y="394620"/>
                </a:lnTo>
                <a:lnTo>
                  <a:pt x="367714" y="366435"/>
                </a:lnTo>
                <a:lnTo>
                  <a:pt x="56376" y="366435"/>
                </a:lnTo>
                <a:lnTo>
                  <a:pt x="56376" y="535557"/>
                </a:lnTo>
                <a:close/>
                <a:moveTo>
                  <a:pt x="1428724" y="0"/>
                </a:moveTo>
                <a:lnTo>
                  <a:pt x="1428724" y="324156"/>
                </a:lnTo>
                <a:cubicBezTo>
                  <a:pt x="1428724" y="399584"/>
                  <a:pt x="1395069" y="464387"/>
                  <a:pt x="1316539" y="514089"/>
                </a:cubicBezTo>
                <a:lnTo>
                  <a:pt x="1315903" y="513258"/>
                </a:lnTo>
                <a:cubicBezTo>
                  <a:pt x="1367503" y="472336"/>
                  <a:pt x="1400536" y="419773"/>
                  <a:pt x="1400536" y="351869"/>
                </a:cubicBezTo>
                <a:lnTo>
                  <a:pt x="1400536" y="3"/>
                </a:lnTo>
                <a:lnTo>
                  <a:pt x="1372348" y="3"/>
                </a:lnTo>
                <a:lnTo>
                  <a:pt x="1372348" y="351400"/>
                </a:lnTo>
                <a:cubicBezTo>
                  <a:pt x="1372348" y="452590"/>
                  <a:pt x="1290318" y="528510"/>
                  <a:pt x="1189132" y="528510"/>
                </a:cubicBezTo>
                <a:cubicBezTo>
                  <a:pt x="1087946" y="528510"/>
                  <a:pt x="1005916" y="452587"/>
                  <a:pt x="1005916" y="351400"/>
                </a:cubicBezTo>
                <a:lnTo>
                  <a:pt x="1005916" y="23666"/>
                </a:lnTo>
                <a:lnTo>
                  <a:pt x="977728" y="51854"/>
                </a:lnTo>
                <a:lnTo>
                  <a:pt x="977728" y="351869"/>
                </a:lnTo>
                <a:cubicBezTo>
                  <a:pt x="977728" y="468625"/>
                  <a:pt x="1072376" y="556226"/>
                  <a:pt x="1189132" y="556226"/>
                </a:cubicBezTo>
                <a:cubicBezTo>
                  <a:pt x="1191834" y="556226"/>
                  <a:pt x="1217320" y="556226"/>
                  <a:pt x="1217320" y="556226"/>
                </a:cubicBezTo>
                <a:cubicBezTo>
                  <a:pt x="1332291" y="556226"/>
                  <a:pt x="1456912" y="471321"/>
                  <a:pt x="1456912" y="324566"/>
                </a:cubicBezTo>
                <a:cubicBezTo>
                  <a:pt x="1456912" y="324428"/>
                  <a:pt x="1456912" y="0"/>
                  <a:pt x="1456912" y="0"/>
                </a:cubicBezTo>
                <a:lnTo>
                  <a:pt x="1428724" y="0"/>
                </a:lnTo>
                <a:close/>
                <a:moveTo>
                  <a:pt x="1189132" y="500322"/>
                </a:moveTo>
                <a:cubicBezTo>
                  <a:pt x="1274706" y="500322"/>
                  <a:pt x="1344082" y="436948"/>
                  <a:pt x="1344160" y="351400"/>
                </a:cubicBezTo>
                <a:lnTo>
                  <a:pt x="1344160" y="351400"/>
                </a:lnTo>
                <a:lnTo>
                  <a:pt x="1344160" y="23666"/>
                </a:lnTo>
                <a:lnTo>
                  <a:pt x="1315972" y="51854"/>
                </a:lnTo>
                <a:lnTo>
                  <a:pt x="1315972" y="324153"/>
                </a:lnTo>
                <a:cubicBezTo>
                  <a:pt x="1315972" y="378637"/>
                  <a:pt x="1271801" y="415761"/>
                  <a:pt x="1217317" y="415761"/>
                </a:cubicBezTo>
                <a:cubicBezTo>
                  <a:pt x="1162833" y="415761"/>
                  <a:pt x="1118662" y="378637"/>
                  <a:pt x="1118662" y="324153"/>
                </a:cubicBezTo>
                <a:lnTo>
                  <a:pt x="1118662" y="3"/>
                </a:lnTo>
                <a:lnTo>
                  <a:pt x="1090474" y="3"/>
                </a:lnTo>
                <a:lnTo>
                  <a:pt x="1090474" y="324156"/>
                </a:lnTo>
                <a:cubicBezTo>
                  <a:pt x="1090474" y="394209"/>
                  <a:pt x="1147264" y="443951"/>
                  <a:pt x="1217317" y="443951"/>
                </a:cubicBezTo>
                <a:cubicBezTo>
                  <a:pt x="1245962" y="443951"/>
                  <a:pt x="1280732" y="429800"/>
                  <a:pt x="1304349" y="404889"/>
                </a:cubicBezTo>
                <a:lnTo>
                  <a:pt x="1304982" y="405720"/>
                </a:lnTo>
                <a:cubicBezTo>
                  <a:pt x="1282838" y="446784"/>
                  <a:pt x="1241907" y="472139"/>
                  <a:pt x="1189129" y="472139"/>
                </a:cubicBezTo>
                <a:cubicBezTo>
                  <a:pt x="1119507" y="472139"/>
                  <a:pt x="1062992" y="421734"/>
                  <a:pt x="1062303" y="352344"/>
                </a:cubicBezTo>
                <a:lnTo>
                  <a:pt x="1062286" y="352344"/>
                </a:lnTo>
                <a:lnTo>
                  <a:pt x="1062286" y="3"/>
                </a:lnTo>
                <a:lnTo>
                  <a:pt x="1034098" y="3"/>
                </a:lnTo>
                <a:lnTo>
                  <a:pt x="1034098" y="352341"/>
                </a:lnTo>
                <a:lnTo>
                  <a:pt x="1034113" y="352341"/>
                </a:lnTo>
                <a:cubicBezTo>
                  <a:pt x="1034703" y="437411"/>
                  <a:pt x="1103877" y="500322"/>
                  <a:pt x="1189132" y="500322"/>
                </a:cubicBezTo>
                <a:close/>
                <a:moveTo>
                  <a:pt x="562774" y="366435"/>
                </a:moveTo>
                <a:lnTo>
                  <a:pt x="491494" y="535557"/>
                </a:lnTo>
                <a:lnTo>
                  <a:pt x="519684" y="535554"/>
                </a:lnTo>
                <a:lnTo>
                  <a:pt x="519682" y="535557"/>
                </a:lnTo>
                <a:lnTo>
                  <a:pt x="519684" y="535557"/>
                </a:lnTo>
                <a:lnTo>
                  <a:pt x="555322" y="450996"/>
                </a:lnTo>
                <a:lnTo>
                  <a:pt x="794138" y="450996"/>
                </a:lnTo>
                <a:lnTo>
                  <a:pt x="829744" y="535557"/>
                </a:lnTo>
                <a:lnTo>
                  <a:pt x="857932" y="535557"/>
                </a:lnTo>
                <a:lnTo>
                  <a:pt x="810457" y="422808"/>
                </a:lnTo>
                <a:lnTo>
                  <a:pt x="567200" y="422808"/>
                </a:lnTo>
                <a:lnTo>
                  <a:pt x="579078" y="394620"/>
                </a:lnTo>
                <a:lnTo>
                  <a:pt x="826776" y="394620"/>
                </a:lnTo>
                <a:lnTo>
                  <a:pt x="886120" y="535557"/>
                </a:lnTo>
                <a:lnTo>
                  <a:pt x="914308" y="535557"/>
                </a:lnTo>
                <a:lnTo>
                  <a:pt x="843097" y="366435"/>
                </a:lnTo>
                <a:lnTo>
                  <a:pt x="562774" y="366435"/>
                </a:lnTo>
                <a:close/>
                <a:moveTo>
                  <a:pt x="604248" y="0"/>
                </a:moveTo>
                <a:lnTo>
                  <a:pt x="397091" y="491374"/>
                </a:lnTo>
                <a:lnTo>
                  <a:pt x="415032" y="515732"/>
                </a:lnTo>
                <a:lnTo>
                  <a:pt x="632437" y="0"/>
                </a:lnTo>
                <a:lnTo>
                  <a:pt x="604248" y="0"/>
                </a:lnTo>
                <a:close/>
                <a:moveTo>
                  <a:pt x="716998" y="3"/>
                </a:moveTo>
                <a:lnTo>
                  <a:pt x="934130" y="515735"/>
                </a:lnTo>
                <a:lnTo>
                  <a:pt x="952028" y="491377"/>
                </a:lnTo>
                <a:lnTo>
                  <a:pt x="745186" y="3"/>
                </a:lnTo>
                <a:lnTo>
                  <a:pt x="716998" y="3"/>
                </a:lnTo>
                <a:close/>
                <a:moveTo>
                  <a:pt x="546409" y="338247"/>
                </a:moveTo>
                <a:lnTo>
                  <a:pt x="463042" y="535557"/>
                </a:lnTo>
                <a:lnTo>
                  <a:pt x="434854" y="535557"/>
                </a:lnTo>
                <a:lnTo>
                  <a:pt x="646528" y="33467"/>
                </a:lnTo>
                <a:lnTo>
                  <a:pt x="762988" y="310059"/>
                </a:lnTo>
                <a:lnTo>
                  <a:pt x="791176" y="310059"/>
                </a:lnTo>
                <a:lnTo>
                  <a:pt x="660624" y="3"/>
                </a:lnTo>
                <a:lnTo>
                  <a:pt x="688812" y="3"/>
                </a:lnTo>
                <a:lnTo>
                  <a:pt x="831231" y="338247"/>
                </a:lnTo>
                <a:lnTo>
                  <a:pt x="546409" y="338247"/>
                </a:lnTo>
                <a:close/>
                <a:moveTo>
                  <a:pt x="674788" y="167531"/>
                </a:moveTo>
                <a:lnTo>
                  <a:pt x="614721" y="310062"/>
                </a:lnTo>
                <a:lnTo>
                  <a:pt x="734800" y="310062"/>
                </a:lnTo>
                <a:lnTo>
                  <a:pt x="674788" y="167531"/>
                </a:lnTo>
                <a:close/>
                <a:moveTo>
                  <a:pt x="558275" y="310062"/>
                </a:moveTo>
                <a:lnTo>
                  <a:pt x="586535" y="310062"/>
                </a:lnTo>
                <a:lnTo>
                  <a:pt x="660703" y="134072"/>
                </a:lnTo>
                <a:lnTo>
                  <a:pt x="646588" y="100553"/>
                </a:lnTo>
                <a:lnTo>
                  <a:pt x="558275" y="310062"/>
                </a:lnTo>
                <a:close/>
              </a:path>
            </a:pathLst>
          </a:custGeom>
          <a:solidFill>
            <a:schemeClr val="tx1"/>
          </a:solidFill>
          <a:ln w="2892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grpSp>
        <p:nvGrpSpPr>
          <p:cNvPr id="57" name="Gruppieren 56">
            <a:extLst>
              <a:ext uri="{FF2B5EF4-FFF2-40B4-BE49-F238E27FC236}">
                <a16:creationId xmlns:a16="http://schemas.microsoft.com/office/drawing/2014/main" id="{A67BB0E1-5E7F-46E5-9D87-74249FA80151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58" name="Gerader Verbinder 57">
              <a:extLst>
                <a:ext uri="{FF2B5EF4-FFF2-40B4-BE49-F238E27FC236}">
                  <a16:creationId xmlns:a16="http://schemas.microsoft.com/office/drawing/2014/main" id="{735EC3F0-D52F-43D8-9D20-FC4F70B1922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feld 58">
              <a:extLst>
                <a:ext uri="{FF2B5EF4-FFF2-40B4-BE49-F238E27FC236}">
                  <a16:creationId xmlns:a16="http://schemas.microsoft.com/office/drawing/2014/main" id="{D73E6E84-A759-4118-9971-2B614D3FE504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60" name="Gruppieren 59">
            <a:extLst>
              <a:ext uri="{FF2B5EF4-FFF2-40B4-BE49-F238E27FC236}">
                <a16:creationId xmlns:a16="http://schemas.microsoft.com/office/drawing/2014/main" id="{F1FCC803-A93B-423F-B835-B52876B2721B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61" name="Gerader Verbinder 60">
              <a:extLst>
                <a:ext uri="{FF2B5EF4-FFF2-40B4-BE49-F238E27FC236}">
                  <a16:creationId xmlns:a16="http://schemas.microsoft.com/office/drawing/2014/main" id="{94D29247-DB20-40F1-888F-155F9E5ABC8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feld 61">
              <a:extLst>
                <a:ext uri="{FF2B5EF4-FFF2-40B4-BE49-F238E27FC236}">
                  <a16:creationId xmlns:a16="http://schemas.microsoft.com/office/drawing/2014/main" id="{5E32A3F3-E989-43F3-A16F-94173C632533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63" name="Gruppieren 62">
            <a:extLst>
              <a:ext uri="{FF2B5EF4-FFF2-40B4-BE49-F238E27FC236}">
                <a16:creationId xmlns:a16="http://schemas.microsoft.com/office/drawing/2014/main" id="{44D22F83-A0F5-4FE2-9D6C-012542F7E2B8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64" name="Gerader Verbinder 63">
              <a:extLst>
                <a:ext uri="{FF2B5EF4-FFF2-40B4-BE49-F238E27FC236}">
                  <a16:creationId xmlns:a16="http://schemas.microsoft.com/office/drawing/2014/main" id="{BA2BC1BF-6FE4-4475-BE69-6D37CBD5164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Textfeld 64">
              <a:extLst>
                <a:ext uri="{FF2B5EF4-FFF2-40B4-BE49-F238E27FC236}">
                  <a16:creationId xmlns:a16="http://schemas.microsoft.com/office/drawing/2014/main" id="{88D7DDBE-C865-4F05-B6F5-3E2BBB15FDA7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66" name="Gruppieren 65">
            <a:extLst>
              <a:ext uri="{FF2B5EF4-FFF2-40B4-BE49-F238E27FC236}">
                <a16:creationId xmlns:a16="http://schemas.microsoft.com/office/drawing/2014/main" id="{5BF365C6-4DF1-469F-A081-5BB981472333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67" name="Gerader Verbinder 66">
              <a:extLst>
                <a:ext uri="{FF2B5EF4-FFF2-40B4-BE49-F238E27FC236}">
                  <a16:creationId xmlns:a16="http://schemas.microsoft.com/office/drawing/2014/main" id="{9CA1C573-E95F-4CC5-A4BE-0E74960DBC2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Textfeld 67">
              <a:extLst>
                <a:ext uri="{FF2B5EF4-FFF2-40B4-BE49-F238E27FC236}">
                  <a16:creationId xmlns:a16="http://schemas.microsoft.com/office/drawing/2014/main" id="{02A35681-195F-407A-BB6C-7E3B4E241132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69" name="Gruppieren 68">
            <a:extLst>
              <a:ext uri="{FF2B5EF4-FFF2-40B4-BE49-F238E27FC236}">
                <a16:creationId xmlns:a16="http://schemas.microsoft.com/office/drawing/2014/main" id="{BF6DC0B3-1B79-4824-B73B-DC9B7AA77A08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70" name="Gerader Verbinder 69">
              <a:extLst>
                <a:ext uri="{FF2B5EF4-FFF2-40B4-BE49-F238E27FC236}">
                  <a16:creationId xmlns:a16="http://schemas.microsoft.com/office/drawing/2014/main" id="{439D9EA3-D6F8-4D8A-8C91-B7BCDD4883C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Textfeld 70">
              <a:extLst>
                <a:ext uri="{FF2B5EF4-FFF2-40B4-BE49-F238E27FC236}">
                  <a16:creationId xmlns:a16="http://schemas.microsoft.com/office/drawing/2014/main" id="{EF8776E0-353D-4DBE-918C-2BE4D9ED22C0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72" name="Gruppieren 71">
            <a:extLst>
              <a:ext uri="{FF2B5EF4-FFF2-40B4-BE49-F238E27FC236}">
                <a16:creationId xmlns:a16="http://schemas.microsoft.com/office/drawing/2014/main" id="{EB1A981A-C15F-48BC-856D-45BFDE402164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73" name="Gerader Verbinder 72">
              <a:extLst>
                <a:ext uri="{FF2B5EF4-FFF2-40B4-BE49-F238E27FC236}">
                  <a16:creationId xmlns:a16="http://schemas.microsoft.com/office/drawing/2014/main" id="{CA1B7D91-52B4-4C4E-9872-DAE627C5BDA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Textfeld 73">
              <a:extLst>
                <a:ext uri="{FF2B5EF4-FFF2-40B4-BE49-F238E27FC236}">
                  <a16:creationId xmlns:a16="http://schemas.microsoft.com/office/drawing/2014/main" id="{DD5301F3-CDC0-4F62-A7F3-64DF1FAFB6C3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75" name="Gruppieren 74">
            <a:extLst>
              <a:ext uri="{FF2B5EF4-FFF2-40B4-BE49-F238E27FC236}">
                <a16:creationId xmlns:a16="http://schemas.microsoft.com/office/drawing/2014/main" id="{C5363AC9-A7FE-4ED9-A4AE-BF1F41479440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76" name="Gerader Verbinder 75">
              <a:extLst>
                <a:ext uri="{FF2B5EF4-FFF2-40B4-BE49-F238E27FC236}">
                  <a16:creationId xmlns:a16="http://schemas.microsoft.com/office/drawing/2014/main" id="{A5C058E5-1B77-4F37-8A90-6C2DB0C9F0D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Textfeld 76">
              <a:extLst>
                <a:ext uri="{FF2B5EF4-FFF2-40B4-BE49-F238E27FC236}">
                  <a16:creationId xmlns:a16="http://schemas.microsoft.com/office/drawing/2014/main" id="{3F3FD432-7B0C-441D-887D-260F088129D6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78" name="Gruppieren 77">
            <a:extLst>
              <a:ext uri="{FF2B5EF4-FFF2-40B4-BE49-F238E27FC236}">
                <a16:creationId xmlns:a16="http://schemas.microsoft.com/office/drawing/2014/main" id="{11D3348D-CD05-48E5-89ED-528A62DA8118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79" name="Gerader Verbinder 78">
              <a:extLst>
                <a:ext uri="{FF2B5EF4-FFF2-40B4-BE49-F238E27FC236}">
                  <a16:creationId xmlns:a16="http://schemas.microsoft.com/office/drawing/2014/main" id="{8C904B9B-CFB8-4878-BE89-64B7783A68C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Textfeld 79">
              <a:extLst>
                <a:ext uri="{FF2B5EF4-FFF2-40B4-BE49-F238E27FC236}">
                  <a16:creationId xmlns:a16="http://schemas.microsoft.com/office/drawing/2014/main" id="{C15810B6-1DFF-43DE-849F-E24988A1AC21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81" name="Gruppieren 80">
            <a:extLst>
              <a:ext uri="{FF2B5EF4-FFF2-40B4-BE49-F238E27FC236}">
                <a16:creationId xmlns:a16="http://schemas.microsoft.com/office/drawing/2014/main" id="{CFDE3FDD-B76C-49E7-81B4-7302EAE01430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82" name="Gerader Verbinder 81">
              <a:extLst>
                <a:ext uri="{FF2B5EF4-FFF2-40B4-BE49-F238E27FC236}">
                  <a16:creationId xmlns:a16="http://schemas.microsoft.com/office/drawing/2014/main" id="{CC2966EC-F4C0-41FC-88ED-2E5F725EA0B2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Textfeld 82">
              <a:extLst>
                <a:ext uri="{FF2B5EF4-FFF2-40B4-BE49-F238E27FC236}">
                  <a16:creationId xmlns:a16="http://schemas.microsoft.com/office/drawing/2014/main" id="{92230FDE-430C-429C-A396-DFCEF2CE147E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84" name="Gerader Verbinder 83">
            <a:extLst>
              <a:ext uri="{FF2B5EF4-FFF2-40B4-BE49-F238E27FC236}">
                <a16:creationId xmlns:a16="http://schemas.microsoft.com/office/drawing/2014/main" id="{53056242-C21F-4347-8E6E-305C959935E8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5" name="Gruppieren 84">
            <a:extLst>
              <a:ext uri="{FF2B5EF4-FFF2-40B4-BE49-F238E27FC236}">
                <a16:creationId xmlns:a16="http://schemas.microsoft.com/office/drawing/2014/main" id="{A954A2AB-7A1B-4F20-8556-0C283B584BE2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86" name="Gerader Verbinder 85">
              <a:extLst>
                <a:ext uri="{FF2B5EF4-FFF2-40B4-BE49-F238E27FC236}">
                  <a16:creationId xmlns:a16="http://schemas.microsoft.com/office/drawing/2014/main" id="{C31D32E9-A207-4C49-AAE0-5A541EE5B56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Textfeld 86">
              <a:extLst>
                <a:ext uri="{FF2B5EF4-FFF2-40B4-BE49-F238E27FC236}">
                  <a16:creationId xmlns:a16="http://schemas.microsoft.com/office/drawing/2014/main" id="{0027A521-04C3-4807-A55B-38087BBBA705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151" name="Grafik 3">
            <a:extLst>
              <a:ext uri="{FF2B5EF4-FFF2-40B4-BE49-F238E27FC236}">
                <a16:creationId xmlns:a16="http://schemas.microsoft.com/office/drawing/2014/main" id="{5ED2637B-07F7-4775-987A-93DC85F97AFC}"/>
              </a:ext>
            </a:extLst>
          </p:cNvPr>
          <p:cNvGrpSpPr/>
          <p:nvPr userDrawn="1"/>
        </p:nvGrpSpPr>
        <p:grpSpPr>
          <a:xfrm>
            <a:off x="520163" y="293688"/>
            <a:ext cx="2623087" cy="328167"/>
            <a:chOff x="2178367" y="2525076"/>
            <a:chExt cx="7773352" cy="972502"/>
          </a:xfrm>
          <a:solidFill>
            <a:schemeClr val="tx1"/>
          </a:solidFill>
        </p:grpSpPr>
        <p:sp>
          <p:nvSpPr>
            <p:cNvPr id="152" name="Freihandform: Form 151">
              <a:extLst>
                <a:ext uri="{FF2B5EF4-FFF2-40B4-BE49-F238E27FC236}">
                  <a16:creationId xmlns:a16="http://schemas.microsoft.com/office/drawing/2014/main" id="{8EE16B07-A759-4BBC-A314-9BCAD261EF08}"/>
                </a:ext>
              </a:extLst>
            </p:cNvPr>
            <p:cNvSpPr/>
            <p:nvPr/>
          </p:nvSpPr>
          <p:spPr>
            <a:xfrm>
              <a:off x="2178367" y="2545079"/>
              <a:ext cx="232409" cy="369569"/>
            </a:xfrm>
            <a:custGeom>
              <a:avLst/>
              <a:gdLst>
                <a:gd name="connsiteX0" fmla="*/ 232410 w 232409"/>
                <a:gd name="connsiteY0" fmla="*/ 60960 h 369569"/>
                <a:gd name="connsiteX1" fmla="*/ 65722 w 232409"/>
                <a:gd name="connsiteY1" fmla="*/ 60960 h 369569"/>
                <a:gd name="connsiteX2" fmla="*/ 65722 w 232409"/>
                <a:gd name="connsiteY2" fmla="*/ 152400 h 369569"/>
                <a:gd name="connsiteX3" fmla="*/ 189547 w 232409"/>
                <a:gd name="connsiteY3" fmla="*/ 152400 h 369569"/>
                <a:gd name="connsiteX4" fmla="*/ 189547 w 232409"/>
                <a:gd name="connsiteY4" fmla="*/ 212408 h 369569"/>
                <a:gd name="connsiteX5" fmla="*/ 65722 w 232409"/>
                <a:gd name="connsiteY5" fmla="*/ 212408 h 369569"/>
                <a:gd name="connsiteX6" fmla="*/ 65722 w 232409"/>
                <a:gd name="connsiteY6" fmla="*/ 369570 h 369569"/>
                <a:gd name="connsiteX7" fmla="*/ 0 w 232409"/>
                <a:gd name="connsiteY7" fmla="*/ 369570 h 369569"/>
                <a:gd name="connsiteX8" fmla="*/ 0 w 232409"/>
                <a:gd name="connsiteY8" fmla="*/ 0 h 369569"/>
                <a:gd name="connsiteX9" fmla="*/ 231458 w 232409"/>
                <a:gd name="connsiteY9" fmla="*/ 0 h 369569"/>
                <a:gd name="connsiteX10" fmla="*/ 231458 w 232409"/>
                <a:gd name="connsiteY10" fmla="*/ 60960 h 36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2409" h="369569">
                  <a:moveTo>
                    <a:pt x="232410" y="60960"/>
                  </a:moveTo>
                  <a:lnTo>
                    <a:pt x="65722" y="60960"/>
                  </a:lnTo>
                  <a:lnTo>
                    <a:pt x="65722" y="152400"/>
                  </a:lnTo>
                  <a:lnTo>
                    <a:pt x="189547" y="152400"/>
                  </a:lnTo>
                  <a:lnTo>
                    <a:pt x="189547" y="212408"/>
                  </a:lnTo>
                  <a:lnTo>
                    <a:pt x="65722" y="212408"/>
                  </a:lnTo>
                  <a:lnTo>
                    <a:pt x="65722" y="369570"/>
                  </a:lnTo>
                  <a:lnTo>
                    <a:pt x="0" y="369570"/>
                  </a:lnTo>
                  <a:lnTo>
                    <a:pt x="0" y="0"/>
                  </a:lnTo>
                  <a:lnTo>
                    <a:pt x="231458" y="0"/>
                  </a:lnTo>
                  <a:lnTo>
                    <a:pt x="231458" y="6096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3" name="Freihandform: Form 152">
              <a:extLst>
                <a:ext uri="{FF2B5EF4-FFF2-40B4-BE49-F238E27FC236}">
                  <a16:creationId xmlns:a16="http://schemas.microsoft.com/office/drawing/2014/main" id="{B63840AC-1E7B-4C28-BC2C-1C0296567973}"/>
                </a:ext>
              </a:extLst>
            </p:cNvPr>
            <p:cNvSpPr/>
            <p:nvPr/>
          </p:nvSpPr>
          <p:spPr>
            <a:xfrm>
              <a:off x="2446972" y="2641039"/>
              <a:ext cx="160019" cy="272657"/>
            </a:xfrm>
            <a:custGeom>
              <a:avLst/>
              <a:gdLst>
                <a:gd name="connsiteX0" fmla="*/ 160020 w 160019"/>
                <a:gd name="connsiteY0" fmla="*/ 5005 h 272657"/>
                <a:gd name="connsiteX1" fmla="*/ 150495 w 160019"/>
                <a:gd name="connsiteY1" fmla="*/ 68823 h 272657"/>
                <a:gd name="connsiteX2" fmla="*/ 116205 w 160019"/>
                <a:gd name="connsiteY2" fmla="*/ 60250 h 272657"/>
                <a:gd name="connsiteX3" fmla="*/ 61913 w 160019"/>
                <a:gd name="connsiteY3" fmla="*/ 135498 h 272657"/>
                <a:gd name="connsiteX4" fmla="*/ 61913 w 160019"/>
                <a:gd name="connsiteY4" fmla="*/ 272658 h 272657"/>
                <a:gd name="connsiteX5" fmla="*/ 0 w 160019"/>
                <a:gd name="connsiteY5" fmla="*/ 272658 h 272657"/>
                <a:gd name="connsiteX6" fmla="*/ 0 w 160019"/>
                <a:gd name="connsiteY6" fmla="*/ 5958 h 272657"/>
                <a:gd name="connsiteX7" fmla="*/ 60960 w 160019"/>
                <a:gd name="connsiteY7" fmla="*/ 5958 h 272657"/>
                <a:gd name="connsiteX8" fmla="*/ 60960 w 160019"/>
                <a:gd name="connsiteY8" fmla="*/ 40248 h 272657"/>
                <a:gd name="connsiteX9" fmla="*/ 61913 w 160019"/>
                <a:gd name="connsiteY9" fmla="*/ 40248 h 272657"/>
                <a:gd name="connsiteX10" fmla="*/ 131445 w 160019"/>
                <a:gd name="connsiteY10" fmla="*/ 243 h 272657"/>
                <a:gd name="connsiteX11" fmla="*/ 160020 w 160019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19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2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7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4" name="Freihandform: Form 153">
              <a:extLst>
                <a:ext uri="{FF2B5EF4-FFF2-40B4-BE49-F238E27FC236}">
                  <a16:creationId xmlns:a16="http://schemas.microsoft.com/office/drawing/2014/main" id="{A4DA475E-3745-406F-88D2-74303AA02D0B}"/>
                </a:ext>
              </a:extLst>
            </p:cNvPr>
            <p:cNvSpPr/>
            <p:nvPr/>
          </p:nvSpPr>
          <p:spPr>
            <a:xfrm>
              <a:off x="2651759" y="2528887"/>
              <a:ext cx="79057" cy="384810"/>
            </a:xfrm>
            <a:custGeom>
              <a:avLst/>
              <a:gdLst>
                <a:gd name="connsiteX0" fmla="*/ 79057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7 w 79057"/>
                <a:gd name="connsiteY4" fmla="*/ 38100 h 384810"/>
                <a:gd name="connsiteX5" fmla="*/ 70485 w 79057"/>
                <a:gd name="connsiteY5" fmla="*/ 384810 h 384810"/>
                <a:gd name="connsiteX6" fmla="*/ 8573 w 79057"/>
                <a:gd name="connsiteY6" fmla="*/ 384810 h 384810"/>
                <a:gd name="connsiteX7" fmla="*/ 8573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7" y="38100"/>
                  </a:moveTo>
                  <a:cubicBezTo>
                    <a:pt x="79057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0960" y="0"/>
                    <a:pt x="79057" y="16193"/>
                    <a:pt x="79057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5" name="Freihandform: Form 154">
              <a:extLst>
                <a:ext uri="{FF2B5EF4-FFF2-40B4-BE49-F238E27FC236}">
                  <a16:creationId xmlns:a16="http://schemas.microsoft.com/office/drawing/2014/main" id="{2524AFF1-A6EF-4725-B777-0C9645F467AE}"/>
                </a:ext>
              </a:extLst>
            </p:cNvPr>
            <p:cNvSpPr/>
            <p:nvPr/>
          </p:nvSpPr>
          <p:spPr>
            <a:xfrm>
              <a:off x="2787966" y="2641281"/>
              <a:ext cx="242887" cy="279082"/>
            </a:xfrm>
            <a:custGeom>
              <a:avLst/>
              <a:gdLst>
                <a:gd name="connsiteX0" fmla="*/ 132398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8 w 242887"/>
                <a:gd name="connsiteY6" fmla="*/ 225743 h 279082"/>
                <a:gd name="connsiteX7" fmla="*/ 198120 w 242887"/>
                <a:gd name="connsiteY7" fmla="*/ 194310 h 279082"/>
                <a:gd name="connsiteX8" fmla="*/ 237173 w 242887"/>
                <a:gd name="connsiteY8" fmla="*/ 235268 h 279082"/>
                <a:gd name="connsiteX9" fmla="*/ 132398 w 242887"/>
                <a:gd name="connsiteY9" fmla="*/ 279083 h 279082"/>
                <a:gd name="connsiteX10" fmla="*/ 61913 w 242887"/>
                <a:gd name="connsiteY10" fmla="*/ 115253 h 279082"/>
                <a:gd name="connsiteX11" fmla="*/ 182880 w 242887"/>
                <a:gd name="connsiteY11" fmla="*/ 115253 h 279082"/>
                <a:gd name="connsiteX12" fmla="*/ 123825 w 242887"/>
                <a:gd name="connsiteY12" fmla="*/ 50482 h 279082"/>
                <a:gd name="connsiteX13" fmla="*/ 61913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3" y="201930"/>
                    <a:pt x="94298" y="225743"/>
                    <a:pt x="132398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3" y="235268"/>
                  </a:lnTo>
                  <a:cubicBezTo>
                    <a:pt x="206693" y="264795"/>
                    <a:pt x="172403" y="279083"/>
                    <a:pt x="132398" y="279083"/>
                  </a:cubicBezTo>
                  <a:close/>
                  <a:moveTo>
                    <a:pt x="61913" y="115253"/>
                  </a:moveTo>
                  <a:lnTo>
                    <a:pt x="182880" y="115253"/>
                  </a:lnTo>
                  <a:cubicBezTo>
                    <a:pt x="180023" y="74295"/>
                    <a:pt x="159068" y="50482"/>
                    <a:pt x="123825" y="50482"/>
                  </a:cubicBezTo>
                  <a:cubicBezTo>
                    <a:pt x="89535" y="50482"/>
                    <a:pt x="67628" y="74295"/>
                    <a:pt x="61913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6" name="Freihandform: Form 155">
              <a:extLst>
                <a:ext uri="{FF2B5EF4-FFF2-40B4-BE49-F238E27FC236}">
                  <a16:creationId xmlns:a16="http://schemas.microsoft.com/office/drawing/2014/main" id="{31BE8262-CF45-420A-ACA3-A8F39E57A171}"/>
                </a:ext>
              </a:extLst>
            </p:cNvPr>
            <p:cNvSpPr/>
            <p:nvPr/>
          </p:nvSpPr>
          <p:spPr>
            <a:xfrm>
              <a:off x="3086099" y="2525076"/>
              <a:ext cx="248602" cy="396239"/>
            </a:xfrm>
            <a:custGeom>
              <a:avLst/>
              <a:gdLst>
                <a:gd name="connsiteX0" fmla="*/ 0 w 248602"/>
                <a:gd name="connsiteY0" fmla="*/ 255270 h 396239"/>
                <a:gd name="connsiteX1" fmla="*/ 108585 w 248602"/>
                <a:gd name="connsiteY1" fmla="*/ 116205 h 396239"/>
                <a:gd name="connsiteX2" fmla="*/ 185738 w 248602"/>
                <a:gd name="connsiteY2" fmla="*/ 152400 h 396239"/>
                <a:gd name="connsiteX3" fmla="*/ 186690 w 248602"/>
                <a:gd name="connsiteY3" fmla="*/ 152400 h 396239"/>
                <a:gd name="connsiteX4" fmla="*/ 186690 w 248602"/>
                <a:gd name="connsiteY4" fmla="*/ 15240 h 396239"/>
                <a:gd name="connsiteX5" fmla="*/ 248603 w 248602"/>
                <a:gd name="connsiteY5" fmla="*/ 0 h 396239"/>
                <a:gd name="connsiteX6" fmla="*/ 248603 w 248602"/>
                <a:gd name="connsiteY6" fmla="*/ 389573 h 396239"/>
                <a:gd name="connsiteX7" fmla="*/ 187642 w 248602"/>
                <a:gd name="connsiteY7" fmla="*/ 389573 h 396239"/>
                <a:gd name="connsiteX8" fmla="*/ 187642 w 248602"/>
                <a:gd name="connsiteY8" fmla="*/ 358140 h 396239"/>
                <a:gd name="connsiteX9" fmla="*/ 186690 w 248602"/>
                <a:gd name="connsiteY9" fmla="*/ 358140 h 396239"/>
                <a:gd name="connsiteX10" fmla="*/ 106680 w 248602"/>
                <a:gd name="connsiteY10" fmla="*/ 396240 h 396239"/>
                <a:gd name="connsiteX11" fmla="*/ 0 w 248602"/>
                <a:gd name="connsiteY11" fmla="*/ 255270 h 396239"/>
                <a:gd name="connsiteX12" fmla="*/ 60960 w 248602"/>
                <a:gd name="connsiteY12" fmla="*/ 255270 h 396239"/>
                <a:gd name="connsiteX13" fmla="*/ 122872 w 248602"/>
                <a:gd name="connsiteY13" fmla="*/ 340995 h 396239"/>
                <a:gd name="connsiteX14" fmla="*/ 186690 w 248602"/>
                <a:gd name="connsiteY14" fmla="*/ 305753 h 396239"/>
                <a:gd name="connsiteX15" fmla="*/ 186690 w 248602"/>
                <a:gd name="connsiteY15" fmla="*/ 207645 h 396239"/>
                <a:gd name="connsiteX16" fmla="*/ 122872 w 248602"/>
                <a:gd name="connsiteY16" fmla="*/ 172402 h 396239"/>
                <a:gd name="connsiteX17" fmla="*/ 60960 w 248602"/>
                <a:gd name="connsiteY17" fmla="*/ 255270 h 39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8602" h="396239">
                  <a:moveTo>
                    <a:pt x="0" y="255270"/>
                  </a:moveTo>
                  <a:cubicBezTo>
                    <a:pt x="0" y="169545"/>
                    <a:pt x="43815" y="116205"/>
                    <a:pt x="108585" y="116205"/>
                  </a:cubicBezTo>
                  <a:cubicBezTo>
                    <a:pt x="141922" y="116205"/>
                    <a:pt x="168592" y="130493"/>
                    <a:pt x="185738" y="152400"/>
                  </a:cubicBezTo>
                  <a:lnTo>
                    <a:pt x="186690" y="152400"/>
                  </a:lnTo>
                  <a:lnTo>
                    <a:pt x="186690" y="15240"/>
                  </a:lnTo>
                  <a:lnTo>
                    <a:pt x="248603" y="0"/>
                  </a:lnTo>
                  <a:lnTo>
                    <a:pt x="248603" y="389573"/>
                  </a:lnTo>
                  <a:lnTo>
                    <a:pt x="187642" y="389573"/>
                  </a:lnTo>
                  <a:lnTo>
                    <a:pt x="187642" y="358140"/>
                  </a:lnTo>
                  <a:lnTo>
                    <a:pt x="186690" y="358140"/>
                  </a:lnTo>
                  <a:cubicBezTo>
                    <a:pt x="167640" y="381953"/>
                    <a:pt x="140017" y="396240"/>
                    <a:pt x="106680" y="396240"/>
                  </a:cubicBezTo>
                  <a:cubicBezTo>
                    <a:pt x="43815" y="395288"/>
                    <a:pt x="0" y="340995"/>
                    <a:pt x="0" y="255270"/>
                  </a:cubicBezTo>
                  <a:close/>
                  <a:moveTo>
                    <a:pt x="60960" y="255270"/>
                  </a:moveTo>
                  <a:cubicBezTo>
                    <a:pt x="60960" y="309563"/>
                    <a:pt x="83820" y="340995"/>
                    <a:pt x="122872" y="340995"/>
                  </a:cubicBezTo>
                  <a:cubicBezTo>
                    <a:pt x="146685" y="340995"/>
                    <a:pt x="166688" y="329565"/>
                    <a:pt x="186690" y="305753"/>
                  </a:cubicBezTo>
                  <a:lnTo>
                    <a:pt x="186690" y="207645"/>
                  </a:lnTo>
                  <a:cubicBezTo>
                    <a:pt x="168592" y="183833"/>
                    <a:pt x="148590" y="172402"/>
                    <a:pt x="122872" y="172402"/>
                  </a:cubicBezTo>
                  <a:cubicBezTo>
                    <a:pt x="82867" y="172402"/>
                    <a:pt x="60960" y="201930"/>
                    <a:pt x="60960" y="2552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7" name="Freihandform: Form 156">
              <a:extLst>
                <a:ext uri="{FF2B5EF4-FFF2-40B4-BE49-F238E27FC236}">
                  <a16:creationId xmlns:a16="http://schemas.microsoft.com/office/drawing/2014/main" id="{1855C8A2-06ED-4920-8016-BD619D8D10E1}"/>
                </a:ext>
              </a:extLst>
            </p:cNvPr>
            <p:cNvSpPr/>
            <p:nvPr/>
          </p:nvSpPr>
          <p:spPr>
            <a:xfrm>
              <a:off x="3417569" y="2641039"/>
              <a:ext cx="160020" cy="272657"/>
            </a:xfrm>
            <a:custGeom>
              <a:avLst/>
              <a:gdLst>
                <a:gd name="connsiteX0" fmla="*/ 160020 w 160020"/>
                <a:gd name="connsiteY0" fmla="*/ 5005 h 272657"/>
                <a:gd name="connsiteX1" fmla="*/ 150495 w 160020"/>
                <a:gd name="connsiteY1" fmla="*/ 68823 h 272657"/>
                <a:gd name="connsiteX2" fmla="*/ 116205 w 160020"/>
                <a:gd name="connsiteY2" fmla="*/ 60250 h 272657"/>
                <a:gd name="connsiteX3" fmla="*/ 61913 w 160020"/>
                <a:gd name="connsiteY3" fmla="*/ 135498 h 272657"/>
                <a:gd name="connsiteX4" fmla="*/ 61913 w 160020"/>
                <a:gd name="connsiteY4" fmla="*/ 272658 h 272657"/>
                <a:gd name="connsiteX5" fmla="*/ 0 w 160020"/>
                <a:gd name="connsiteY5" fmla="*/ 272658 h 272657"/>
                <a:gd name="connsiteX6" fmla="*/ 0 w 160020"/>
                <a:gd name="connsiteY6" fmla="*/ 5958 h 272657"/>
                <a:gd name="connsiteX7" fmla="*/ 60960 w 160020"/>
                <a:gd name="connsiteY7" fmla="*/ 5958 h 272657"/>
                <a:gd name="connsiteX8" fmla="*/ 60960 w 160020"/>
                <a:gd name="connsiteY8" fmla="*/ 40248 h 272657"/>
                <a:gd name="connsiteX9" fmla="*/ 61913 w 160020"/>
                <a:gd name="connsiteY9" fmla="*/ 40248 h 272657"/>
                <a:gd name="connsiteX10" fmla="*/ 131445 w 160020"/>
                <a:gd name="connsiteY10" fmla="*/ 243 h 272657"/>
                <a:gd name="connsiteX11" fmla="*/ 160020 w 160020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2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7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8" name="Freihandform: Form 157">
              <a:extLst>
                <a:ext uri="{FF2B5EF4-FFF2-40B4-BE49-F238E27FC236}">
                  <a16:creationId xmlns:a16="http://schemas.microsoft.com/office/drawing/2014/main" id="{1A266FFA-D919-4187-9FFE-9F96B3EEA0A8}"/>
                </a:ext>
              </a:extLst>
            </p:cNvPr>
            <p:cNvSpPr/>
            <p:nvPr/>
          </p:nvSpPr>
          <p:spPr>
            <a:xfrm>
              <a:off x="3622357" y="2528887"/>
              <a:ext cx="79057" cy="384810"/>
            </a:xfrm>
            <a:custGeom>
              <a:avLst/>
              <a:gdLst>
                <a:gd name="connsiteX0" fmla="*/ 79058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8 w 79057"/>
                <a:gd name="connsiteY4" fmla="*/ 38100 h 384810"/>
                <a:gd name="connsiteX5" fmla="*/ 70485 w 79057"/>
                <a:gd name="connsiteY5" fmla="*/ 384810 h 384810"/>
                <a:gd name="connsiteX6" fmla="*/ 8572 w 79057"/>
                <a:gd name="connsiteY6" fmla="*/ 384810 h 384810"/>
                <a:gd name="connsiteX7" fmla="*/ 8572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8" y="38100"/>
                  </a:moveTo>
                  <a:cubicBezTo>
                    <a:pt x="79058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7" y="0"/>
                    <a:pt x="39052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2" y="384810"/>
                  </a:lnTo>
                  <a:lnTo>
                    <a:pt x="8572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9" name="Freihandform: Form 158">
              <a:extLst>
                <a:ext uri="{FF2B5EF4-FFF2-40B4-BE49-F238E27FC236}">
                  <a16:creationId xmlns:a16="http://schemas.microsoft.com/office/drawing/2014/main" id="{16CA38C7-02DE-42D7-839D-4E104D320881}"/>
                </a:ext>
              </a:extLst>
            </p:cNvPr>
            <p:cNvSpPr/>
            <p:nvPr/>
          </p:nvSpPr>
          <p:spPr>
            <a:xfrm>
              <a:off x="3759516" y="2640329"/>
              <a:ext cx="224790" cy="280034"/>
            </a:xfrm>
            <a:custGeom>
              <a:avLst/>
              <a:gdLst>
                <a:gd name="connsiteX0" fmla="*/ 222885 w 224790"/>
                <a:gd name="connsiteY0" fmla="*/ 237172 h 280034"/>
                <a:gd name="connsiteX1" fmla="*/ 127635 w 224790"/>
                <a:gd name="connsiteY1" fmla="*/ 280035 h 280034"/>
                <a:gd name="connsiteX2" fmla="*/ 0 w 224790"/>
                <a:gd name="connsiteY2" fmla="*/ 140970 h 280034"/>
                <a:gd name="connsiteX3" fmla="*/ 128588 w 224790"/>
                <a:gd name="connsiteY3" fmla="*/ 0 h 280034"/>
                <a:gd name="connsiteX4" fmla="*/ 224790 w 224790"/>
                <a:gd name="connsiteY4" fmla="*/ 45720 h 280034"/>
                <a:gd name="connsiteX5" fmla="*/ 181928 w 224790"/>
                <a:gd name="connsiteY5" fmla="*/ 86678 h 280034"/>
                <a:gd name="connsiteX6" fmla="*/ 128588 w 224790"/>
                <a:gd name="connsiteY6" fmla="*/ 57150 h 280034"/>
                <a:gd name="connsiteX7" fmla="*/ 62865 w 224790"/>
                <a:gd name="connsiteY7" fmla="*/ 140018 h 280034"/>
                <a:gd name="connsiteX8" fmla="*/ 128588 w 224790"/>
                <a:gd name="connsiteY8" fmla="*/ 222885 h 280034"/>
                <a:gd name="connsiteX9" fmla="*/ 183833 w 224790"/>
                <a:gd name="connsiteY9" fmla="*/ 193358 h 280034"/>
                <a:gd name="connsiteX10" fmla="*/ 222885 w 224790"/>
                <a:gd name="connsiteY10" fmla="*/ 237172 h 280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90" h="280034">
                  <a:moveTo>
                    <a:pt x="222885" y="237172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6688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8"/>
                  </a:cubicBezTo>
                  <a:cubicBezTo>
                    <a:pt x="62865" y="189547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3" y="193358"/>
                  </a:cubicBezTo>
                  <a:lnTo>
                    <a:pt x="222885" y="23717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0" name="Freihandform: Form 159">
              <a:extLst>
                <a:ext uri="{FF2B5EF4-FFF2-40B4-BE49-F238E27FC236}">
                  <a16:creationId xmlns:a16="http://schemas.microsoft.com/office/drawing/2014/main" id="{A7E80BB0-7258-4BCD-AA21-9F28D0E1468E}"/>
                </a:ext>
              </a:extLst>
            </p:cNvPr>
            <p:cNvSpPr/>
            <p:nvPr/>
          </p:nvSpPr>
          <p:spPr>
            <a:xfrm>
              <a:off x="4038599" y="2525076"/>
              <a:ext cx="228600" cy="389572"/>
            </a:xfrm>
            <a:custGeom>
              <a:avLst/>
              <a:gdLst>
                <a:gd name="connsiteX0" fmla="*/ 228600 w 228600"/>
                <a:gd name="connsiteY0" fmla="*/ 388620 h 389572"/>
                <a:gd name="connsiteX1" fmla="*/ 166688 w 228600"/>
                <a:gd name="connsiteY1" fmla="*/ 388620 h 389572"/>
                <a:gd name="connsiteX2" fmla="*/ 166688 w 228600"/>
                <a:gd name="connsiteY2" fmla="*/ 236220 h 389572"/>
                <a:gd name="connsiteX3" fmla="*/ 117158 w 228600"/>
                <a:gd name="connsiteY3" fmla="*/ 171450 h 389572"/>
                <a:gd name="connsiteX4" fmla="*/ 61913 w 228600"/>
                <a:gd name="connsiteY4" fmla="*/ 236220 h 389572"/>
                <a:gd name="connsiteX5" fmla="*/ 61913 w 228600"/>
                <a:gd name="connsiteY5" fmla="*/ 389573 h 389572"/>
                <a:gd name="connsiteX6" fmla="*/ 0 w 228600"/>
                <a:gd name="connsiteY6" fmla="*/ 389573 h 389572"/>
                <a:gd name="connsiteX7" fmla="*/ 0 w 228600"/>
                <a:gd name="connsiteY7" fmla="*/ 15240 h 389572"/>
                <a:gd name="connsiteX8" fmla="*/ 61913 w 228600"/>
                <a:gd name="connsiteY8" fmla="*/ 0 h 389572"/>
                <a:gd name="connsiteX9" fmla="*/ 61913 w 228600"/>
                <a:gd name="connsiteY9" fmla="*/ 155258 h 389572"/>
                <a:gd name="connsiteX10" fmla="*/ 62865 w 228600"/>
                <a:gd name="connsiteY10" fmla="*/ 155258 h 389572"/>
                <a:gd name="connsiteX11" fmla="*/ 140970 w 228600"/>
                <a:gd name="connsiteY11" fmla="*/ 116205 h 389572"/>
                <a:gd name="connsiteX12" fmla="*/ 228600 w 228600"/>
                <a:gd name="connsiteY12" fmla="*/ 223838 h 389572"/>
                <a:gd name="connsiteX13" fmla="*/ 228600 w 228600"/>
                <a:gd name="connsiteY13" fmla="*/ 38862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389572">
                  <a:moveTo>
                    <a:pt x="228600" y="388620"/>
                  </a:moveTo>
                  <a:lnTo>
                    <a:pt x="166688" y="388620"/>
                  </a:lnTo>
                  <a:lnTo>
                    <a:pt x="166688" y="236220"/>
                  </a:lnTo>
                  <a:cubicBezTo>
                    <a:pt x="166688" y="197168"/>
                    <a:pt x="154305" y="171450"/>
                    <a:pt x="117158" y="171450"/>
                  </a:cubicBezTo>
                  <a:cubicBezTo>
                    <a:pt x="74295" y="171450"/>
                    <a:pt x="61913" y="205740"/>
                    <a:pt x="61913" y="236220"/>
                  </a:cubicBezTo>
                  <a:lnTo>
                    <a:pt x="61913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2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1" name="Freihandform: Form 160">
              <a:extLst>
                <a:ext uri="{FF2B5EF4-FFF2-40B4-BE49-F238E27FC236}">
                  <a16:creationId xmlns:a16="http://schemas.microsoft.com/office/drawing/2014/main" id="{1310413C-FD25-48E9-A1EF-86367CAF5262}"/>
                </a:ext>
              </a:extLst>
            </p:cNvPr>
            <p:cNvSpPr/>
            <p:nvPr/>
          </p:nvSpPr>
          <p:spPr>
            <a:xfrm>
              <a:off x="4338637" y="2721291"/>
              <a:ext cx="130492" cy="59055"/>
            </a:xfrm>
            <a:custGeom>
              <a:avLst/>
              <a:gdLst>
                <a:gd name="connsiteX0" fmla="*/ 130493 w 130492"/>
                <a:gd name="connsiteY0" fmla="*/ 59055 h 59055"/>
                <a:gd name="connsiteX1" fmla="*/ 0 w 130492"/>
                <a:gd name="connsiteY1" fmla="*/ 59055 h 59055"/>
                <a:gd name="connsiteX2" fmla="*/ 0 w 130492"/>
                <a:gd name="connsiteY2" fmla="*/ 0 h 59055"/>
                <a:gd name="connsiteX3" fmla="*/ 130493 w 130492"/>
                <a:gd name="connsiteY3" fmla="*/ 0 h 59055"/>
                <a:gd name="connsiteX4" fmla="*/ 130493 w 130492"/>
                <a:gd name="connsiteY4" fmla="*/ 59055 h 59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492" h="59055">
                  <a:moveTo>
                    <a:pt x="130493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3" y="0"/>
                  </a:lnTo>
                  <a:lnTo>
                    <a:pt x="130493" y="5905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2" name="Freihandform: Form 161">
              <a:extLst>
                <a:ext uri="{FF2B5EF4-FFF2-40B4-BE49-F238E27FC236}">
                  <a16:creationId xmlns:a16="http://schemas.microsoft.com/office/drawing/2014/main" id="{DB821BE6-5A92-4DD1-99B4-168630F4D42E}"/>
                </a:ext>
              </a:extLst>
            </p:cNvPr>
            <p:cNvSpPr/>
            <p:nvPr/>
          </p:nvSpPr>
          <p:spPr>
            <a:xfrm>
              <a:off x="4502467" y="2545079"/>
              <a:ext cx="342900" cy="368617"/>
            </a:xfrm>
            <a:custGeom>
              <a:avLst/>
              <a:gdLst>
                <a:gd name="connsiteX0" fmla="*/ 136207 w 342900"/>
                <a:gd name="connsiteY0" fmla="*/ 0 h 368617"/>
                <a:gd name="connsiteX1" fmla="*/ 205740 w 342900"/>
                <a:gd name="connsiteY1" fmla="*/ 0 h 368617"/>
                <a:gd name="connsiteX2" fmla="*/ 342900 w 342900"/>
                <a:gd name="connsiteY2" fmla="*/ 368618 h 368617"/>
                <a:gd name="connsiteX3" fmla="*/ 271463 w 342900"/>
                <a:gd name="connsiteY3" fmla="*/ 368618 h 368617"/>
                <a:gd name="connsiteX4" fmla="*/ 244792 w 342900"/>
                <a:gd name="connsiteY4" fmla="*/ 290512 h 368617"/>
                <a:gd name="connsiteX5" fmla="*/ 96202 w 342900"/>
                <a:gd name="connsiteY5" fmla="*/ 290512 h 368617"/>
                <a:gd name="connsiteX6" fmla="*/ 69532 w 342900"/>
                <a:gd name="connsiteY6" fmla="*/ 368618 h 368617"/>
                <a:gd name="connsiteX7" fmla="*/ 0 w 342900"/>
                <a:gd name="connsiteY7" fmla="*/ 368618 h 368617"/>
                <a:gd name="connsiteX8" fmla="*/ 136207 w 342900"/>
                <a:gd name="connsiteY8" fmla="*/ 0 h 368617"/>
                <a:gd name="connsiteX9" fmla="*/ 116205 w 342900"/>
                <a:gd name="connsiteY9" fmla="*/ 231458 h 368617"/>
                <a:gd name="connsiteX10" fmla="*/ 223838 w 342900"/>
                <a:gd name="connsiteY10" fmla="*/ 231458 h 368617"/>
                <a:gd name="connsiteX11" fmla="*/ 170497 w 342900"/>
                <a:gd name="connsiteY11" fmla="*/ 75247 h 368617"/>
                <a:gd name="connsiteX12" fmla="*/ 169545 w 342900"/>
                <a:gd name="connsiteY12" fmla="*/ 75247 h 368617"/>
                <a:gd name="connsiteX13" fmla="*/ 116205 w 342900"/>
                <a:gd name="connsiteY13" fmla="*/ 231458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42900" h="368617">
                  <a:moveTo>
                    <a:pt x="136207" y="0"/>
                  </a:moveTo>
                  <a:lnTo>
                    <a:pt x="205740" y="0"/>
                  </a:lnTo>
                  <a:lnTo>
                    <a:pt x="342900" y="368618"/>
                  </a:lnTo>
                  <a:lnTo>
                    <a:pt x="271463" y="368618"/>
                  </a:lnTo>
                  <a:lnTo>
                    <a:pt x="244792" y="290512"/>
                  </a:lnTo>
                  <a:lnTo>
                    <a:pt x="96202" y="290512"/>
                  </a:lnTo>
                  <a:lnTo>
                    <a:pt x="69532" y="368618"/>
                  </a:lnTo>
                  <a:lnTo>
                    <a:pt x="0" y="368618"/>
                  </a:lnTo>
                  <a:lnTo>
                    <a:pt x="136207" y="0"/>
                  </a:lnTo>
                  <a:close/>
                  <a:moveTo>
                    <a:pt x="116205" y="231458"/>
                  </a:moveTo>
                  <a:lnTo>
                    <a:pt x="223838" y="231458"/>
                  </a:lnTo>
                  <a:lnTo>
                    <a:pt x="170497" y="75247"/>
                  </a:lnTo>
                  <a:lnTo>
                    <a:pt x="169545" y="75247"/>
                  </a:lnTo>
                  <a:lnTo>
                    <a:pt x="116205" y="231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3" name="Freihandform: Form 162">
              <a:extLst>
                <a:ext uri="{FF2B5EF4-FFF2-40B4-BE49-F238E27FC236}">
                  <a16:creationId xmlns:a16="http://schemas.microsoft.com/office/drawing/2014/main" id="{937D8227-F07D-4985-8720-D397D1BABF3C}"/>
                </a:ext>
              </a:extLst>
            </p:cNvPr>
            <p:cNvSpPr/>
            <p:nvPr/>
          </p:nvSpPr>
          <p:spPr>
            <a:xfrm>
              <a:off x="4900612" y="2525076"/>
              <a:ext cx="61912" cy="388620"/>
            </a:xfrm>
            <a:custGeom>
              <a:avLst/>
              <a:gdLst>
                <a:gd name="connsiteX0" fmla="*/ 61913 w 61912"/>
                <a:gd name="connsiteY0" fmla="*/ 388620 h 388620"/>
                <a:gd name="connsiteX1" fmla="*/ 0 w 61912"/>
                <a:gd name="connsiteY1" fmla="*/ 388620 h 388620"/>
                <a:gd name="connsiteX2" fmla="*/ 0 w 61912"/>
                <a:gd name="connsiteY2" fmla="*/ 14288 h 388620"/>
                <a:gd name="connsiteX3" fmla="*/ 61913 w 61912"/>
                <a:gd name="connsiteY3" fmla="*/ 0 h 388620"/>
                <a:gd name="connsiteX4" fmla="*/ 61913 w 61912"/>
                <a:gd name="connsiteY4" fmla="*/ 388620 h 388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912" h="388620">
                  <a:moveTo>
                    <a:pt x="61913" y="388620"/>
                  </a:moveTo>
                  <a:lnTo>
                    <a:pt x="0" y="388620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4" name="Freihandform: Form 163">
              <a:extLst>
                <a:ext uri="{FF2B5EF4-FFF2-40B4-BE49-F238E27FC236}">
                  <a16:creationId xmlns:a16="http://schemas.microsoft.com/office/drawing/2014/main" id="{D6ECD825-8509-4FC7-8F36-1388F0F441BA}"/>
                </a:ext>
              </a:extLst>
            </p:cNvPr>
            <p:cNvSpPr/>
            <p:nvPr/>
          </p:nvSpPr>
          <p:spPr>
            <a:xfrm>
              <a:off x="5029199" y="2641281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2865 w 242887"/>
                <a:gd name="connsiteY10" fmla="*/ 115253 h 279082"/>
                <a:gd name="connsiteX11" fmla="*/ 183832 w 242887"/>
                <a:gd name="connsiteY11" fmla="*/ 115253 h 279082"/>
                <a:gd name="connsiteX12" fmla="*/ 124778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3" y="264795"/>
                    <a:pt x="173355" y="279083"/>
                    <a:pt x="132397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8580" y="74295"/>
                    <a:pt x="62865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6" name="Freihandform: Form 165">
              <a:extLst>
                <a:ext uri="{FF2B5EF4-FFF2-40B4-BE49-F238E27FC236}">
                  <a16:creationId xmlns:a16="http://schemas.microsoft.com/office/drawing/2014/main" id="{556B67C4-1CE4-4FF5-B5B6-35A65D082FC7}"/>
                </a:ext>
              </a:extLst>
            </p:cNvPr>
            <p:cNvSpPr/>
            <p:nvPr/>
          </p:nvSpPr>
          <p:spPr>
            <a:xfrm>
              <a:off x="5306377" y="2646997"/>
              <a:ext cx="255269" cy="266700"/>
            </a:xfrm>
            <a:custGeom>
              <a:avLst/>
              <a:gdLst>
                <a:gd name="connsiteX0" fmla="*/ 255270 w 255269"/>
                <a:gd name="connsiteY0" fmla="*/ 266700 h 266700"/>
                <a:gd name="connsiteX1" fmla="*/ 183832 w 255269"/>
                <a:gd name="connsiteY1" fmla="*/ 266700 h 266700"/>
                <a:gd name="connsiteX2" fmla="*/ 126682 w 255269"/>
                <a:gd name="connsiteY2" fmla="*/ 174307 h 266700"/>
                <a:gd name="connsiteX3" fmla="*/ 125730 w 255269"/>
                <a:gd name="connsiteY3" fmla="*/ 174307 h 266700"/>
                <a:gd name="connsiteX4" fmla="*/ 70485 w 255269"/>
                <a:gd name="connsiteY4" fmla="*/ 266700 h 266700"/>
                <a:gd name="connsiteX5" fmla="*/ 0 w 255269"/>
                <a:gd name="connsiteY5" fmla="*/ 266700 h 266700"/>
                <a:gd name="connsiteX6" fmla="*/ 91440 w 255269"/>
                <a:gd name="connsiteY6" fmla="*/ 128588 h 266700"/>
                <a:gd name="connsiteX7" fmla="*/ 6667 w 255269"/>
                <a:gd name="connsiteY7" fmla="*/ 0 h 266700"/>
                <a:gd name="connsiteX8" fmla="*/ 77153 w 255269"/>
                <a:gd name="connsiteY8" fmla="*/ 0 h 266700"/>
                <a:gd name="connsiteX9" fmla="*/ 127635 w 255269"/>
                <a:gd name="connsiteY9" fmla="*/ 81915 h 266700"/>
                <a:gd name="connsiteX10" fmla="*/ 128588 w 255269"/>
                <a:gd name="connsiteY10" fmla="*/ 81915 h 266700"/>
                <a:gd name="connsiteX11" fmla="*/ 178117 w 255269"/>
                <a:gd name="connsiteY11" fmla="*/ 0 h 266700"/>
                <a:gd name="connsiteX12" fmla="*/ 247650 w 255269"/>
                <a:gd name="connsiteY12" fmla="*/ 0 h 266700"/>
                <a:gd name="connsiteX13" fmla="*/ 163830 w 255269"/>
                <a:gd name="connsiteY13" fmla="*/ 127635 h 266700"/>
                <a:gd name="connsiteX14" fmla="*/ 255270 w 255269"/>
                <a:gd name="connsiteY14" fmla="*/ 26670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55269" h="266700">
                  <a:moveTo>
                    <a:pt x="255270" y="266700"/>
                  </a:moveTo>
                  <a:lnTo>
                    <a:pt x="183832" y="266700"/>
                  </a:lnTo>
                  <a:lnTo>
                    <a:pt x="126682" y="174307"/>
                  </a:lnTo>
                  <a:lnTo>
                    <a:pt x="125730" y="174307"/>
                  </a:lnTo>
                  <a:lnTo>
                    <a:pt x="70485" y="266700"/>
                  </a:lnTo>
                  <a:lnTo>
                    <a:pt x="0" y="266700"/>
                  </a:lnTo>
                  <a:lnTo>
                    <a:pt x="91440" y="128588"/>
                  </a:lnTo>
                  <a:lnTo>
                    <a:pt x="6667" y="0"/>
                  </a:lnTo>
                  <a:lnTo>
                    <a:pt x="77153" y="0"/>
                  </a:lnTo>
                  <a:lnTo>
                    <a:pt x="127635" y="81915"/>
                  </a:lnTo>
                  <a:lnTo>
                    <a:pt x="128588" y="81915"/>
                  </a:lnTo>
                  <a:lnTo>
                    <a:pt x="178117" y="0"/>
                  </a:lnTo>
                  <a:lnTo>
                    <a:pt x="247650" y="0"/>
                  </a:lnTo>
                  <a:lnTo>
                    <a:pt x="163830" y="127635"/>
                  </a:lnTo>
                  <a:lnTo>
                    <a:pt x="255270" y="26670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7" name="Freihandform: Form 166">
              <a:extLst>
                <a:ext uri="{FF2B5EF4-FFF2-40B4-BE49-F238E27FC236}">
                  <a16:creationId xmlns:a16="http://schemas.microsoft.com/office/drawing/2014/main" id="{A608E3BC-17FA-490E-98D4-A4EC5ADA8C54}"/>
                </a:ext>
              </a:extLst>
            </p:cNvPr>
            <p:cNvSpPr/>
            <p:nvPr/>
          </p:nvSpPr>
          <p:spPr>
            <a:xfrm>
              <a:off x="5594967" y="2641281"/>
              <a:ext cx="225759" cy="279082"/>
            </a:xfrm>
            <a:custGeom>
              <a:avLst/>
              <a:gdLst>
                <a:gd name="connsiteX0" fmla="*/ 114317 w 225759"/>
                <a:gd name="connsiteY0" fmla="*/ 107632 h 279082"/>
                <a:gd name="connsiteX1" fmla="*/ 164799 w 225759"/>
                <a:gd name="connsiteY1" fmla="*/ 113347 h 279082"/>
                <a:gd name="connsiteX2" fmla="*/ 164799 w 225759"/>
                <a:gd name="connsiteY2" fmla="*/ 103822 h 279082"/>
                <a:gd name="connsiteX3" fmla="*/ 105744 w 225759"/>
                <a:gd name="connsiteY3" fmla="*/ 52388 h 279082"/>
                <a:gd name="connsiteX4" fmla="*/ 38117 w 225759"/>
                <a:gd name="connsiteY4" fmla="*/ 67628 h 279082"/>
                <a:gd name="connsiteX5" fmla="*/ 24782 w 225759"/>
                <a:gd name="connsiteY5" fmla="*/ 15240 h 279082"/>
                <a:gd name="connsiteX6" fmla="*/ 112412 w 225759"/>
                <a:gd name="connsiteY6" fmla="*/ 0 h 279082"/>
                <a:gd name="connsiteX7" fmla="*/ 225759 w 225759"/>
                <a:gd name="connsiteY7" fmla="*/ 102870 h 279082"/>
                <a:gd name="connsiteX8" fmla="*/ 225759 w 225759"/>
                <a:gd name="connsiteY8" fmla="*/ 273368 h 279082"/>
                <a:gd name="connsiteX9" fmla="*/ 166704 w 225759"/>
                <a:gd name="connsiteY9" fmla="*/ 273368 h 279082"/>
                <a:gd name="connsiteX10" fmla="*/ 166704 w 225759"/>
                <a:gd name="connsiteY10" fmla="*/ 244793 h 279082"/>
                <a:gd name="connsiteX11" fmla="*/ 165752 w 225759"/>
                <a:gd name="connsiteY11" fmla="*/ 244793 h 279082"/>
                <a:gd name="connsiteX12" fmla="*/ 87647 w 225759"/>
                <a:gd name="connsiteY12" fmla="*/ 279083 h 279082"/>
                <a:gd name="connsiteX13" fmla="*/ 17 w 225759"/>
                <a:gd name="connsiteY13" fmla="*/ 194310 h 279082"/>
                <a:gd name="connsiteX14" fmla="*/ 114317 w 225759"/>
                <a:gd name="connsiteY14" fmla="*/ 107632 h 279082"/>
                <a:gd name="connsiteX15" fmla="*/ 103839 w 225759"/>
                <a:gd name="connsiteY15" fmla="*/ 232410 h 279082"/>
                <a:gd name="connsiteX16" fmla="*/ 164799 w 225759"/>
                <a:gd name="connsiteY16" fmla="*/ 200025 h 279082"/>
                <a:gd name="connsiteX17" fmla="*/ 164799 w 225759"/>
                <a:gd name="connsiteY17" fmla="*/ 154305 h 279082"/>
                <a:gd name="connsiteX18" fmla="*/ 120984 w 225759"/>
                <a:gd name="connsiteY18" fmla="*/ 149543 h 279082"/>
                <a:gd name="connsiteX19" fmla="*/ 59072 w 225759"/>
                <a:gd name="connsiteY19" fmla="*/ 193358 h 279082"/>
                <a:gd name="connsiteX20" fmla="*/ 103839 w 225759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5759" h="279082">
                  <a:moveTo>
                    <a:pt x="114317" y="107632"/>
                  </a:moveTo>
                  <a:cubicBezTo>
                    <a:pt x="131462" y="107632"/>
                    <a:pt x="147654" y="108585"/>
                    <a:pt x="164799" y="113347"/>
                  </a:cubicBezTo>
                  <a:lnTo>
                    <a:pt x="164799" y="103822"/>
                  </a:lnTo>
                  <a:cubicBezTo>
                    <a:pt x="164799" y="69532"/>
                    <a:pt x="144797" y="52388"/>
                    <a:pt x="105744" y="52388"/>
                  </a:cubicBezTo>
                  <a:cubicBezTo>
                    <a:pt x="83837" y="52388"/>
                    <a:pt x="60024" y="57150"/>
                    <a:pt x="38117" y="67628"/>
                  </a:cubicBezTo>
                  <a:lnTo>
                    <a:pt x="24782" y="15240"/>
                  </a:lnTo>
                  <a:cubicBezTo>
                    <a:pt x="49547" y="5715"/>
                    <a:pt x="81932" y="0"/>
                    <a:pt x="112412" y="0"/>
                  </a:cubicBezTo>
                  <a:cubicBezTo>
                    <a:pt x="187659" y="0"/>
                    <a:pt x="225759" y="35243"/>
                    <a:pt x="225759" y="102870"/>
                  </a:cubicBezTo>
                  <a:lnTo>
                    <a:pt x="225759" y="273368"/>
                  </a:lnTo>
                  <a:lnTo>
                    <a:pt x="166704" y="273368"/>
                  </a:lnTo>
                  <a:lnTo>
                    <a:pt x="166704" y="244793"/>
                  </a:lnTo>
                  <a:lnTo>
                    <a:pt x="165752" y="244793"/>
                  </a:lnTo>
                  <a:cubicBezTo>
                    <a:pt x="142892" y="268605"/>
                    <a:pt x="119079" y="279083"/>
                    <a:pt x="87647" y="279083"/>
                  </a:cubicBezTo>
                  <a:cubicBezTo>
                    <a:pt x="34307" y="279083"/>
                    <a:pt x="17" y="245745"/>
                    <a:pt x="17" y="194310"/>
                  </a:cubicBezTo>
                  <a:cubicBezTo>
                    <a:pt x="-936" y="138113"/>
                    <a:pt x="39069" y="107632"/>
                    <a:pt x="114317" y="107632"/>
                  </a:cubicBezTo>
                  <a:close/>
                  <a:moveTo>
                    <a:pt x="103839" y="232410"/>
                  </a:moveTo>
                  <a:cubicBezTo>
                    <a:pt x="126699" y="232410"/>
                    <a:pt x="147654" y="220980"/>
                    <a:pt x="164799" y="200025"/>
                  </a:cubicBezTo>
                  <a:lnTo>
                    <a:pt x="164799" y="154305"/>
                  </a:lnTo>
                  <a:cubicBezTo>
                    <a:pt x="150512" y="150495"/>
                    <a:pt x="135272" y="149543"/>
                    <a:pt x="120984" y="149543"/>
                  </a:cubicBezTo>
                  <a:cubicBezTo>
                    <a:pt x="81932" y="149543"/>
                    <a:pt x="59072" y="165735"/>
                    <a:pt x="59072" y="193358"/>
                  </a:cubicBezTo>
                  <a:cubicBezTo>
                    <a:pt x="59072" y="217170"/>
                    <a:pt x="76217" y="232410"/>
                    <a:pt x="103839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9" name="Freihandform: Form 168">
              <a:extLst>
                <a:ext uri="{FF2B5EF4-FFF2-40B4-BE49-F238E27FC236}">
                  <a16:creationId xmlns:a16="http://schemas.microsoft.com/office/drawing/2014/main" id="{6A1B34C9-D7CE-4912-870A-D442BC7AC1C3}"/>
                </a:ext>
              </a:extLst>
            </p:cNvPr>
            <p:cNvSpPr/>
            <p:nvPr/>
          </p:nvSpPr>
          <p:spPr>
            <a:xfrm>
              <a:off x="5900737" y="2641281"/>
              <a:ext cx="228600" cy="273367"/>
            </a:xfrm>
            <a:custGeom>
              <a:avLst/>
              <a:gdLst>
                <a:gd name="connsiteX0" fmla="*/ 228600 w 228600"/>
                <a:gd name="connsiteY0" fmla="*/ 272415 h 273367"/>
                <a:gd name="connsiteX1" fmla="*/ 166688 w 228600"/>
                <a:gd name="connsiteY1" fmla="*/ 272415 h 273367"/>
                <a:gd name="connsiteX2" fmla="*/ 166688 w 228600"/>
                <a:gd name="connsiteY2" fmla="*/ 120015 h 273367"/>
                <a:gd name="connsiteX3" fmla="*/ 117157 w 228600"/>
                <a:gd name="connsiteY3" fmla="*/ 55245 h 273367"/>
                <a:gd name="connsiteX4" fmla="*/ 61913 w 228600"/>
                <a:gd name="connsiteY4" fmla="*/ 120015 h 273367"/>
                <a:gd name="connsiteX5" fmla="*/ 61913 w 228600"/>
                <a:gd name="connsiteY5" fmla="*/ 273368 h 273367"/>
                <a:gd name="connsiteX6" fmla="*/ 0 w 228600"/>
                <a:gd name="connsiteY6" fmla="*/ 273368 h 273367"/>
                <a:gd name="connsiteX7" fmla="*/ 0 w 228600"/>
                <a:gd name="connsiteY7" fmla="*/ 6668 h 273367"/>
                <a:gd name="connsiteX8" fmla="*/ 61913 w 228600"/>
                <a:gd name="connsiteY8" fmla="*/ 6668 h 273367"/>
                <a:gd name="connsiteX9" fmla="*/ 61913 w 228600"/>
                <a:gd name="connsiteY9" fmla="*/ 39053 h 273367"/>
                <a:gd name="connsiteX10" fmla="*/ 62865 w 228600"/>
                <a:gd name="connsiteY10" fmla="*/ 39053 h 273367"/>
                <a:gd name="connsiteX11" fmla="*/ 140970 w 228600"/>
                <a:gd name="connsiteY11" fmla="*/ 0 h 273367"/>
                <a:gd name="connsiteX12" fmla="*/ 228600 w 228600"/>
                <a:gd name="connsiteY12" fmla="*/ 107632 h 273367"/>
                <a:gd name="connsiteX13" fmla="*/ 228600 w 228600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7" y="55245"/>
                    <a:pt x="117157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8"/>
                  </a:lnTo>
                  <a:lnTo>
                    <a:pt x="0" y="273368"/>
                  </a:lnTo>
                  <a:lnTo>
                    <a:pt x="0" y="6668"/>
                  </a:lnTo>
                  <a:lnTo>
                    <a:pt x="61913" y="6668"/>
                  </a:lnTo>
                  <a:lnTo>
                    <a:pt x="61913" y="39053"/>
                  </a:lnTo>
                  <a:lnTo>
                    <a:pt x="62865" y="39053"/>
                  </a:lnTo>
                  <a:cubicBezTo>
                    <a:pt x="79057" y="15240"/>
                    <a:pt x="106680" y="0"/>
                    <a:pt x="140970" y="0"/>
                  </a:cubicBezTo>
                  <a:cubicBezTo>
                    <a:pt x="201930" y="0"/>
                    <a:pt x="228600" y="44768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0" name="Freihandform: Form 169">
              <a:extLst>
                <a:ext uri="{FF2B5EF4-FFF2-40B4-BE49-F238E27FC236}">
                  <a16:creationId xmlns:a16="http://schemas.microsoft.com/office/drawing/2014/main" id="{DB6BBEE1-67DD-4150-84CA-F44265322768}"/>
                </a:ext>
              </a:extLst>
            </p:cNvPr>
            <p:cNvSpPr/>
            <p:nvPr/>
          </p:nvSpPr>
          <p:spPr>
            <a:xfrm>
              <a:off x="6195059" y="2525076"/>
              <a:ext cx="248602" cy="396239"/>
            </a:xfrm>
            <a:custGeom>
              <a:avLst/>
              <a:gdLst>
                <a:gd name="connsiteX0" fmla="*/ 0 w 248602"/>
                <a:gd name="connsiteY0" fmla="*/ 255270 h 396239"/>
                <a:gd name="connsiteX1" fmla="*/ 108585 w 248602"/>
                <a:gd name="connsiteY1" fmla="*/ 116205 h 396239"/>
                <a:gd name="connsiteX2" fmla="*/ 185738 w 248602"/>
                <a:gd name="connsiteY2" fmla="*/ 152400 h 396239"/>
                <a:gd name="connsiteX3" fmla="*/ 186690 w 248602"/>
                <a:gd name="connsiteY3" fmla="*/ 152400 h 396239"/>
                <a:gd name="connsiteX4" fmla="*/ 186690 w 248602"/>
                <a:gd name="connsiteY4" fmla="*/ 15240 h 396239"/>
                <a:gd name="connsiteX5" fmla="*/ 248603 w 248602"/>
                <a:gd name="connsiteY5" fmla="*/ 0 h 396239"/>
                <a:gd name="connsiteX6" fmla="*/ 248603 w 248602"/>
                <a:gd name="connsiteY6" fmla="*/ 389573 h 396239"/>
                <a:gd name="connsiteX7" fmla="*/ 187643 w 248602"/>
                <a:gd name="connsiteY7" fmla="*/ 389573 h 396239"/>
                <a:gd name="connsiteX8" fmla="*/ 187643 w 248602"/>
                <a:gd name="connsiteY8" fmla="*/ 358140 h 396239"/>
                <a:gd name="connsiteX9" fmla="*/ 186690 w 248602"/>
                <a:gd name="connsiteY9" fmla="*/ 358140 h 396239"/>
                <a:gd name="connsiteX10" fmla="*/ 106680 w 248602"/>
                <a:gd name="connsiteY10" fmla="*/ 396240 h 396239"/>
                <a:gd name="connsiteX11" fmla="*/ 0 w 248602"/>
                <a:gd name="connsiteY11" fmla="*/ 255270 h 396239"/>
                <a:gd name="connsiteX12" fmla="*/ 61913 w 248602"/>
                <a:gd name="connsiteY12" fmla="*/ 255270 h 396239"/>
                <a:gd name="connsiteX13" fmla="*/ 123825 w 248602"/>
                <a:gd name="connsiteY13" fmla="*/ 340995 h 396239"/>
                <a:gd name="connsiteX14" fmla="*/ 187643 w 248602"/>
                <a:gd name="connsiteY14" fmla="*/ 305753 h 396239"/>
                <a:gd name="connsiteX15" fmla="*/ 187643 w 248602"/>
                <a:gd name="connsiteY15" fmla="*/ 207645 h 396239"/>
                <a:gd name="connsiteX16" fmla="*/ 123825 w 248602"/>
                <a:gd name="connsiteY16" fmla="*/ 172402 h 396239"/>
                <a:gd name="connsiteX17" fmla="*/ 61913 w 248602"/>
                <a:gd name="connsiteY17" fmla="*/ 255270 h 39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8602" h="396239">
                  <a:moveTo>
                    <a:pt x="0" y="255270"/>
                  </a:moveTo>
                  <a:cubicBezTo>
                    <a:pt x="0" y="169545"/>
                    <a:pt x="43815" y="116205"/>
                    <a:pt x="108585" y="116205"/>
                  </a:cubicBezTo>
                  <a:cubicBezTo>
                    <a:pt x="141922" y="116205"/>
                    <a:pt x="168593" y="130493"/>
                    <a:pt x="185738" y="152400"/>
                  </a:cubicBezTo>
                  <a:lnTo>
                    <a:pt x="186690" y="152400"/>
                  </a:lnTo>
                  <a:lnTo>
                    <a:pt x="186690" y="15240"/>
                  </a:lnTo>
                  <a:lnTo>
                    <a:pt x="248603" y="0"/>
                  </a:lnTo>
                  <a:lnTo>
                    <a:pt x="248603" y="389573"/>
                  </a:lnTo>
                  <a:lnTo>
                    <a:pt x="187643" y="389573"/>
                  </a:lnTo>
                  <a:lnTo>
                    <a:pt x="187643" y="358140"/>
                  </a:lnTo>
                  <a:lnTo>
                    <a:pt x="186690" y="358140"/>
                  </a:lnTo>
                  <a:cubicBezTo>
                    <a:pt x="167640" y="381953"/>
                    <a:pt x="140018" y="396240"/>
                    <a:pt x="106680" y="396240"/>
                  </a:cubicBezTo>
                  <a:cubicBezTo>
                    <a:pt x="43815" y="395288"/>
                    <a:pt x="0" y="340995"/>
                    <a:pt x="0" y="255270"/>
                  </a:cubicBezTo>
                  <a:close/>
                  <a:moveTo>
                    <a:pt x="61913" y="255270"/>
                  </a:moveTo>
                  <a:cubicBezTo>
                    <a:pt x="61913" y="309563"/>
                    <a:pt x="84772" y="340995"/>
                    <a:pt x="123825" y="340995"/>
                  </a:cubicBezTo>
                  <a:cubicBezTo>
                    <a:pt x="147638" y="340995"/>
                    <a:pt x="167640" y="329565"/>
                    <a:pt x="187643" y="305753"/>
                  </a:cubicBezTo>
                  <a:lnTo>
                    <a:pt x="187643" y="207645"/>
                  </a:lnTo>
                  <a:cubicBezTo>
                    <a:pt x="169545" y="183833"/>
                    <a:pt x="149543" y="172402"/>
                    <a:pt x="123825" y="172402"/>
                  </a:cubicBezTo>
                  <a:cubicBezTo>
                    <a:pt x="82868" y="172402"/>
                    <a:pt x="61913" y="201930"/>
                    <a:pt x="61913" y="2552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1" name="Freihandform: Form 170">
              <a:extLst>
                <a:ext uri="{FF2B5EF4-FFF2-40B4-BE49-F238E27FC236}">
                  <a16:creationId xmlns:a16="http://schemas.microsoft.com/office/drawing/2014/main" id="{BB36E697-0A79-445E-9543-822501A316D8}"/>
                </a:ext>
              </a:extLst>
            </p:cNvPr>
            <p:cNvSpPr/>
            <p:nvPr/>
          </p:nvSpPr>
          <p:spPr>
            <a:xfrm>
              <a:off x="6511289" y="2641281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7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2865 w 242887"/>
                <a:gd name="connsiteY10" fmla="*/ 115253 h 279082"/>
                <a:gd name="connsiteX11" fmla="*/ 183833 w 242887"/>
                <a:gd name="connsiteY11" fmla="*/ 115253 h 279082"/>
                <a:gd name="connsiteX12" fmla="*/ 124778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8" y="0"/>
                  </a:cubicBezTo>
                  <a:cubicBezTo>
                    <a:pt x="196215" y="0"/>
                    <a:pt x="242887" y="53340"/>
                    <a:pt x="242887" y="135255"/>
                  </a:cubicBezTo>
                  <a:cubicBezTo>
                    <a:pt x="242887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2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2" y="264795"/>
                    <a:pt x="172403" y="279083"/>
                    <a:pt x="132397" y="279083"/>
                  </a:cubicBezTo>
                  <a:close/>
                  <a:moveTo>
                    <a:pt x="62865" y="115253"/>
                  </a:moveTo>
                  <a:lnTo>
                    <a:pt x="183833" y="115253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7628" y="74295"/>
                    <a:pt x="62865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2" name="Freihandform: Form 171">
              <a:extLst>
                <a:ext uri="{FF2B5EF4-FFF2-40B4-BE49-F238E27FC236}">
                  <a16:creationId xmlns:a16="http://schemas.microsoft.com/office/drawing/2014/main" id="{3D6A5235-4406-49B8-9431-36103C871D41}"/>
                </a:ext>
              </a:extLst>
            </p:cNvPr>
            <p:cNvSpPr/>
            <p:nvPr/>
          </p:nvSpPr>
          <p:spPr>
            <a:xfrm>
              <a:off x="6824662" y="2641039"/>
              <a:ext cx="160019" cy="272657"/>
            </a:xfrm>
            <a:custGeom>
              <a:avLst/>
              <a:gdLst>
                <a:gd name="connsiteX0" fmla="*/ 160020 w 160019"/>
                <a:gd name="connsiteY0" fmla="*/ 5005 h 272657"/>
                <a:gd name="connsiteX1" fmla="*/ 150495 w 160019"/>
                <a:gd name="connsiteY1" fmla="*/ 68823 h 272657"/>
                <a:gd name="connsiteX2" fmla="*/ 116205 w 160019"/>
                <a:gd name="connsiteY2" fmla="*/ 60250 h 272657"/>
                <a:gd name="connsiteX3" fmla="*/ 61913 w 160019"/>
                <a:gd name="connsiteY3" fmla="*/ 135498 h 272657"/>
                <a:gd name="connsiteX4" fmla="*/ 61913 w 160019"/>
                <a:gd name="connsiteY4" fmla="*/ 272658 h 272657"/>
                <a:gd name="connsiteX5" fmla="*/ 0 w 160019"/>
                <a:gd name="connsiteY5" fmla="*/ 272658 h 272657"/>
                <a:gd name="connsiteX6" fmla="*/ 0 w 160019"/>
                <a:gd name="connsiteY6" fmla="*/ 5958 h 272657"/>
                <a:gd name="connsiteX7" fmla="*/ 60960 w 160019"/>
                <a:gd name="connsiteY7" fmla="*/ 5958 h 272657"/>
                <a:gd name="connsiteX8" fmla="*/ 60960 w 160019"/>
                <a:gd name="connsiteY8" fmla="*/ 40248 h 272657"/>
                <a:gd name="connsiteX9" fmla="*/ 61913 w 160019"/>
                <a:gd name="connsiteY9" fmla="*/ 40248 h 272657"/>
                <a:gd name="connsiteX10" fmla="*/ 131445 w 160019"/>
                <a:gd name="connsiteY10" fmla="*/ 243 h 272657"/>
                <a:gd name="connsiteX11" fmla="*/ 160020 w 160019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19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3" name="Freihandform: Form 172">
              <a:extLst>
                <a:ext uri="{FF2B5EF4-FFF2-40B4-BE49-F238E27FC236}">
                  <a16:creationId xmlns:a16="http://schemas.microsoft.com/office/drawing/2014/main" id="{47C8A01E-4A50-4E72-95E6-1E6C059E4777}"/>
                </a:ext>
              </a:extLst>
            </p:cNvPr>
            <p:cNvSpPr/>
            <p:nvPr/>
          </p:nvSpPr>
          <p:spPr>
            <a:xfrm>
              <a:off x="7023734" y="2721291"/>
              <a:ext cx="130492" cy="59055"/>
            </a:xfrm>
            <a:custGeom>
              <a:avLst/>
              <a:gdLst>
                <a:gd name="connsiteX0" fmla="*/ 130492 w 130492"/>
                <a:gd name="connsiteY0" fmla="*/ 59055 h 59055"/>
                <a:gd name="connsiteX1" fmla="*/ 0 w 130492"/>
                <a:gd name="connsiteY1" fmla="*/ 59055 h 59055"/>
                <a:gd name="connsiteX2" fmla="*/ 0 w 130492"/>
                <a:gd name="connsiteY2" fmla="*/ 0 h 59055"/>
                <a:gd name="connsiteX3" fmla="*/ 130492 w 130492"/>
                <a:gd name="connsiteY3" fmla="*/ 0 h 59055"/>
                <a:gd name="connsiteX4" fmla="*/ 130492 w 130492"/>
                <a:gd name="connsiteY4" fmla="*/ 59055 h 59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492" h="59055">
                  <a:moveTo>
                    <a:pt x="130492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2" y="0"/>
                  </a:lnTo>
                  <a:lnTo>
                    <a:pt x="130492" y="5905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4" name="Freihandform: Form 173">
              <a:extLst>
                <a:ext uri="{FF2B5EF4-FFF2-40B4-BE49-F238E27FC236}">
                  <a16:creationId xmlns:a16="http://schemas.microsoft.com/office/drawing/2014/main" id="{9C00FF19-F5E2-41D0-A86A-587D215E4413}"/>
                </a:ext>
              </a:extLst>
            </p:cNvPr>
            <p:cNvSpPr/>
            <p:nvPr/>
          </p:nvSpPr>
          <p:spPr>
            <a:xfrm>
              <a:off x="7233284" y="2545079"/>
              <a:ext cx="288607" cy="375284"/>
            </a:xfrm>
            <a:custGeom>
              <a:avLst/>
              <a:gdLst>
                <a:gd name="connsiteX0" fmla="*/ 288607 w 288607"/>
                <a:gd name="connsiteY0" fmla="*/ 222885 h 375284"/>
                <a:gd name="connsiteX1" fmla="*/ 143827 w 288607"/>
                <a:gd name="connsiteY1" fmla="*/ 375285 h 375284"/>
                <a:gd name="connsiteX2" fmla="*/ 0 w 288607"/>
                <a:gd name="connsiteY2" fmla="*/ 222885 h 375284"/>
                <a:gd name="connsiteX3" fmla="*/ 0 w 288607"/>
                <a:gd name="connsiteY3" fmla="*/ 0 h 375284"/>
                <a:gd name="connsiteX4" fmla="*/ 66675 w 288607"/>
                <a:gd name="connsiteY4" fmla="*/ 0 h 375284"/>
                <a:gd name="connsiteX5" fmla="*/ 66675 w 288607"/>
                <a:gd name="connsiteY5" fmla="*/ 219075 h 375284"/>
                <a:gd name="connsiteX6" fmla="*/ 144780 w 288607"/>
                <a:gd name="connsiteY6" fmla="*/ 312420 h 375284"/>
                <a:gd name="connsiteX7" fmla="*/ 220980 w 288607"/>
                <a:gd name="connsiteY7" fmla="*/ 219075 h 375284"/>
                <a:gd name="connsiteX8" fmla="*/ 220980 w 288607"/>
                <a:gd name="connsiteY8" fmla="*/ 0 h 375284"/>
                <a:gd name="connsiteX9" fmla="*/ 287655 w 288607"/>
                <a:gd name="connsiteY9" fmla="*/ 0 h 375284"/>
                <a:gd name="connsiteX10" fmla="*/ 287655 w 288607"/>
                <a:gd name="connsiteY10" fmla="*/ 222885 h 375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88607" h="375284">
                  <a:moveTo>
                    <a:pt x="288607" y="222885"/>
                  </a:moveTo>
                  <a:cubicBezTo>
                    <a:pt x="288607" y="311468"/>
                    <a:pt x="242888" y="375285"/>
                    <a:pt x="143827" y="375285"/>
                  </a:cubicBezTo>
                  <a:cubicBezTo>
                    <a:pt x="45720" y="375285"/>
                    <a:pt x="0" y="312420"/>
                    <a:pt x="0" y="222885"/>
                  </a:cubicBezTo>
                  <a:lnTo>
                    <a:pt x="0" y="0"/>
                  </a:lnTo>
                  <a:lnTo>
                    <a:pt x="66675" y="0"/>
                  </a:lnTo>
                  <a:lnTo>
                    <a:pt x="66675" y="219075"/>
                  </a:lnTo>
                  <a:cubicBezTo>
                    <a:pt x="66675" y="274320"/>
                    <a:pt x="90488" y="312420"/>
                    <a:pt x="144780" y="312420"/>
                  </a:cubicBezTo>
                  <a:cubicBezTo>
                    <a:pt x="199072" y="312420"/>
                    <a:pt x="220980" y="275272"/>
                    <a:pt x="220980" y="219075"/>
                  </a:cubicBezTo>
                  <a:lnTo>
                    <a:pt x="220980" y="0"/>
                  </a:lnTo>
                  <a:lnTo>
                    <a:pt x="287655" y="0"/>
                  </a:lnTo>
                  <a:lnTo>
                    <a:pt x="287655" y="22288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5" name="Freihandform: Form 174">
              <a:extLst>
                <a:ext uri="{FF2B5EF4-FFF2-40B4-BE49-F238E27FC236}">
                  <a16:creationId xmlns:a16="http://schemas.microsoft.com/office/drawing/2014/main" id="{8965284B-B43E-4869-995E-03E9EF24FED9}"/>
                </a:ext>
              </a:extLst>
            </p:cNvPr>
            <p:cNvSpPr/>
            <p:nvPr/>
          </p:nvSpPr>
          <p:spPr>
            <a:xfrm>
              <a:off x="7605712" y="2641281"/>
              <a:ext cx="228600" cy="273367"/>
            </a:xfrm>
            <a:custGeom>
              <a:avLst/>
              <a:gdLst>
                <a:gd name="connsiteX0" fmla="*/ 228600 w 228600"/>
                <a:gd name="connsiteY0" fmla="*/ 272415 h 273367"/>
                <a:gd name="connsiteX1" fmla="*/ 166688 w 228600"/>
                <a:gd name="connsiteY1" fmla="*/ 272415 h 273367"/>
                <a:gd name="connsiteX2" fmla="*/ 166688 w 228600"/>
                <a:gd name="connsiteY2" fmla="*/ 120015 h 273367"/>
                <a:gd name="connsiteX3" fmla="*/ 117157 w 228600"/>
                <a:gd name="connsiteY3" fmla="*/ 55245 h 273367"/>
                <a:gd name="connsiteX4" fmla="*/ 61913 w 228600"/>
                <a:gd name="connsiteY4" fmla="*/ 120015 h 273367"/>
                <a:gd name="connsiteX5" fmla="*/ 61913 w 228600"/>
                <a:gd name="connsiteY5" fmla="*/ 273368 h 273367"/>
                <a:gd name="connsiteX6" fmla="*/ 0 w 228600"/>
                <a:gd name="connsiteY6" fmla="*/ 273368 h 273367"/>
                <a:gd name="connsiteX7" fmla="*/ 0 w 228600"/>
                <a:gd name="connsiteY7" fmla="*/ 6668 h 273367"/>
                <a:gd name="connsiteX8" fmla="*/ 61913 w 228600"/>
                <a:gd name="connsiteY8" fmla="*/ 6668 h 273367"/>
                <a:gd name="connsiteX9" fmla="*/ 61913 w 228600"/>
                <a:gd name="connsiteY9" fmla="*/ 39053 h 273367"/>
                <a:gd name="connsiteX10" fmla="*/ 62865 w 228600"/>
                <a:gd name="connsiteY10" fmla="*/ 39053 h 273367"/>
                <a:gd name="connsiteX11" fmla="*/ 140970 w 228600"/>
                <a:gd name="connsiteY11" fmla="*/ 0 h 273367"/>
                <a:gd name="connsiteX12" fmla="*/ 228600 w 228600"/>
                <a:gd name="connsiteY12" fmla="*/ 107632 h 273367"/>
                <a:gd name="connsiteX13" fmla="*/ 228600 w 228600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7" y="55245"/>
                    <a:pt x="117157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8"/>
                  </a:lnTo>
                  <a:lnTo>
                    <a:pt x="0" y="273368"/>
                  </a:lnTo>
                  <a:lnTo>
                    <a:pt x="0" y="6668"/>
                  </a:lnTo>
                  <a:lnTo>
                    <a:pt x="61913" y="6668"/>
                  </a:lnTo>
                  <a:lnTo>
                    <a:pt x="61913" y="39053"/>
                  </a:lnTo>
                  <a:lnTo>
                    <a:pt x="62865" y="39053"/>
                  </a:lnTo>
                  <a:cubicBezTo>
                    <a:pt x="79057" y="15240"/>
                    <a:pt x="106680" y="0"/>
                    <a:pt x="140970" y="0"/>
                  </a:cubicBezTo>
                  <a:cubicBezTo>
                    <a:pt x="201930" y="0"/>
                    <a:pt x="228600" y="44768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6" name="Freihandform: Form 175">
              <a:extLst>
                <a:ext uri="{FF2B5EF4-FFF2-40B4-BE49-F238E27FC236}">
                  <a16:creationId xmlns:a16="http://schemas.microsoft.com/office/drawing/2014/main" id="{1CEDCCDB-6473-4929-A39A-339B891A4342}"/>
                </a:ext>
              </a:extLst>
            </p:cNvPr>
            <p:cNvSpPr/>
            <p:nvPr/>
          </p:nvSpPr>
          <p:spPr>
            <a:xfrm>
              <a:off x="7904797" y="2528887"/>
              <a:ext cx="79057" cy="384810"/>
            </a:xfrm>
            <a:custGeom>
              <a:avLst/>
              <a:gdLst>
                <a:gd name="connsiteX0" fmla="*/ 79057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7 w 79057"/>
                <a:gd name="connsiteY4" fmla="*/ 38100 h 384810"/>
                <a:gd name="connsiteX5" fmla="*/ 70485 w 79057"/>
                <a:gd name="connsiteY5" fmla="*/ 384810 h 384810"/>
                <a:gd name="connsiteX6" fmla="*/ 8572 w 79057"/>
                <a:gd name="connsiteY6" fmla="*/ 384810 h 384810"/>
                <a:gd name="connsiteX7" fmla="*/ 8572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7" y="38100"/>
                  </a:moveTo>
                  <a:cubicBezTo>
                    <a:pt x="79057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7" y="0"/>
                    <a:pt x="39052" y="0"/>
                  </a:cubicBezTo>
                  <a:cubicBezTo>
                    <a:pt x="60960" y="0"/>
                    <a:pt x="79057" y="16193"/>
                    <a:pt x="79057" y="38100"/>
                  </a:cubicBezTo>
                  <a:close/>
                  <a:moveTo>
                    <a:pt x="70485" y="384810"/>
                  </a:moveTo>
                  <a:lnTo>
                    <a:pt x="8572" y="384810"/>
                  </a:lnTo>
                  <a:lnTo>
                    <a:pt x="8572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7" name="Freihandform: Form 176">
              <a:extLst>
                <a:ext uri="{FF2B5EF4-FFF2-40B4-BE49-F238E27FC236}">
                  <a16:creationId xmlns:a16="http://schemas.microsoft.com/office/drawing/2014/main" id="{B12897B1-DBCD-4E91-B5A6-A1D097CC016F}"/>
                </a:ext>
              </a:extLst>
            </p:cNvPr>
            <p:cNvSpPr/>
            <p:nvPr/>
          </p:nvSpPr>
          <p:spPr>
            <a:xfrm>
              <a:off x="8027669" y="2647949"/>
              <a:ext cx="259080" cy="266700"/>
            </a:xfrm>
            <a:custGeom>
              <a:avLst/>
              <a:gdLst>
                <a:gd name="connsiteX0" fmla="*/ 259080 w 259080"/>
                <a:gd name="connsiteY0" fmla="*/ 0 h 266700"/>
                <a:gd name="connsiteX1" fmla="*/ 161925 w 259080"/>
                <a:gd name="connsiteY1" fmla="*/ 266700 h 266700"/>
                <a:gd name="connsiteX2" fmla="*/ 97155 w 259080"/>
                <a:gd name="connsiteY2" fmla="*/ 266700 h 266700"/>
                <a:gd name="connsiteX3" fmla="*/ 0 w 259080"/>
                <a:gd name="connsiteY3" fmla="*/ 0 h 266700"/>
                <a:gd name="connsiteX4" fmla="*/ 68580 w 259080"/>
                <a:gd name="connsiteY4" fmla="*/ 0 h 266700"/>
                <a:gd name="connsiteX5" fmla="*/ 129540 w 259080"/>
                <a:gd name="connsiteY5" fmla="*/ 193358 h 266700"/>
                <a:gd name="connsiteX6" fmla="*/ 130493 w 259080"/>
                <a:gd name="connsiteY6" fmla="*/ 193358 h 266700"/>
                <a:gd name="connsiteX7" fmla="*/ 191453 w 259080"/>
                <a:gd name="connsiteY7" fmla="*/ 0 h 266700"/>
                <a:gd name="connsiteX8" fmla="*/ 259080 w 259080"/>
                <a:gd name="connsiteY8" fmla="*/ 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59080" h="266700">
                  <a:moveTo>
                    <a:pt x="259080" y="0"/>
                  </a:moveTo>
                  <a:lnTo>
                    <a:pt x="161925" y="266700"/>
                  </a:lnTo>
                  <a:lnTo>
                    <a:pt x="97155" y="266700"/>
                  </a:lnTo>
                  <a:lnTo>
                    <a:pt x="0" y="0"/>
                  </a:lnTo>
                  <a:lnTo>
                    <a:pt x="68580" y="0"/>
                  </a:lnTo>
                  <a:lnTo>
                    <a:pt x="129540" y="193358"/>
                  </a:lnTo>
                  <a:lnTo>
                    <a:pt x="130493" y="193358"/>
                  </a:lnTo>
                  <a:lnTo>
                    <a:pt x="191453" y="0"/>
                  </a:lnTo>
                  <a:lnTo>
                    <a:pt x="25908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8" name="Freihandform: Form 177">
              <a:extLst>
                <a:ext uri="{FF2B5EF4-FFF2-40B4-BE49-F238E27FC236}">
                  <a16:creationId xmlns:a16="http://schemas.microsoft.com/office/drawing/2014/main" id="{0F992F86-490C-49E8-A49C-EBE355E80549}"/>
                </a:ext>
              </a:extLst>
            </p:cNvPr>
            <p:cNvSpPr/>
            <p:nvPr/>
          </p:nvSpPr>
          <p:spPr>
            <a:xfrm>
              <a:off x="8315324" y="2641281"/>
              <a:ext cx="242887" cy="279082"/>
            </a:xfrm>
            <a:custGeom>
              <a:avLst/>
              <a:gdLst>
                <a:gd name="connsiteX0" fmla="*/ 132398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8 w 242887"/>
                <a:gd name="connsiteY6" fmla="*/ 225743 h 279082"/>
                <a:gd name="connsiteX7" fmla="*/ 198120 w 242887"/>
                <a:gd name="connsiteY7" fmla="*/ 194310 h 279082"/>
                <a:gd name="connsiteX8" fmla="*/ 237173 w 242887"/>
                <a:gd name="connsiteY8" fmla="*/ 235268 h 279082"/>
                <a:gd name="connsiteX9" fmla="*/ 132398 w 242887"/>
                <a:gd name="connsiteY9" fmla="*/ 279083 h 279082"/>
                <a:gd name="connsiteX10" fmla="*/ 62865 w 242887"/>
                <a:gd name="connsiteY10" fmla="*/ 115253 h 279082"/>
                <a:gd name="connsiteX11" fmla="*/ 183832 w 242887"/>
                <a:gd name="connsiteY11" fmla="*/ 115253 h 279082"/>
                <a:gd name="connsiteX12" fmla="*/ 124777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8" y="225743"/>
                    <a:pt x="132398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3" y="235268"/>
                  </a:lnTo>
                  <a:cubicBezTo>
                    <a:pt x="206693" y="264795"/>
                    <a:pt x="173355" y="279083"/>
                    <a:pt x="132398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90488" y="50482"/>
                    <a:pt x="68580" y="74295"/>
                    <a:pt x="62865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9" name="Freihandform: Form 178">
              <a:extLst>
                <a:ext uri="{FF2B5EF4-FFF2-40B4-BE49-F238E27FC236}">
                  <a16:creationId xmlns:a16="http://schemas.microsoft.com/office/drawing/2014/main" id="{A382B1E9-D95A-44CD-A2C1-B488EC588946}"/>
                </a:ext>
              </a:extLst>
            </p:cNvPr>
            <p:cNvSpPr/>
            <p:nvPr/>
          </p:nvSpPr>
          <p:spPr>
            <a:xfrm>
              <a:off x="8628697" y="2641039"/>
              <a:ext cx="160019" cy="272657"/>
            </a:xfrm>
            <a:custGeom>
              <a:avLst/>
              <a:gdLst>
                <a:gd name="connsiteX0" fmla="*/ 160020 w 160019"/>
                <a:gd name="connsiteY0" fmla="*/ 5005 h 272657"/>
                <a:gd name="connsiteX1" fmla="*/ 150495 w 160019"/>
                <a:gd name="connsiteY1" fmla="*/ 68823 h 272657"/>
                <a:gd name="connsiteX2" fmla="*/ 116205 w 160019"/>
                <a:gd name="connsiteY2" fmla="*/ 60250 h 272657"/>
                <a:gd name="connsiteX3" fmla="*/ 61913 w 160019"/>
                <a:gd name="connsiteY3" fmla="*/ 135498 h 272657"/>
                <a:gd name="connsiteX4" fmla="*/ 61913 w 160019"/>
                <a:gd name="connsiteY4" fmla="*/ 272658 h 272657"/>
                <a:gd name="connsiteX5" fmla="*/ 0 w 160019"/>
                <a:gd name="connsiteY5" fmla="*/ 272658 h 272657"/>
                <a:gd name="connsiteX6" fmla="*/ 0 w 160019"/>
                <a:gd name="connsiteY6" fmla="*/ 5958 h 272657"/>
                <a:gd name="connsiteX7" fmla="*/ 60960 w 160019"/>
                <a:gd name="connsiteY7" fmla="*/ 5958 h 272657"/>
                <a:gd name="connsiteX8" fmla="*/ 60960 w 160019"/>
                <a:gd name="connsiteY8" fmla="*/ 40248 h 272657"/>
                <a:gd name="connsiteX9" fmla="*/ 61913 w 160019"/>
                <a:gd name="connsiteY9" fmla="*/ 40248 h 272657"/>
                <a:gd name="connsiteX10" fmla="*/ 131445 w 160019"/>
                <a:gd name="connsiteY10" fmla="*/ 243 h 272657"/>
                <a:gd name="connsiteX11" fmla="*/ 160020 w 160019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19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2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7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0" name="Freihandform: Form 179">
              <a:extLst>
                <a:ext uri="{FF2B5EF4-FFF2-40B4-BE49-F238E27FC236}">
                  <a16:creationId xmlns:a16="http://schemas.microsoft.com/office/drawing/2014/main" id="{94A75078-E929-457E-A5DB-126D23196FA2}"/>
                </a:ext>
              </a:extLst>
            </p:cNvPr>
            <p:cNvSpPr/>
            <p:nvPr/>
          </p:nvSpPr>
          <p:spPr>
            <a:xfrm>
              <a:off x="8818244" y="2640329"/>
              <a:ext cx="205740" cy="280034"/>
            </a:xfrm>
            <a:custGeom>
              <a:avLst/>
              <a:gdLst>
                <a:gd name="connsiteX0" fmla="*/ 29528 w 205740"/>
                <a:gd name="connsiteY0" fmla="*/ 198120 h 280034"/>
                <a:gd name="connsiteX1" fmla="*/ 104775 w 205740"/>
                <a:gd name="connsiteY1" fmla="*/ 227647 h 280034"/>
                <a:gd name="connsiteX2" fmla="*/ 143828 w 205740"/>
                <a:gd name="connsiteY2" fmla="*/ 200978 h 280034"/>
                <a:gd name="connsiteX3" fmla="*/ 10478 w 205740"/>
                <a:gd name="connsiteY3" fmla="*/ 82868 h 280034"/>
                <a:gd name="connsiteX4" fmla="*/ 111443 w 205740"/>
                <a:gd name="connsiteY4" fmla="*/ 0 h 280034"/>
                <a:gd name="connsiteX5" fmla="*/ 203835 w 205740"/>
                <a:gd name="connsiteY5" fmla="*/ 27622 h 280034"/>
                <a:gd name="connsiteX6" fmla="*/ 174307 w 205740"/>
                <a:gd name="connsiteY6" fmla="*/ 76200 h 280034"/>
                <a:gd name="connsiteX7" fmla="*/ 110490 w 205740"/>
                <a:gd name="connsiteY7" fmla="*/ 52387 h 280034"/>
                <a:gd name="connsiteX8" fmla="*/ 72390 w 205740"/>
                <a:gd name="connsiteY8" fmla="*/ 77153 h 280034"/>
                <a:gd name="connsiteX9" fmla="*/ 205740 w 205740"/>
                <a:gd name="connsiteY9" fmla="*/ 195262 h 280034"/>
                <a:gd name="connsiteX10" fmla="*/ 102870 w 205740"/>
                <a:gd name="connsiteY10" fmla="*/ 280035 h 280034"/>
                <a:gd name="connsiteX11" fmla="*/ 0 w 205740"/>
                <a:gd name="connsiteY11" fmla="*/ 247650 h 280034"/>
                <a:gd name="connsiteX12" fmla="*/ 29528 w 205740"/>
                <a:gd name="connsiteY12" fmla="*/ 198120 h 280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40" h="280034">
                  <a:moveTo>
                    <a:pt x="29528" y="198120"/>
                  </a:moveTo>
                  <a:cubicBezTo>
                    <a:pt x="56198" y="218122"/>
                    <a:pt x="80963" y="227647"/>
                    <a:pt x="104775" y="227647"/>
                  </a:cubicBezTo>
                  <a:cubicBezTo>
                    <a:pt x="127635" y="227647"/>
                    <a:pt x="143828" y="217170"/>
                    <a:pt x="143828" y="200978"/>
                  </a:cubicBezTo>
                  <a:cubicBezTo>
                    <a:pt x="143828" y="155258"/>
                    <a:pt x="10478" y="171450"/>
                    <a:pt x="10478" y="82868"/>
                  </a:cubicBezTo>
                  <a:cubicBezTo>
                    <a:pt x="10478" y="33338"/>
                    <a:pt x="51435" y="0"/>
                    <a:pt x="111443" y="0"/>
                  </a:cubicBezTo>
                  <a:cubicBezTo>
                    <a:pt x="143828" y="0"/>
                    <a:pt x="175260" y="9525"/>
                    <a:pt x="203835" y="27622"/>
                  </a:cubicBezTo>
                  <a:lnTo>
                    <a:pt x="174307" y="76200"/>
                  </a:lnTo>
                  <a:cubicBezTo>
                    <a:pt x="151448" y="60007"/>
                    <a:pt x="130493" y="52387"/>
                    <a:pt x="110490" y="52387"/>
                  </a:cubicBezTo>
                  <a:cubicBezTo>
                    <a:pt x="87630" y="52387"/>
                    <a:pt x="72390" y="61912"/>
                    <a:pt x="72390" y="77153"/>
                  </a:cubicBezTo>
                  <a:cubicBezTo>
                    <a:pt x="72390" y="120968"/>
                    <a:pt x="205740" y="105728"/>
                    <a:pt x="205740" y="195262"/>
                  </a:cubicBezTo>
                  <a:cubicBezTo>
                    <a:pt x="205740" y="245745"/>
                    <a:pt x="164782" y="280035"/>
                    <a:pt x="102870" y="280035"/>
                  </a:cubicBezTo>
                  <a:cubicBezTo>
                    <a:pt x="67628" y="280035"/>
                    <a:pt x="31432" y="268605"/>
                    <a:pt x="0" y="247650"/>
                  </a:cubicBezTo>
                  <a:lnTo>
                    <a:pt x="29528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1" name="Freihandform: Form 180">
              <a:extLst>
                <a:ext uri="{FF2B5EF4-FFF2-40B4-BE49-F238E27FC236}">
                  <a16:creationId xmlns:a16="http://schemas.microsoft.com/office/drawing/2014/main" id="{6E2FE959-5A44-4879-9A15-7D6AA4FA740D}"/>
                </a:ext>
              </a:extLst>
            </p:cNvPr>
            <p:cNvSpPr/>
            <p:nvPr/>
          </p:nvSpPr>
          <p:spPr>
            <a:xfrm>
              <a:off x="9082087" y="2528887"/>
              <a:ext cx="79057" cy="384810"/>
            </a:xfrm>
            <a:custGeom>
              <a:avLst/>
              <a:gdLst>
                <a:gd name="connsiteX0" fmla="*/ 79057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7 w 79057"/>
                <a:gd name="connsiteY4" fmla="*/ 38100 h 384810"/>
                <a:gd name="connsiteX5" fmla="*/ 70485 w 79057"/>
                <a:gd name="connsiteY5" fmla="*/ 384810 h 384810"/>
                <a:gd name="connsiteX6" fmla="*/ 8573 w 79057"/>
                <a:gd name="connsiteY6" fmla="*/ 384810 h 384810"/>
                <a:gd name="connsiteX7" fmla="*/ 8573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7" y="38100"/>
                  </a:moveTo>
                  <a:cubicBezTo>
                    <a:pt x="79057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0960" y="0"/>
                    <a:pt x="79057" y="16193"/>
                    <a:pt x="79057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2" name="Freihandform: Form 181">
              <a:extLst>
                <a:ext uri="{FF2B5EF4-FFF2-40B4-BE49-F238E27FC236}">
                  <a16:creationId xmlns:a16="http://schemas.microsoft.com/office/drawing/2014/main" id="{EE630AD0-5153-4382-A12E-AD9144EBE047}"/>
                </a:ext>
              </a:extLst>
            </p:cNvPr>
            <p:cNvSpPr/>
            <p:nvPr/>
          </p:nvSpPr>
          <p:spPr>
            <a:xfrm>
              <a:off x="9205912" y="2562224"/>
              <a:ext cx="165735" cy="358139"/>
            </a:xfrm>
            <a:custGeom>
              <a:avLst/>
              <a:gdLst>
                <a:gd name="connsiteX0" fmla="*/ 165735 w 165735"/>
                <a:gd name="connsiteY0" fmla="*/ 295275 h 358139"/>
                <a:gd name="connsiteX1" fmla="*/ 165735 w 165735"/>
                <a:gd name="connsiteY1" fmla="*/ 348615 h 358139"/>
                <a:gd name="connsiteX2" fmla="*/ 113348 w 165735"/>
                <a:gd name="connsiteY2" fmla="*/ 358140 h 358139"/>
                <a:gd name="connsiteX3" fmla="*/ 40957 w 165735"/>
                <a:gd name="connsiteY3" fmla="*/ 282892 h 358139"/>
                <a:gd name="connsiteX4" fmla="*/ 40957 w 165735"/>
                <a:gd name="connsiteY4" fmla="*/ 137160 h 358139"/>
                <a:gd name="connsiteX5" fmla="*/ 0 w 165735"/>
                <a:gd name="connsiteY5" fmla="*/ 137160 h 358139"/>
                <a:gd name="connsiteX6" fmla="*/ 0 w 165735"/>
                <a:gd name="connsiteY6" fmla="*/ 85725 h 358139"/>
                <a:gd name="connsiteX7" fmla="*/ 40005 w 165735"/>
                <a:gd name="connsiteY7" fmla="*/ 85725 h 358139"/>
                <a:gd name="connsiteX8" fmla="*/ 40005 w 165735"/>
                <a:gd name="connsiteY8" fmla="*/ 13335 h 358139"/>
                <a:gd name="connsiteX9" fmla="*/ 101918 w 165735"/>
                <a:gd name="connsiteY9" fmla="*/ 0 h 358139"/>
                <a:gd name="connsiteX10" fmla="*/ 101918 w 165735"/>
                <a:gd name="connsiteY10" fmla="*/ 86677 h 358139"/>
                <a:gd name="connsiteX11" fmla="*/ 165735 w 165735"/>
                <a:gd name="connsiteY11" fmla="*/ 86677 h 358139"/>
                <a:gd name="connsiteX12" fmla="*/ 165735 w 165735"/>
                <a:gd name="connsiteY12" fmla="*/ 138113 h 358139"/>
                <a:gd name="connsiteX13" fmla="*/ 101918 w 165735"/>
                <a:gd name="connsiteY13" fmla="*/ 138113 h 358139"/>
                <a:gd name="connsiteX14" fmla="*/ 101918 w 165735"/>
                <a:gd name="connsiteY14" fmla="*/ 269558 h 358139"/>
                <a:gd name="connsiteX15" fmla="*/ 130493 w 165735"/>
                <a:gd name="connsiteY15" fmla="*/ 304800 h 358139"/>
                <a:gd name="connsiteX16" fmla="*/ 165735 w 165735"/>
                <a:gd name="connsiteY16" fmla="*/ 295275 h 358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5" h="358139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8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3"/>
                    <a:pt x="110490" y="304800"/>
                    <a:pt x="130493" y="304800"/>
                  </a:cubicBezTo>
                  <a:cubicBezTo>
                    <a:pt x="141923" y="303848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3" name="Freihandform: Form 182">
              <a:extLst>
                <a:ext uri="{FF2B5EF4-FFF2-40B4-BE49-F238E27FC236}">
                  <a16:creationId xmlns:a16="http://schemas.microsoft.com/office/drawing/2014/main" id="{45CD047C-D0DA-46DE-AD6E-93892DEB2DA9}"/>
                </a:ext>
              </a:extLst>
            </p:cNvPr>
            <p:cNvSpPr/>
            <p:nvPr/>
          </p:nvSpPr>
          <p:spPr>
            <a:xfrm>
              <a:off x="9420224" y="2533649"/>
              <a:ext cx="225742" cy="386714"/>
            </a:xfrm>
            <a:custGeom>
              <a:avLst/>
              <a:gdLst>
                <a:gd name="connsiteX0" fmla="*/ 114300 w 225742"/>
                <a:gd name="connsiteY0" fmla="*/ 215265 h 386714"/>
                <a:gd name="connsiteX1" fmla="*/ 164782 w 225742"/>
                <a:gd name="connsiteY1" fmla="*/ 220980 h 386714"/>
                <a:gd name="connsiteX2" fmla="*/ 164782 w 225742"/>
                <a:gd name="connsiteY2" fmla="*/ 211455 h 386714"/>
                <a:gd name="connsiteX3" fmla="*/ 105727 w 225742"/>
                <a:gd name="connsiteY3" fmla="*/ 160020 h 386714"/>
                <a:gd name="connsiteX4" fmla="*/ 38100 w 225742"/>
                <a:gd name="connsiteY4" fmla="*/ 175260 h 386714"/>
                <a:gd name="connsiteX5" fmla="*/ 24765 w 225742"/>
                <a:gd name="connsiteY5" fmla="*/ 122873 h 386714"/>
                <a:gd name="connsiteX6" fmla="*/ 112395 w 225742"/>
                <a:gd name="connsiteY6" fmla="*/ 107632 h 386714"/>
                <a:gd name="connsiteX7" fmla="*/ 225743 w 225742"/>
                <a:gd name="connsiteY7" fmla="*/ 210502 h 386714"/>
                <a:gd name="connsiteX8" fmla="*/ 225743 w 225742"/>
                <a:gd name="connsiteY8" fmla="*/ 381000 h 386714"/>
                <a:gd name="connsiteX9" fmla="*/ 166688 w 225742"/>
                <a:gd name="connsiteY9" fmla="*/ 381000 h 386714"/>
                <a:gd name="connsiteX10" fmla="*/ 166688 w 225742"/>
                <a:gd name="connsiteY10" fmla="*/ 352425 h 386714"/>
                <a:gd name="connsiteX11" fmla="*/ 165735 w 225742"/>
                <a:gd name="connsiteY11" fmla="*/ 352425 h 386714"/>
                <a:gd name="connsiteX12" fmla="*/ 87630 w 225742"/>
                <a:gd name="connsiteY12" fmla="*/ 386715 h 386714"/>
                <a:gd name="connsiteX13" fmla="*/ 0 w 225742"/>
                <a:gd name="connsiteY13" fmla="*/ 301942 h 386714"/>
                <a:gd name="connsiteX14" fmla="*/ 114300 w 225742"/>
                <a:gd name="connsiteY14" fmla="*/ 215265 h 386714"/>
                <a:gd name="connsiteX15" fmla="*/ 63818 w 225742"/>
                <a:gd name="connsiteY15" fmla="*/ 72390 h 386714"/>
                <a:gd name="connsiteX16" fmla="*/ 26670 w 225742"/>
                <a:gd name="connsiteY16" fmla="*/ 36195 h 386714"/>
                <a:gd name="connsiteX17" fmla="*/ 63818 w 225742"/>
                <a:gd name="connsiteY17" fmla="*/ 0 h 386714"/>
                <a:gd name="connsiteX18" fmla="*/ 100965 w 225742"/>
                <a:gd name="connsiteY18" fmla="*/ 36195 h 386714"/>
                <a:gd name="connsiteX19" fmla="*/ 63818 w 225742"/>
                <a:gd name="connsiteY19" fmla="*/ 72390 h 386714"/>
                <a:gd name="connsiteX20" fmla="*/ 103823 w 225742"/>
                <a:gd name="connsiteY20" fmla="*/ 340042 h 386714"/>
                <a:gd name="connsiteX21" fmla="*/ 164782 w 225742"/>
                <a:gd name="connsiteY21" fmla="*/ 307658 h 386714"/>
                <a:gd name="connsiteX22" fmla="*/ 164782 w 225742"/>
                <a:gd name="connsiteY22" fmla="*/ 261938 h 386714"/>
                <a:gd name="connsiteX23" fmla="*/ 120968 w 225742"/>
                <a:gd name="connsiteY23" fmla="*/ 257175 h 386714"/>
                <a:gd name="connsiteX24" fmla="*/ 59055 w 225742"/>
                <a:gd name="connsiteY24" fmla="*/ 300990 h 386714"/>
                <a:gd name="connsiteX25" fmla="*/ 103823 w 225742"/>
                <a:gd name="connsiteY25" fmla="*/ 340042 h 386714"/>
                <a:gd name="connsiteX26" fmla="*/ 172402 w 225742"/>
                <a:gd name="connsiteY26" fmla="*/ 72390 h 386714"/>
                <a:gd name="connsiteX27" fmla="*/ 135255 w 225742"/>
                <a:gd name="connsiteY27" fmla="*/ 36195 h 386714"/>
                <a:gd name="connsiteX28" fmla="*/ 172402 w 225742"/>
                <a:gd name="connsiteY28" fmla="*/ 0 h 386714"/>
                <a:gd name="connsiteX29" fmla="*/ 209550 w 225742"/>
                <a:gd name="connsiteY29" fmla="*/ 36195 h 386714"/>
                <a:gd name="connsiteX30" fmla="*/ 172402 w 225742"/>
                <a:gd name="connsiteY30" fmla="*/ 72390 h 386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25742" h="386714">
                  <a:moveTo>
                    <a:pt x="114300" y="215265"/>
                  </a:moveTo>
                  <a:cubicBezTo>
                    <a:pt x="131445" y="215265"/>
                    <a:pt x="147638" y="216217"/>
                    <a:pt x="164782" y="220980"/>
                  </a:cubicBezTo>
                  <a:lnTo>
                    <a:pt x="164782" y="211455"/>
                  </a:lnTo>
                  <a:cubicBezTo>
                    <a:pt x="164782" y="177165"/>
                    <a:pt x="144780" y="160020"/>
                    <a:pt x="105727" y="160020"/>
                  </a:cubicBezTo>
                  <a:cubicBezTo>
                    <a:pt x="83820" y="160020"/>
                    <a:pt x="60007" y="164783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2"/>
                    <a:pt x="112395" y="107632"/>
                  </a:cubicBezTo>
                  <a:cubicBezTo>
                    <a:pt x="187643" y="107632"/>
                    <a:pt x="225743" y="142875"/>
                    <a:pt x="225743" y="210502"/>
                  </a:cubicBezTo>
                  <a:lnTo>
                    <a:pt x="225743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8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8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8" y="72390"/>
                  </a:cubicBezTo>
                  <a:close/>
                  <a:moveTo>
                    <a:pt x="103823" y="340042"/>
                  </a:moveTo>
                  <a:cubicBezTo>
                    <a:pt x="126682" y="340042"/>
                    <a:pt x="147638" y="328613"/>
                    <a:pt x="164782" y="307658"/>
                  </a:cubicBezTo>
                  <a:lnTo>
                    <a:pt x="164782" y="261938"/>
                  </a:lnTo>
                  <a:cubicBezTo>
                    <a:pt x="150495" y="258127"/>
                    <a:pt x="135255" y="257175"/>
                    <a:pt x="120968" y="257175"/>
                  </a:cubicBezTo>
                  <a:cubicBezTo>
                    <a:pt x="81915" y="257175"/>
                    <a:pt x="59055" y="273367"/>
                    <a:pt x="59055" y="300990"/>
                  </a:cubicBezTo>
                  <a:cubicBezTo>
                    <a:pt x="59055" y="324803"/>
                    <a:pt x="77152" y="340042"/>
                    <a:pt x="103823" y="340042"/>
                  </a:cubicBezTo>
                  <a:close/>
                  <a:moveTo>
                    <a:pt x="172402" y="72390"/>
                  </a:moveTo>
                  <a:cubicBezTo>
                    <a:pt x="152400" y="72390"/>
                    <a:pt x="135255" y="55245"/>
                    <a:pt x="135255" y="36195"/>
                  </a:cubicBezTo>
                  <a:cubicBezTo>
                    <a:pt x="135255" y="17145"/>
                    <a:pt x="152400" y="0"/>
                    <a:pt x="172402" y="0"/>
                  </a:cubicBezTo>
                  <a:cubicBezTo>
                    <a:pt x="192405" y="0"/>
                    <a:pt x="209550" y="17145"/>
                    <a:pt x="209550" y="36195"/>
                  </a:cubicBezTo>
                  <a:cubicBezTo>
                    <a:pt x="209550" y="56198"/>
                    <a:pt x="192405" y="72390"/>
                    <a:pt x="172402" y="723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4" name="Freihandform: Form 183">
              <a:extLst>
                <a:ext uri="{FF2B5EF4-FFF2-40B4-BE49-F238E27FC236}">
                  <a16:creationId xmlns:a16="http://schemas.microsoft.com/office/drawing/2014/main" id="{1DF65D36-B05E-4E89-BDB1-3C2FEE67475E}"/>
                </a:ext>
              </a:extLst>
            </p:cNvPr>
            <p:cNvSpPr/>
            <p:nvPr/>
          </p:nvSpPr>
          <p:spPr>
            <a:xfrm>
              <a:off x="9694544" y="2562224"/>
              <a:ext cx="165735" cy="358139"/>
            </a:xfrm>
            <a:custGeom>
              <a:avLst/>
              <a:gdLst>
                <a:gd name="connsiteX0" fmla="*/ 165735 w 165735"/>
                <a:gd name="connsiteY0" fmla="*/ 295275 h 358139"/>
                <a:gd name="connsiteX1" fmla="*/ 165735 w 165735"/>
                <a:gd name="connsiteY1" fmla="*/ 348615 h 358139"/>
                <a:gd name="connsiteX2" fmla="*/ 113348 w 165735"/>
                <a:gd name="connsiteY2" fmla="*/ 358140 h 358139"/>
                <a:gd name="connsiteX3" fmla="*/ 40957 w 165735"/>
                <a:gd name="connsiteY3" fmla="*/ 282892 h 358139"/>
                <a:gd name="connsiteX4" fmla="*/ 40957 w 165735"/>
                <a:gd name="connsiteY4" fmla="*/ 137160 h 358139"/>
                <a:gd name="connsiteX5" fmla="*/ 0 w 165735"/>
                <a:gd name="connsiteY5" fmla="*/ 137160 h 358139"/>
                <a:gd name="connsiteX6" fmla="*/ 0 w 165735"/>
                <a:gd name="connsiteY6" fmla="*/ 85725 h 358139"/>
                <a:gd name="connsiteX7" fmla="*/ 40005 w 165735"/>
                <a:gd name="connsiteY7" fmla="*/ 85725 h 358139"/>
                <a:gd name="connsiteX8" fmla="*/ 40005 w 165735"/>
                <a:gd name="connsiteY8" fmla="*/ 13335 h 358139"/>
                <a:gd name="connsiteX9" fmla="*/ 101918 w 165735"/>
                <a:gd name="connsiteY9" fmla="*/ 0 h 358139"/>
                <a:gd name="connsiteX10" fmla="*/ 101918 w 165735"/>
                <a:gd name="connsiteY10" fmla="*/ 86677 h 358139"/>
                <a:gd name="connsiteX11" fmla="*/ 165735 w 165735"/>
                <a:gd name="connsiteY11" fmla="*/ 86677 h 358139"/>
                <a:gd name="connsiteX12" fmla="*/ 165735 w 165735"/>
                <a:gd name="connsiteY12" fmla="*/ 138113 h 358139"/>
                <a:gd name="connsiteX13" fmla="*/ 101918 w 165735"/>
                <a:gd name="connsiteY13" fmla="*/ 138113 h 358139"/>
                <a:gd name="connsiteX14" fmla="*/ 101918 w 165735"/>
                <a:gd name="connsiteY14" fmla="*/ 269558 h 358139"/>
                <a:gd name="connsiteX15" fmla="*/ 130493 w 165735"/>
                <a:gd name="connsiteY15" fmla="*/ 304800 h 358139"/>
                <a:gd name="connsiteX16" fmla="*/ 165735 w 165735"/>
                <a:gd name="connsiteY16" fmla="*/ 295275 h 358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5" h="358139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8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3"/>
                    <a:pt x="110490" y="304800"/>
                    <a:pt x="130493" y="304800"/>
                  </a:cubicBezTo>
                  <a:cubicBezTo>
                    <a:pt x="142875" y="303848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5" name="Freihandform: Form 184">
              <a:extLst>
                <a:ext uri="{FF2B5EF4-FFF2-40B4-BE49-F238E27FC236}">
                  <a16:creationId xmlns:a16="http://schemas.microsoft.com/office/drawing/2014/main" id="{EB490D5D-4736-4339-925F-F285DEBE385C}"/>
                </a:ext>
              </a:extLst>
            </p:cNvPr>
            <p:cNvSpPr/>
            <p:nvPr/>
          </p:nvSpPr>
          <p:spPr>
            <a:xfrm>
              <a:off x="2179319" y="3121341"/>
              <a:ext cx="292417" cy="369570"/>
            </a:xfrm>
            <a:custGeom>
              <a:avLst/>
              <a:gdLst>
                <a:gd name="connsiteX0" fmla="*/ 0 w 292417"/>
                <a:gd name="connsiteY0" fmla="*/ 0 h 369570"/>
                <a:gd name="connsiteX1" fmla="*/ 66675 w 292417"/>
                <a:gd name="connsiteY1" fmla="*/ 0 h 369570"/>
                <a:gd name="connsiteX2" fmla="*/ 230505 w 292417"/>
                <a:gd name="connsiteY2" fmla="*/ 257175 h 369570"/>
                <a:gd name="connsiteX3" fmla="*/ 231458 w 292417"/>
                <a:gd name="connsiteY3" fmla="*/ 257175 h 369570"/>
                <a:gd name="connsiteX4" fmla="*/ 229553 w 292417"/>
                <a:gd name="connsiteY4" fmla="*/ 0 h 369570"/>
                <a:gd name="connsiteX5" fmla="*/ 292418 w 292417"/>
                <a:gd name="connsiteY5" fmla="*/ 0 h 369570"/>
                <a:gd name="connsiteX6" fmla="*/ 292418 w 292417"/>
                <a:gd name="connsiteY6" fmla="*/ 368617 h 369570"/>
                <a:gd name="connsiteX7" fmla="*/ 227647 w 292417"/>
                <a:gd name="connsiteY7" fmla="*/ 368617 h 369570"/>
                <a:gd name="connsiteX8" fmla="*/ 63818 w 292417"/>
                <a:gd name="connsiteY8" fmla="*/ 110490 h 369570"/>
                <a:gd name="connsiteX9" fmla="*/ 62865 w 292417"/>
                <a:gd name="connsiteY9" fmla="*/ 110490 h 369570"/>
                <a:gd name="connsiteX10" fmla="*/ 63818 w 292417"/>
                <a:gd name="connsiteY10" fmla="*/ 369570 h 369570"/>
                <a:gd name="connsiteX11" fmla="*/ 0 w 292417"/>
                <a:gd name="connsiteY11" fmla="*/ 369570 h 369570"/>
                <a:gd name="connsiteX12" fmla="*/ 0 w 292417"/>
                <a:gd name="connsiteY12" fmla="*/ 0 h 369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92417" h="369570">
                  <a:moveTo>
                    <a:pt x="0" y="0"/>
                  </a:moveTo>
                  <a:lnTo>
                    <a:pt x="66675" y="0"/>
                  </a:lnTo>
                  <a:lnTo>
                    <a:pt x="230505" y="257175"/>
                  </a:lnTo>
                  <a:lnTo>
                    <a:pt x="231458" y="257175"/>
                  </a:lnTo>
                  <a:lnTo>
                    <a:pt x="229553" y="0"/>
                  </a:lnTo>
                  <a:lnTo>
                    <a:pt x="292418" y="0"/>
                  </a:lnTo>
                  <a:lnTo>
                    <a:pt x="292418" y="368617"/>
                  </a:lnTo>
                  <a:lnTo>
                    <a:pt x="227647" y="368617"/>
                  </a:lnTo>
                  <a:lnTo>
                    <a:pt x="63818" y="110490"/>
                  </a:lnTo>
                  <a:lnTo>
                    <a:pt x="62865" y="110490"/>
                  </a:lnTo>
                  <a:lnTo>
                    <a:pt x="63818" y="369570"/>
                  </a:lnTo>
                  <a:lnTo>
                    <a:pt x="0" y="36957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6" name="Freihandform: Form 185">
              <a:extLst>
                <a:ext uri="{FF2B5EF4-FFF2-40B4-BE49-F238E27FC236}">
                  <a16:creationId xmlns:a16="http://schemas.microsoft.com/office/drawing/2014/main" id="{73411A6E-3B6F-4024-9CE6-F6370472904D}"/>
                </a:ext>
              </a:extLst>
            </p:cNvPr>
            <p:cNvSpPr/>
            <p:nvPr/>
          </p:nvSpPr>
          <p:spPr>
            <a:xfrm>
              <a:off x="2543174" y="3217544"/>
              <a:ext cx="225742" cy="279082"/>
            </a:xfrm>
            <a:custGeom>
              <a:avLst/>
              <a:gdLst>
                <a:gd name="connsiteX0" fmla="*/ 114300 w 225742"/>
                <a:gd name="connsiteY0" fmla="*/ 107633 h 279082"/>
                <a:gd name="connsiteX1" fmla="*/ 164783 w 225742"/>
                <a:gd name="connsiteY1" fmla="*/ 113347 h 279082"/>
                <a:gd name="connsiteX2" fmla="*/ 164783 w 225742"/>
                <a:gd name="connsiteY2" fmla="*/ 103822 h 279082"/>
                <a:gd name="connsiteX3" fmla="*/ 105727 w 225742"/>
                <a:gd name="connsiteY3" fmla="*/ 52388 h 279082"/>
                <a:gd name="connsiteX4" fmla="*/ 38100 w 225742"/>
                <a:gd name="connsiteY4" fmla="*/ 67627 h 279082"/>
                <a:gd name="connsiteX5" fmla="*/ 24765 w 225742"/>
                <a:gd name="connsiteY5" fmla="*/ 15240 h 279082"/>
                <a:gd name="connsiteX6" fmla="*/ 112395 w 225742"/>
                <a:gd name="connsiteY6" fmla="*/ 0 h 279082"/>
                <a:gd name="connsiteX7" fmla="*/ 225742 w 225742"/>
                <a:gd name="connsiteY7" fmla="*/ 102870 h 279082"/>
                <a:gd name="connsiteX8" fmla="*/ 225742 w 225742"/>
                <a:gd name="connsiteY8" fmla="*/ 273367 h 279082"/>
                <a:gd name="connsiteX9" fmla="*/ 166688 w 225742"/>
                <a:gd name="connsiteY9" fmla="*/ 273367 h 279082"/>
                <a:gd name="connsiteX10" fmla="*/ 166688 w 225742"/>
                <a:gd name="connsiteY10" fmla="*/ 244792 h 279082"/>
                <a:gd name="connsiteX11" fmla="*/ 165735 w 225742"/>
                <a:gd name="connsiteY11" fmla="*/ 244792 h 279082"/>
                <a:gd name="connsiteX12" fmla="*/ 87630 w 225742"/>
                <a:gd name="connsiteY12" fmla="*/ 279083 h 279082"/>
                <a:gd name="connsiteX13" fmla="*/ 0 w 225742"/>
                <a:gd name="connsiteY13" fmla="*/ 194310 h 279082"/>
                <a:gd name="connsiteX14" fmla="*/ 114300 w 225742"/>
                <a:gd name="connsiteY14" fmla="*/ 107633 h 279082"/>
                <a:gd name="connsiteX15" fmla="*/ 103823 w 225742"/>
                <a:gd name="connsiteY15" fmla="*/ 232410 h 279082"/>
                <a:gd name="connsiteX16" fmla="*/ 164783 w 225742"/>
                <a:gd name="connsiteY16" fmla="*/ 200025 h 279082"/>
                <a:gd name="connsiteX17" fmla="*/ 164783 w 225742"/>
                <a:gd name="connsiteY17" fmla="*/ 153352 h 279082"/>
                <a:gd name="connsiteX18" fmla="*/ 120967 w 225742"/>
                <a:gd name="connsiteY18" fmla="*/ 148590 h 279082"/>
                <a:gd name="connsiteX19" fmla="*/ 59055 w 225742"/>
                <a:gd name="connsiteY19" fmla="*/ 192405 h 279082"/>
                <a:gd name="connsiteX20" fmla="*/ 103823 w 225742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5742" h="279082">
                  <a:moveTo>
                    <a:pt x="114300" y="107633"/>
                  </a:moveTo>
                  <a:cubicBezTo>
                    <a:pt x="131445" y="107633"/>
                    <a:pt x="147638" y="108585"/>
                    <a:pt x="164783" y="113347"/>
                  </a:cubicBezTo>
                  <a:lnTo>
                    <a:pt x="164783" y="103822"/>
                  </a:lnTo>
                  <a:cubicBezTo>
                    <a:pt x="164783" y="69532"/>
                    <a:pt x="144780" y="52388"/>
                    <a:pt x="105727" y="52388"/>
                  </a:cubicBezTo>
                  <a:cubicBezTo>
                    <a:pt x="83820" y="52388"/>
                    <a:pt x="60008" y="57150"/>
                    <a:pt x="38100" y="67627"/>
                  </a:cubicBezTo>
                  <a:lnTo>
                    <a:pt x="24765" y="15240"/>
                  </a:lnTo>
                  <a:cubicBezTo>
                    <a:pt x="49530" y="5715"/>
                    <a:pt x="81915" y="0"/>
                    <a:pt x="112395" y="0"/>
                  </a:cubicBezTo>
                  <a:cubicBezTo>
                    <a:pt x="187642" y="0"/>
                    <a:pt x="225742" y="35242"/>
                    <a:pt x="225742" y="102870"/>
                  </a:cubicBezTo>
                  <a:lnTo>
                    <a:pt x="225742" y="273367"/>
                  </a:lnTo>
                  <a:lnTo>
                    <a:pt x="166688" y="273367"/>
                  </a:lnTo>
                  <a:lnTo>
                    <a:pt x="166688" y="244792"/>
                  </a:lnTo>
                  <a:lnTo>
                    <a:pt x="165735" y="244792"/>
                  </a:lnTo>
                  <a:cubicBezTo>
                    <a:pt x="142875" y="268605"/>
                    <a:pt x="119063" y="279083"/>
                    <a:pt x="87630" y="279083"/>
                  </a:cubicBezTo>
                  <a:cubicBezTo>
                    <a:pt x="34290" y="279083"/>
                    <a:pt x="0" y="245745"/>
                    <a:pt x="0" y="194310"/>
                  </a:cubicBezTo>
                  <a:cubicBezTo>
                    <a:pt x="0" y="138113"/>
                    <a:pt x="40005" y="107633"/>
                    <a:pt x="114300" y="107633"/>
                  </a:cubicBezTo>
                  <a:close/>
                  <a:moveTo>
                    <a:pt x="103823" y="232410"/>
                  </a:moveTo>
                  <a:cubicBezTo>
                    <a:pt x="126683" y="232410"/>
                    <a:pt x="147638" y="220980"/>
                    <a:pt x="164783" y="200025"/>
                  </a:cubicBezTo>
                  <a:lnTo>
                    <a:pt x="164783" y="153352"/>
                  </a:lnTo>
                  <a:cubicBezTo>
                    <a:pt x="150495" y="149542"/>
                    <a:pt x="135255" y="148590"/>
                    <a:pt x="120967" y="148590"/>
                  </a:cubicBezTo>
                  <a:cubicBezTo>
                    <a:pt x="81915" y="148590"/>
                    <a:pt x="59055" y="164783"/>
                    <a:pt x="59055" y="192405"/>
                  </a:cubicBezTo>
                  <a:cubicBezTo>
                    <a:pt x="59055" y="217170"/>
                    <a:pt x="76200" y="232410"/>
                    <a:pt x="103823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7" name="Freihandform: Form 186">
              <a:extLst>
                <a:ext uri="{FF2B5EF4-FFF2-40B4-BE49-F238E27FC236}">
                  <a16:creationId xmlns:a16="http://schemas.microsoft.com/office/drawing/2014/main" id="{F5951FAF-F82F-4540-9DD6-D917FDD30674}"/>
                </a:ext>
              </a:extLst>
            </p:cNvPr>
            <p:cNvSpPr/>
            <p:nvPr/>
          </p:nvSpPr>
          <p:spPr>
            <a:xfrm>
              <a:off x="2817494" y="3138487"/>
              <a:ext cx="165734" cy="358140"/>
            </a:xfrm>
            <a:custGeom>
              <a:avLst/>
              <a:gdLst>
                <a:gd name="connsiteX0" fmla="*/ 165735 w 165734"/>
                <a:gd name="connsiteY0" fmla="*/ 295275 h 358140"/>
                <a:gd name="connsiteX1" fmla="*/ 165735 w 165734"/>
                <a:gd name="connsiteY1" fmla="*/ 348615 h 358140"/>
                <a:gd name="connsiteX2" fmla="*/ 113347 w 165734"/>
                <a:gd name="connsiteY2" fmla="*/ 358140 h 358140"/>
                <a:gd name="connsiteX3" fmla="*/ 40957 w 165734"/>
                <a:gd name="connsiteY3" fmla="*/ 282892 h 358140"/>
                <a:gd name="connsiteX4" fmla="*/ 40957 w 165734"/>
                <a:gd name="connsiteY4" fmla="*/ 137160 h 358140"/>
                <a:gd name="connsiteX5" fmla="*/ 0 w 165734"/>
                <a:gd name="connsiteY5" fmla="*/ 137160 h 358140"/>
                <a:gd name="connsiteX6" fmla="*/ 0 w 165734"/>
                <a:gd name="connsiteY6" fmla="*/ 85725 h 358140"/>
                <a:gd name="connsiteX7" fmla="*/ 40005 w 165734"/>
                <a:gd name="connsiteY7" fmla="*/ 85725 h 358140"/>
                <a:gd name="connsiteX8" fmla="*/ 40005 w 165734"/>
                <a:gd name="connsiteY8" fmla="*/ 13335 h 358140"/>
                <a:gd name="connsiteX9" fmla="*/ 101917 w 165734"/>
                <a:gd name="connsiteY9" fmla="*/ 0 h 358140"/>
                <a:gd name="connsiteX10" fmla="*/ 101917 w 165734"/>
                <a:gd name="connsiteY10" fmla="*/ 86677 h 358140"/>
                <a:gd name="connsiteX11" fmla="*/ 165735 w 165734"/>
                <a:gd name="connsiteY11" fmla="*/ 86677 h 358140"/>
                <a:gd name="connsiteX12" fmla="*/ 165735 w 165734"/>
                <a:gd name="connsiteY12" fmla="*/ 138113 h 358140"/>
                <a:gd name="connsiteX13" fmla="*/ 101917 w 165734"/>
                <a:gd name="connsiteY13" fmla="*/ 138113 h 358140"/>
                <a:gd name="connsiteX14" fmla="*/ 101917 w 165734"/>
                <a:gd name="connsiteY14" fmla="*/ 269558 h 358140"/>
                <a:gd name="connsiteX15" fmla="*/ 130492 w 165734"/>
                <a:gd name="connsiteY15" fmla="*/ 304800 h 358140"/>
                <a:gd name="connsiteX16" fmla="*/ 165735 w 165734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7" y="0"/>
                  </a:lnTo>
                  <a:lnTo>
                    <a:pt x="101917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7" y="138113"/>
                  </a:lnTo>
                  <a:lnTo>
                    <a:pt x="101917" y="269558"/>
                  </a:lnTo>
                  <a:cubicBezTo>
                    <a:pt x="101917" y="294322"/>
                    <a:pt x="110490" y="304800"/>
                    <a:pt x="130492" y="304800"/>
                  </a:cubicBezTo>
                  <a:cubicBezTo>
                    <a:pt x="142875" y="303847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8" name="Freihandform: Form 187">
              <a:extLst>
                <a:ext uri="{FF2B5EF4-FFF2-40B4-BE49-F238E27FC236}">
                  <a16:creationId xmlns:a16="http://schemas.microsoft.com/office/drawing/2014/main" id="{EFCD3DA8-AF7F-4089-9A63-F59C7F1E0A37}"/>
                </a:ext>
              </a:extLst>
            </p:cNvPr>
            <p:cNvSpPr/>
            <p:nvPr/>
          </p:nvSpPr>
          <p:spPr>
            <a:xfrm>
              <a:off x="3038474" y="3224212"/>
              <a:ext cx="229552" cy="273367"/>
            </a:xfrm>
            <a:custGeom>
              <a:avLst/>
              <a:gdLst>
                <a:gd name="connsiteX0" fmla="*/ 62865 w 229552"/>
                <a:gd name="connsiteY0" fmla="*/ 160020 h 273367"/>
                <a:gd name="connsiteX1" fmla="*/ 116205 w 229552"/>
                <a:gd name="connsiteY1" fmla="*/ 216217 h 273367"/>
                <a:gd name="connsiteX2" fmla="*/ 167640 w 229552"/>
                <a:gd name="connsiteY2" fmla="*/ 160020 h 273367"/>
                <a:gd name="connsiteX3" fmla="*/ 167640 w 229552"/>
                <a:gd name="connsiteY3" fmla="*/ 0 h 273367"/>
                <a:gd name="connsiteX4" fmla="*/ 229553 w 229552"/>
                <a:gd name="connsiteY4" fmla="*/ 0 h 273367"/>
                <a:gd name="connsiteX5" fmla="*/ 229553 w 229552"/>
                <a:gd name="connsiteY5" fmla="*/ 161925 h 273367"/>
                <a:gd name="connsiteX6" fmla="*/ 117158 w 229552"/>
                <a:gd name="connsiteY6" fmla="*/ 273367 h 273367"/>
                <a:gd name="connsiteX7" fmla="*/ 0 w 229552"/>
                <a:gd name="connsiteY7" fmla="*/ 162878 h 273367"/>
                <a:gd name="connsiteX8" fmla="*/ 0 w 229552"/>
                <a:gd name="connsiteY8" fmla="*/ 952 h 273367"/>
                <a:gd name="connsiteX9" fmla="*/ 61913 w 229552"/>
                <a:gd name="connsiteY9" fmla="*/ 952 h 273367"/>
                <a:gd name="connsiteX10" fmla="*/ 61913 w 229552"/>
                <a:gd name="connsiteY10" fmla="*/ 160020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9552" h="273367">
                  <a:moveTo>
                    <a:pt x="62865" y="160020"/>
                  </a:moveTo>
                  <a:cubicBezTo>
                    <a:pt x="62865" y="196215"/>
                    <a:pt x="80963" y="216217"/>
                    <a:pt x="116205" y="216217"/>
                  </a:cubicBezTo>
                  <a:cubicBezTo>
                    <a:pt x="150495" y="216217"/>
                    <a:pt x="167640" y="197167"/>
                    <a:pt x="167640" y="160020"/>
                  </a:cubicBezTo>
                  <a:lnTo>
                    <a:pt x="167640" y="0"/>
                  </a:lnTo>
                  <a:lnTo>
                    <a:pt x="229553" y="0"/>
                  </a:lnTo>
                  <a:lnTo>
                    <a:pt x="229553" y="161925"/>
                  </a:lnTo>
                  <a:cubicBezTo>
                    <a:pt x="229553" y="232410"/>
                    <a:pt x="190500" y="273367"/>
                    <a:pt x="117158" y="273367"/>
                  </a:cubicBezTo>
                  <a:cubicBezTo>
                    <a:pt x="44767" y="273367"/>
                    <a:pt x="0" y="232410"/>
                    <a:pt x="0" y="162878"/>
                  </a:cubicBezTo>
                  <a:lnTo>
                    <a:pt x="0" y="952"/>
                  </a:lnTo>
                  <a:lnTo>
                    <a:pt x="61913" y="952"/>
                  </a:lnTo>
                  <a:lnTo>
                    <a:pt x="61913" y="1600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9" name="Freihandform: Form 188">
              <a:extLst>
                <a:ext uri="{FF2B5EF4-FFF2-40B4-BE49-F238E27FC236}">
                  <a16:creationId xmlns:a16="http://schemas.microsoft.com/office/drawing/2014/main" id="{4F0E0CC6-4E11-4938-B832-2AA66A5C786A}"/>
                </a:ext>
              </a:extLst>
            </p:cNvPr>
            <p:cNvSpPr/>
            <p:nvPr/>
          </p:nvSpPr>
          <p:spPr>
            <a:xfrm>
              <a:off x="3348989" y="3216591"/>
              <a:ext cx="160019" cy="273367"/>
            </a:xfrm>
            <a:custGeom>
              <a:avLst/>
              <a:gdLst>
                <a:gd name="connsiteX0" fmla="*/ 160020 w 160019"/>
                <a:gd name="connsiteY0" fmla="*/ 5715 h 273367"/>
                <a:gd name="connsiteX1" fmla="*/ 150495 w 160019"/>
                <a:gd name="connsiteY1" fmla="*/ 69533 h 273367"/>
                <a:gd name="connsiteX2" fmla="*/ 116205 w 160019"/>
                <a:gd name="connsiteY2" fmla="*/ 60960 h 273367"/>
                <a:gd name="connsiteX3" fmla="*/ 61913 w 160019"/>
                <a:gd name="connsiteY3" fmla="*/ 136208 h 273367"/>
                <a:gd name="connsiteX4" fmla="*/ 61913 w 160019"/>
                <a:gd name="connsiteY4" fmla="*/ 273367 h 273367"/>
                <a:gd name="connsiteX5" fmla="*/ 0 w 160019"/>
                <a:gd name="connsiteY5" fmla="*/ 273367 h 273367"/>
                <a:gd name="connsiteX6" fmla="*/ 0 w 160019"/>
                <a:gd name="connsiteY6" fmla="*/ 6668 h 273367"/>
                <a:gd name="connsiteX7" fmla="*/ 60960 w 160019"/>
                <a:gd name="connsiteY7" fmla="*/ 6668 h 273367"/>
                <a:gd name="connsiteX8" fmla="*/ 60960 w 160019"/>
                <a:gd name="connsiteY8" fmla="*/ 40005 h 273367"/>
                <a:gd name="connsiteX9" fmla="*/ 61913 w 160019"/>
                <a:gd name="connsiteY9" fmla="*/ 40005 h 273367"/>
                <a:gd name="connsiteX10" fmla="*/ 131445 w 160019"/>
                <a:gd name="connsiteY10" fmla="*/ 0 h 273367"/>
                <a:gd name="connsiteX11" fmla="*/ 160020 w 160019"/>
                <a:gd name="connsiteY11" fmla="*/ 57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19" h="273367">
                  <a:moveTo>
                    <a:pt x="160020" y="5715"/>
                  </a:moveTo>
                  <a:lnTo>
                    <a:pt x="150495" y="69533"/>
                  </a:lnTo>
                  <a:cubicBezTo>
                    <a:pt x="140970" y="64770"/>
                    <a:pt x="129540" y="60960"/>
                    <a:pt x="116205" y="60960"/>
                  </a:cubicBezTo>
                  <a:cubicBezTo>
                    <a:pt x="73342" y="60960"/>
                    <a:pt x="61913" y="95250"/>
                    <a:pt x="61913" y="136208"/>
                  </a:cubicBezTo>
                  <a:lnTo>
                    <a:pt x="61913" y="273367"/>
                  </a:lnTo>
                  <a:lnTo>
                    <a:pt x="0" y="273367"/>
                  </a:lnTo>
                  <a:lnTo>
                    <a:pt x="0" y="6668"/>
                  </a:lnTo>
                  <a:lnTo>
                    <a:pt x="60960" y="6668"/>
                  </a:lnTo>
                  <a:lnTo>
                    <a:pt x="60960" y="40005"/>
                  </a:lnTo>
                  <a:lnTo>
                    <a:pt x="61913" y="40005"/>
                  </a:lnTo>
                  <a:cubicBezTo>
                    <a:pt x="76200" y="15240"/>
                    <a:pt x="100965" y="0"/>
                    <a:pt x="131445" y="0"/>
                  </a:cubicBezTo>
                  <a:cubicBezTo>
                    <a:pt x="139065" y="0"/>
                    <a:pt x="150495" y="1905"/>
                    <a:pt x="160020" y="57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0" name="Freihandform: Form 189">
              <a:extLst>
                <a:ext uri="{FF2B5EF4-FFF2-40B4-BE49-F238E27FC236}">
                  <a16:creationId xmlns:a16="http://schemas.microsoft.com/office/drawing/2014/main" id="{485FDD9B-14C1-4F9F-BB48-D94CA292EF5C}"/>
                </a:ext>
              </a:extLst>
            </p:cNvPr>
            <p:cNvSpPr/>
            <p:nvPr/>
          </p:nvSpPr>
          <p:spPr>
            <a:xfrm>
              <a:off x="3548062" y="3224212"/>
              <a:ext cx="376237" cy="266700"/>
            </a:xfrm>
            <a:custGeom>
              <a:avLst/>
              <a:gdLst>
                <a:gd name="connsiteX0" fmla="*/ 376238 w 376237"/>
                <a:gd name="connsiteY0" fmla="*/ 0 h 266700"/>
                <a:gd name="connsiteX1" fmla="*/ 297180 w 376237"/>
                <a:gd name="connsiteY1" fmla="*/ 266700 h 266700"/>
                <a:gd name="connsiteX2" fmla="*/ 237172 w 376237"/>
                <a:gd name="connsiteY2" fmla="*/ 266700 h 266700"/>
                <a:gd name="connsiteX3" fmla="*/ 188595 w 376237"/>
                <a:gd name="connsiteY3" fmla="*/ 81915 h 266700"/>
                <a:gd name="connsiteX4" fmla="*/ 187642 w 376237"/>
                <a:gd name="connsiteY4" fmla="*/ 81915 h 266700"/>
                <a:gd name="connsiteX5" fmla="*/ 139065 w 376237"/>
                <a:gd name="connsiteY5" fmla="*/ 266700 h 266700"/>
                <a:gd name="connsiteX6" fmla="*/ 79058 w 376237"/>
                <a:gd name="connsiteY6" fmla="*/ 266700 h 266700"/>
                <a:gd name="connsiteX7" fmla="*/ 0 w 376237"/>
                <a:gd name="connsiteY7" fmla="*/ 0 h 266700"/>
                <a:gd name="connsiteX8" fmla="*/ 65722 w 376237"/>
                <a:gd name="connsiteY8" fmla="*/ 0 h 266700"/>
                <a:gd name="connsiteX9" fmla="*/ 111442 w 376237"/>
                <a:gd name="connsiteY9" fmla="*/ 180022 h 266700"/>
                <a:gd name="connsiteX10" fmla="*/ 112395 w 376237"/>
                <a:gd name="connsiteY10" fmla="*/ 180022 h 266700"/>
                <a:gd name="connsiteX11" fmla="*/ 160020 w 376237"/>
                <a:gd name="connsiteY11" fmla="*/ 0 h 266700"/>
                <a:gd name="connsiteX12" fmla="*/ 217170 w 376237"/>
                <a:gd name="connsiteY12" fmla="*/ 0 h 266700"/>
                <a:gd name="connsiteX13" fmla="*/ 265747 w 376237"/>
                <a:gd name="connsiteY13" fmla="*/ 180022 h 266700"/>
                <a:gd name="connsiteX14" fmla="*/ 266700 w 376237"/>
                <a:gd name="connsiteY14" fmla="*/ 180022 h 266700"/>
                <a:gd name="connsiteX15" fmla="*/ 311467 w 376237"/>
                <a:gd name="connsiteY15" fmla="*/ 0 h 266700"/>
                <a:gd name="connsiteX16" fmla="*/ 376238 w 376237"/>
                <a:gd name="connsiteY16" fmla="*/ 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76237" h="266700">
                  <a:moveTo>
                    <a:pt x="376238" y="0"/>
                  </a:moveTo>
                  <a:lnTo>
                    <a:pt x="297180" y="266700"/>
                  </a:lnTo>
                  <a:lnTo>
                    <a:pt x="237172" y="266700"/>
                  </a:lnTo>
                  <a:lnTo>
                    <a:pt x="188595" y="81915"/>
                  </a:lnTo>
                  <a:lnTo>
                    <a:pt x="187642" y="81915"/>
                  </a:lnTo>
                  <a:lnTo>
                    <a:pt x="139065" y="266700"/>
                  </a:lnTo>
                  <a:lnTo>
                    <a:pt x="79058" y="266700"/>
                  </a:lnTo>
                  <a:lnTo>
                    <a:pt x="0" y="0"/>
                  </a:lnTo>
                  <a:lnTo>
                    <a:pt x="65722" y="0"/>
                  </a:lnTo>
                  <a:lnTo>
                    <a:pt x="111442" y="180022"/>
                  </a:lnTo>
                  <a:lnTo>
                    <a:pt x="112395" y="180022"/>
                  </a:lnTo>
                  <a:lnTo>
                    <a:pt x="160020" y="0"/>
                  </a:lnTo>
                  <a:lnTo>
                    <a:pt x="217170" y="0"/>
                  </a:lnTo>
                  <a:lnTo>
                    <a:pt x="265747" y="180022"/>
                  </a:lnTo>
                  <a:lnTo>
                    <a:pt x="266700" y="180022"/>
                  </a:lnTo>
                  <a:lnTo>
                    <a:pt x="311467" y="0"/>
                  </a:lnTo>
                  <a:lnTo>
                    <a:pt x="376238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1" name="Freihandform: Form 190">
              <a:extLst>
                <a:ext uri="{FF2B5EF4-FFF2-40B4-BE49-F238E27FC236}">
                  <a16:creationId xmlns:a16="http://schemas.microsoft.com/office/drawing/2014/main" id="{AA31B10F-FD3B-48BC-9E7D-ED8D4E8246E4}"/>
                </a:ext>
              </a:extLst>
            </p:cNvPr>
            <p:cNvSpPr/>
            <p:nvPr/>
          </p:nvSpPr>
          <p:spPr>
            <a:xfrm>
              <a:off x="3970971" y="3105149"/>
              <a:ext cx="79057" cy="384809"/>
            </a:xfrm>
            <a:custGeom>
              <a:avLst/>
              <a:gdLst>
                <a:gd name="connsiteX0" fmla="*/ 79058 w 79057"/>
                <a:gd name="connsiteY0" fmla="*/ 38100 h 384809"/>
                <a:gd name="connsiteX1" fmla="*/ 39053 w 79057"/>
                <a:gd name="connsiteY1" fmla="*/ 76200 h 384809"/>
                <a:gd name="connsiteX2" fmla="*/ 0 w 79057"/>
                <a:gd name="connsiteY2" fmla="*/ 38100 h 384809"/>
                <a:gd name="connsiteX3" fmla="*/ 39053 w 79057"/>
                <a:gd name="connsiteY3" fmla="*/ 0 h 384809"/>
                <a:gd name="connsiteX4" fmla="*/ 79058 w 79057"/>
                <a:gd name="connsiteY4" fmla="*/ 38100 h 384809"/>
                <a:gd name="connsiteX5" fmla="*/ 70485 w 79057"/>
                <a:gd name="connsiteY5" fmla="*/ 384810 h 384809"/>
                <a:gd name="connsiteX6" fmla="*/ 8573 w 79057"/>
                <a:gd name="connsiteY6" fmla="*/ 384810 h 384809"/>
                <a:gd name="connsiteX7" fmla="*/ 8573 w 79057"/>
                <a:gd name="connsiteY7" fmla="*/ 118110 h 384809"/>
                <a:gd name="connsiteX8" fmla="*/ 70485 w 79057"/>
                <a:gd name="connsiteY8" fmla="*/ 118110 h 384809"/>
                <a:gd name="connsiteX9" fmla="*/ 70485 w 79057"/>
                <a:gd name="connsiteY9" fmla="*/ 384810 h 384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09">
                  <a:moveTo>
                    <a:pt x="79058" y="38100"/>
                  </a:moveTo>
                  <a:cubicBezTo>
                    <a:pt x="79058" y="60008"/>
                    <a:pt x="60960" y="76200"/>
                    <a:pt x="39053" y="76200"/>
                  </a:cubicBezTo>
                  <a:cubicBezTo>
                    <a:pt x="17145" y="76200"/>
                    <a:pt x="0" y="60008"/>
                    <a:pt x="0" y="38100"/>
                  </a:cubicBezTo>
                  <a:cubicBezTo>
                    <a:pt x="0" y="16192"/>
                    <a:pt x="18098" y="0"/>
                    <a:pt x="39053" y="0"/>
                  </a:cubicBezTo>
                  <a:cubicBezTo>
                    <a:pt x="60960" y="0"/>
                    <a:pt x="79058" y="16192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2" name="Freihandform: Form 191">
              <a:extLst>
                <a:ext uri="{FF2B5EF4-FFF2-40B4-BE49-F238E27FC236}">
                  <a16:creationId xmlns:a16="http://schemas.microsoft.com/office/drawing/2014/main" id="{D4E63FFB-C322-4D48-BAC4-F9F4CE9CC98F}"/>
                </a:ext>
              </a:extLst>
            </p:cNvPr>
            <p:cNvSpPr/>
            <p:nvPr/>
          </p:nvSpPr>
          <p:spPr>
            <a:xfrm>
              <a:off x="4099559" y="3216591"/>
              <a:ext cx="205740" cy="280035"/>
            </a:xfrm>
            <a:custGeom>
              <a:avLst/>
              <a:gdLst>
                <a:gd name="connsiteX0" fmla="*/ 29528 w 205740"/>
                <a:gd name="connsiteY0" fmla="*/ 198120 h 280035"/>
                <a:gd name="connsiteX1" fmla="*/ 104775 w 205740"/>
                <a:gd name="connsiteY1" fmla="*/ 227648 h 280035"/>
                <a:gd name="connsiteX2" fmla="*/ 143828 w 205740"/>
                <a:gd name="connsiteY2" fmla="*/ 200978 h 280035"/>
                <a:gd name="connsiteX3" fmla="*/ 10478 w 205740"/>
                <a:gd name="connsiteY3" fmla="*/ 82868 h 280035"/>
                <a:gd name="connsiteX4" fmla="*/ 111443 w 205740"/>
                <a:gd name="connsiteY4" fmla="*/ 0 h 280035"/>
                <a:gd name="connsiteX5" fmla="*/ 203835 w 205740"/>
                <a:gd name="connsiteY5" fmla="*/ 27623 h 280035"/>
                <a:gd name="connsiteX6" fmla="*/ 174308 w 205740"/>
                <a:gd name="connsiteY6" fmla="*/ 76200 h 280035"/>
                <a:gd name="connsiteX7" fmla="*/ 110490 w 205740"/>
                <a:gd name="connsiteY7" fmla="*/ 52388 h 280035"/>
                <a:gd name="connsiteX8" fmla="*/ 72390 w 205740"/>
                <a:gd name="connsiteY8" fmla="*/ 77153 h 280035"/>
                <a:gd name="connsiteX9" fmla="*/ 205740 w 205740"/>
                <a:gd name="connsiteY9" fmla="*/ 195263 h 280035"/>
                <a:gd name="connsiteX10" fmla="*/ 102870 w 205740"/>
                <a:gd name="connsiteY10" fmla="*/ 280035 h 280035"/>
                <a:gd name="connsiteX11" fmla="*/ 0 w 205740"/>
                <a:gd name="connsiteY11" fmla="*/ 247650 h 280035"/>
                <a:gd name="connsiteX12" fmla="*/ 29528 w 205740"/>
                <a:gd name="connsiteY12" fmla="*/ 198120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40" h="280035">
                  <a:moveTo>
                    <a:pt x="29528" y="198120"/>
                  </a:moveTo>
                  <a:cubicBezTo>
                    <a:pt x="55245" y="218123"/>
                    <a:pt x="80963" y="227648"/>
                    <a:pt x="104775" y="227648"/>
                  </a:cubicBezTo>
                  <a:cubicBezTo>
                    <a:pt x="127635" y="227648"/>
                    <a:pt x="143828" y="217170"/>
                    <a:pt x="143828" y="200978"/>
                  </a:cubicBezTo>
                  <a:cubicBezTo>
                    <a:pt x="143828" y="155258"/>
                    <a:pt x="10478" y="171450"/>
                    <a:pt x="10478" y="82868"/>
                  </a:cubicBezTo>
                  <a:cubicBezTo>
                    <a:pt x="10478" y="33338"/>
                    <a:pt x="51435" y="0"/>
                    <a:pt x="111443" y="0"/>
                  </a:cubicBezTo>
                  <a:cubicBezTo>
                    <a:pt x="143828" y="0"/>
                    <a:pt x="175260" y="9525"/>
                    <a:pt x="203835" y="27623"/>
                  </a:cubicBezTo>
                  <a:lnTo>
                    <a:pt x="174308" y="76200"/>
                  </a:lnTo>
                  <a:cubicBezTo>
                    <a:pt x="151447" y="60008"/>
                    <a:pt x="130493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3" y="280035"/>
                    <a:pt x="102870" y="280035"/>
                  </a:cubicBezTo>
                  <a:cubicBezTo>
                    <a:pt x="67628" y="280035"/>
                    <a:pt x="31433" y="268605"/>
                    <a:pt x="0" y="247650"/>
                  </a:cubicBezTo>
                  <a:lnTo>
                    <a:pt x="29528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3" name="Freihandform: Form 192">
              <a:extLst>
                <a:ext uri="{FF2B5EF4-FFF2-40B4-BE49-F238E27FC236}">
                  <a16:creationId xmlns:a16="http://schemas.microsoft.com/office/drawing/2014/main" id="{9831F038-E584-4260-8C9F-E79A896D20C4}"/>
                </a:ext>
              </a:extLst>
            </p:cNvPr>
            <p:cNvSpPr/>
            <p:nvPr/>
          </p:nvSpPr>
          <p:spPr>
            <a:xfrm>
              <a:off x="4346256" y="3216591"/>
              <a:ext cx="205740" cy="280035"/>
            </a:xfrm>
            <a:custGeom>
              <a:avLst/>
              <a:gdLst>
                <a:gd name="connsiteX0" fmla="*/ 29528 w 205740"/>
                <a:gd name="connsiteY0" fmla="*/ 198120 h 280035"/>
                <a:gd name="connsiteX1" fmla="*/ 104775 w 205740"/>
                <a:gd name="connsiteY1" fmla="*/ 227648 h 280035"/>
                <a:gd name="connsiteX2" fmla="*/ 143828 w 205740"/>
                <a:gd name="connsiteY2" fmla="*/ 200978 h 280035"/>
                <a:gd name="connsiteX3" fmla="*/ 10478 w 205740"/>
                <a:gd name="connsiteY3" fmla="*/ 82868 h 280035"/>
                <a:gd name="connsiteX4" fmla="*/ 111443 w 205740"/>
                <a:gd name="connsiteY4" fmla="*/ 0 h 280035"/>
                <a:gd name="connsiteX5" fmla="*/ 203835 w 205740"/>
                <a:gd name="connsiteY5" fmla="*/ 27623 h 280035"/>
                <a:gd name="connsiteX6" fmla="*/ 174308 w 205740"/>
                <a:gd name="connsiteY6" fmla="*/ 76200 h 280035"/>
                <a:gd name="connsiteX7" fmla="*/ 110490 w 205740"/>
                <a:gd name="connsiteY7" fmla="*/ 52388 h 280035"/>
                <a:gd name="connsiteX8" fmla="*/ 72390 w 205740"/>
                <a:gd name="connsiteY8" fmla="*/ 77153 h 280035"/>
                <a:gd name="connsiteX9" fmla="*/ 205740 w 205740"/>
                <a:gd name="connsiteY9" fmla="*/ 195263 h 280035"/>
                <a:gd name="connsiteX10" fmla="*/ 102870 w 205740"/>
                <a:gd name="connsiteY10" fmla="*/ 280035 h 280035"/>
                <a:gd name="connsiteX11" fmla="*/ 0 w 205740"/>
                <a:gd name="connsiteY11" fmla="*/ 247650 h 280035"/>
                <a:gd name="connsiteX12" fmla="*/ 29528 w 205740"/>
                <a:gd name="connsiteY12" fmla="*/ 198120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40" h="280035">
                  <a:moveTo>
                    <a:pt x="29528" y="198120"/>
                  </a:moveTo>
                  <a:cubicBezTo>
                    <a:pt x="56198" y="218123"/>
                    <a:pt x="80963" y="227648"/>
                    <a:pt x="104775" y="227648"/>
                  </a:cubicBezTo>
                  <a:cubicBezTo>
                    <a:pt x="127635" y="227648"/>
                    <a:pt x="143828" y="217170"/>
                    <a:pt x="143828" y="200978"/>
                  </a:cubicBezTo>
                  <a:cubicBezTo>
                    <a:pt x="143828" y="155258"/>
                    <a:pt x="10478" y="171450"/>
                    <a:pt x="10478" y="82868"/>
                  </a:cubicBezTo>
                  <a:cubicBezTo>
                    <a:pt x="10478" y="33338"/>
                    <a:pt x="51435" y="0"/>
                    <a:pt x="111443" y="0"/>
                  </a:cubicBezTo>
                  <a:cubicBezTo>
                    <a:pt x="143828" y="0"/>
                    <a:pt x="175260" y="9525"/>
                    <a:pt x="203835" y="27623"/>
                  </a:cubicBezTo>
                  <a:lnTo>
                    <a:pt x="174308" y="76200"/>
                  </a:lnTo>
                  <a:cubicBezTo>
                    <a:pt x="151448" y="60008"/>
                    <a:pt x="130493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3" y="280035"/>
                    <a:pt x="102870" y="280035"/>
                  </a:cubicBezTo>
                  <a:cubicBezTo>
                    <a:pt x="67628" y="280035"/>
                    <a:pt x="31433" y="268605"/>
                    <a:pt x="0" y="247650"/>
                  </a:cubicBezTo>
                  <a:lnTo>
                    <a:pt x="29528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4" name="Freihandform: Form 193">
              <a:extLst>
                <a:ext uri="{FF2B5EF4-FFF2-40B4-BE49-F238E27FC236}">
                  <a16:creationId xmlns:a16="http://schemas.microsoft.com/office/drawing/2014/main" id="{D7315109-6E9F-48C3-898F-C1C492D1DEAB}"/>
                </a:ext>
              </a:extLst>
            </p:cNvPr>
            <p:cNvSpPr/>
            <p:nvPr/>
          </p:nvSpPr>
          <p:spPr>
            <a:xfrm>
              <a:off x="4601527" y="3217544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2 h 279082"/>
                <a:gd name="connsiteX7" fmla="*/ 198120 w 242887"/>
                <a:gd name="connsiteY7" fmla="*/ 194310 h 279082"/>
                <a:gd name="connsiteX8" fmla="*/ 237172 w 242887"/>
                <a:gd name="connsiteY8" fmla="*/ 235267 h 279082"/>
                <a:gd name="connsiteX9" fmla="*/ 132397 w 242887"/>
                <a:gd name="connsiteY9" fmla="*/ 279083 h 279082"/>
                <a:gd name="connsiteX10" fmla="*/ 62865 w 242887"/>
                <a:gd name="connsiteY10" fmla="*/ 115252 h 279082"/>
                <a:gd name="connsiteX11" fmla="*/ 183832 w 242887"/>
                <a:gd name="connsiteY11" fmla="*/ 115252 h 279082"/>
                <a:gd name="connsiteX12" fmla="*/ 124778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2"/>
                    <a:pt x="132397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2" y="235267"/>
                  </a:lnTo>
                  <a:cubicBezTo>
                    <a:pt x="206692" y="264795"/>
                    <a:pt x="172403" y="279083"/>
                    <a:pt x="132397" y="279083"/>
                  </a:cubicBezTo>
                  <a:close/>
                  <a:moveTo>
                    <a:pt x="62865" y="115252"/>
                  </a:moveTo>
                  <a:lnTo>
                    <a:pt x="183832" y="115252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89535" y="50482"/>
                    <a:pt x="67628" y="74295"/>
                    <a:pt x="62865" y="115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5" name="Freihandform: Form 194">
              <a:extLst>
                <a:ext uri="{FF2B5EF4-FFF2-40B4-BE49-F238E27FC236}">
                  <a16:creationId xmlns:a16="http://schemas.microsoft.com/office/drawing/2014/main" id="{700FBD3F-6E1D-4AFC-9AAA-788473C4FF35}"/>
                </a:ext>
              </a:extLst>
            </p:cNvPr>
            <p:cNvSpPr/>
            <p:nvPr/>
          </p:nvSpPr>
          <p:spPr>
            <a:xfrm>
              <a:off x="4913946" y="3217544"/>
              <a:ext cx="228600" cy="273367"/>
            </a:xfrm>
            <a:custGeom>
              <a:avLst/>
              <a:gdLst>
                <a:gd name="connsiteX0" fmla="*/ 228600 w 228600"/>
                <a:gd name="connsiteY0" fmla="*/ 272415 h 273367"/>
                <a:gd name="connsiteX1" fmla="*/ 166688 w 228600"/>
                <a:gd name="connsiteY1" fmla="*/ 272415 h 273367"/>
                <a:gd name="connsiteX2" fmla="*/ 166688 w 228600"/>
                <a:gd name="connsiteY2" fmla="*/ 120015 h 273367"/>
                <a:gd name="connsiteX3" fmla="*/ 117158 w 228600"/>
                <a:gd name="connsiteY3" fmla="*/ 55245 h 273367"/>
                <a:gd name="connsiteX4" fmla="*/ 61913 w 228600"/>
                <a:gd name="connsiteY4" fmla="*/ 120015 h 273367"/>
                <a:gd name="connsiteX5" fmla="*/ 61913 w 228600"/>
                <a:gd name="connsiteY5" fmla="*/ 273367 h 273367"/>
                <a:gd name="connsiteX6" fmla="*/ 0 w 228600"/>
                <a:gd name="connsiteY6" fmla="*/ 273367 h 273367"/>
                <a:gd name="connsiteX7" fmla="*/ 0 w 228600"/>
                <a:gd name="connsiteY7" fmla="*/ 6667 h 273367"/>
                <a:gd name="connsiteX8" fmla="*/ 61913 w 228600"/>
                <a:gd name="connsiteY8" fmla="*/ 6667 h 273367"/>
                <a:gd name="connsiteX9" fmla="*/ 61913 w 228600"/>
                <a:gd name="connsiteY9" fmla="*/ 39052 h 273367"/>
                <a:gd name="connsiteX10" fmla="*/ 62865 w 228600"/>
                <a:gd name="connsiteY10" fmla="*/ 39052 h 273367"/>
                <a:gd name="connsiteX11" fmla="*/ 140970 w 228600"/>
                <a:gd name="connsiteY11" fmla="*/ 0 h 273367"/>
                <a:gd name="connsiteX12" fmla="*/ 228600 w 228600"/>
                <a:gd name="connsiteY12" fmla="*/ 107633 h 273367"/>
                <a:gd name="connsiteX13" fmla="*/ 228600 w 228600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8" y="55245"/>
                    <a:pt x="117158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7"/>
                  </a:lnTo>
                  <a:lnTo>
                    <a:pt x="0" y="273367"/>
                  </a:lnTo>
                  <a:lnTo>
                    <a:pt x="0" y="6667"/>
                  </a:lnTo>
                  <a:lnTo>
                    <a:pt x="61913" y="6667"/>
                  </a:lnTo>
                  <a:lnTo>
                    <a:pt x="61913" y="39052"/>
                  </a:lnTo>
                  <a:lnTo>
                    <a:pt x="62865" y="39052"/>
                  </a:lnTo>
                  <a:cubicBezTo>
                    <a:pt x="79058" y="15240"/>
                    <a:pt x="106680" y="0"/>
                    <a:pt x="140970" y="0"/>
                  </a:cubicBezTo>
                  <a:cubicBezTo>
                    <a:pt x="201930" y="0"/>
                    <a:pt x="228600" y="44767"/>
                    <a:pt x="228600" y="107633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6" name="Freihandform: Form 195">
              <a:extLst>
                <a:ext uri="{FF2B5EF4-FFF2-40B4-BE49-F238E27FC236}">
                  <a16:creationId xmlns:a16="http://schemas.microsoft.com/office/drawing/2014/main" id="{91DD09B0-F370-4FAF-9908-33E0C9A5A1BC}"/>
                </a:ext>
              </a:extLst>
            </p:cNvPr>
            <p:cNvSpPr/>
            <p:nvPr/>
          </p:nvSpPr>
          <p:spPr>
            <a:xfrm>
              <a:off x="5198744" y="3216591"/>
              <a:ext cx="205740" cy="280035"/>
            </a:xfrm>
            <a:custGeom>
              <a:avLst/>
              <a:gdLst>
                <a:gd name="connsiteX0" fmla="*/ 29528 w 205740"/>
                <a:gd name="connsiteY0" fmla="*/ 198120 h 280035"/>
                <a:gd name="connsiteX1" fmla="*/ 104775 w 205740"/>
                <a:gd name="connsiteY1" fmla="*/ 227648 h 280035"/>
                <a:gd name="connsiteX2" fmla="*/ 143828 w 205740"/>
                <a:gd name="connsiteY2" fmla="*/ 200978 h 280035"/>
                <a:gd name="connsiteX3" fmla="*/ 10478 w 205740"/>
                <a:gd name="connsiteY3" fmla="*/ 82868 h 280035"/>
                <a:gd name="connsiteX4" fmla="*/ 111443 w 205740"/>
                <a:gd name="connsiteY4" fmla="*/ 0 h 280035"/>
                <a:gd name="connsiteX5" fmla="*/ 203835 w 205740"/>
                <a:gd name="connsiteY5" fmla="*/ 27623 h 280035"/>
                <a:gd name="connsiteX6" fmla="*/ 174308 w 205740"/>
                <a:gd name="connsiteY6" fmla="*/ 76200 h 280035"/>
                <a:gd name="connsiteX7" fmla="*/ 110490 w 205740"/>
                <a:gd name="connsiteY7" fmla="*/ 52388 h 280035"/>
                <a:gd name="connsiteX8" fmla="*/ 72390 w 205740"/>
                <a:gd name="connsiteY8" fmla="*/ 77153 h 280035"/>
                <a:gd name="connsiteX9" fmla="*/ 205740 w 205740"/>
                <a:gd name="connsiteY9" fmla="*/ 195263 h 280035"/>
                <a:gd name="connsiteX10" fmla="*/ 102870 w 205740"/>
                <a:gd name="connsiteY10" fmla="*/ 280035 h 280035"/>
                <a:gd name="connsiteX11" fmla="*/ 0 w 205740"/>
                <a:gd name="connsiteY11" fmla="*/ 247650 h 280035"/>
                <a:gd name="connsiteX12" fmla="*/ 29528 w 205740"/>
                <a:gd name="connsiteY12" fmla="*/ 198120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40" h="280035">
                  <a:moveTo>
                    <a:pt x="29528" y="198120"/>
                  </a:moveTo>
                  <a:cubicBezTo>
                    <a:pt x="56198" y="218123"/>
                    <a:pt x="80963" y="227648"/>
                    <a:pt x="104775" y="227648"/>
                  </a:cubicBezTo>
                  <a:cubicBezTo>
                    <a:pt x="127635" y="227648"/>
                    <a:pt x="143828" y="217170"/>
                    <a:pt x="143828" y="200978"/>
                  </a:cubicBezTo>
                  <a:cubicBezTo>
                    <a:pt x="143828" y="155258"/>
                    <a:pt x="10478" y="171450"/>
                    <a:pt x="10478" y="82868"/>
                  </a:cubicBezTo>
                  <a:cubicBezTo>
                    <a:pt x="10478" y="33338"/>
                    <a:pt x="51435" y="0"/>
                    <a:pt x="111443" y="0"/>
                  </a:cubicBezTo>
                  <a:cubicBezTo>
                    <a:pt x="143828" y="0"/>
                    <a:pt x="175260" y="9525"/>
                    <a:pt x="203835" y="27623"/>
                  </a:cubicBezTo>
                  <a:lnTo>
                    <a:pt x="174308" y="76200"/>
                  </a:lnTo>
                  <a:cubicBezTo>
                    <a:pt x="151448" y="60008"/>
                    <a:pt x="130493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3" y="280035"/>
                    <a:pt x="102870" y="280035"/>
                  </a:cubicBezTo>
                  <a:cubicBezTo>
                    <a:pt x="67628" y="280035"/>
                    <a:pt x="31433" y="268605"/>
                    <a:pt x="0" y="247650"/>
                  </a:cubicBezTo>
                  <a:lnTo>
                    <a:pt x="29528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7" name="Freihandform: Form 196">
              <a:extLst>
                <a:ext uri="{FF2B5EF4-FFF2-40B4-BE49-F238E27FC236}">
                  <a16:creationId xmlns:a16="http://schemas.microsoft.com/office/drawing/2014/main" id="{CFC69081-2BBF-4A0F-8D5E-7C499C54182A}"/>
                </a:ext>
              </a:extLst>
            </p:cNvPr>
            <p:cNvSpPr/>
            <p:nvPr/>
          </p:nvSpPr>
          <p:spPr>
            <a:xfrm>
              <a:off x="5454967" y="3216591"/>
              <a:ext cx="224789" cy="280035"/>
            </a:xfrm>
            <a:custGeom>
              <a:avLst/>
              <a:gdLst>
                <a:gd name="connsiteX0" fmla="*/ 222885 w 224789"/>
                <a:gd name="connsiteY0" fmla="*/ 237173 h 280035"/>
                <a:gd name="connsiteX1" fmla="*/ 127635 w 224789"/>
                <a:gd name="connsiteY1" fmla="*/ 280035 h 280035"/>
                <a:gd name="connsiteX2" fmla="*/ 0 w 224789"/>
                <a:gd name="connsiteY2" fmla="*/ 140970 h 280035"/>
                <a:gd name="connsiteX3" fmla="*/ 128588 w 224789"/>
                <a:gd name="connsiteY3" fmla="*/ 0 h 280035"/>
                <a:gd name="connsiteX4" fmla="*/ 224790 w 224789"/>
                <a:gd name="connsiteY4" fmla="*/ 45720 h 280035"/>
                <a:gd name="connsiteX5" fmla="*/ 181927 w 224789"/>
                <a:gd name="connsiteY5" fmla="*/ 86678 h 280035"/>
                <a:gd name="connsiteX6" fmla="*/ 128588 w 224789"/>
                <a:gd name="connsiteY6" fmla="*/ 57150 h 280035"/>
                <a:gd name="connsiteX7" fmla="*/ 62865 w 224789"/>
                <a:gd name="connsiteY7" fmla="*/ 140017 h 280035"/>
                <a:gd name="connsiteX8" fmla="*/ 128588 w 224789"/>
                <a:gd name="connsiteY8" fmla="*/ 222885 h 280035"/>
                <a:gd name="connsiteX9" fmla="*/ 183832 w 224789"/>
                <a:gd name="connsiteY9" fmla="*/ 193358 h 280035"/>
                <a:gd name="connsiteX10" fmla="*/ 222885 w 224789"/>
                <a:gd name="connsiteY10" fmla="*/ 237173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89" h="280035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7" y="15240"/>
                    <a:pt x="224790" y="45720"/>
                  </a:cubicBezTo>
                  <a:lnTo>
                    <a:pt x="181927" y="86678"/>
                  </a:lnTo>
                  <a:cubicBezTo>
                    <a:pt x="166688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2" y="193358"/>
                  </a:cubicBezTo>
                  <a:lnTo>
                    <a:pt x="222885" y="2371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8" name="Freihandform: Form 197">
              <a:extLst>
                <a:ext uri="{FF2B5EF4-FFF2-40B4-BE49-F238E27FC236}">
                  <a16:creationId xmlns:a16="http://schemas.microsoft.com/office/drawing/2014/main" id="{C0D0C467-BF24-415D-A20C-A4B322A30D34}"/>
                </a:ext>
              </a:extLst>
            </p:cNvPr>
            <p:cNvSpPr/>
            <p:nvPr/>
          </p:nvSpPr>
          <p:spPr>
            <a:xfrm>
              <a:off x="5733096" y="3101339"/>
              <a:ext cx="228600" cy="389572"/>
            </a:xfrm>
            <a:custGeom>
              <a:avLst/>
              <a:gdLst>
                <a:gd name="connsiteX0" fmla="*/ 228600 w 228600"/>
                <a:gd name="connsiteY0" fmla="*/ 388620 h 389572"/>
                <a:gd name="connsiteX1" fmla="*/ 166688 w 228600"/>
                <a:gd name="connsiteY1" fmla="*/ 388620 h 389572"/>
                <a:gd name="connsiteX2" fmla="*/ 166688 w 228600"/>
                <a:gd name="connsiteY2" fmla="*/ 236220 h 389572"/>
                <a:gd name="connsiteX3" fmla="*/ 117158 w 228600"/>
                <a:gd name="connsiteY3" fmla="*/ 171450 h 389572"/>
                <a:gd name="connsiteX4" fmla="*/ 61913 w 228600"/>
                <a:gd name="connsiteY4" fmla="*/ 236220 h 389572"/>
                <a:gd name="connsiteX5" fmla="*/ 61913 w 228600"/>
                <a:gd name="connsiteY5" fmla="*/ 389573 h 389572"/>
                <a:gd name="connsiteX6" fmla="*/ 0 w 228600"/>
                <a:gd name="connsiteY6" fmla="*/ 389573 h 389572"/>
                <a:gd name="connsiteX7" fmla="*/ 0 w 228600"/>
                <a:gd name="connsiteY7" fmla="*/ 15240 h 389572"/>
                <a:gd name="connsiteX8" fmla="*/ 61913 w 228600"/>
                <a:gd name="connsiteY8" fmla="*/ 0 h 389572"/>
                <a:gd name="connsiteX9" fmla="*/ 61913 w 228600"/>
                <a:gd name="connsiteY9" fmla="*/ 155258 h 389572"/>
                <a:gd name="connsiteX10" fmla="*/ 62865 w 228600"/>
                <a:gd name="connsiteY10" fmla="*/ 155258 h 389572"/>
                <a:gd name="connsiteX11" fmla="*/ 140970 w 228600"/>
                <a:gd name="connsiteY11" fmla="*/ 116205 h 389572"/>
                <a:gd name="connsiteX12" fmla="*/ 228600 w 228600"/>
                <a:gd name="connsiteY12" fmla="*/ 223838 h 389572"/>
                <a:gd name="connsiteX13" fmla="*/ 228600 w 228600"/>
                <a:gd name="connsiteY13" fmla="*/ 38862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389572">
                  <a:moveTo>
                    <a:pt x="228600" y="388620"/>
                  </a:moveTo>
                  <a:lnTo>
                    <a:pt x="166688" y="388620"/>
                  </a:lnTo>
                  <a:lnTo>
                    <a:pt x="166688" y="236220"/>
                  </a:lnTo>
                  <a:cubicBezTo>
                    <a:pt x="166688" y="197168"/>
                    <a:pt x="154305" y="171450"/>
                    <a:pt x="117158" y="171450"/>
                  </a:cubicBezTo>
                  <a:cubicBezTo>
                    <a:pt x="74295" y="171450"/>
                    <a:pt x="61913" y="205740"/>
                    <a:pt x="61913" y="236220"/>
                  </a:cubicBezTo>
                  <a:lnTo>
                    <a:pt x="61913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9" name="Freihandform: Form 198">
              <a:extLst>
                <a:ext uri="{FF2B5EF4-FFF2-40B4-BE49-F238E27FC236}">
                  <a16:creationId xmlns:a16="http://schemas.microsoft.com/office/drawing/2014/main" id="{2CCB0406-1162-417D-A7B5-56D204B932B7}"/>
                </a:ext>
              </a:extLst>
            </p:cNvPr>
            <p:cNvSpPr/>
            <p:nvPr/>
          </p:nvSpPr>
          <p:spPr>
            <a:xfrm>
              <a:off x="6023609" y="3217544"/>
              <a:ext cx="225742" cy="279082"/>
            </a:xfrm>
            <a:custGeom>
              <a:avLst/>
              <a:gdLst>
                <a:gd name="connsiteX0" fmla="*/ 114300 w 225742"/>
                <a:gd name="connsiteY0" fmla="*/ 107633 h 279082"/>
                <a:gd name="connsiteX1" fmla="*/ 164783 w 225742"/>
                <a:gd name="connsiteY1" fmla="*/ 113347 h 279082"/>
                <a:gd name="connsiteX2" fmla="*/ 164783 w 225742"/>
                <a:gd name="connsiteY2" fmla="*/ 103822 h 279082"/>
                <a:gd name="connsiteX3" fmla="*/ 105728 w 225742"/>
                <a:gd name="connsiteY3" fmla="*/ 52388 h 279082"/>
                <a:gd name="connsiteX4" fmla="*/ 38100 w 225742"/>
                <a:gd name="connsiteY4" fmla="*/ 67627 h 279082"/>
                <a:gd name="connsiteX5" fmla="*/ 24765 w 225742"/>
                <a:gd name="connsiteY5" fmla="*/ 15240 h 279082"/>
                <a:gd name="connsiteX6" fmla="*/ 112395 w 225742"/>
                <a:gd name="connsiteY6" fmla="*/ 0 h 279082"/>
                <a:gd name="connsiteX7" fmla="*/ 225743 w 225742"/>
                <a:gd name="connsiteY7" fmla="*/ 102870 h 279082"/>
                <a:gd name="connsiteX8" fmla="*/ 225743 w 225742"/>
                <a:gd name="connsiteY8" fmla="*/ 273367 h 279082"/>
                <a:gd name="connsiteX9" fmla="*/ 166688 w 225742"/>
                <a:gd name="connsiteY9" fmla="*/ 273367 h 279082"/>
                <a:gd name="connsiteX10" fmla="*/ 166688 w 225742"/>
                <a:gd name="connsiteY10" fmla="*/ 244792 h 279082"/>
                <a:gd name="connsiteX11" fmla="*/ 165735 w 225742"/>
                <a:gd name="connsiteY11" fmla="*/ 244792 h 279082"/>
                <a:gd name="connsiteX12" fmla="*/ 87630 w 225742"/>
                <a:gd name="connsiteY12" fmla="*/ 279083 h 279082"/>
                <a:gd name="connsiteX13" fmla="*/ 0 w 225742"/>
                <a:gd name="connsiteY13" fmla="*/ 194310 h 279082"/>
                <a:gd name="connsiteX14" fmla="*/ 114300 w 225742"/>
                <a:gd name="connsiteY14" fmla="*/ 107633 h 279082"/>
                <a:gd name="connsiteX15" fmla="*/ 103822 w 225742"/>
                <a:gd name="connsiteY15" fmla="*/ 232410 h 279082"/>
                <a:gd name="connsiteX16" fmla="*/ 164783 w 225742"/>
                <a:gd name="connsiteY16" fmla="*/ 200025 h 279082"/>
                <a:gd name="connsiteX17" fmla="*/ 164783 w 225742"/>
                <a:gd name="connsiteY17" fmla="*/ 153352 h 279082"/>
                <a:gd name="connsiteX18" fmla="*/ 120968 w 225742"/>
                <a:gd name="connsiteY18" fmla="*/ 148590 h 279082"/>
                <a:gd name="connsiteX19" fmla="*/ 59055 w 225742"/>
                <a:gd name="connsiteY19" fmla="*/ 192405 h 279082"/>
                <a:gd name="connsiteX20" fmla="*/ 103822 w 225742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5742" h="279082">
                  <a:moveTo>
                    <a:pt x="114300" y="107633"/>
                  </a:moveTo>
                  <a:cubicBezTo>
                    <a:pt x="131445" y="107633"/>
                    <a:pt x="147638" y="108585"/>
                    <a:pt x="164783" y="113347"/>
                  </a:cubicBezTo>
                  <a:lnTo>
                    <a:pt x="164783" y="103822"/>
                  </a:lnTo>
                  <a:cubicBezTo>
                    <a:pt x="164783" y="69532"/>
                    <a:pt x="144780" y="52388"/>
                    <a:pt x="105728" y="52388"/>
                  </a:cubicBezTo>
                  <a:cubicBezTo>
                    <a:pt x="83820" y="52388"/>
                    <a:pt x="60008" y="57150"/>
                    <a:pt x="38100" y="67627"/>
                  </a:cubicBezTo>
                  <a:lnTo>
                    <a:pt x="24765" y="15240"/>
                  </a:lnTo>
                  <a:cubicBezTo>
                    <a:pt x="49530" y="5715"/>
                    <a:pt x="81915" y="0"/>
                    <a:pt x="112395" y="0"/>
                  </a:cubicBezTo>
                  <a:cubicBezTo>
                    <a:pt x="187643" y="0"/>
                    <a:pt x="225743" y="35242"/>
                    <a:pt x="225743" y="102870"/>
                  </a:cubicBezTo>
                  <a:lnTo>
                    <a:pt x="225743" y="273367"/>
                  </a:lnTo>
                  <a:lnTo>
                    <a:pt x="166688" y="273367"/>
                  </a:lnTo>
                  <a:lnTo>
                    <a:pt x="166688" y="244792"/>
                  </a:lnTo>
                  <a:lnTo>
                    <a:pt x="165735" y="244792"/>
                  </a:lnTo>
                  <a:cubicBezTo>
                    <a:pt x="142875" y="268605"/>
                    <a:pt x="119063" y="279083"/>
                    <a:pt x="87630" y="279083"/>
                  </a:cubicBezTo>
                  <a:cubicBezTo>
                    <a:pt x="34290" y="279083"/>
                    <a:pt x="0" y="245745"/>
                    <a:pt x="0" y="194310"/>
                  </a:cubicBezTo>
                  <a:cubicBezTo>
                    <a:pt x="0" y="138113"/>
                    <a:pt x="40005" y="107633"/>
                    <a:pt x="114300" y="107633"/>
                  </a:cubicBezTo>
                  <a:close/>
                  <a:moveTo>
                    <a:pt x="103822" y="232410"/>
                  </a:moveTo>
                  <a:cubicBezTo>
                    <a:pt x="126683" y="232410"/>
                    <a:pt x="147638" y="220980"/>
                    <a:pt x="164783" y="200025"/>
                  </a:cubicBezTo>
                  <a:lnTo>
                    <a:pt x="164783" y="153352"/>
                  </a:lnTo>
                  <a:cubicBezTo>
                    <a:pt x="150495" y="149542"/>
                    <a:pt x="135255" y="148590"/>
                    <a:pt x="120968" y="148590"/>
                  </a:cubicBezTo>
                  <a:cubicBezTo>
                    <a:pt x="81915" y="148590"/>
                    <a:pt x="59055" y="164783"/>
                    <a:pt x="59055" y="192405"/>
                  </a:cubicBezTo>
                  <a:cubicBezTo>
                    <a:pt x="60008" y="217170"/>
                    <a:pt x="77153" y="232410"/>
                    <a:pt x="103822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0" name="Freihandform: Form 199">
              <a:extLst>
                <a:ext uri="{FF2B5EF4-FFF2-40B4-BE49-F238E27FC236}">
                  <a16:creationId xmlns:a16="http://schemas.microsoft.com/office/drawing/2014/main" id="{E1F5B04D-004B-4501-8B0F-D976156E7753}"/>
                </a:ext>
              </a:extLst>
            </p:cNvPr>
            <p:cNvSpPr/>
            <p:nvPr/>
          </p:nvSpPr>
          <p:spPr>
            <a:xfrm>
              <a:off x="6299834" y="3097529"/>
              <a:ext cx="162877" cy="391477"/>
            </a:xfrm>
            <a:custGeom>
              <a:avLst/>
              <a:gdLst>
                <a:gd name="connsiteX0" fmla="*/ 162878 w 162877"/>
                <a:gd name="connsiteY0" fmla="*/ 58103 h 391477"/>
                <a:gd name="connsiteX1" fmla="*/ 135255 w 162877"/>
                <a:gd name="connsiteY1" fmla="*/ 52388 h 391477"/>
                <a:gd name="connsiteX2" fmla="*/ 101918 w 162877"/>
                <a:gd name="connsiteY2" fmla="*/ 89535 h 391477"/>
                <a:gd name="connsiteX3" fmla="*/ 101918 w 162877"/>
                <a:gd name="connsiteY3" fmla="*/ 125730 h 391477"/>
                <a:gd name="connsiteX4" fmla="*/ 155258 w 162877"/>
                <a:gd name="connsiteY4" fmla="*/ 125730 h 391477"/>
                <a:gd name="connsiteX5" fmla="*/ 155258 w 162877"/>
                <a:gd name="connsiteY5" fmla="*/ 177165 h 391477"/>
                <a:gd name="connsiteX6" fmla="*/ 102870 w 162877"/>
                <a:gd name="connsiteY6" fmla="*/ 177165 h 391477"/>
                <a:gd name="connsiteX7" fmla="*/ 102870 w 162877"/>
                <a:gd name="connsiteY7" fmla="*/ 391478 h 391477"/>
                <a:gd name="connsiteX8" fmla="*/ 40958 w 162877"/>
                <a:gd name="connsiteY8" fmla="*/ 391478 h 391477"/>
                <a:gd name="connsiteX9" fmla="*/ 40958 w 162877"/>
                <a:gd name="connsiteY9" fmla="*/ 177165 h 391477"/>
                <a:gd name="connsiteX10" fmla="*/ 0 w 162877"/>
                <a:gd name="connsiteY10" fmla="*/ 177165 h 391477"/>
                <a:gd name="connsiteX11" fmla="*/ 0 w 162877"/>
                <a:gd name="connsiteY11" fmla="*/ 126683 h 391477"/>
                <a:gd name="connsiteX12" fmla="*/ 40958 w 162877"/>
                <a:gd name="connsiteY12" fmla="*/ 126683 h 391477"/>
                <a:gd name="connsiteX13" fmla="*/ 40958 w 162877"/>
                <a:gd name="connsiteY13" fmla="*/ 88583 h 391477"/>
                <a:gd name="connsiteX14" fmla="*/ 125730 w 162877"/>
                <a:gd name="connsiteY14" fmla="*/ 0 h 391477"/>
                <a:gd name="connsiteX15" fmla="*/ 162878 w 162877"/>
                <a:gd name="connsiteY15" fmla="*/ 5715 h 391477"/>
                <a:gd name="connsiteX16" fmla="*/ 162878 w 162877"/>
                <a:gd name="connsiteY16" fmla="*/ 58103 h 391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2877" h="391477">
                  <a:moveTo>
                    <a:pt x="162878" y="58103"/>
                  </a:moveTo>
                  <a:cubicBezTo>
                    <a:pt x="154305" y="54293"/>
                    <a:pt x="144780" y="52388"/>
                    <a:pt x="135255" y="52388"/>
                  </a:cubicBezTo>
                  <a:cubicBezTo>
                    <a:pt x="111443" y="52388"/>
                    <a:pt x="101918" y="64770"/>
                    <a:pt x="101918" y="89535"/>
                  </a:cubicBezTo>
                  <a:lnTo>
                    <a:pt x="101918" y="125730"/>
                  </a:lnTo>
                  <a:lnTo>
                    <a:pt x="155258" y="125730"/>
                  </a:lnTo>
                  <a:lnTo>
                    <a:pt x="155258" y="177165"/>
                  </a:lnTo>
                  <a:lnTo>
                    <a:pt x="102870" y="177165"/>
                  </a:lnTo>
                  <a:lnTo>
                    <a:pt x="102870" y="391478"/>
                  </a:lnTo>
                  <a:lnTo>
                    <a:pt x="40958" y="391478"/>
                  </a:lnTo>
                  <a:lnTo>
                    <a:pt x="40958" y="177165"/>
                  </a:lnTo>
                  <a:lnTo>
                    <a:pt x="0" y="177165"/>
                  </a:lnTo>
                  <a:lnTo>
                    <a:pt x="0" y="126683"/>
                  </a:lnTo>
                  <a:lnTo>
                    <a:pt x="40958" y="126683"/>
                  </a:lnTo>
                  <a:lnTo>
                    <a:pt x="40958" y="88583"/>
                  </a:lnTo>
                  <a:cubicBezTo>
                    <a:pt x="40958" y="33338"/>
                    <a:pt x="65722" y="0"/>
                    <a:pt x="125730" y="0"/>
                  </a:cubicBezTo>
                  <a:cubicBezTo>
                    <a:pt x="139065" y="0"/>
                    <a:pt x="152400" y="1905"/>
                    <a:pt x="162878" y="5715"/>
                  </a:cubicBezTo>
                  <a:lnTo>
                    <a:pt x="162878" y="5810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1" name="Freihandform: Form 200">
              <a:extLst>
                <a:ext uri="{FF2B5EF4-FFF2-40B4-BE49-F238E27FC236}">
                  <a16:creationId xmlns:a16="http://schemas.microsoft.com/office/drawing/2014/main" id="{2F5B88F3-1DD0-4AFC-9094-44C73671622C}"/>
                </a:ext>
              </a:extLst>
            </p:cNvPr>
            <p:cNvSpPr/>
            <p:nvPr/>
          </p:nvSpPr>
          <p:spPr>
            <a:xfrm>
              <a:off x="6497002" y="3138487"/>
              <a:ext cx="165734" cy="358140"/>
            </a:xfrm>
            <a:custGeom>
              <a:avLst/>
              <a:gdLst>
                <a:gd name="connsiteX0" fmla="*/ 165735 w 165734"/>
                <a:gd name="connsiteY0" fmla="*/ 295275 h 358140"/>
                <a:gd name="connsiteX1" fmla="*/ 165735 w 165734"/>
                <a:gd name="connsiteY1" fmla="*/ 348615 h 358140"/>
                <a:gd name="connsiteX2" fmla="*/ 113347 w 165734"/>
                <a:gd name="connsiteY2" fmla="*/ 358140 h 358140"/>
                <a:gd name="connsiteX3" fmla="*/ 40957 w 165734"/>
                <a:gd name="connsiteY3" fmla="*/ 282892 h 358140"/>
                <a:gd name="connsiteX4" fmla="*/ 40957 w 165734"/>
                <a:gd name="connsiteY4" fmla="*/ 137160 h 358140"/>
                <a:gd name="connsiteX5" fmla="*/ 0 w 165734"/>
                <a:gd name="connsiteY5" fmla="*/ 137160 h 358140"/>
                <a:gd name="connsiteX6" fmla="*/ 0 w 165734"/>
                <a:gd name="connsiteY6" fmla="*/ 85725 h 358140"/>
                <a:gd name="connsiteX7" fmla="*/ 40005 w 165734"/>
                <a:gd name="connsiteY7" fmla="*/ 85725 h 358140"/>
                <a:gd name="connsiteX8" fmla="*/ 40005 w 165734"/>
                <a:gd name="connsiteY8" fmla="*/ 13335 h 358140"/>
                <a:gd name="connsiteX9" fmla="*/ 101917 w 165734"/>
                <a:gd name="connsiteY9" fmla="*/ 0 h 358140"/>
                <a:gd name="connsiteX10" fmla="*/ 101917 w 165734"/>
                <a:gd name="connsiteY10" fmla="*/ 86677 h 358140"/>
                <a:gd name="connsiteX11" fmla="*/ 165735 w 165734"/>
                <a:gd name="connsiteY11" fmla="*/ 86677 h 358140"/>
                <a:gd name="connsiteX12" fmla="*/ 165735 w 165734"/>
                <a:gd name="connsiteY12" fmla="*/ 138113 h 358140"/>
                <a:gd name="connsiteX13" fmla="*/ 101917 w 165734"/>
                <a:gd name="connsiteY13" fmla="*/ 138113 h 358140"/>
                <a:gd name="connsiteX14" fmla="*/ 101917 w 165734"/>
                <a:gd name="connsiteY14" fmla="*/ 269558 h 358140"/>
                <a:gd name="connsiteX15" fmla="*/ 130492 w 165734"/>
                <a:gd name="connsiteY15" fmla="*/ 304800 h 358140"/>
                <a:gd name="connsiteX16" fmla="*/ 165735 w 165734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7" y="0"/>
                  </a:lnTo>
                  <a:lnTo>
                    <a:pt x="101917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7" y="138113"/>
                  </a:lnTo>
                  <a:lnTo>
                    <a:pt x="101917" y="269558"/>
                  </a:lnTo>
                  <a:cubicBezTo>
                    <a:pt x="101917" y="294322"/>
                    <a:pt x="110490" y="304800"/>
                    <a:pt x="130492" y="304800"/>
                  </a:cubicBezTo>
                  <a:cubicBezTo>
                    <a:pt x="141922" y="303847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2" name="Freihandform: Form 201">
              <a:extLst>
                <a:ext uri="{FF2B5EF4-FFF2-40B4-BE49-F238E27FC236}">
                  <a16:creationId xmlns:a16="http://schemas.microsoft.com/office/drawing/2014/main" id="{5D3857D6-3A80-453A-A07D-657071631618}"/>
                </a:ext>
              </a:extLst>
            </p:cNvPr>
            <p:cNvSpPr/>
            <p:nvPr/>
          </p:nvSpPr>
          <p:spPr>
            <a:xfrm>
              <a:off x="6725601" y="3100387"/>
              <a:ext cx="61912" cy="389572"/>
            </a:xfrm>
            <a:custGeom>
              <a:avLst/>
              <a:gdLst>
                <a:gd name="connsiteX0" fmla="*/ 61913 w 61912"/>
                <a:gd name="connsiteY0" fmla="*/ 389572 h 389572"/>
                <a:gd name="connsiteX1" fmla="*/ 0 w 61912"/>
                <a:gd name="connsiteY1" fmla="*/ 389572 h 389572"/>
                <a:gd name="connsiteX2" fmla="*/ 0 w 61912"/>
                <a:gd name="connsiteY2" fmla="*/ 14288 h 389572"/>
                <a:gd name="connsiteX3" fmla="*/ 61913 w 61912"/>
                <a:gd name="connsiteY3" fmla="*/ 0 h 389572"/>
                <a:gd name="connsiteX4" fmla="*/ 61913 w 61912"/>
                <a:gd name="connsiteY4" fmla="*/ 389572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912" h="389572">
                  <a:moveTo>
                    <a:pt x="61913" y="389572"/>
                  </a:moveTo>
                  <a:lnTo>
                    <a:pt x="0" y="389572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957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3" name="Freihandform: Form 202">
              <a:extLst>
                <a:ext uri="{FF2B5EF4-FFF2-40B4-BE49-F238E27FC236}">
                  <a16:creationId xmlns:a16="http://schemas.microsoft.com/office/drawing/2014/main" id="{F2B45F15-F1EA-4568-BD85-4A2DE314BC3E}"/>
                </a:ext>
              </a:extLst>
            </p:cNvPr>
            <p:cNvSpPr/>
            <p:nvPr/>
          </p:nvSpPr>
          <p:spPr>
            <a:xfrm>
              <a:off x="6861809" y="3105149"/>
              <a:ext cx="79057" cy="384809"/>
            </a:xfrm>
            <a:custGeom>
              <a:avLst/>
              <a:gdLst>
                <a:gd name="connsiteX0" fmla="*/ 79057 w 79057"/>
                <a:gd name="connsiteY0" fmla="*/ 38100 h 384809"/>
                <a:gd name="connsiteX1" fmla="*/ 39052 w 79057"/>
                <a:gd name="connsiteY1" fmla="*/ 76200 h 384809"/>
                <a:gd name="connsiteX2" fmla="*/ 0 w 79057"/>
                <a:gd name="connsiteY2" fmla="*/ 38100 h 384809"/>
                <a:gd name="connsiteX3" fmla="*/ 39052 w 79057"/>
                <a:gd name="connsiteY3" fmla="*/ 0 h 384809"/>
                <a:gd name="connsiteX4" fmla="*/ 79057 w 79057"/>
                <a:gd name="connsiteY4" fmla="*/ 38100 h 384809"/>
                <a:gd name="connsiteX5" fmla="*/ 70485 w 79057"/>
                <a:gd name="connsiteY5" fmla="*/ 384810 h 384809"/>
                <a:gd name="connsiteX6" fmla="*/ 8572 w 79057"/>
                <a:gd name="connsiteY6" fmla="*/ 384810 h 384809"/>
                <a:gd name="connsiteX7" fmla="*/ 8572 w 79057"/>
                <a:gd name="connsiteY7" fmla="*/ 118110 h 384809"/>
                <a:gd name="connsiteX8" fmla="*/ 70485 w 79057"/>
                <a:gd name="connsiteY8" fmla="*/ 118110 h 384809"/>
                <a:gd name="connsiteX9" fmla="*/ 70485 w 79057"/>
                <a:gd name="connsiteY9" fmla="*/ 384810 h 384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09">
                  <a:moveTo>
                    <a:pt x="79057" y="38100"/>
                  </a:moveTo>
                  <a:cubicBezTo>
                    <a:pt x="79057" y="60008"/>
                    <a:pt x="60960" y="76200"/>
                    <a:pt x="39052" y="76200"/>
                  </a:cubicBezTo>
                  <a:cubicBezTo>
                    <a:pt x="17145" y="76200"/>
                    <a:pt x="0" y="60008"/>
                    <a:pt x="0" y="38100"/>
                  </a:cubicBezTo>
                  <a:cubicBezTo>
                    <a:pt x="0" y="16192"/>
                    <a:pt x="18097" y="0"/>
                    <a:pt x="39052" y="0"/>
                  </a:cubicBezTo>
                  <a:cubicBezTo>
                    <a:pt x="60960" y="0"/>
                    <a:pt x="79057" y="16192"/>
                    <a:pt x="79057" y="38100"/>
                  </a:cubicBezTo>
                  <a:close/>
                  <a:moveTo>
                    <a:pt x="70485" y="384810"/>
                  </a:moveTo>
                  <a:lnTo>
                    <a:pt x="8572" y="384810"/>
                  </a:lnTo>
                  <a:lnTo>
                    <a:pt x="8572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4" name="Freihandform: Form 203">
              <a:extLst>
                <a:ext uri="{FF2B5EF4-FFF2-40B4-BE49-F238E27FC236}">
                  <a16:creationId xmlns:a16="http://schemas.microsoft.com/office/drawing/2014/main" id="{CCCBC40A-98D6-42A9-80B9-5DC279BC5859}"/>
                </a:ext>
              </a:extLst>
            </p:cNvPr>
            <p:cNvSpPr/>
            <p:nvPr/>
          </p:nvSpPr>
          <p:spPr>
            <a:xfrm>
              <a:off x="6998969" y="3216591"/>
              <a:ext cx="224790" cy="280035"/>
            </a:xfrm>
            <a:custGeom>
              <a:avLst/>
              <a:gdLst>
                <a:gd name="connsiteX0" fmla="*/ 222885 w 224790"/>
                <a:gd name="connsiteY0" fmla="*/ 237173 h 280035"/>
                <a:gd name="connsiteX1" fmla="*/ 127635 w 224790"/>
                <a:gd name="connsiteY1" fmla="*/ 280035 h 280035"/>
                <a:gd name="connsiteX2" fmla="*/ 0 w 224790"/>
                <a:gd name="connsiteY2" fmla="*/ 140970 h 280035"/>
                <a:gd name="connsiteX3" fmla="*/ 128588 w 224790"/>
                <a:gd name="connsiteY3" fmla="*/ 0 h 280035"/>
                <a:gd name="connsiteX4" fmla="*/ 224790 w 224790"/>
                <a:gd name="connsiteY4" fmla="*/ 45720 h 280035"/>
                <a:gd name="connsiteX5" fmla="*/ 181928 w 224790"/>
                <a:gd name="connsiteY5" fmla="*/ 86678 h 280035"/>
                <a:gd name="connsiteX6" fmla="*/ 128588 w 224790"/>
                <a:gd name="connsiteY6" fmla="*/ 57150 h 280035"/>
                <a:gd name="connsiteX7" fmla="*/ 62865 w 224790"/>
                <a:gd name="connsiteY7" fmla="*/ 140017 h 280035"/>
                <a:gd name="connsiteX8" fmla="*/ 128588 w 224790"/>
                <a:gd name="connsiteY8" fmla="*/ 222885 h 280035"/>
                <a:gd name="connsiteX9" fmla="*/ 183832 w 224790"/>
                <a:gd name="connsiteY9" fmla="*/ 193358 h 280035"/>
                <a:gd name="connsiteX10" fmla="*/ 222885 w 224790"/>
                <a:gd name="connsiteY10" fmla="*/ 237173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90" h="280035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3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6688" y="66675"/>
                    <a:pt x="149543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3" y="222885"/>
                    <a:pt x="166688" y="213360"/>
                    <a:pt x="183832" y="193358"/>
                  </a:cubicBezTo>
                  <a:lnTo>
                    <a:pt x="222885" y="2371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5" name="Freihandform: Form 204">
              <a:extLst>
                <a:ext uri="{FF2B5EF4-FFF2-40B4-BE49-F238E27FC236}">
                  <a16:creationId xmlns:a16="http://schemas.microsoft.com/office/drawing/2014/main" id="{04D48BDA-2032-4C6E-B507-3F893B02206E}"/>
                </a:ext>
              </a:extLst>
            </p:cNvPr>
            <p:cNvSpPr/>
            <p:nvPr/>
          </p:nvSpPr>
          <p:spPr>
            <a:xfrm>
              <a:off x="7277099" y="3101339"/>
              <a:ext cx="229552" cy="389572"/>
            </a:xfrm>
            <a:custGeom>
              <a:avLst/>
              <a:gdLst>
                <a:gd name="connsiteX0" fmla="*/ 229552 w 229552"/>
                <a:gd name="connsiteY0" fmla="*/ 388620 h 389572"/>
                <a:gd name="connsiteX1" fmla="*/ 166688 w 229552"/>
                <a:gd name="connsiteY1" fmla="*/ 388620 h 389572"/>
                <a:gd name="connsiteX2" fmla="*/ 166688 w 229552"/>
                <a:gd name="connsiteY2" fmla="*/ 236220 h 389572"/>
                <a:gd name="connsiteX3" fmla="*/ 117157 w 229552"/>
                <a:gd name="connsiteY3" fmla="*/ 171450 h 389572"/>
                <a:gd name="connsiteX4" fmla="*/ 61913 w 229552"/>
                <a:gd name="connsiteY4" fmla="*/ 236220 h 389572"/>
                <a:gd name="connsiteX5" fmla="*/ 61913 w 229552"/>
                <a:gd name="connsiteY5" fmla="*/ 389573 h 389572"/>
                <a:gd name="connsiteX6" fmla="*/ 0 w 229552"/>
                <a:gd name="connsiteY6" fmla="*/ 389573 h 389572"/>
                <a:gd name="connsiteX7" fmla="*/ 0 w 229552"/>
                <a:gd name="connsiteY7" fmla="*/ 15240 h 389572"/>
                <a:gd name="connsiteX8" fmla="*/ 61913 w 229552"/>
                <a:gd name="connsiteY8" fmla="*/ 0 h 389572"/>
                <a:gd name="connsiteX9" fmla="*/ 61913 w 229552"/>
                <a:gd name="connsiteY9" fmla="*/ 155258 h 389572"/>
                <a:gd name="connsiteX10" fmla="*/ 62865 w 229552"/>
                <a:gd name="connsiteY10" fmla="*/ 155258 h 389572"/>
                <a:gd name="connsiteX11" fmla="*/ 140970 w 229552"/>
                <a:gd name="connsiteY11" fmla="*/ 116205 h 389572"/>
                <a:gd name="connsiteX12" fmla="*/ 228600 w 229552"/>
                <a:gd name="connsiteY12" fmla="*/ 223838 h 389572"/>
                <a:gd name="connsiteX13" fmla="*/ 228600 w 229552"/>
                <a:gd name="connsiteY13" fmla="*/ 38862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9552" h="389572">
                  <a:moveTo>
                    <a:pt x="229552" y="388620"/>
                  </a:moveTo>
                  <a:lnTo>
                    <a:pt x="166688" y="388620"/>
                  </a:lnTo>
                  <a:lnTo>
                    <a:pt x="166688" y="236220"/>
                  </a:lnTo>
                  <a:cubicBezTo>
                    <a:pt x="166688" y="197168"/>
                    <a:pt x="154305" y="171450"/>
                    <a:pt x="117157" y="171450"/>
                  </a:cubicBezTo>
                  <a:cubicBezTo>
                    <a:pt x="74295" y="171450"/>
                    <a:pt x="61913" y="205740"/>
                    <a:pt x="61913" y="236220"/>
                  </a:cubicBezTo>
                  <a:lnTo>
                    <a:pt x="61913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7" y="116205"/>
                    <a:pt x="140970" y="116205"/>
                  </a:cubicBezTo>
                  <a:cubicBezTo>
                    <a:pt x="202882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6" name="Freihandform: Form 205">
              <a:extLst>
                <a:ext uri="{FF2B5EF4-FFF2-40B4-BE49-F238E27FC236}">
                  <a16:creationId xmlns:a16="http://schemas.microsoft.com/office/drawing/2014/main" id="{F0C9D7CF-6834-48B2-8EDC-25AF0FF9957E}"/>
                </a:ext>
              </a:extLst>
            </p:cNvPr>
            <p:cNvSpPr/>
            <p:nvPr/>
          </p:nvSpPr>
          <p:spPr>
            <a:xfrm>
              <a:off x="7571422" y="3217544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2 h 279082"/>
                <a:gd name="connsiteX7" fmla="*/ 198120 w 242887"/>
                <a:gd name="connsiteY7" fmla="*/ 194310 h 279082"/>
                <a:gd name="connsiteX8" fmla="*/ 237172 w 242887"/>
                <a:gd name="connsiteY8" fmla="*/ 235267 h 279082"/>
                <a:gd name="connsiteX9" fmla="*/ 132397 w 242887"/>
                <a:gd name="connsiteY9" fmla="*/ 279083 h 279082"/>
                <a:gd name="connsiteX10" fmla="*/ 62865 w 242887"/>
                <a:gd name="connsiteY10" fmla="*/ 115252 h 279082"/>
                <a:gd name="connsiteX11" fmla="*/ 183832 w 242887"/>
                <a:gd name="connsiteY11" fmla="*/ 115252 h 279082"/>
                <a:gd name="connsiteX12" fmla="*/ 124777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2"/>
                    <a:pt x="132397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2" y="235267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2865" y="115252"/>
                  </a:moveTo>
                  <a:lnTo>
                    <a:pt x="183832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7" name="Freihandform: Form 206">
              <a:extLst>
                <a:ext uri="{FF2B5EF4-FFF2-40B4-BE49-F238E27FC236}">
                  <a16:creationId xmlns:a16="http://schemas.microsoft.com/office/drawing/2014/main" id="{7FAD7038-7556-4322-B088-027FF5EA7129}"/>
                </a:ext>
              </a:extLst>
            </p:cNvPr>
            <p:cNvSpPr/>
            <p:nvPr/>
          </p:nvSpPr>
          <p:spPr>
            <a:xfrm>
              <a:off x="8041956" y="3122294"/>
              <a:ext cx="231457" cy="368617"/>
            </a:xfrm>
            <a:custGeom>
              <a:avLst/>
              <a:gdLst>
                <a:gd name="connsiteX0" fmla="*/ 231457 w 231457"/>
                <a:gd name="connsiteY0" fmla="*/ 60007 h 368617"/>
                <a:gd name="connsiteX1" fmla="*/ 65723 w 231457"/>
                <a:gd name="connsiteY1" fmla="*/ 60007 h 368617"/>
                <a:gd name="connsiteX2" fmla="*/ 65723 w 231457"/>
                <a:gd name="connsiteY2" fmla="*/ 151447 h 368617"/>
                <a:gd name="connsiteX3" fmla="*/ 189548 w 231457"/>
                <a:gd name="connsiteY3" fmla="*/ 151447 h 368617"/>
                <a:gd name="connsiteX4" fmla="*/ 189548 w 231457"/>
                <a:gd name="connsiteY4" fmla="*/ 211455 h 368617"/>
                <a:gd name="connsiteX5" fmla="*/ 65723 w 231457"/>
                <a:gd name="connsiteY5" fmla="*/ 211455 h 368617"/>
                <a:gd name="connsiteX6" fmla="*/ 65723 w 231457"/>
                <a:gd name="connsiteY6" fmla="*/ 368617 h 368617"/>
                <a:gd name="connsiteX7" fmla="*/ 0 w 231457"/>
                <a:gd name="connsiteY7" fmla="*/ 368617 h 368617"/>
                <a:gd name="connsiteX8" fmla="*/ 0 w 231457"/>
                <a:gd name="connsiteY8" fmla="*/ 0 h 368617"/>
                <a:gd name="connsiteX9" fmla="*/ 231457 w 231457"/>
                <a:gd name="connsiteY9" fmla="*/ 0 h 368617"/>
                <a:gd name="connsiteX10" fmla="*/ 231457 w 231457"/>
                <a:gd name="connsiteY10" fmla="*/ 60007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1457" h="368617">
                  <a:moveTo>
                    <a:pt x="231457" y="60007"/>
                  </a:moveTo>
                  <a:lnTo>
                    <a:pt x="65723" y="60007"/>
                  </a:lnTo>
                  <a:lnTo>
                    <a:pt x="65723" y="151447"/>
                  </a:lnTo>
                  <a:lnTo>
                    <a:pt x="189548" y="151447"/>
                  </a:lnTo>
                  <a:lnTo>
                    <a:pt x="189548" y="211455"/>
                  </a:lnTo>
                  <a:lnTo>
                    <a:pt x="65723" y="211455"/>
                  </a:lnTo>
                  <a:lnTo>
                    <a:pt x="65723" y="368617"/>
                  </a:lnTo>
                  <a:lnTo>
                    <a:pt x="0" y="368617"/>
                  </a:lnTo>
                  <a:lnTo>
                    <a:pt x="0" y="0"/>
                  </a:lnTo>
                  <a:lnTo>
                    <a:pt x="231457" y="0"/>
                  </a:lnTo>
                  <a:lnTo>
                    <a:pt x="231457" y="6000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8" name="Freihandform: Form 207">
              <a:extLst>
                <a:ext uri="{FF2B5EF4-FFF2-40B4-BE49-F238E27FC236}">
                  <a16:creationId xmlns:a16="http://schemas.microsoft.com/office/drawing/2014/main" id="{FD69EC3A-6073-41F6-BB94-809D254546F0}"/>
                </a:ext>
              </a:extLst>
            </p:cNvPr>
            <p:cNvSpPr/>
            <p:nvPr/>
          </p:nvSpPr>
          <p:spPr>
            <a:xfrm>
              <a:off x="8285780" y="3217544"/>
              <a:ext cx="225758" cy="279082"/>
            </a:xfrm>
            <a:custGeom>
              <a:avLst/>
              <a:gdLst>
                <a:gd name="connsiteX0" fmla="*/ 114317 w 225758"/>
                <a:gd name="connsiteY0" fmla="*/ 107633 h 279082"/>
                <a:gd name="connsiteX1" fmla="*/ 164799 w 225758"/>
                <a:gd name="connsiteY1" fmla="*/ 113347 h 279082"/>
                <a:gd name="connsiteX2" fmla="*/ 164799 w 225758"/>
                <a:gd name="connsiteY2" fmla="*/ 103822 h 279082"/>
                <a:gd name="connsiteX3" fmla="*/ 105744 w 225758"/>
                <a:gd name="connsiteY3" fmla="*/ 52388 h 279082"/>
                <a:gd name="connsiteX4" fmla="*/ 38117 w 225758"/>
                <a:gd name="connsiteY4" fmla="*/ 67627 h 279082"/>
                <a:gd name="connsiteX5" fmla="*/ 24781 w 225758"/>
                <a:gd name="connsiteY5" fmla="*/ 15240 h 279082"/>
                <a:gd name="connsiteX6" fmla="*/ 112412 w 225758"/>
                <a:gd name="connsiteY6" fmla="*/ 0 h 279082"/>
                <a:gd name="connsiteX7" fmla="*/ 225759 w 225758"/>
                <a:gd name="connsiteY7" fmla="*/ 102870 h 279082"/>
                <a:gd name="connsiteX8" fmla="*/ 225759 w 225758"/>
                <a:gd name="connsiteY8" fmla="*/ 273367 h 279082"/>
                <a:gd name="connsiteX9" fmla="*/ 166704 w 225758"/>
                <a:gd name="connsiteY9" fmla="*/ 273367 h 279082"/>
                <a:gd name="connsiteX10" fmla="*/ 166704 w 225758"/>
                <a:gd name="connsiteY10" fmla="*/ 244792 h 279082"/>
                <a:gd name="connsiteX11" fmla="*/ 165751 w 225758"/>
                <a:gd name="connsiteY11" fmla="*/ 244792 h 279082"/>
                <a:gd name="connsiteX12" fmla="*/ 87646 w 225758"/>
                <a:gd name="connsiteY12" fmla="*/ 279083 h 279082"/>
                <a:gd name="connsiteX13" fmla="*/ 17 w 225758"/>
                <a:gd name="connsiteY13" fmla="*/ 194310 h 279082"/>
                <a:gd name="connsiteX14" fmla="*/ 114317 w 225758"/>
                <a:gd name="connsiteY14" fmla="*/ 107633 h 279082"/>
                <a:gd name="connsiteX15" fmla="*/ 103839 w 225758"/>
                <a:gd name="connsiteY15" fmla="*/ 232410 h 279082"/>
                <a:gd name="connsiteX16" fmla="*/ 164799 w 225758"/>
                <a:gd name="connsiteY16" fmla="*/ 200025 h 279082"/>
                <a:gd name="connsiteX17" fmla="*/ 164799 w 225758"/>
                <a:gd name="connsiteY17" fmla="*/ 153352 h 279082"/>
                <a:gd name="connsiteX18" fmla="*/ 120984 w 225758"/>
                <a:gd name="connsiteY18" fmla="*/ 148590 h 279082"/>
                <a:gd name="connsiteX19" fmla="*/ 59071 w 225758"/>
                <a:gd name="connsiteY19" fmla="*/ 192405 h 279082"/>
                <a:gd name="connsiteX20" fmla="*/ 103839 w 225758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5758" h="279082">
                  <a:moveTo>
                    <a:pt x="114317" y="107633"/>
                  </a:moveTo>
                  <a:cubicBezTo>
                    <a:pt x="131462" y="107633"/>
                    <a:pt x="147654" y="108585"/>
                    <a:pt x="164799" y="113347"/>
                  </a:cubicBezTo>
                  <a:lnTo>
                    <a:pt x="164799" y="103822"/>
                  </a:lnTo>
                  <a:cubicBezTo>
                    <a:pt x="164799" y="69532"/>
                    <a:pt x="144796" y="52388"/>
                    <a:pt x="105744" y="52388"/>
                  </a:cubicBezTo>
                  <a:cubicBezTo>
                    <a:pt x="83837" y="52388"/>
                    <a:pt x="60024" y="57150"/>
                    <a:pt x="38117" y="67627"/>
                  </a:cubicBezTo>
                  <a:lnTo>
                    <a:pt x="24781" y="15240"/>
                  </a:lnTo>
                  <a:cubicBezTo>
                    <a:pt x="49546" y="5715"/>
                    <a:pt x="81931" y="0"/>
                    <a:pt x="112412" y="0"/>
                  </a:cubicBezTo>
                  <a:cubicBezTo>
                    <a:pt x="187659" y="0"/>
                    <a:pt x="225759" y="35242"/>
                    <a:pt x="225759" y="102870"/>
                  </a:cubicBezTo>
                  <a:lnTo>
                    <a:pt x="225759" y="273367"/>
                  </a:lnTo>
                  <a:lnTo>
                    <a:pt x="166704" y="273367"/>
                  </a:lnTo>
                  <a:lnTo>
                    <a:pt x="166704" y="244792"/>
                  </a:lnTo>
                  <a:lnTo>
                    <a:pt x="165751" y="244792"/>
                  </a:lnTo>
                  <a:cubicBezTo>
                    <a:pt x="142892" y="268605"/>
                    <a:pt x="119079" y="279083"/>
                    <a:pt x="87646" y="279083"/>
                  </a:cubicBezTo>
                  <a:cubicBezTo>
                    <a:pt x="34306" y="279083"/>
                    <a:pt x="17" y="245745"/>
                    <a:pt x="17" y="194310"/>
                  </a:cubicBezTo>
                  <a:cubicBezTo>
                    <a:pt x="-936" y="138113"/>
                    <a:pt x="39069" y="107633"/>
                    <a:pt x="114317" y="107633"/>
                  </a:cubicBezTo>
                  <a:close/>
                  <a:moveTo>
                    <a:pt x="103839" y="232410"/>
                  </a:moveTo>
                  <a:cubicBezTo>
                    <a:pt x="126699" y="232410"/>
                    <a:pt x="147654" y="220980"/>
                    <a:pt x="164799" y="200025"/>
                  </a:cubicBezTo>
                  <a:lnTo>
                    <a:pt x="164799" y="153352"/>
                  </a:lnTo>
                  <a:cubicBezTo>
                    <a:pt x="150512" y="149542"/>
                    <a:pt x="135271" y="148590"/>
                    <a:pt x="120984" y="148590"/>
                  </a:cubicBezTo>
                  <a:cubicBezTo>
                    <a:pt x="81931" y="148590"/>
                    <a:pt x="59071" y="164783"/>
                    <a:pt x="59071" y="192405"/>
                  </a:cubicBezTo>
                  <a:cubicBezTo>
                    <a:pt x="59071" y="217170"/>
                    <a:pt x="76217" y="232410"/>
                    <a:pt x="103839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9" name="Freihandform: Form 208">
              <a:extLst>
                <a:ext uri="{FF2B5EF4-FFF2-40B4-BE49-F238E27FC236}">
                  <a16:creationId xmlns:a16="http://schemas.microsoft.com/office/drawing/2014/main" id="{722DEE24-7892-4493-8701-609CCE42CEA0}"/>
                </a:ext>
              </a:extLst>
            </p:cNvPr>
            <p:cNvSpPr/>
            <p:nvPr/>
          </p:nvSpPr>
          <p:spPr>
            <a:xfrm>
              <a:off x="8590597" y="3101339"/>
              <a:ext cx="234314" cy="389572"/>
            </a:xfrm>
            <a:custGeom>
              <a:avLst/>
              <a:gdLst>
                <a:gd name="connsiteX0" fmla="*/ 0 w 234314"/>
                <a:gd name="connsiteY0" fmla="*/ 15240 h 389572"/>
                <a:gd name="connsiteX1" fmla="*/ 61913 w 234314"/>
                <a:gd name="connsiteY1" fmla="*/ 0 h 389572"/>
                <a:gd name="connsiteX2" fmla="*/ 61913 w 234314"/>
                <a:gd name="connsiteY2" fmla="*/ 234315 h 389572"/>
                <a:gd name="connsiteX3" fmla="*/ 62865 w 234314"/>
                <a:gd name="connsiteY3" fmla="*/ 234315 h 389572"/>
                <a:gd name="connsiteX4" fmla="*/ 150495 w 234314"/>
                <a:gd name="connsiteY4" fmla="*/ 122873 h 389572"/>
                <a:gd name="connsiteX5" fmla="*/ 224790 w 234314"/>
                <a:gd name="connsiteY5" fmla="*/ 122873 h 389572"/>
                <a:gd name="connsiteX6" fmla="*/ 137160 w 234314"/>
                <a:gd name="connsiteY6" fmla="*/ 227648 h 389572"/>
                <a:gd name="connsiteX7" fmla="*/ 234315 w 234314"/>
                <a:gd name="connsiteY7" fmla="*/ 389573 h 389572"/>
                <a:gd name="connsiteX8" fmla="*/ 160020 w 234314"/>
                <a:gd name="connsiteY8" fmla="*/ 389573 h 389572"/>
                <a:gd name="connsiteX9" fmla="*/ 93345 w 234314"/>
                <a:gd name="connsiteY9" fmla="*/ 274320 h 389572"/>
                <a:gd name="connsiteX10" fmla="*/ 62865 w 234314"/>
                <a:gd name="connsiteY10" fmla="*/ 308610 h 389572"/>
                <a:gd name="connsiteX11" fmla="*/ 62865 w 234314"/>
                <a:gd name="connsiteY11" fmla="*/ 389573 h 389572"/>
                <a:gd name="connsiteX12" fmla="*/ 952 w 234314"/>
                <a:gd name="connsiteY12" fmla="*/ 389573 h 389572"/>
                <a:gd name="connsiteX13" fmla="*/ 952 w 234314"/>
                <a:gd name="connsiteY13" fmla="*/ 1524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4314" h="389572">
                  <a:moveTo>
                    <a:pt x="0" y="15240"/>
                  </a:moveTo>
                  <a:lnTo>
                    <a:pt x="61913" y="0"/>
                  </a:lnTo>
                  <a:lnTo>
                    <a:pt x="61913" y="234315"/>
                  </a:lnTo>
                  <a:lnTo>
                    <a:pt x="62865" y="234315"/>
                  </a:lnTo>
                  <a:lnTo>
                    <a:pt x="150495" y="122873"/>
                  </a:lnTo>
                  <a:lnTo>
                    <a:pt x="224790" y="122873"/>
                  </a:lnTo>
                  <a:lnTo>
                    <a:pt x="137160" y="227648"/>
                  </a:lnTo>
                  <a:lnTo>
                    <a:pt x="234315" y="389573"/>
                  </a:lnTo>
                  <a:lnTo>
                    <a:pt x="160020" y="389573"/>
                  </a:lnTo>
                  <a:lnTo>
                    <a:pt x="93345" y="274320"/>
                  </a:lnTo>
                  <a:lnTo>
                    <a:pt x="62865" y="308610"/>
                  </a:lnTo>
                  <a:lnTo>
                    <a:pt x="62865" y="389573"/>
                  </a:lnTo>
                  <a:lnTo>
                    <a:pt x="952" y="389573"/>
                  </a:lnTo>
                  <a:lnTo>
                    <a:pt x="952" y="1524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0" name="Freihandform: Form 209">
              <a:extLst>
                <a:ext uri="{FF2B5EF4-FFF2-40B4-BE49-F238E27FC236}">
                  <a16:creationId xmlns:a16="http://schemas.microsoft.com/office/drawing/2014/main" id="{3D93E693-26D8-4770-BECA-F0D3FF0C4A87}"/>
                </a:ext>
              </a:extLst>
            </p:cNvPr>
            <p:cNvSpPr/>
            <p:nvPr/>
          </p:nvSpPr>
          <p:spPr>
            <a:xfrm>
              <a:off x="8870631" y="3224212"/>
              <a:ext cx="229552" cy="273367"/>
            </a:xfrm>
            <a:custGeom>
              <a:avLst/>
              <a:gdLst>
                <a:gd name="connsiteX0" fmla="*/ 62865 w 229552"/>
                <a:gd name="connsiteY0" fmla="*/ 160020 h 273367"/>
                <a:gd name="connsiteX1" fmla="*/ 116205 w 229552"/>
                <a:gd name="connsiteY1" fmla="*/ 216217 h 273367"/>
                <a:gd name="connsiteX2" fmla="*/ 167640 w 229552"/>
                <a:gd name="connsiteY2" fmla="*/ 160020 h 273367"/>
                <a:gd name="connsiteX3" fmla="*/ 167640 w 229552"/>
                <a:gd name="connsiteY3" fmla="*/ 0 h 273367"/>
                <a:gd name="connsiteX4" fmla="*/ 229553 w 229552"/>
                <a:gd name="connsiteY4" fmla="*/ 0 h 273367"/>
                <a:gd name="connsiteX5" fmla="*/ 229553 w 229552"/>
                <a:gd name="connsiteY5" fmla="*/ 161925 h 273367"/>
                <a:gd name="connsiteX6" fmla="*/ 117157 w 229552"/>
                <a:gd name="connsiteY6" fmla="*/ 273367 h 273367"/>
                <a:gd name="connsiteX7" fmla="*/ 0 w 229552"/>
                <a:gd name="connsiteY7" fmla="*/ 162878 h 273367"/>
                <a:gd name="connsiteX8" fmla="*/ 0 w 229552"/>
                <a:gd name="connsiteY8" fmla="*/ 952 h 273367"/>
                <a:gd name="connsiteX9" fmla="*/ 61913 w 229552"/>
                <a:gd name="connsiteY9" fmla="*/ 952 h 273367"/>
                <a:gd name="connsiteX10" fmla="*/ 61913 w 229552"/>
                <a:gd name="connsiteY10" fmla="*/ 160020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9552" h="273367">
                  <a:moveTo>
                    <a:pt x="62865" y="160020"/>
                  </a:moveTo>
                  <a:cubicBezTo>
                    <a:pt x="62865" y="196215"/>
                    <a:pt x="80963" y="216217"/>
                    <a:pt x="116205" y="216217"/>
                  </a:cubicBezTo>
                  <a:cubicBezTo>
                    <a:pt x="150495" y="216217"/>
                    <a:pt x="167640" y="197167"/>
                    <a:pt x="167640" y="160020"/>
                  </a:cubicBezTo>
                  <a:lnTo>
                    <a:pt x="167640" y="0"/>
                  </a:lnTo>
                  <a:lnTo>
                    <a:pt x="229553" y="0"/>
                  </a:lnTo>
                  <a:lnTo>
                    <a:pt x="229553" y="161925"/>
                  </a:lnTo>
                  <a:cubicBezTo>
                    <a:pt x="229553" y="232410"/>
                    <a:pt x="190500" y="273367"/>
                    <a:pt x="117157" y="273367"/>
                  </a:cubicBezTo>
                  <a:cubicBezTo>
                    <a:pt x="44768" y="273367"/>
                    <a:pt x="0" y="232410"/>
                    <a:pt x="0" y="162878"/>
                  </a:cubicBezTo>
                  <a:lnTo>
                    <a:pt x="0" y="952"/>
                  </a:lnTo>
                  <a:lnTo>
                    <a:pt x="61913" y="952"/>
                  </a:lnTo>
                  <a:lnTo>
                    <a:pt x="61913" y="1600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1" name="Freihandform: Form 210">
              <a:extLst>
                <a:ext uri="{FF2B5EF4-FFF2-40B4-BE49-F238E27FC236}">
                  <a16:creationId xmlns:a16="http://schemas.microsoft.com/office/drawing/2014/main" id="{A2C34963-C2BA-4B9E-837E-0092D92ABBE4}"/>
                </a:ext>
              </a:extLst>
            </p:cNvPr>
            <p:cNvSpPr/>
            <p:nvPr/>
          </p:nvSpPr>
          <p:spPr>
            <a:xfrm>
              <a:off x="9180194" y="3100387"/>
              <a:ext cx="61912" cy="389572"/>
            </a:xfrm>
            <a:custGeom>
              <a:avLst/>
              <a:gdLst>
                <a:gd name="connsiteX0" fmla="*/ 61913 w 61912"/>
                <a:gd name="connsiteY0" fmla="*/ 389572 h 389572"/>
                <a:gd name="connsiteX1" fmla="*/ 0 w 61912"/>
                <a:gd name="connsiteY1" fmla="*/ 389572 h 389572"/>
                <a:gd name="connsiteX2" fmla="*/ 0 w 61912"/>
                <a:gd name="connsiteY2" fmla="*/ 14288 h 389572"/>
                <a:gd name="connsiteX3" fmla="*/ 61913 w 61912"/>
                <a:gd name="connsiteY3" fmla="*/ 0 h 389572"/>
                <a:gd name="connsiteX4" fmla="*/ 61913 w 61912"/>
                <a:gd name="connsiteY4" fmla="*/ 389572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912" h="389572">
                  <a:moveTo>
                    <a:pt x="61913" y="389572"/>
                  </a:moveTo>
                  <a:lnTo>
                    <a:pt x="0" y="389572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957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2" name="Freihandform: Form 211">
              <a:extLst>
                <a:ext uri="{FF2B5EF4-FFF2-40B4-BE49-F238E27FC236}">
                  <a16:creationId xmlns:a16="http://schemas.microsoft.com/office/drawing/2014/main" id="{7750F881-A269-49B0-81B9-8BEB26E0D0A4}"/>
                </a:ext>
              </a:extLst>
            </p:cNvPr>
            <p:cNvSpPr/>
            <p:nvPr/>
          </p:nvSpPr>
          <p:spPr>
            <a:xfrm>
              <a:off x="9297351" y="3138487"/>
              <a:ext cx="165735" cy="358140"/>
            </a:xfrm>
            <a:custGeom>
              <a:avLst/>
              <a:gdLst>
                <a:gd name="connsiteX0" fmla="*/ 165735 w 165735"/>
                <a:gd name="connsiteY0" fmla="*/ 295275 h 358140"/>
                <a:gd name="connsiteX1" fmla="*/ 165735 w 165735"/>
                <a:gd name="connsiteY1" fmla="*/ 348615 h 358140"/>
                <a:gd name="connsiteX2" fmla="*/ 113348 w 165735"/>
                <a:gd name="connsiteY2" fmla="*/ 358140 h 358140"/>
                <a:gd name="connsiteX3" fmla="*/ 40958 w 165735"/>
                <a:gd name="connsiteY3" fmla="*/ 282892 h 358140"/>
                <a:gd name="connsiteX4" fmla="*/ 40958 w 165735"/>
                <a:gd name="connsiteY4" fmla="*/ 137160 h 358140"/>
                <a:gd name="connsiteX5" fmla="*/ 0 w 165735"/>
                <a:gd name="connsiteY5" fmla="*/ 137160 h 358140"/>
                <a:gd name="connsiteX6" fmla="*/ 0 w 165735"/>
                <a:gd name="connsiteY6" fmla="*/ 85725 h 358140"/>
                <a:gd name="connsiteX7" fmla="*/ 40005 w 165735"/>
                <a:gd name="connsiteY7" fmla="*/ 85725 h 358140"/>
                <a:gd name="connsiteX8" fmla="*/ 40005 w 165735"/>
                <a:gd name="connsiteY8" fmla="*/ 13335 h 358140"/>
                <a:gd name="connsiteX9" fmla="*/ 101918 w 165735"/>
                <a:gd name="connsiteY9" fmla="*/ 0 h 358140"/>
                <a:gd name="connsiteX10" fmla="*/ 101918 w 165735"/>
                <a:gd name="connsiteY10" fmla="*/ 86677 h 358140"/>
                <a:gd name="connsiteX11" fmla="*/ 165735 w 165735"/>
                <a:gd name="connsiteY11" fmla="*/ 86677 h 358140"/>
                <a:gd name="connsiteX12" fmla="*/ 165735 w 165735"/>
                <a:gd name="connsiteY12" fmla="*/ 138113 h 358140"/>
                <a:gd name="connsiteX13" fmla="*/ 101918 w 165735"/>
                <a:gd name="connsiteY13" fmla="*/ 138113 h 358140"/>
                <a:gd name="connsiteX14" fmla="*/ 101918 w 165735"/>
                <a:gd name="connsiteY14" fmla="*/ 269558 h 358140"/>
                <a:gd name="connsiteX15" fmla="*/ 130493 w 165735"/>
                <a:gd name="connsiteY15" fmla="*/ 304800 h 358140"/>
                <a:gd name="connsiteX16" fmla="*/ 165735 w 165735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5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8" y="358140"/>
                  </a:cubicBezTo>
                  <a:cubicBezTo>
                    <a:pt x="66675" y="358140"/>
                    <a:pt x="40958" y="331470"/>
                    <a:pt x="40958" y="282892"/>
                  </a:cubicBezTo>
                  <a:lnTo>
                    <a:pt x="40958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2"/>
                    <a:pt x="110490" y="304800"/>
                    <a:pt x="130493" y="304800"/>
                  </a:cubicBezTo>
                  <a:cubicBezTo>
                    <a:pt x="141923" y="303847"/>
                    <a:pt x="155258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3" name="Freihandform: Form 212">
              <a:extLst>
                <a:ext uri="{FF2B5EF4-FFF2-40B4-BE49-F238E27FC236}">
                  <a16:creationId xmlns:a16="http://schemas.microsoft.com/office/drawing/2014/main" id="{79C228C4-1ACD-43EA-AFEB-3E65945F1EA5}"/>
                </a:ext>
              </a:extLst>
            </p:cNvPr>
            <p:cNvSpPr/>
            <p:nvPr/>
          </p:nvSpPr>
          <p:spPr>
            <a:xfrm>
              <a:off x="9511664" y="3109912"/>
              <a:ext cx="225742" cy="386715"/>
            </a:xfrm>
            <a:custGeom>
              <a:avLst/>
              <a:gdLst>
                <a:gd name="connsiteX0" fmla="*/ 114300 w 225742"/>
                <a:gd name="connsiteY0" fmla="*/ 215265 h 386715"/>
                <a:gd name="connsiteX1" fmla="*/ 164783 w 225742"/>
                <a:gd name="connsiteY1" fmla="*/ 220980 h 386715"/>
                <a:gd name="connsiteX2" fmla="*/ 164783 w 225742"/>
                <a:gd name="connsiteY2" fmla="*/ 211455 h 386715"/>
                <a:gd name="connsiteX3" fmla="*/ 105728 w 225742"/>
                <a:gd name="connsiteY3" fmla="*/ 160020 h 386715"/>
                <a:gd name="connsiteX4" fmla="*/ 38100 w 225742"/>
                <a:gd name="connsiteY4" fmla="*/ 175260 h 386715"/>
                <a:gd name="connsiteX5" fmla="*/ 24765 w 225742"/>
                <a:gd name="connsiteY5" fmla="*/ 122873 h 386715"/>
                <a:gd name="connsiteX6" fmla="*/ 112395 w 225742"/>
                <a:gd name="connsiteY6" fmla="*/ 107633 h 386715"/>
                <a:gd name="connsiteX7" fmla="*/ 225743 w 225742"/>
                <a:gd name="connsiteY7" fmla="*/ 210503 h 386715"/>
                <a:gd name="connsiteX8" fmla="*/ 225743 w 225742"/>
                <a:gd name="connsiteY8" fmla="*/ 381000 h 386715"/>
                <a:gd name="connsiteX9" fmla="*/ 166688 w 225742"/>
                <a:gd name="connsiteY9" fmla="*/ 381000 h 386715"/>
                <a:gd name="connsiteX10" fmla="*/ 166688 w 225742"/>
                <a:gd name="connsiteY10" fmla="*/ 352425 h 386715"/>
                <a:gd name="connsiteX11" fmla="*/ 165735 w 225742"/>
                <a:gd name="connsiteY11" fmla="*/ 352425 h 386715"/>
                <a:gd name="connsiteX12" fmla="*/ 87630 w 225742"/>
                <a:gd name="connsiteY12" fmla="*/ 386715 h 386715"/>
                <a:gd name="connsiteX13" fmla="*/ 0 w 225742"/>
                <a:gd name="connsiteY13" fmla="*/ 301942 h 386715"/>
                <a:gd name="connsiteX14" fmla="*/ 114300 w 225742"/>
                <a:gd name="connsiteY14" fmla="*/ 215265 h 386715"/>
                <a:gd name="connsiteX15" fmla="*/ 63818 w 225742"/>
                <a:gd name="connsiteY15" fmla="*/ 72390 h 386715"/>
                <a:gd name="connsiteX16" fmla="*/ 26670 w 225742"/>
                <a:gd name="connsiteY16" fmla="*/ 36195 h 386715"/>
                <a:gd name="connsiteX17" fmla="*/ 63818 w 225742"/>
                <a:gd name="connsiteY17" fmla="*/ 0 h 386715"/>
                <a:gd name="connsiteX18" fmla="*/ 100965 w 225742"/>
                <a:gd name="connsiteY18" fmla="*/ 36195 h 386715"/>
                <a:gd name="connsiteX19" fmla="*/ 63818 w 225742"/>
                <a:gd name="connsiteY19" fmla="*/ 72390 h 386715"/>
                <a:gd name="connsiteX20" fmla="*/ 103823 w 225742"/>
                <a:gd name="connsiteY20" fmla="*/ 340042 h 386715"/>
                <a:gd name="connsiteX21" fmla="*/ 164783 w 225742"/>
                <a:gd name="connsiteY21" fmla="*/ 307658 h 386715"/>
                <a:gd name="connsiteX22" fmla="*/ 164783 w 225742"/>
                <a:gd name="connsiteY22" fmla="*/ 260985 h 386715"/>
                <a:gd name="connsiteX23" fmla="*/ 120968 w 225742"/>
                <a:gd name="connsiteY23" fmla="*/ 256222 h 386715"/>
                <a:gd name="connsiteX24" fmla="*/ 59055 w 225742"/>
                <a:gd name="connsiteY24" fmla="*/ 300038 h 386715"/>
                <a:gd name="connsiteX25" fmla="*/ 103823 w 225742"/>
                <a:gd name="connsiteY25" fmla="*/ 340042 h 386715"/>
                <a:gd name="connsiteX26" fmla="*/ 172403 w 225742"/>
                <a:gd name="connsiteY26" fmla="*/ 72390 h 386715"/>
                <a:gd name="connsiteX27" fmla="*/ 135255 w 225742"/>
                <a:gd name="connsiteY27" fmla="*/ 36195 h 386715"/>
                <a:gd name="connsiteX28" fmla="*/ 172403 w 225742"/>
                <a:gd name="connsiteY28" fmla="*/ 0 h 386715"/>
                <a:gd name="connsiteX29" fmla="*/ 209550 w 225742"/>
                <a:gd name="connsiteY29" fmla="*/ 36195 h 386715"/>
                <a:gd name="connsiteX30" fmla="*/ 172403 w 225742"/>
                <a:gd name="connsiteY30" fmla="*/ 72390 h 38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25742" h="386715">
                  <a:moveTo>
                    <a:pt x="114300" y="215265"/>
                  </a:moveTo>
                  <a:cubicBezTo>
                    <a:pt x="131445" y="215265"/>
                    <a:pt x="147638" y="216217"/>
                    <a:pt x="164783" y="220980"/>
                  </a:cubicBezTo>
                  <a:lnTo>
                    <a:pt x="164783" y="211455"/>
                  </a:lnTo>
                  <a:cubicBezTo>
                    <a:pt x="164783" y="177165"/>
                    <a:pt x="144780" y="160020"/>
                    <a:pt x="105728" y="160020"/>
                  </a:cubicBezTo>
                  <a:cubicBezTo>
                    <a:pt x="83820" y="160020"/>
                    <a:pt x="60008" y="164783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3"/>
                    <a:pt x="112395" y="107633"/>
                  </a:cubicBezTo>
                  <a:cubicBezTo>
                    <a:pt x="187643" y="107633"/>
                    <a:pt x="225743" y="142875"/>
                    <a:pt x="225743" y="210503"/>
                  </a:cubicBezTo>
                  <a:lnTo>
                    <a:pt x="225743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8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8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8" y="72390"/>
                  </a:cubicBezTo>
                  <a:close/>
                  <a:moveTo>
                    <a:pt x="103823" y="340042"/>
                  </a:moveTo>
                  <a:cubicBezTo>
                    <a:pt x="126683" y="340042"/>
                    <a:pt x="147638" y="328613"/>
                    <a:pt x="164783" y="307658"/>
                  </a:cubicBezTo>
                  <a:lnTo>
                    <a:pt x="164783" y="260985"/>
                  </a:lnTo>
                  <a:cubicBezTo>
                    <a:pt x="150495" y="257175"/>
                    <a:pt x="135255" y="256222"/>
                    <a:pt x="120968" y="256222"/>
                  </a:cubicBezTo>
                  <a:cubicBezTo>
                    <a:pt x="81915" y="256222"/>
                    <a:pt x="59055" y="272415"/>
                    <a:pt x="59055" y="300038"/>
                  </a:cubicBezTo>
                  <a:cubicBezTo>
                    <a:pt x="59055" y="324803"/>
                    <a:pt x="76200" y="340042"/>
                    <a:pt x="103823" y="340042"/>
                  </a:cubicBezTo>
                  <a:close/>
                  <a:moveTo>
                    <a:pt x="172403" y="72390"/>
                  </a:moveTo>
                  <a:cubicBezTo>
                    <a:pt x="152400" y="72390"/>
                    <a:pt x="135255" y="55245"/>
                    <a:pt x="135255" y="36195"/>
                  </a:cubicBezTo>
                  <a:cubicBezTo>
                    <a:pt x="135255" y="17145"/>
                    <a:pt x="152400" y="0"/>
                    <a:pt x="172403" y="0"/>
                  </a:cubicBezTo>
                  <a:cubicBezTo>
                    <a:pt x="192405" y="0"/>
                    <a:pt x="209550" y="17145"/>
                    <a:pt x="209550" y="36195"/>
                  </a:cubicBezTo>
                  <a:cubicBezTo>
                    <a:pt x="209550" y="56198"/>
                    <a:pt x="192405" y="72390"/>
                    <a:pt x="172403" y="723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4" name="Freihandform: Form 213">
              <a:extLst>
                <a:ext uri="{FF2B5EF4-FFF2-40B4-BE49-F238E27FC236}">
                  <a16:creationId xmlns:a16="http://schemas.microsoft.com/office/drawing/2014/main" id="{82E970C3-AE5B-41B5-ABD0-8EA1D1EA3FEE}"/>
                </a:ext>
              </a:extLst>
            </p:cNvPr>
            <p:cNvSpPr/>
            <p:nvPr/>
          </p:nvSpPr>
          <p:spPr>
            <a:xfrm>
              <a:off x="9785984" y="3138487"/>
              <a:ext cx="165734" cy="358140"/>
            </a:xfrm>
            <a:custGeom>
              <a:avLst/>
              <a:gdLst>
                <a:gd name="connsiteX0" fmla="*/ 165735 w 165734"/>
                <a:gd name="connsiteY0" fmla="*/ 295275 h 358140"/>
                <a:gd name="connsiteX1" fmla="*/ 165735 w 165734"/>
                <a:gd name="connsiteY1" fmla="*/ 348615 h 358140"/>
                <a:gd name="connsiteX2" fmla="*/ 113347 w 165734"/>
                <a:gd name="connsiteY2" fmla="*/ 358140 h 358140"/>
                <a:gd name="connsiteX3" fmla="*/ 40957 w 165734"/>
                <a:gd name="connsiteY3" fmla="*/ 282892 h 358140"/>
                <a:gd name="connsiteX4" fmla="*/ 40957 w 165734"/>
                <a:gd name="connsiteY4" fmla="*/ 137160 h 358140"/>
                <a:gd name="connsiteX5" fmla="*/ 0 w 165734"/>
                <a:gd name="connsiteY5" fmla="*/ 137160 h 358140"/>
                <a:gd name="connsiteX6" fmla="*/ 0 w 165734"/>
                <a:gd name="connsiteY6" fmla="*/ 85725 h 358140"/>
                <a:gd name="connsiteX7" fmla="*/ 40005 w 165734"/>
                <a:gd name="connsiteY7" fmla="*/ 85725 h 358140"/>
                <a:gd name="connsiteX8" fmla="*/ 40005 w 165734"/>
                <a:gd name="connsiteY8" fmla="*/ 13335 h 358140"/>
                <a:gd name="connsiteX9" fmla="*/ 101917 w 165734"/>
                <a:gd name="connsiteY9" fmla="*/ 0 h 358140"/>
                <a:gd name="connsiteX10" fmla="*/ 101917 w 165734"/>
                <a:gd name="connsiteY10" fmla="*/ 86677 h 358140"/>
                <a:gd name="connsiteX11" fmla="*/ 165735 w 165734"/>
                <a:gd name="connsiteY11" fmla="*/ 86677 h 358140"/>
                <a:gd name="connsiteX12" fmla="*/ 165735 w 165734"/>
                <a:gd name="connsiteY12" fmla="*/ 138113 h 358140"/>
                <a:gd name="connsiteX13" fmla="*/ 101917 w 165734"/>
                <a:gd name="connsiteY13" fmla="*/ 138113 h 358140"/>
                <a:gd name="connsiteX14" fmla="*/ 101917 w 165734"/>
                <a:gd name="connsiteY14" fmla="*/ 269558 h 358140"/>
                <a:gd name="connsiteX15" fmla="*/ 130492 w 165734"/>
                <a:gd name="connsiteY15" fmla="*/ 304800 h 358140"/>
                <a:gd name="connsiteX16" fmla="*/ 165735 w 165734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7" y="0"/>
                  </a:lnTo>
                  <a:lnTo>
                    <a:pt x="101917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7" y="138113"/>
                  </a:lnTo>
                  <a:lnTo>
                    <a:pt x="101917" y="269558"/>
                  </a:lnTo>
                  <a:cubicBezTo>
                    <a:pt x="101917" y="294322"/>
                    <a:pt x="110490" y="304800"/>
                    <a:pt x="130492" y="304800"/>
                  </a:cubicBezTo>
                  <a:cubicBezTo>
                    <a:pt x="142875" y="303847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23425794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A3999-6CC1-4F40-8A18-89F7EC22D84A}" type="datetime4">
              <a:rPr lang="de-DE" smtClean="0"/>
              <a:t>8.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0" name="Textplatzhalter 6">
            <a:extLst>
              <a:ext uri="{FF2B5EF4-FFF2-40B4-BE49-F238E27FC236}">
                <a16:creationId xmlns:a16="http://schemas.microsoft.com/office/drawing/2014/main" id="{BF8056C4-F1A1-4860-B863-70A38CCE20D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48060" y="2354711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A4B92765-C038-4DB7-B6CF-33827BB8741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8318" y="2354711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02 </a:t>
            </a:r>
          </a:p>
        </p:txBody>
      </p:sp>
      <p:sp>
        <p:nvSpPr>
          <p:cNvPr id="12" name="Textplatzhalter 6">
            <a:extLst>
              <a:ext uri="{FF2B5EF4-FFF2-40B4-BE49-F238E27FC236}">
                <a16:creationId xmlns:a16="http://schemas.microsoft.com/office/drawing/2014/main" id="{B48DD939-0764-4598-B8A8-5EF7FD589AF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48060" y="452537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13" name="Textplatzhalter 6">
            <a:extLst>
              <a:ext uri="{FF2B5EF4-FFF2-40B4-BE49-F238E27FC236}">
                <a16:creationId xmlns:a16="http://schemas.microsoft.com/office/drawing/2014/main" id="{0169AC75-2D8F-414A-A2F5-470DEC8B533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8318" y="452537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05 </a:t>
            </a:r>
          </a:p>
        </p:txBody>
      </p:sp>
      <p:sp>
        <p:nvSpPr>
          <p:cNvPr id="17" name="Textplatzhalter 6">
            <a:extLst>
              <a:ext uri="{FF2B5EF4-FFF2-40B4-BE49-F238E27FC236}">
                <a16:creationId xmlns:a16="http://schemas.microsoft.com/office/drawing/2014/main" id="{78F9E3F2-C660-4ABB-83AF-3F5B3E2F770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48060" y="307826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18" name="Textplatzhalter 6">
            <a:extLst>
              <a:ext uri="{FF2B5EF4-FFF2-40B4-BE49-F238E27FC236}">
                <a16:creationId xmlns:a16="http://schemas.microsoft.com/office/drawing/2014/main" id="{CAB2683D-D5E7-45B9-9133-F4CFD483FA9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8318" y="307826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03 </a:t>
            </a:r>
          </a:p>
        </p:txBody>
      </p:sp>
      <p:sp>
        <p:nvSpPr>
          <p:cNvPr id="20" name="Textplatzhalter 6">
            <a:extLst>
              <a:ext uri="{FF2B5EF4-FFF2-40B4-BE49-F238E27FC236}">
                <a16:creationId xmlns:a16="http://schemas.microsoft.com/office/drawing/2014/main" id="{952E3AD3-9675-4713-A437-FEFA1B54002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48060" y="3801821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21" name="Textplatzhalter 6">
            <a:extLst>
              <a:ext uri="{FF2B5EF4-FFF2-40B4-BE49-F238E27FC236}">
                <a16:creationId xmlns:a16="http://schemas.microsoft.com/office/drawing/2014/main" id="{1852432A-5FDF-42C2-BC07-F1752012B84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8318" y="3801821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04 </a:t>
            </a:r>
          </a:p>
        </p:txBody>
      </p:sp>
      <p:sp>
        <p:nvSpPr>
          <p:cNvPr id="24" name="Textplatzhalter 6">
            <a:extLst>
              <a:ext uri="{FF2B5EF4-FFF2-40B4-BE49-F238E27FC236}">
                <a16:creationId xmlns:a16="http://schemas.microsoft.com/office/drawing/2014/main" id="{B2468A8B-4816-458C-AEB6-53AB9CF88AF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48060" y="5248930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25" name="Textplatzhalter 6">
            <a:extLst>
              <a:ext uri="{FF2B5EF4-FFF2-40B4-BE49-F238E27FC236}">
                <a16:creationId xmlns:a16="http://schemas.microsoft.com/office/drawing/2014/main" id="{F92C0AC2-BCD1-47F5-99DB-35823E79AB9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18318" y="5248930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06 </a:t>
            </a:r>
          </a:p>
        </p:txBody>
      </p:sp>
      <p:sp>
        <p:nvSpPr>
          <p:cNvPr id="26" name="Textplatzhalter 6">
            <a:extLst>
              <a:ext uri="{FF2B5EF4-FFF2-40B4-BE49-F238E27FC236}">
                <a16:creationId xmlns:a16="http://schemas.microsoft.com/office/drawing/2014/main" id="{6E5C8951-ED83-4B8D-A041-11DC6291DD8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636190" y="1632184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27" name="Textplatzhalter 6">
            <a:extLst>
              <a:ext uri="{FF2B5EF4-FFF2-40B4-BE49-F238E27FC236}">
                <a16:creationId xmlns:a16="http://schemas.microsoft.com/office/drawing/2014/main" id="{7D6B79FA-8C76-4CA9-AF55-F7541503ECB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06332" y="1632184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07 </a:t>
            </a:r>
          </a:p>
        </p:txBody>
      </p:sp>
      <p:sp>
        <p:nvSpPr>
          <p:cNvPr id="28" name="Textplatzhalter 6">
            <a:extLst>
              <a:ext uri="{FF2B5EF4-FFF2-40B4-BE49-F238E27FC236}">
                <a16:creationId xmlns:a16="http://schemas.microsoft.com/office/drawing/2014/main" id="{89249A36-CB58-4007-8E81-30FA75194BA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636190" y="2355533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29" name="Textplatzhalter 6">
            <a:extLst>
              <a:ext uri="{FF2B5EF4-FFF2-40B4-BE49-F238E27FC236}">
                <a16:creationId xmlns:a16="http://schemas.microsoft.com/office/drawing/2014/main" id="{953A9A61-99D0-44B5-89EB-1D1035F914B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06332" y="2355533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08 </a:t>
            </a:r>
          </a:p>
        </p:txBody>
      </p:sp>
      <p:sp>
        <p:nvSpPr>
          <p:cNvPr id="30" name="Textplatzhalter 6">
            <a:extLst>
              <a:ext uri="{FF2B5EF4-FFF2-40B4-BE49-F238E27FC236}">
                <a16:creationId xmlns:a16="http://schemas.microsoft.com/office/drawing/2014/main" id="{E80B7F99-D2A6-486E-BB92-8192AB563EF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636190" y="4525580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31" name="Textplatzhalter 6">
            <a:extLst>
              <a:ext uri="{FF2B5EF4-FFF2-40B4-BE49-F238E27FC236}">
                <a16:creationId xmlns:a16="http://schemas.microsoft.com/office/drawing/2014/main" id="{C08D70F6-D151-42E1-8F5E-DD5ADD0927D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206332" y="4525580"/>
            <a:ext cx="30784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11 </a:t>
            </a:r>
          </a:p>
        </p:txBody>
      </p:sp>
      <p:sp>
        <p:nvSpPr>
          <p:cNvPr id="32" name="Textplatzhalter 6">
            <a:extLst>
              <a:ext uri="{FF2B5EF4-FFF2-40B4-BE49-F238E27FC236}">
                <a16:creationId xmlns:a16="http://schemas.microsoft.com/office/drawing/2014/main" id="{34991AD2-EBFD-4358-9611-2BE7F693C7F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636190" y="3078882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33" name="Textplatzhalter 6">
            <a:extLst>
              <a:ext uri="{FF2B5EF4-FFF2-40B4-BE49-F238E27FC236}">
                <a16:creationId xmlns:a16="http://schemas.microsoft.com/office/drawing/2014/main" id="{E6132B6E-46AD-4F19-ACEF-FC5E2EBEEE7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206332" y="3078882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09 </a:t>
            </a:r>
          </a:p>
        </p:txBody>
      </p:sp>
      <p:sp>
        <p:nvSpPr>
          <p:cNvPr id="34" name="Textplatzhalter 6">
            <a:extLst>
              <a:ext uri="{FF2B5EF4-FFF2-40B4-BE49-F238E27FC236}">
                <a16:creationId xmlns:a16="http://schemas.microsoft.com/office/drawing/2014/main" id="{5B29B58B-9C14-4145-95A8-C62AC51F1A6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636190" y="3802231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35" name="Textplatzhalter 6">
            <a:extLst>
              <a:ext uri="{FF2B5EF4-FFF2-40B4-BE49-F238E27FC236}">
                <a16:creationId xmlns:a16="http://schemas.microsoft.com/office/drawing/2014/main" id="{5E6DB4F9-1F61-4B1E-8694-CF32F6ABEB8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06332" y="3802231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10 </a:t>
            </a:r>
          </a:p>
        </p:txBody>
      </p:sp>
      <p:sp>
        <p:nvSpPr>
          <p:cNvPr id="36" name="Textplatzhalter 6">
            <a:extLst>
              <a:ext uri="{FF2B5EF4-FFF2-40B4-BE49-F238E27FC236}">
                <a16:creationId xmlns:a16="http://schemas.microsoft.com/office/drawing/2014/main" id="{F139CCA6-FA40-4FAD-991E-8F0D932F40B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636190" y="5248930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37" name="Textplatzhalter 6">
            <a:extLst>
              <a:ext uri="{FF2B5EF4-FFF2-40B4-BE49-F238E27FC236}">
                <a16:creationId xmlns:a16="http://schemas.microsoft.com/office/drawing/2014/main" id="{4ABC58A4-2FF6-4DD6-B7CE-07D57A9854B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206332" y="5248930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12 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B83D1D4D-3108-48AF-9002-E2787CA11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18" y="301185"/>
            <a:ext cx="6844385" cy="332399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8" name="Textplatzhalter 9">
            <a:extLst>
              <a:ext uri="{FF2B5EF4-FFF2-40B4-BE49-F238E27FC236}">
                <a16:creationId xmlns:a16="http://schemas.microsoft.com/office/drawing/2014/main" id="{37A4DE60-6537-42AA-B80E-663634EF66B9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39" name="Textplatzhalter 6">
            <a:extLst>
              <a:ext uri="{FF2B5EF4-FFF2-40B4-BE49-F238E27FC236}">
                <a16:creationId xmlns:a16="http://schemas.microsoft.com/office/drawing/2014/main" id="{D6F3326C-A71E-4096-84A9-CBF2623C8CD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48060" y="163115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40" name="Textplatzhalter 6">
            <a:extLst>
              <a:ext uri="{FF2B5EF4-FFF2-40B4-BE49-F238E27FC236}">
                <a16:creationId xmlns:a16="http://schemas.microsoft.com/office/drawing/2014/main" id="{E6C7796D-6ED1-4B91-AD58-8FB5EA6F6F8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8318" y="163115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01 </a:t>
            </a:r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86D31599-AF4C-4469-80F6-AA369A20BF0B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</p:spTree>
    <p:extLst>
      <p:ext uri="{BB962C8B-B14F-4D97-AF65-F5344CB8AC3E}">
        <p14:creationId xmlns:p14="http://schemas.microsoft.com/office/powerpoint/2010/main" val="3304541644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|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A05E6-8037-FF48-B0F4-76DA8DE0ADFE}" type="datetime4">
              <a:rPr lang="de-DE" smtClean="0"/>
              <a:t>8.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39" name="Bildplatzhalter 8">
            <a:extLst>
              <a:ext uri="{FF2B5EF4-FFF2-40B4-BE49-F238E27FC236}">
                <a16:creationId xmlns:a16="http://schemas.microsoft.com/office/drawing/2014/main" id="{C307E1A8-BB91-4A01-9481-49FD8B5663F9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6206329" y="1631156"/>
            <a:ext cx="5469732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40" name="Textplatzhalter 10">
            <a:extLst>
              <a:ext uri="{FF2B5EF4-FFF2-40B4-BE49-F238E27FC236}">
                <a16:creationId xmlns:a16="http://schemas.microsoft.com/office/drawing/2014/main" id="{7ADEC47A-086D-40D0-ACA4-69135933812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206329" y="5690271"/>
            <a:ext cx="5469732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3" name="Textplatzhalter 6">
            <a:extLst>
              <a:ext uri="{FF2B5EF4-FFF2-40B4-BE49-F238E27FC236}">
                <a16:creationId xmlns:a16="http://schemas.microsoft.com/office/drawing/2014/main" id="{814385D7-3CBE-40E3-B67F-C8C515F3C0E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48060" y="2354711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26" name="Textplatzhalter 6">
            <a:extLst>
              <a:ext uri="{FF2B5EF4-FFF2-40B4-BE49-F238E27FC236}">
                <a16:creationId xmlns:a16="http://schemas.microsoft.com/office/drawing/2014/main" id="{BF0108A6-83E5-4EB1-9FFE-599D1B8CC32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8318" y="2354711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02 </a:t>
            </a:r>
          </a:p>
        </p:txBody>
      </p:sp>
      <p:sp>
        <p:nvSpPr>
          <p:cNvPr id="27" name="Textplatzhalter 6">
            <a:extLst>
              <a:ext uri="{FF2B5EF4-FFF2-40B4-BE49-F238E27FC236}">
                <a16:creationId xmlns:a16="http://schemas.microsoft.com/office/drawing/2014/main" id="{267C2477-3228-475F-AFD7-A441A08AAE5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48060" y="452537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28" name="Textplatzhalter 6">
            <a:extLst>
              <a:ext uri="{FF2B5EF4-FFF2-40B4-BE49-F238E27FC236}">
                <a16:creationId xmlns:a16="http://schemas.microsoft.com/office/drawing/2014/main" id="{372EDABB-0CB3-495E-B38E-EBB187C3F00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8318" y="452537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05 </a:t>
            </a:r>
          </a:p>
        </p:txBody>
      </p:sp>
      <p:sp>
        <p:nvSpPr>
          <p:cNvPr id="29" name="Textplatzhalter 6">
            <a:extLst>
              <a:ext uri="{FF2B5EF4-FFF2-40B4-BE49-F238E27FC236}">
                <a16:creationId xmlns:a16="http://schemas.microsoft.com/office/drawing/2014/main" id="{F8DE391A-D3CD-46A0-9DA6-BE18B632C97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48060" y="307826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30" name="Textplatzhalter 6">
            <a:extLst>
              <a:ext uri="{FF2B5EF4-FFF2-40B4-BE49-F238E27FC236}">
                <a16:creationId xmlns:a16="http://schemas.microsoft.com/office/drawing/2014/main" id="{6D22FFA5-3E37-4F35-A696-49186B6B111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8318" y="307826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03 </a:t>
            </a:r>
          </a:p>
        </p:txBody>
      </p:sp>
      <p:sp>
        <p:nvSpPr>
          <p:cNvPr id="31" name="Textplatzhalter 6">
            <a:extLst>
              <a:ext uri="{FF2B5EF4-FFF2-40B4-BE49-F238E27FC236}">
                <a16:creationId xmlns:a16="http://schemas.microsoft.com/office/drawing/2014/main" id="{BFD50D54-7BD1-4F76-8C9C-C2D77E59243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48060" y="3801821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32" name="Textplatzhalter 6">
            <a:extLst>
              <a:ext uri="{FF2B5EF4-FFF2-40B4-BE49-F238E27FC236}">
                <a16:creationId xmlns:a16="http://schemas.microsoft.com/office/drawing/2014/main" id="{1CB17604-E112-4197-B54C-292891529DF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8318" y="3801821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04 </a:t>
            </a:r>
          </a:p>
        </p:txBody>
      </p:sp>
      <p:sp>
        <p:nvSpPr>
          <p:cNvPr id="33" name="Textplatzhalter 6">
            <a:extLst>
              <a:ext uri="{FF2B5EF4-FFF2-40B4-BE49-F238E27FC236}">
                <a16:creationId xmlns:a16="http://schemas.microsoft.com/office/drawing/2014/main" id="{D30B4D90-1B5E-403E-AD31-C3200403209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48060" y="5248930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34" name="Textplatzhalter 6">
            <a:extLst>
              <a:ext uri="{FF2B5EF4-FFF2-40B4-BE49-F238E27FC236}">
                <a16:creationId xmlns:a16="http://schemas.microsoft.com/office/drawing/2014/main" id="{72B1944A-640B-4200-A785-CFA163F7181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18318" y="5248930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06 </a:t>
            </a:r>
          </a:p>
        </p:txBody>
      </p:sp>
      <p:sp>
        <p:nvSpPr>
          <p:cNvPr id="35" name="Textplatzhalter 6">
            <a:extLst>
              <a:ext uri="{FF2B5EF4-FFF2-40B4-BE49-F238E27FC236}">
                <a16:creationId xmlns:a16="http://schemas.microsoft.com/office/drawing/2014/main" id="{5ECB7BBA-6A53-45DD-882E-1DF6A99780C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48060" y="163115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36" name="Textplatzhalter 6">
            <a:extLst>
              <a:ext uri="{FF2B5EF4-FFF2-40B4-BE49-F238E27FC236}">
                <a16:creationId xmlns:a16="http://schemas.microsoft.com/office/drawing/2014/main" id="{FE56B6C1-047C-44D7-B1DD-8B723581E08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8318" y="163115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01 </a:t>
            </a:r>
          </a:p>
        </p:txBody>
      </p:sp>
      <p:sp>
        <p:nvSpPr>
          <p:cNvPr id="21" name="Bildplatzhalter 6">
            <a:extLst>
              <a:ext uri="{FF2B5EF4-FFF2-40B4-BE49-F238E27FC236}">
                <a16:creationId xmlns:a16="http://schemas.microsoft.com/office/drawing/2014/main" id="{8F4DFED6-EBAA-4D0C-A5C6-CD2902883FB9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65D3C98-AF8F-400F-858D-1D6CD4B95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24" name="Textplatzhalter 9">
            <a:extLst>
              <a:ext uri="{FF2B5EF4-FFF2-40B4-BE49-F238E27FC236}">
                <a16:creationId xmlns:a16="http://schemas.microsoft.com/office/drawing/2014/main" id="{36C1D058-784C-4D36-B8A1-0A562AEA816D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81001247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trenn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E4048C-0B54-437F-B99C-D178004746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318" y="2875002"/>
            <a:ext cx="11157743" cy="1107996"/>
          </a:xfrm>
        </p:spPr>
        <p:txBody>
          <a:bodyPr anchor="ctr" anchorCtr="0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Kapiteltrenner</a:t>
            </a:r>
            <a:br>
              <a:rPr lang="de-DE" dirty="0"/>
            </a:br>
            <a:r>
              <a:rPr lang="de-DE" dirty="0"/>
              <a:t>Mehrzeilig möglich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3D3D130-2A40-8C42-9E59-09A0F52EE01F}" type="datetime4">
              <a:rPr lang="de-DE" smtClean="0"/>
              <a:t>8.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57" name="Rechteck 56">
            <a:extLst>
              <a:ext uri="{FF2B5EF4-FFF2-40B4-BE49-F238E27FC236}">
                <a16:creationId xmlns:a16="http://schemas.microsoft.com/office/drawing/2014/main" id="{87F00BE4-512D-4F35-B132-4E5C5CF1413D}"/>
              </a:ext>
            </a:extLst>
          </p:cNvPr>
          <p:cNvSpPr/>
          <p:nvPr userDrawn="1"/>
        </p:nvSpPr>
        <p:spPr>
          <a:xfrm>
            <a:off x="517200" y="6538526"/>
            <a:ext cx="11674800" cy="10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9" name="Rechteck 58">
            <a:extLst>
              <a:ext uri="{FF2B5EF4-FFF2-40B4-BE49-F238E27FC236}">
                <a16:creationId xmlns:a16="http://schemas.microsoft.com/office/drawing/2014/main" id="{F7987594-F169-42FB-8839-77BF8D405E37}"/>
              </a:ext>
            </a:extLst>
          </p:cNvPr>
          <p:cNvSpPr/>
          <p:nvPr userDrawn="1"/>
        </p:nvSpPr>
        <p:spPr>
          <a:xfrm>
            <a:off x="518400" y="1196733"/>
            <a:ext cx="11676062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0" name="Freihandform: Form 59">
            <a:extLst>
              <a:ext uri="{FF2B5EF4-FFF2-40B4-BE49-F238E27FC236}">
                <a16:creationId xmlns:a16="http://schemas.microsoft.com/office/drawing/2014/main" id="{40F781E3-735A-4333-AF8D-7842FE86295B}"/>
              </a:ext>
            </a:extLst>
          </p:cNvPr>
          <p:cNvSpPr/>
          <p:nvPr userDrawn="1"/>
        </p:nvSpPr>
        <p:spPr>
          <a:xfrm>
            <a:off x="10056938" y="300703"/>
            <a:ext cx="1619125" cy="618155"/>
          </a:xfrm>
          <a:custGeom>
            <a:avLst/>
            <a:gdLst>
              <a:gd name="connsiteX0" fmla="*/ 0 w 1456912"/>
              <a:gd name="connsiteY0" fmla="*/ 51854 h 556225"/>
              <a:gd name="connsiteX1" fmla="*/ 28188 w 1456912"/>
              <a:gd name="connsiteY1" fmla="*/ 23666 h 556225"/>
              <a:gd name="connsiteX2" fmla="*/ 28188 w 1456912"/>
              <a:gd name="connsiteY2" fmla="*/ 535557 h 556225"/>
              <a:gd name="connsiteX3" fmla="*/ 0 w 1456912"/>
              <a:gd name="connsiteY3" fmla="*/ 535557 h 556225"/>
              <a:gd name="connsiteX4" fmla="*/ 0 w 1456912"/>
              <a:gd name="connsiteY4" fmla="*/ 51854 h 556225"/>
              <a:gd name="connsiteX5" fmla="*/ 84564 w 1456912"/>
              <a:gd name="connsiteY5" fmla="*/ 28188 h 556225"/>
              <a:gd name="connsiteX6" fmla="*/ 422811 w 1456912"/>
              <a:gd name="connsiteY6" fmla="*/ 28188 h 556225"/>
              <a:gd name="connsiteX7" fmla="*/ 422811 w 1456912"/>
              <a:gd name="connsiteY7" fmla="*/ 0 h 556225"/>
              <a:gd name="connsiteX8" fmla="*/ 56376 w 1456912"/>
              <a:gd name="connsiteY8" fmla="*/ 0 h 556225"/>
              <a:gd name="connsiteX9" fmla="*/ 56376 w 1456912"/>
              <a:gd name="connsiteY9" fmla="*/ 338244 h 556225"/>
              <a:gd name="connsiteX10" fmla="*/ 367711 w 1456912"/>
              <a:gd name="connsiteY10" fmla="*/ 338244 h 556225"/>
              <a:gd name="connsiteX11" fmla="*/ 367711 w 1456912"/>
              <a:gd name="connsiteY11" fmla="*/ 310062 h 556225"/>
              <a:gd name="connsiteX12" fmla="*/ 84564 w 1456912"/>
              <a:gd name="connsiteY12" fmla="*/ 310062 h 556225"/>
              <a:gd name="connsiteX13" fmla="*/ 84564 w 1456912"/>
              <a:gd name="connsiteY13" fmla="*/ 28188 h 556225"/>
              <a:gd name="connsiteX14" fmla="*/ 410152 w 1456912"/>
              <a:gd name="connsiteY14" fmla="*/ 253686 h 556225"/>
              <a:gd name="connsiteX15" fmla="*/ 140937 w 1456912"/>
              <a:gd name="connsiteY15" fmla="*/ 253686 h 556225"/>
              <a:gd name="connsiteX16" fmla="*/ 140937 w 1456912"/>
              <a:gd name="connsiteY16" fmla="*/ 140940 h 556225"/>
              <a:gd name="connsiteX17" fmla="*/ 371171 w 1456912"/>
              <a:gd name="connsiteY17" fmla="*/ 140940 h 556225"/>
              <a:gd name="connsiteX18" fmla="*/ 399359 w 1456912"/>
              <a:gd name="connsiteY18" fmla="*/ 112752 h 556225"/>
              <a:gd name="connsiteX19" fmla="*/ 140937 w 1456912"/>
              <a:gd name="connsiteY19" fmla="*/ 112752 h 556225"/>
              <a:gd name="connsiteX20" fmla="*/ 140937 w 1456912"/>
              <a:gd name="connsiteY20" fmla="*/ 84564 h 556225"/>
              <a:gd name="connsiteX21" fmla="*/ 422811 w 1456912"/>
              <a:gd name="connsiteY21" fmla="*/ 84564 h 556225"/>
              <a:gd name="connsiteX22" fmla="*/ 422811 w 1456912"/>
              <a:gd name="connsiteY22" fmla="*/ 56376 h 556225"/>
              <a:gd name="connsiteX23" fmla="*/ 112749 w 1456912"/>
              <a:gd name="connsiteY23" fmla="*/ 56376 h 556225"/>
              <a:gd name="connsiteX24" fmla="*/ 112749 w 1456912"/>
              <a:gd name="connsiteY24" fmla="*/ 281874 h 556225"/>
              <a:gd name="connsiteX25" fmla="*/ 382334 w 1456912"/>
              <a:gd name="connsiteY25" fmla="*/ 281874 h 556225"/>
              <a:gd name="connsiteX26" fmla="*/ 410152 w 1456912"/>
              <a:gd name="connsiteY26" fmla="*/ 253686 h 556225"/>
              <a:gd name="connsiteX27" fmla="*/ 56376 w 1456912"/>
              <a:gd name="connsiteY27" fmla="*/ 535557 h 556225"/>
              <a:gd name="connsiteX28" fmla="*/ 84564 w 1456912"/>
              <a:gd name="connsiteY28" fmla="*/ 535557 h 556225"/>
              <a:gd name="connsiteX29" fmla="*/ 84564 w 1456912"/>
              <a:gd name="connsiteY29" fmla="*/ 394620 h 556225"/>
              <a:gd name="connsiteX30" fmla="*/ 112752 w 1456912"/>
              <a:gd name="connsiteY30" fmla="*/ 394620 h 556225"/>
              <a:gd name="connsiteX31" fmla="*/ 112752 w 1456912"/>
              <a:gd name="connsiteY31" fmla="*/ 511890 h 556225"/>
              <a:gd name="connsiteX32" fmla="*/ 140940 w 1456912"/>
              <a:gd name="connsiteY32" fmla="*/ 483705 h 556225"/>
              <a:gd name="connsiteX33" fmla="*/ 140940 w 1456912"/>
              <a:gd name="connsiteY33" fmla="*/ 394620 h 556225"/>
              <a:gd name="connsiteX34" fmla="*/ 367714 w 1456912"/>
              <a:gd name="connsiteY34" fmla="*/ 394620 h 556225"/>
              <a:gd name="connsiteX35" fmla="*/ 367714 w 1456912"/>
              <a:gd name="connsiteY35" fmla="*/ 366435 h 556225"/>
              <a:gd name="connsiteX36" fmla="*/ 56376 w 1456912"/>
              <a:gd name="connsiteY36" fmla="*/ 366435 h 556225"/>
              <a:gd name="connsiteX37" fmla="*/ 56376 w 1456912"/>
              <a:gd name="connsiteY37" fmla="*/ 535557 h 556225"/>
              <a:gd name="connsiteX38" fmla="*/ 1428724 w 1456912"/>
              <a:gd name="connsiteY38" fmla="*/ 0 h 556225"/>
              <a:gd name="connsiteX39" fmla="*/ 1428724 w 1456912"/>
              <a:gd name="connsiteY39" fmla="*/ 324156 h 556225"/>
              <a:gd name="connsiteX40" fmla="*/ 1316539 w 1456912"/>
              <a:gd name="connsiteY40" fmla="*/ 514089 h 556225"/>
              <a:gd name="connsiteX41" fmla="*/ 1315903 w 1456912"/>
              <a:gd name="connsiteY41" fmla="*/ 513258 h 556225"/>
              <a:gd name="connsiteX42" fmla="*/ 1400536 w 1456912"/>
              <a:gd name="connsiteY42" fmla="*/ 351869 h 556225"/>
              <a:gd name="connsiteX43" fmla="*/ 1400536 w 1456912"/>
              <a:gd name="connsiteY43" fmla="*/ 3 h 556225"/>
              <a:gd name="connsiteX44" fmla="*/ 1372348 w 1456912"/>
              <a:gd name="connsiteY44" fmla="*/ 3 h 556225"/>
              <a:gd name="connsiteX45" fmla="*/ 1372348 w 1456912"/>
              <a:gd name="connsiteY45" fmla="*/ 351400 h 556225"/>
              <a:gd name="connsiteX46" fmla="*/ 1189132 w 1456912"/>
              <a:gd name="connsiteY46" fmla="*/ 528510 h 556225"/>
              <a:gd name="connsiteX47" fmla="*/ 1005916 w 1456912"/>
              <a:gd name="connsiteY47" fmla="*/ 351400 h 556225"/>
              <a:gd name="connsiteX48" fmla="*/ 1005916 w 1456912"/>
              <a:gd name="connsiteY48" fmla="*/ 23666 h 556225"/>
              <a:gd name="connsiteX49" fmla="*/ 977728 w 1456912"/>
              <a:gd name="connsiteY49" fmla="*/ 51854 h 556225"/>
              <a:gd name="connsiteX50" fmla="*/ 977728 w 1456912"/>
              <a:gd name="connsiteY50" fmla="*/ 351869 h 556225"/>
              <a:gd name="connsiteX51" fmla="*/ 1189132 w 1456912"/>
              <a:gd name="connsiteY51" fmla="*/ 556226 h 556225"/>
              <a:gd name="connsiteX52" fmla="*/ 1217320 w 1456912"/>
              <a:gd name="connsiteY52" fmla="*/ 556226 h 556225"/>
              <a:gd name="connsiteX53" fmla="*/ 1456912 w 1456912"/>
              <a:gd name="connsiteY53" fmla="*/ 324566 h 556225"/>
              <a:gd name="connsiteX54" fmla="*/ 1456912 w 1456912"/>
              <a:gd name="connsiteY54" fmla="*/ 0 h 556225"/>
              <a:gd name="connsiteX55" fmla="*/ 1428724 w 1456912"/>
              <a:gd name="connsiteY55" fmla="*/ 0 h 556225"/>
              <a:gd name="connsiteX56" fmla="*/ 1189132 w 1456912"/>
              <a:gd name="connsiteY56" fmla="*/ 500322 h 556225"/>
              <a:gd name="connsiteX57" fmla="*/ 1344160 w 1456912"/>
              <a:gd name="connsiteY57" fmla="*/ 351400 h 556225"/>
              <a:gd name="connsiteX58" fmla="*/ 1344160 w 1456912"/>
              <a:gd name="connsiteY58" fmla="*/ 351400 h 556225"/>
              <a:gd name="connsiteX59" fmla="*/ 1344160 w 1456912"/>
              <a:gd name="connsiteY59" fmla="*/ 23666 h 556225"/>
              <a:gd name="connsiteX60" fmla="*/ 1315972 w 1456912"/>
              <a:gd name="connsiteY60" fmla="*/ 51854 h 556225"/>
              <a:gd name="connsiteX61" fmla="*/ 1315972 w 1456912"/>
              <a:gd name="connsiteY61" fmla="*/ 324153 h 556225"/>
              <a:gd name="connsiteX62" fmla="*/ 1217317 w 1456912"/>
              <a:gd name="connsiteY62" fmla="*/ 415761 h 556225"/>
              <a:gd name="connsiteX63" fmla="*/ 1118662 w 1456912"/>
              <a:gd name="connsiteY63" fmla="*/ 324153 h 556225"/>
              <a:gd name="connsiteX64" fmla="*/ 1118662 w 1456912"/>
              <a:gd name="connsiteY64" fmla="*/ 3 h 556225"/>
              <a:gd name="connsiteX65" fmla="*/ 1090474 w 1456912"/>
              <a:gd name="connsiteY65" fmla="*/ 3 h 556225"/>
              <a:gd name="connsiteX66" fmla="*/ 1090474 w 1456912"/>
              <a:gd name="connsiteY66" fmla="*/ 324156 h 556225"/>
              <a:gd name="connsiteX67" fmla="*/ 1217317 w 1456912"/>
              <a:gd name="connsiteY67" fmla="*/ 443951 h 556225"/>
              <a:gd name="connsiteX68" fmla="*/ 1304349 w 1456912"/>
              <a:gd name="connsiteY68" fmla="*/ 404889 h 556225"/>
              <a:gd name="connsiteX69" fmla="*/ 1304982 w 1456912"/>
              <a:gd name="connsiteY69" fmla="*/ 405720 h 556225"/>
              <a:gd name="connsiteX70" fmla="*/ 1189129 w 1456912"/>
              <a:gd name="connsiteY70" fmla="*/ 472139 h 556225"/>
              <a:gd name="connsiteX71" fmla="*/ 1062303 w 1456912"/>
              <a:gd name="connsiteY71" fmla="*/ 352344 h 556225"/>
              <a:gd name="connsiteX72" fmla="*/ 1062286 w 1456912"/>
              <a:gd name="connsiteY72" fmla="*/ 352344 h 556225"/>
              <a:gd name="connsiteX73" fmla="*/ 1062286 w 1456912"/>
              <a:gd name="connsiteY73" fmla="*/ 3 h 556225"/>
              <a:gd name="connsiteX74" fmla="*/ 1034098 w 1456912"/>
              <a:gd name="connsiteY74" fmla="*/ 3 h 556225"/>
              <a:gd name="connsiteX75" fmla="*/ 1034098 w 1456912"/>
              <a:gd name="connsiteY75" fmla="*/ 352341 h 556225"/>
              <a:gd name="connsiteX76" fmla="*/ 1034113 w 1456912"/>
              <a:gd name="connsiteY76" fmla="*/ 352341 h 556225"/>
              <a:gd name="connsiteX77" fmla="*/ 1189132 w 1456912"/>
              <a:gd name="connsiteY77" fmla="*/ 500322 h 556225"/>
              <a:gd name="connsiteX78" fmla="*/ 562774 w 1456912"/>
              <a:gd name="connsiteY78" fmla="*/ 366435 h 556225"/>
              <a:gd name="connsiteX79" fmla="*/ 491494 w 1456912"/>
              <a:gd name="connsiteY79" fmla="*/ 535557 h 556225"/>
              <a:gd name="connsiteX80" fmla="*/ 519684 w 1456912"/>
              <a:gd name="connsiteY80" fmla="*/ 535554 h 556225"/>
              <a:gd name="connsiteX81" fmla="*/ 519682 w 1456912"/>
              <a:gd name="connsiteY81" fmla="*/ 535557 h 556225"/>
              <a:gd name="connsiteX82" fmla="*/ 519684 w 1456912"/>
              <a:gd name="connsiteY82" fmla="*/ 535557 h 556225"/>
              <a:gd name="connsiteX83" fmla="*/ 555322 w 1456912"/>
              <a:gd name="connsiteY83" fmla="*/ 450996 h 556225"/>
              <a:gd name="connsiteX84" fmla="*/ 794138 w 1456912"/>
              <a:gd name="connsiteY84" fmla="*/ 450996 h 556225"/>
              <a:gd name="connsiteX85" fmla="*/ 829744 w 1456912"/>
              <a:gd name="connsiteY85" fmla="*/ 535557 h 556225"/>
              <a:gd name="connsiteX86" fmla="*/ 857932 w 1456912"/>
              <a:gd name="connsiteY86" fmla="*/ 535557 h 556225"/>
              <a:gd name="connsiteX87" fmla="*/ 810457 w 1456912"/>
              <a:gd name="connsiteY87" fmla="*/ 422808 h 556225"/>
              <a:gd name="connsiteX88" fmla="*/ 567200 w 1456912"/>
              <a:gd name="connsiteY88" fmla="*/ 422808 h 556225"/>
              <a:gd name="connsiteX89" fmla="*/ 579078 w 1456912"/>
              <a:gd name="connsiteY89" fmla="*/ 394620 h 556225"/>
              <a:gd name="connsiteX90" fmla="*/ 826776 w 1456912"/>
              <a:gd name="connsiteY90" fmla="*/ 394620 h 556225"/>
              <a:gd name="connsiteX91" fmla="*/ 886120 w 1456912"/>
              <a:gd name="connsiteY91" fmla="*/ 535557 h 556225"/>
              <a:gd name="connsiteX92" fmla="*/ 914308 w 1456912"/>
              <a:gd name="connsiteY92" fmla="*/ 535557 h 556225"/>
              <a:gd name="connsiteX93" fmla="*/ 843097 w 1456912"/>
              <a:gd name="connsiteY93" fmla="*/ 366435 h 556225"/>
              <a:gd name="connsiteX94" fmla="*/ 562774 w 1456912"/>
              <a:gd name="connsiteY94" fmla="*/ 366435 h 556225"/>
              <a:gd name="connsiteX95" fmla="*/ 604248 w 1456912"/>
              <a:gd name="connsiteY95" fmla="*/ 0 h 556225"/>
              <a:gd name="connsiteX96" fmla="*/ 397091 w 1456912"/>
              <a:gd name="connsiteY96" fmla="*/ 491374 h 556225"/>
              <a:gd name="connsiteX97" fmla="*/ 415032 w 1456912"/>
              <a:gd name="connsiteY97" fmla="*/ 515732 h 556225"/>
              <a:gd name="connsiteX98" fmla="*/ 632437 w 1456912"/>
              <a:gd name="connsiteY98" fmla="*/ 0 h 556225"/>
              <a:gd name="connsiteX99" fmla="*/ 604248 w 1456912"/>
              <a:gd name="connsiteY99" fmla="*/ 0 h 556225"/>
              <a:gd name="connsiteX100" fmla="*/ 716998 w 1456912"/>
              <a:gd name="connsiteY100" fmla="*/ 3 h 556225"/>
              <a:gd name="connsiteX101" fmla="*/ 934130 w 1456912"/>
              <a:gd name="connsiteY101" fmla="*/ 515735 h 556225"/>
              <a:gd name="connsiteX102" fmla="*/ 952028 w 1456912"/>
              <a:gd name="connsiteY102" fmla="*/ 491377 h 556225"/>
              <a:gd name="connsiteX103" fmla="*/ 745186 w 1456912"/>
              <a:gd name="connsiteY103" fmla="*/ 3 h 556225"/>
              <a:gd name="connsiteX104" fmla="*/ 716998 w 1456912"/>
              <a:gd name="connsiteY104" fmla="*/ 3 h 556225"/>
              <a:gd name="connsiteX105" fmla="*/ 546409 w 1456912"/>
              <a:gd name="connsiteY105" fmla="*/ 338247 h 556225"/>
              <a:gd name="connsiteX106" fmla="*/ 463042 w 1456912"/>
              <a:gd name="connsiteY106" fmla="*/ 535557 h 556225"/>
              <a:gd name="connsiteX107" fmla="*/ 434854 w 1456912"/>
              <a:gd name="connsiteY107" fmla="*/ 535557 h 556225"/>
              <a:gd name="connsiteX108" fmla="*/ 646528 w 1456912"/>
              <a:gd name="connsiteY108" fmla="*/ 33467 h 556225"/>
              <a:gd name="connsiteX109" fmla="*/ 762988 w 1456912"/>
              <a:gd name="connsiteY109" fmla="*/ 310059 h 556225"/>
              <a:gd name="connsiteX110" fmla="*/ 791176 w 1456912"/>
              <a:gd name="connsiteY110" fmla="*/ 310059 h 556225"/>
              <a:gd name="connsiteX111" fmla="*/ 660624 w 1456912"/>
              <a:gd name="connsiteY111" fmla="*/ 3 h 556225"/>
              <a:gd name="connsiteX112" fmla="*/ 688812 w 1456912"/>
              <a:gd name="connsiteY112" fmla="*/ 3 h 556225"/>
              <a:gd name="connsiteX113" fmla="*/ 831231 w 1456912"/>
              <a:gd name="connsiteY113" fmla="*/ 338247 h 556225"/>
              <a:gd name="connsiteX114" fmla="*/ 546409 w 1456912"/>
              <a:gd name="connsiteY114" fmla="*/ 338247 h 556225"/>
              <a:gd name="connsiteX115" fmla="*/ 674788 w 1456912"/>
              <a:gd name="connsiteY115" fmla="*/ 167531 h 556225"/>
              <a:gd name="connsiteX116" fmla="*/ 614721 w 1456912"/>
              <a:gd name="connsiteY116" fmla="*/ 310062 h 556225"/>
              <a:gd name="connsiteX117" fmla="*/ 734800 w 1456912"/>
              <a:gd name="connsiteY117" fmla="*/ 310062 h 556225"/>
              <a:gd name="connsiteX118" fmla="*/ 674788 w 1456912"/>
              <a:gd name="connsiteY118" fmla="*/ 167531 h 556225"/>
              <a:gd name="connsiteX119" fmla="*/ 558275 w 1456912"/>
              <a:gd name="connsiteY119" fmla="*/ 310062 h 556225"/>
              <a:gd name="connsiteX120" fmla="*/ 586535 w 1456912"/>
              <a:gd name="connsiteY120" fmla="*/ 310062 h 556225"/>
              <a:gd name="connsiteX121" fmla="*/ 660703 w 1456912"/>
              <a:gd name="connsiteY121" fmla="*/ 134072 h 556225"/>
              <a:gd name="connsiteX122" fmla="*/ 646588 w 1456912"/>
              <a:gd name="connsiteY122" fmla="*/ 100553 h 556225"/>
              <a:gd name="connsiteX123" fmla="*/ 558275 w 1456912"/>
              <a:gd name="connsiteY123" fmla="*/ 310062 h 556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1456912" h="556225">
                <a:moveTo>
                  <a:pt x="0" y="51854"/>
                </a:moveTo>
                <a:lnTo>
                  <a:pt x="28188" y="23666"/>
                </a:lnTo>
                <a:lnTo>
                  <a:pt x="28188" y="535557"/>
                </a:lnTo>
                <a:lnTo>
                  <a:pt x="0" y="535557"/>
                </a:lnTo>
                <a:lnTo>
                  <a:pt x="0" y="51854"/>
                </a:lnTo>
                <a:close/>
                <a:moveTo>
                  <a:pt x="84564" y="28188"/>
                </a:moveTo>
                <a:lnTo>
                  <a:pt x="422811" y="28188"/>
                </a:lnTo>
                <a:lnTo>
                  <a:pt x="422811" y="0"/>
                </a:lnTo>
                <a:lnTo>
                  <a:pt x="56376" y="0"/>
                </a:lnTo>
                <a:lnTo>
                  <a:pt x="56376" y="338244"/>
                </a:lnTo>
                <a:lnTo>
                  <a:pt x="367711" y="338244"/>
                </a:lnTo>
                <a:lnTo>
                  <a:pt x="367711" y="310062"/>
                </a:lnTo>
                <a:lnTo>
                  <a:pt x="84564" y="310062"/>
                </a:lnTo>
                <a:lnTo>
                  <a:pt x="84564" y="28188"/>
                </a:lnTo>
                <a:close/>
                <a:moveTo>
                  <a:pt x="410152" y="253686"/>
                </a:moveTo>
                <a:lnTo>
                  <a:pt x="140937" y="253686"/>
                </a:lnTo>
                <a:lnTo>
                  <a:pt x="140937" y="140940"/>
                </a:lnTo>
                <a:lnTo>
                  <a:pt x="371171" y="140940"/>
                </a:lnTo>
                <a:lnTo>
                  <a:pt x="399359" y="112752"/>
                </a:lnTo>
                <a:lnTo>
                  <a:pt x="140937" y="112752"/>
                </a:lnTo>
                <a:lnTo>
                  <a:pt x="140937" y="84564"/>
                </a:lnTo>
                <a:lnTo>
                  <a:pt x="422811" y="84564"/>
                </a:lnTo>
                <a:lnTo>
                  <a:pt x="422811" y="56376"/>
                </a:lnTo>
                <a:lnTo>
                  <a:pt x="112749" y="56376"/>
                </a:lnTo>
                <a:lnTo>
                  <a:pt x="112749" y="281874"/>
                </a:lnTo>
                <a:lnTo>
                  <a:pt x="382334" y="281874"/>
                </a:lnTo>
                <a:lnTo>
                  <a:pt x="410152" y="253686"/>
                </a:lnTo>
                <a:close/>
                <a:moveTo>
                  <a:pt x="56376" y="535557"/>
                </a:moveTo>
                <a:lnTo>
                  <a:pt x="84564" y="535557"/>
                </a:lnTo>
                <a:lnTo>
                  <a:pt x="84564" y="394620"/>
                </a:lnTo>
                <a:lnTo>
                  <a:pt x="112752" y="394620"/>
                </a:lnTo>
                <a:lnTo>
                  <a:pt x="112752" y="511890"/>
                </a:lnTo>
                <a:lnTo>
                  <a:pt x="140940" y="483705"/>
                </a:lnTo>
                <a:lnTo>
                  <a:pt x="140940" y="394620"/>
                </a:lnTo>
                <a:lnTo>
                  <a:pt x="367714" y="394620"/>
                </a:lnTo>
                <a:lnTo>
                  <a:pt x="367714" y="366435"/>
                </a:lnTo>
                <a:lnTo>
                  <a:pt x="56376" y="366435"/>
                </a:lnTo>
                <a:lnTo>
                  <a:pt x="56376" y="535557"/>
                </a:lnTo>
                <a:close/>
                <a:moveTo>
                  <a:pt x="1428724" y="0"/>
                </a:moveTo>
                <a:lnTo>
                  <a:pt x="1428724" y="324156"/>
                </a:lnTo>
                <a:cubicBezTo>
                  <a:pt x="1428724" y="399584"/>
                  <a:pt x="1395069" y="464387"/>
                  <a:pt x="1316539" y="514089"/>
                </a:cubicBezTo>
                <a:lnTo>
                  <a:pt x="1315903" y="513258"/>
                </a:lnTo>
                <a:cubicBezTo>
                  <a:pt x="1367503" y="472336"/>
                  <a:pt x="1400536" y="419773"/>
                  <a:pt x="1400536" y="351869"/>
                </a:cubicBezTo>
                <a:lnTo>
                  <a:pt x="1400536" y="3"/>
                </a:lnTo>
                <a:lnTo>
                  <a:pt x="1372348" y="3"/>
                </a:lnTo>
                <a:lnTo>
                  <a:pt x="1372348" y="351400"/>
                </a:lnTo>
                <a:cubicBezTo>
                  <a:pt x="1372348" y="452590"/>
                  <a:pt x="1290318" y="528510"/>
                  <a:pt x="1189132" y="528510"/>
                </a:cubicBezTo>
                <a:cubicBezTo>
                  <a:pt x="1087946" y="528510"/>
                  <a:pt x="1005916" y="452587"/>
                  <a:pt x="1005916" y="351400"/>
                </a:cubicBezTo>
                <a:lnTo>
                  <a:pt x="1005916" y="23666"/>
                </a:lnTo>
                <a:lnTo>
                  <a:pt x="977728" y="51854"/>
                </a:lnTo>
                <a:lnTo>
                  <a:pt x="977728" y="351869"/>
                </a:lnTo>
                <a:cubicBezTo>
                  <a:pt x="977728" y="468625"/>
                  <a:pt x="1072376" y="556226"/>
                  <a:pt x="1189132" y="556226"/>
                </a:cubicBezTo>
                <a:cubicBezTo>
                  <a:pt x="1191834" y="556226"/>
                  <a:pt x="1217320" y="556226"/>
                  <a:pt x="1217320" y="556226"/>
                </a:cubicBezTo>
                <a:cubicBezTo>
                  <a:pt x="1332291" y="556226"/>
                  <a:pt x="1456912" y="471321"/>
                  <a:pt x="1456912" y="324566"/>
                </a:cubicBezTo>
                <a:cubicBezTo>
                  <a:pt x="1456912" y="324428"/>
                  <a:pt x="1456912" y="0"/>
                  <a:pt x="1456912" y="0"/>
                </a:cubicBezTo>
                <a:lnTo>
                  <a:pt x="1428724" y="0"/>
                </a:lnTo>
                <a:close/>
                <a:moveTo>
                  <a:pt x="1189132" y="500322"/>
                </a:moveTo>
                <a:cubicBezTo>
                  <a:pt x="1274706" y="500322"/>
                  <a:pt x="1344082" y="436948"/>
                  <a:pt x="1344160" y="351400"/>
                </a:cubicBezTo>
                <a:lnTo>
                  <a:pt x="1344160" y="351400"/>
                </a:lnTo>
                <a:lnTo>
                  <a:pt x="1344160" y="23666"/>
                </a:lnTo>
                <a:lnTo>
                  <a:pt x="1315972" y="51854"/>
                </a:lnTo>
                <a:lnTo>
                  <a:pt x="1315972" y="324153"/>
                </a:lnTo>
                <a:cubicBezTo>
                  <a:pt x="1315972" y="378637"/>
                  <a:pt x="1271801" y="415761"/>
                  <a:pt x="1217317" y="415761"/>
                </a:cubicBezTo>
                <a:cubicBezTo>
                  <a:pt x="1162833" y="415761"/>
                  <a:pt x="1118662" y="378637"/>
                  <a:pt x="1118662" y="324153"/>
                </a:cubicBezTo>
                <a:lnTo>
                  <a:pt x="1118662" y="3"/>
                </a:lnTo>
                <a:lnTo>
                  <a:pt x="1090474" y="3"/>
                </a:lnTo>
                <a:lnTo>
                  <a:pt x="1090474" y="324156"/>
                </a:lnTo>
                <a:cubicBezTo>
                  <a:pt x="1090474" y="394209"/>
                  <a:pt x="1147264" y="443951"/>
                  <a:pt x="1217317" y="443951"/>
                </a:cubicBezTo>
                <a:cubicBezTo>
                  <a:pt x="1245962" y="443951"/>
                  <a:pt x="1280732" y="429800"/>
                  <a:pt x="1304349" y="404889"/>
                </a:cubicBezTo>
                <a:lnTo>
                  <a:pt x="1304982" y="405720"/>
                </a:lnTo>
                <a:cubicBezTo>
                  <a:pt x="1282838" y="446784"/>
                  <a:pt x="1241907" y="472139"/>
                  <a:pt x="1189129" y="472139"/>
                </a:cubicBezTo>
                <a:cubicBezTo>
                  <a:pt x="1119507" y="472139"/>
                  <a:pt x="1062992" y="421734"/>
                  <a:pt x="1062303" y="352344"/>
                </a:cubicBezTo>
                <a:lnTo>
                  <a:pt x="1062286" y="352344"/>
                </a:lnTo>
                <a:lnTo>
                  <a:pt x="1062286" y="3"/>
                </a:lnTo>
                <a:lnTo>
                  <a:pt x="1034098" y="3"/>
                </a:lnTo>
                <a:lnTo>
                  <a:pt x="1034098" y="352341"/>
                </a:lnTo>
                <a:lnTo>
                  <a:pt x="1034113" y="352341"/>
                </a:lnTo>
                <a:cubicBezTo>
                  <a:pt x="1034703" y="437411"/>
                  <a:pt x="1103877" y="500322"/>
                  <a:pt x="1189132" y="500322"/>
                </a:cubicBezTo>
                <a:close/>
                <a:moveTo>
                  <a:pt x="562774" y="366435"/>
                </a:moveTo>
                <a:lnTo>
                  <a:pt x="491494" y="535557"/>
                </a:lnTo>
                <a:lnTo>
                  <a:pt x="519684" y="535554"/>
                </a:lnTo>
                <a:lnTo>
                  <a:pt x="519682" y="535557"/>
                </a:lnTo>
                <a:lnTo>
                  <a:pt x="519684" y="535557"/>
                </a:lnTo>
                <a:lnTo>
                  <a:pt x="555322" y="450996"/>
                </a:lnTo>
                <a:lnTo>
                  <a:pt x="794138" y="450996"/>
                </a:lnTo>
                <a:lnTo>
                  <a:pt x="829744" y="535557"/>
                </a:lnTo>
                <a:lnTo>
                  <a:pt x="857932" y="535557"/>
                </a:lnTo>
                <a:lnTo>
                  <a:pt x="810457" y="422808"/>
                </a:lnTo>
                <a:lnTo>
                  <a:pt x="567200" y="422808"/>
                </a:lnTo>
                <a:lnTo>
                  <a:pt x="579078" y="394620"/>
                </a:lnTo>
                <a:lnTo>
                  <a:pt x="826776" y="394620"/>
                </a:lnTo>
                <a:lnTo>
                  <a:pt x="886120" y="535557"/>
                </a:lnTo>
                <a:lnTo>
                  <a:pt x="914308" y="535557"/>
                </a:lnTo>
                <a:lnTo>
                  <a:pt x="843097" y="366435"/>
                </a:lnTo>
                <a:lnTo>
                  <a:pt x="562774" y="366435"/>
                </a:lnTo>
                <a:close/>
                <a:moveTo>
                  <a:pt x="604248" y="0"/>
                </a:moveTo>
                <a:lnTo>
                  <a:pt x="397091" y="491374"/>
                </a:lnTo>
                <a:lnTo>
                  <a:pt x="415032" y="515732"/>
                </a:lnTo>
                <a:lnTo>
                  <a:pt x="632437" y="0"/>
                </a:lnTo>
                <a:lnTo>
                  <a:pt x="604248" y="0"/>
                </a:lnTo>
                <a:close/>
                <a:moveTo>
                  <a:pt x="716998" y="3"/>
                </a:moveTo>
                <a:lnTo>
                  <a:pt x="934130" y="515735"/>
                </a:lnTo>
                <a:lnTo>
                  <a:pt x="952028" y="491377"/>
                </a:lnTo>
                <a:lnTo>
                  <a:pt x="745186" y="3"/>
                </a:lnTo>
                <a:lnTo>
                  <a:pt x="716998" y="3"/>
                </a:lnTo>
                <a:close/>
                <a:moveTo>
                  <a:pt x="546409" y="338247"/>
                </a:moveTo>
                <a:lnTo>
                  <a:pt x="463042" y="535557"/>
                </a:lnTo>
                <a:lnTo>
                  <a:pt x="434854" y="535557"/>
                </a:lnTo>
                <a:lnTo>
                  <a:pt x="646528" y="33467"/>
                </a:lnTo>
                <a:lnTo>
                  <a:pt x="762988" y="310059"/>
                </a:lnTo>
                <a:lnTo>
                  <a:pt x="791176" y="310059"/>
                </a:lnTo>
                <a:lnTo>
                  <a:pt x="660624" y="3"/>
                </a:lnTo>
                <a:lnTo>
                  <a:pt x="688812" y="3"/>
                </a:lnTo>
                <a:lnTo>
                  <a:pt x="831231" y="338247"/>
                </a:lnTo>
                <a:lnTo>
                  <a:pt x="546409" y="338247"/>
                </a:lnTo>
                <a:close/>
                <a:moveTo>
                  <a:pt x="674788" y="167531"/>
                </a:moveTo>
                <a:lnTo>
                  <a:pt x="614721" y="310062"/>
                </a:lnTo>
                <a:lnTo>
                  <a:pt x="734800" y="310062"/>
                </a:lnTo>
                <a:lnTo>
                  <a:pt x="674788" y="167531"/>
                </a:lnTo>
                <a:close/>
                <a:moveTo>
                  <a:pt x="558275" y="310062"/>
                </a:moveTo>
                <a:lnTo>
                  <a:pt x="586535" y="310062"/>
                </a:lnTo>
                <a:lnTo>
                  <a:pt x="660703" y="134072"/>
                </a:lnTo>
                <a:lnTo>
                  <a:pt x="646588" y="100553"/>
                </a:lnTo>
                <a:lnTo>
                  <a:pt x="558275" y="310062"/>
                </a:lnTo>
                <a:close/>
              </a:path>
            </a:pathLst>
          </a:custGeom>
          <a:solidFill>
            <a:schemeClr val="tx1"/>
          </a:solidFill>
          <a:ln w="2892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grpSp>
        <p:nvGrpSpPr>
          <p:cNvPr id="58" name="Gruppieren 57">
            <a:extLst>
              <a:ext uri="{FF2B5EF4-FFF2-40B4-BE49-F238E27FC236}">
                <a16:creationId xmlns:a16="http://schemas.microsoft.com/office/drawing/2014/main" id="{9A6E8BA9-5951-4163-8A80-4621C65DA816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61" name="Gerader Verbinder 60">
              <a:extLst>
                <a:ext uri="{FF2B5EF4-FFF2-40B4-BE49-F238E27FC236}">
                  <a16:creationId xmlns:a16="http://schemas.microsoft.com/office/drawing/2014/main" id="{59DAB7DF-1308-4B09-91FE-7DF38D6584E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feld 61">
              <a:extLst>
                <a:ext uri="{FF2B5EF4-FFF2-40B4-BE49-F238E27FC236}">
                  <a16:creationId xmlns:a16="http://schemas.microsoft.com/office/drawing/2014/main" id="{87654828-5D94-4A05-BD5F-25792A149E05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63" name="Gruppieren 62">
            <a:extLst>
              <a:ext uri="{FF2B5EF4-FFF2-40B4-BE49-F238E27FC236}">
                <a16:creationId xmlns:a16="http://schemas.microsoft.com/office/drawing/2014/main" id="{9D3F2F75-1623-4F64-97FE-EA0C4D9FABDC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64" name="Gerader Verbinder 63">
              <a:extLst>
                <a:ext uri="{FF2B5EF4-FFF2-40B4-BE49-F238E27FC236}">
                  <a16:creationId xmlns:a16="http://schemas.microsoft.com/office/drawing/2014/main" id="{B042E0F0-49A6-465F-A607-A4C2EFB5486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Textfeld 64">
              <a:extLst>
                <a:ext uri="{FF2B5EF4-FFF2-40B4-BE49-F238E27FC236}">
                  <a16:creationId xmlns:a16="http://schemas.microsoft.com/office/drawing/2014/main" id="{9D612980-2A2D-4E94-8238-9C67C608554C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66" name="Gruppieren 65">
            <a:extLst>
              <a:ext uri="{FF2B5EF4-FFF2-40B4-BE49-F238E27FC236}">
                <a16:creationId xmlns:a16="http://schemas.microsoft.com/office/drawing/2014/main" id="{2CE76F8C-9B22-4BB3-B2D6-15EC2A58C7A7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67" name="Gerader Verbinder 66">
              <a:extLst>
                <a:ext uri="{FF2B5EF4-FFF2-40B4-BE49-F238E27FC236}">
                  <a16:creationId xmlns:a16="http://schemas.microsoft.com/office/drawing/2014/main" id="{9C843E82-BEFA-4CF2-BA2F-3C80060D316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Textfeld 67">
              <a:extLst>
                <a:ext uri="{FF2B5EF4-FFF2-40B4-BE49-F238E27FC236}">
                  <a16:creationId xmlns:a16="http://schemas.microsoft.com/office/drawing/2014/main" id="{4762BE88-2459-479F-84FF-4DF483AA142C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69" name="Gruppieren 68">
            <a:extLst>
              <a:ext uri="{FF2B5EF4-FFF2-40B4-BE49-F238E27FC236}">
                <a16:creationId xmlns:a16="http://schemas.microsoft.com/office/drawing/2014/main" id="{104E26F8-EA1A-4C6F-92E1-8F6F98ABFA13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70" name="Gerader Verbinder 69">
              <a:extLst>
                <a:ext uri="{FF2B5EF4-FFF2-40B4-BE49-F238E27FC236}">
                  <a16:creationId xmlns:a16="http://schemas.microsoft.com/office/drawing/2014/main" id="{1A8A854C-301D-4327-AEA2-BCC20A88724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Textfeld 70">
              <a:extLst>
                <a:ext uri="{FF2B5EF4-FFF2-40B4-BE49-F238E27FC236}">
                  <a16:creationId xmlns:a16="http://schemas.microsoft.com/office/drawing/2014/main" id="{5A547124-456E-49C6-8FC8-111D0AAFEB7F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72" name="Gruppieren 71">
            <a:extLst>
              <a:ext uri="{FF2B5EF4-FFF2-40B4-BE49-F238E27FC236}">
                <a16:creationId xmlns:a16="http://schemas.microsoft.com/office/drawing/2014/main" id="{73B26B5D-1FEC-45B5-B34A-6A1B50955F0E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73" name="Gerader Verbinder 72">
              <a:extLst>
                <a:ext uri="{FF2B5EF4-FFF2-40B4-BE49-F238E27FC236}">
                  <a16:creationId xmlns:a16="http://schemas.microsoft.com/office/drawing/2014/main" id="{3423A679-4F5C-456E-AB6C-7A18EA3E5BA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Textfeld 73">
              <a:extLst>
                <a:ext uri="{FF2B5EF4-FFF2-40B4-BE49-F238E27FC236}">
                  <a16:creationId xmlns:a16="http://schemas.microsoft.com/office/drawing/2014/main" id="{69754FAD-5E71-4087-B3E8-0FEC37E0D864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75" name="Gruppieren 74">
            <a:extLst>
              <a:ext uri="{FF2B5EF4-FFF2-40B4-BE49-F238E27FC236}">
                <a16:creationId xmlns:a16="http://schemas.microsoft.com/office/drawing/2014/main" id="{7C156EC4-BDB3-4DEA-9B78-E98FCFD2F54B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76" name="Gerader Verbinder 75">
              <a:extLst>
                <a:ext uri="{FF2B5EF4-FFF2-40B4-BE49-F238E27FC236}">
                  <a16:creationId xmlns:a16="http://schemas.microsoft.com/office/drawing/2014/main" id="{9E9C384D-D46B-429F-9A97-86F6E3560FE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Textfeld 76">
              <a:extLst>
                <a:ext uri="{FF2B5EF4-FFF2-40B4-BE49-F238E27FC236}">
                  <a16:creationId xmlns:a16="http://schemas.microsoft.com/office/drawing/2014/main" id="{64B7918E-86D1-49EB-8917-1468D42A6E25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78" name="Gruppieren 77">
            <a:extLst>
              <a:ext uri="{FF2B5EF4-FFF2-40B4-BE49-F238E27FC236}">
                <a16:creationId xmlns:a16="http://schemas.microsoft.com/office/drawing/2014/main" id="{750A6733-FD78-4442-98B4-E2BED64B460F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79" name="Gerader Verbinder 78">
              <a:extLst>
                <a:ext uri="{FF2B5EF4-FFF2-40B4-BE49-F238E27FC236}">
                  <a16:creationId xmlns:a16="http://schemas.microsoft.com/office/drawing/2014/main" id="{77BB574D-D198-49E4-874D-732C0CBD5BF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Textfeld 79">
              <a:extLst>
                <a:ext uri="{FF2B5EF4-FFF2-40B4-BE49-F238E27FC236}">
                  <a16:creationId xmlns:a16="http://schemas.microsoft.com/office/drawing/2014/main" id="{67A72ACB-A6A0-450F-A8F3-9CA35EFC5560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81" name="Gruppieren 80">
            <a:extLst>
              <a:ext uri="{FF2B5EF4-FFF2-40B4-BE49-F238E27FC236}">
                <a16:creationId xmlns:a16="http://schemas.microsoft.com/office/drawing/2014/main" id="{C4970FA2-8D2D-462F-BD21-BDE052DC5824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82" name="Gerader Verbinder 81">
              <a:extLst>
                <a:ext uri="{FF2B5EF4-FFF2-40B4-BE49-F238E27FC236}">
                  <a16:creationId xmlns:a16="http://schemas.microsoft.com/office/drawing/2014/main" id="{A7C30986-FB99-416E-BC3E-3BAEC067C11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Textfeld 82">
              <a:extLst>
                <a:ext uri="{FF2B5EF4-FFF2-40B4-BE49-F238E27FC236}">
                  <a16:creationId xmlns:a16="http://schemas.microsoft.com/office/drawing/2014/main" id="{4CE018F4-A860-49B3-B4CD-A328759F15C6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84" name="Gruppieren 83">
            <a:extLst>
              <a:ext uri="{FF2B5EF4-FFF2-40B4-BE49-F238E27FC236}">
                <a16:creationId xmlns:a16="http://schemas.microsoft.com/office/drawing/2014/main" id="{7C2BACBD-0A67-4A9A-B5DC-10C76F5DE4C2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85" name="Gerader Verbinder 84">
              <a:extLst>
                <a:ext uri="{FF2B5EF4-FFF2-40B4-BE49-F238E27FC236}">
                  <a16:creationId xmlns:a16="http://schemas.microsoft.com/office/drawing/2014/main" id="{65F81584-9968-42FA-B3A9-1C13CEAE92A8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Textfeld 85">
              <a:extLst>
                <a:ext uri="{FF2B5EF4-FFF2-40B4-BE49-F238E27FC236}">
                  <a16:creationId xmlns:a16="http://schemas.microsoft.com/office/drawing/2014/main" id="{B6D353C6-61DE-4475-8AC6-6D8AF12D49FB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87" name="Gerader Verbinder 86">
            <a:extLst>
              <a:ext uri="{FF2B5EF4-FFF2-40B4-BE49-F238E27FC236}">
                <a16:creationId xmlns:a16="http://schemas.microsoft.com/office/drawing/2014/main" id="{935008F2-D1D5-498F-9932-727B677C0ADE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8" name="Gruppieren 87">
            <a:extLst>
              <a:ext uri="{FF2B5EF4-FFF2-40B4-BE49-F238E27FC236}">
                <a16:creationId xmlns:a16="http://schemas.microsoft.com/office/drawing/2014/main" id="{9E72FA59-B055-4F1F-8F32-E797C18F96F9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89" name="Gerader Verbinder 88">
              <a:extLst>
                <a:ext uri="{FF2B5EF4-FFF2-40B4-BE49-F238E27FC236}">
                  <a16:creationId xmlns:a16="http://schemas.microsoft.com/office/drawing/2014/main" id="{B89FA96C-C88D-4C6A-BE88-F3E3083BC51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Textfeld 89">
              <a:extLst>
                <a:ext uri="{FF2B5EF4-FFF2-40B4-BE49-F238E27FC236}">
                  <a16:creationId xmlns:a16="http://schemas.microsoft.com/office/drawing/2014/main" id="{CD67028C-ACEA-4E1C-BF3F-B09177D4335E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91" name="Grafik 3">
            <a:extLst>
              <a:ext uri="{FF2B5EF4-FFF2-40B4-BE49-F238E27FC236}">
                <a16:creationId xmlns:a16="http://schemas.microsoft.com/office/drawing/2014/main" id="{067EF033-A919-4E3E-89A9-FAF1E7798028}"/>
              </a:ext>
            </a:extLst>
          </p:cNvPr>
          <p:cNvGrpSpPr/>
          <p:nvPr userDrawn="1"/>
        </p:nvGrpSpPr>
        <p:grpSpPr>
          <a:xfrm>
            <a:off x="520163" y="293688"/>
            <a:ext cx="2623087" cy="328167"/>
            <a:chOff x="2178367" y="2525076"/>
            <a:chExt cx="7773352" cy="972502"/>
          </a:xfrm>
          <a:solidFill>
            <a:schemeClr val="tx1"/>
          </a:solidFill>
        </p:grpSpPr>
        <p:sp>
          <p:nvSpPr>
            <p:cNvPr id="92" name="Freihandform: Form 91">
              <a:extLst>
                <a:ext uri="{FF2B5EF4-FFF2-40B4-BE49-F238E27FC236}">
                  <a16:creationId xmlns:a16="http://schemas.microsoft.com/office/drawing/2014/main" id="{D16FCAB3-A3E5-4531-B1EA-59B8F2934FF1}"/>
                </a:ext>
              </a:extLst>
            </p:cNvPr>
            <p:cNvSpPr/>
            <p:nvPr/>
          </p:nvSpPr>
          <p:spPr>
            <a:xfrm>
              <a:off x="2178367" y="2545079"/>
              <a:ext cx="232409" cy="369569"/>
            </a:xfrm>
            <a:custGeom>
              <a:avLst/>
              <a:gdLst>
                <a:gd name="connsiteX0" fmla="*/ 232410 w 232409"/>
                <a:gd name="connsiteY0" fmla="*/ 60960 h 369569"/>
                <a:gd name="connsiteX1" fmla="*/ 65722 w 232409"/>
                <a:gd name="connsiteY1" fmla="*/ 60960 h 369569"/>
                <a:gd name="connsiteX2" fmla="*/ 65722 w 232409"/>
                <a:gd name="connsiteY2" fmla="*/ 152400 h 369569"/>
                <a:gd name="connsiteX3" fmla="*/ 189547 w 232409"/>
                <a:gd name="connsiteY3" fmla="*/ 152400 h 369569"/>
                <a:gd name="connsiteX4" fmla="*/ 189547 w 232409"/>
                <a:gd name="connsiteY4" fmla="*/ 212408 h 369569"/>
                <a:gd name="connsiteX5" fmla="*/ 65722 w 232409"/>
                <a:gd name="connsiteY5" fmla="*/ 212408 h 369569"/>
                <a:gd name="connsiteX6" fmla="*/ 65722 w 232409"/>
                <a:gd name="connsiteY6" fmla="*/ 369570 h 369569"/>
                <a:gd name="connsiteX7" fmla="*/ 0 w 232409"/>
                <a:gd name="connsiteY7" fmla="*/ 369570 h 369569"/>
                <a:gd name="connsiteX8" fmla="*/ 0 w 232409"/>
                <a:gd name="connsiteY8" fmla="*/ 0 h 369569"/>
                <a:gd name="connsiteX9" fmla="*/ 231458 w 232409"/>
                <a:gd name="connsiteY9" fmla="*/ 0 h 369569"/>
                <a:gd name="connsiteX10" fmla="*/ 231458 w 232409"/>
                <a:gd name="connsiteY10" fmla="*/ 60960 h 36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2409" h="369569">
                  <a:moveTo>
                    <a:pt x="232410" y="60960"/>
                  </a:moveTo>
                  <a:lnTo>
                    <a:pt x="65722" y="60960"/>
                  </a:lnTo>
                  <a:lnTo>
                    <a:pt x="65722" y="152400"/>
                  </a:lnTo>
                  <a:lnTo>
                    <a:pt x="189547" y="152400"/>
                  </a:lnTo>
                  <a:lnTo>
                    <a:pt x="189547" y="212408"/>
                  </a:lnTo>
                  <a:lnTo>
                    <a:pt x="65722" y="212408"/>
                  </a:lnTo>
                  <a:lnTo>
                    <a:pt x="65722" y="369570"/>
                  </a:lnTo>
                  <a:lnTo>
                    <a:pt x="0" y="369570"/>
                  </a:lnTo>
                  <a:lnTo>
                    <a:pt x="0" y="0"/>
                  </a:lnTo>
                  <a:lnTo>
                    <a:pt x="231458" y="0"/>
                  </a:lnTo>
                  <a:lnTo>
                    <a:pt x="231458" y="6096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3" name="Freihandform: Form 92">
              <a:extLst>
                <a:ext uri="{FF2B5EF4-FFF2-40B4-BE49-F238E27FC236}">
                  <a16:creationId xmlns:a16="http://schemas.microsoft.com/office/drawing/2014/main" id="{10E4B3AE-096F-4974-8350-4F4D93FC3203}"/>
                </a:ext>
              </a:extLst>
            </p:cNvPr>
            <p:cNvSpPr/>
            <p:nvPr/>
          </p:nvSpPr>
          <p:spPr>
            <a:xfrm>
              <a:off x="2446972" y="2641039"/>
              <a:ext cx="160019" cy="272657"/>
            </a:xfrm>
            <a:custGeom>
              <a:avLst/>
              <a:gdLst>
                <a:gd name="connsiteX0" fmla="*/ 160020 w 160019"/>
                <a:gd name="connsiteY0" fmla="*/ 5005 h 272657"/>
                <a:gd name="connsiteX1" fmla="*/ 150495 w 160019"/>
                <a:gd name="connsiteY1" fmla="*/ 68823 h 272657"/>
                <a:gd name="connsiteX2" fmla="*/ 116205 w 160019"/>
                <a:gd name="connsiteY2" fmla="*/ 60250 h 272657"/>
                <a:gd name="connsiteX3" fmla="*/ 61913 w 160019"/>
                <a:gd name="connsiteY3" fmla="*/ 135498 h 272657"/>
                <a:gd name="connsiteX4" fmla="*/ 61913 w 160019"/>
                <a:gd name="connsiteY4" fmla="*/ 272658 h 272657"/>
                <a:gd name="connsiteX5" fmla="*/ 0 w 160019"/>
                <a:gd name="connsiteY5" fmla="*/ 272658 h 272657"/>
                <a:gd name="connsiteX6" fmla="*/ 0 w 160019"/>
                <a:gd name="connsiteY6" fmla="*/ 5958 h 272657"/>
                <a:gd name="connsiteX7" fmla="*/ 60960 w 160019"/>
                <a:gd name="connsiteY7" fmla="*/ 5958 h 272657"/>
                <a:gd name="connsiteX8" fmla="*/ 60960 w 160019"/>
                <a:gd name="connsiteY8" fmla="*/ 40248 h 272657"/>
                <a:gd name="connsiteX9" fmla="*/ 61913 w 160019"/>
                <a:gd name="connsiteY9" fmla="*/ 40248 h 272657"/>
                <a:gd name="connsiteX10" fmla="*/ 131445 w 160019"/>
                <a:gd name="connsiteY10" fmla="*/ 243 h 272657"/>
                <a:gd name="connsiteX11" fmla="*/ 160020 w 160019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19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2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7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4" name="Freihandform: Form 93">
              <a:extLst>
                <a:ext uri="{FF2B5EF4-FFF2-40B4-BE49-F238E27FC236}">
                  <a16:creationId xmlns:a16="http://schemas.microsoft.com/office/drawing/2014/main" id="{5CDC0A16-E123-4D13-9DD9-28C8FE5AA6F5}"/>
                </a:ext>
              </a:extLst>
            </p:cNvPr>
            <p:cNvSpPr/>
            <p:nvPr/>
          </p:nvSpPr>
          <p:spPr>
            <a:xfrm>
              <a:off x="2651759" y="2528887"/>
              <a:ext cx="79057" cy="384810"/>
            </a:xfrm>
            <a:custGeom>
              <a:avLst/>
              <a:gdLst>
                <a:gd name="connsiteX0" fmla="*/ 79057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7 w 79057"/>
                <a:gd name="connsiteY4" fmla="*/ 38100 h 384810"/>
                <a:gd name="connsiteX5" fmla="*/ 70485 w 79057"/>
                <a:gd name="connsiteY5" fmla="*/ 384810 h 384810"/>
                <a:gd name="connsiteX6" fmla="*/ 8573 w 79057"/>
                <a:gd name="connsiteY6" fmla="*/ 384810 h 384810"/>
                <a:gd name="connsiteX7" fmla="*/ 8573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7" y="38100"/>
                  </a:moveTo>
                  <a:cubicBezTo>
                    <a:pt x="79057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0960" y="0"/>
                    <a:pt x="79057" y="16193"/>
                    <a:pt x="79057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5" name="Freihandform: Form 94">
              <a:extLst>
                <a:ext uri="{FF2B5EF4-FFF2-40B4-BE49-F238E27FC236}">
                  <a16:creationId xmlns:a16="http://schemas.microsoft.com/office/drawing/2014/main" id="{CA0B94AD-8D34-4B40-8458-0866BBCC464F}"/>
                </a:ext>
              </a:extLst>
            </p:cNvPr>
            <p:cNvSpPr/>
            <p:nvPr/>
          </p:nvSpPr>
          <p:spPr>
            <a:xfrm>
              <a:off x="2787966" y="2641281"/>
              <a:ext cx="242887" cy="279082"/>
            </a:xfrm>
            <a:custGeom>
              <a:avLst/>
              <a:gdLst>
                <a:gd name="connsiteX0" fmla="*/ 132398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8 w 242887"/>
                <a:gd name="connsiteY6" fmla="*/ 225743 h 279082"/>
                <a:gd name="connsiteX7" fmla="*/ 198120 w 242887"/>
                <a:gd name="connsiteY7" fmla="*/ 194310 h 279082"/>
                <a:gd name="connsiteX8" fmla="*/ 237173 w 242887"/>
                <a:gd name="connsiteY8" fmla="*/ 235268 h 279082"/>
                <a:gd name="connsiteX9" fmla="*/ 132398 w 242887"/>
                <a:gd name="connsiteY9" fmla="*/ 279083 h 279082"/>
                <a:gd name="connsiteX10" fmla="*/ 61913 w 242887"/>
                <a:gd name="connsiteY10" fmla="*/ 115253 h 279082"/>
                <a:gd name="connsiteX11" fmla="*/ 182880 w 242887"/>
                <a:gd name="connsiteY11" fmla="*/ 115253 h 279082"/>
                <a:gd name="connsiteX12" fmla="*/ 123825 w 242887"/>
                <a:gd name="connsiteY12" fmla="*/ 50482 h 279082"/>
                <a:gd name="connsiteX13" fmla="*/ 61913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3" y="201930"/>
                    <a:pt x="94298" y="225743"/>
                    <a:pt x="132398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3" y="235268"/>
                  </a:lnTo>
                  <a:cubicBezTo>
                    <a:pt x="206693" y="264795"/>
                    <a:pt x="172403" y="279083"/>
                    <a:pt x="132398" y="279083"/>
                  </a:cubicBezTo>
                  <a:close/>
                  <a:moveTo>
                    <a:pt x="61913" y="115253"/>
                  </a:moveTo>
                  <a:lnTo>
                    <a:pt x="182880" y="115253"/>
                  </a:lnTo>
                  <a:cubicBezTo>
                    <a:pt x="180023" y="74295"/>
                    <a:pt x="159068" y="50482"/>
                    <a:pt x="123825" y="50482"/>
                  </a:cubicBezTo>
                  <a:cubicBezTo>
                    <a:pt x="89535" y="50482"/>
                    <a:pt x="67628" y="74295"/>
                    <a:pt x="61913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6" name="Freihandform: Form 95">
              <a:extLst>
                <a:ext uri="{FF2B5EF4-FFF2-40B4-BE49-F238E27FC236}">
                  <a16:creationId xmlns:a16="http://schemas.microsoft.com/office/drawing/2014/main" id="{9A94F107-4E11-4806-8DDC-3CC7C1891196}"/>
                </a:ext>
              </a:extLst>
            </p:cNvPr>
            <p:cNvSpPr/>
            <p:nvPr/>
          </p:nvSpPr>
          <p:spPr>
            <a:xfrm>
              <a:off x="3086099" y="2525076"/>
              <a:ext cx="248602" cy="396239"/>
            </a:xfrm>
            <a:custGeom>
              <a:avLst/>
              <a:gdLst>
                <a:gd name="connsiteX0" fmla="*/ 0 w 248602"/>
                <a:gd name="connsiteY0" fmla="*/ 255270 h 396239"/>
                <a:gd name="connsiteX1" fmla="*/ 108585 w 248602"/>
                <a:gd name="connsiteY1" fmla="*/ 116205 h 396239"/>
                <a:gd name="connsiteX2" fmla="*/ 185738 w 248602"/>
                <a:gd name="connsiteY2" fmla="*/ 152400 h 396239"/>
                <a:gd name="connsiteX3" fmla="*/ 186690 w 248602"/>
                <a:gd name="connsiteY3" fmla="*/ 152400 h 396239"/>
                <a:gd name="connsiteX4" fmla="*/ 186690 w 248602"/>
                <a:gd name="connsiteY4" fmla="*/ 15240 h 396239"/>
                <a:gd name="connsiteX5" fmla="*/ 248603 w 248602"/>
                <a:gd name="connsiteY5" fmla="*/ 0 h 396239"/>
                <a:gd name="connsiteX6" fmla="*/ 248603 w 248602"/>
                <a:gd name="connsiteY6" fmla="*/ 389573 h 396239"/>
                <a:gd name="connsiteX7" fmla="*/ 187642 w 248602"/>
                <a:gd name="connsiteY7" fmla="*/ 389573 h 396239"/>
                <a:gd name="connsiteX8" fmla="*/ 187642 w 248602"/>
                <a:gd name="connsiteY8" fmla="*/ 358140 h 396239"/>
                <a:gd name="connsiteX9" fmla="*/ 186690 w 248602"/>
                <a:gd name="connsiteY9" fmla="*/ 358140 h 396239"/>
                <a:gd name="connsiteX10" fmla="*/ 106680 w 248602"/>
                <a:gd name="connsiteY10" fmla="*/ 396240 h 396239"/>
                <a:gd name="connsiteX11" fmla="*/ 0 w 248602"/>
                <a:gd name="connsiteY11" fmla="*/ 255270 h 396239"/>
                <a:gd name="connsiteX12" fmla="*/ 60960 w 248602"/>
                <a:gd name="connsiteY12" fmla="*/ 255270 h 396239"/>
                <a:gd name="connsiteX13" fmla="*/ 122872 w 248602"/>
                <a:gd name="connsiteY13" fmla="*/ 340995 h 396239"/>
                <a:gd name="connsiteX14" fmla="*/ 186690 w 248602"/>
                <a:gd name="connsiteY14" fmla="*/ 305753 h 396239"/>
                <a:gd name="connsiteX15" fmla="*/ 186690 w 248602"/>
                <a:gd name="connsiteY15" fmla="*/ 207645 h 396239"/>
                <a:gd name="connsiteX16" fmla="*/ 122872 w 248602"/>
                <a:gd name="connsiteY16" fmla="*/ 172402 h 396239"/>
                <a:gd name="connsiteX17" fmla="*/ 60960 w 248602"/>
                <a:gd name="connsiteY17" fmla="*/ 255270 h 39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8602" h="396239">
                  <a:moveTo>
                    <a:pt x="0" y="255270"/>
                  </a:moveTo>
                  <a:cubicBezTo>
                    <a:pt x="0" y="169545"/>
                    <a:pt x="43815" y="116205"/>
                    <a:pt x="108585" y="116205"/>
                  </a:cubicBezTo>
                  <a:cubicBezTo>
                    <a:pt x="141922" y="116205"/>
                    <a:pt x="168592" y="130493"/>
                    <a:pt x="185738" y="152400"/>
                  </a:cubicBezTo>
                  <a:lnTo>
                    <a:pt x="186690" y="152400"/>
                  </a:lnTo>
                  <a:lnTo>
                    <a:pt x="186690" y="15240"/>
                  </a:lnTo>
                  <a:lnTo>
                    <a:pt x="248603" y="0"/>
                  </a:lnTo>
                  <a:lnTo>
                    <a:pt x="248603" y="389573"/>
                  </a:lnTo>
                  <a:lnTo>
                    <a:pt x="187642" y="389573"/>
                  </a:lnTo>
                  <a:lnTo>
                    <a:pt x="187642" y="358140"/>
                  </a:lnTo>
                  <a:lnTo>
                    <a:pt x="186690" y="358140"/>
                  </a:lnTo>
                  <a:cubicBezTo>
                    <a:pt x="167640" y="381953"/>
                    <a:pt x="140017" y="396240"/>
                    <a:pt x="106680" y="396240"/>
                  </a:cubicBezTo>
                  <a:cubicBezTo>
                    <a:pt x="43815" y="395288"/>
                    <a:pt x="0" y="340995"/>
                    <a:pt x="0" y="255270"/>
                  </a:cubicBezTo>
                  <a:close/>
                  <a:moveTo>
                    <a:pt x="60960" y="255270"/>
                  </a:moveTo>
                  <a:cubicBezTo>
                    <a:pt x="60960" y="309563"/>
                    <a:pt x="83820" y="340995"/>
                    <a:pt x="122872" y="340995"/>
                  </a:cubicBezTo>
                  <a:cubicBezTo>
                    <a:pt x="146685" y="340995"/>
                    <a:pt x="166688" y="329565"/>
                    <a:pt x="186690" y="305753"/>
                  </a:cubicBezTo>
                  <a:lnTo>
                    <a:pt x="186690" y="207645"/>
                  </a:lnTo>
                  <a:cubicBezTo>
                    <a:pt x="168592" y="183833"/>
                    <a:pt x="148590" y="172402"/>
                    <a:pt x="122872" y="172402"/>
                  </a:cubicBezTo>
                  <a:cubicBezTo>
                    <a:pt x="82867" y="172402"/>
                    <a:pt x="60960" y="201930"/>
                    <a:pt x="60960" y="2552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7" name="Freihandform: Form 96">
              <a:extLst>
                <a:ext uri="{FF2B5EF4-FFF2-40B4-BE49-F238E27FC236}">
                  <a16:creationId xmlns:a16="http://schemas.microsoft.com/office/drawing/2014/main" id="{54E53509-1364-44FD-92B4-FF3CC9A96D45}"/>
                </a:ext>
              </a:extLst>
            </p:cNvPr>
            <p:cNvSpPr/>
            <p:nvPr/>
          </p:nvSpPr>
          <p:spPr>
            <a:xfrm>
              <a:off x="3417569" y="2641039"/>
              <a:ext cx="160020" cy="272657"/>
            </a:xfrm>
            <a:custGeom>
              <a:avLst/>
              <a:gdLst>
                <a:gd name="connsiteX0" fmla="*/ 160020 w 160020"/>
                <a:gd name="connsiteY0" fmla="*/ 5005 h 272657"/>
                <a:gd name="connsiteX1" fmla="*/ 150495 w 160020"/>
                <a:gd name="connsiteY1" fmla="*/ 68823 h 272657"/>
                <a:gd name="connsiteX2" fmla="*/ 116205 w 160020"/>
                <a:gd name="connsiteY2" fmla="*/ 60250 h 272657"/>
                <a:gd name="connsiteX3" fmla="*/ 61913 w 160020"/>
                <a:gd name="connsiteY3" fmla="*/ 135498 h 272657"/>
                <a:gd name="connsiteX4" fmla="*/ 61913 w 160020"/>
                <a:gd name="connsiteY4" fmla="*/ 272658 h 272657"/>
                <a:gd name="connsiteX5" fmla="*/ 0 w 160020"/>
                <a:gd name="connsiteY5" fmla="*/ 272658 h 272657"/>
                <a:gd name="connsiteX6" fmla="*/ 0 w 160020"/>
                <a:gd name="connsiteY6" fmla="*/ 5958 h 272657"/>
                <a:gd name="connsiteX7" fmla="*/ 60960 w 160020"/>
                <a:gd name="connsiteY7" fmla="*/ 5958 h 272657"/>
                <a:gd name="connsiteX8" fmla="*/ 60960 w 160020"/>
                <a:gd name="connsiteY8" fmla="*/ 40248 h 272657"/>
                <a:gd name="connsiteX9" fmla="*/ 61913 w 160020"/>
                <a:gd name="connsiteY9" fmla="*/ 40248 h 272657"/>
                <a:gd name="connsiteX10" fmla="*/ 131445 w 160020"/>
                <a:gd name="connsiteY10" fmla="*/ 243 h 272657"/>
                <a:gd name="connsiteX11" fmla="*/ 160020 w 160020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2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7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8" name="Freihandform: Form 97">
              <a:extLst>
                <a:ext uri="{FF2B5EF4-FFF2-40B4-BE49-F238E27FC236}">
                  <a16:creationId xmlns:a16="http://schemas.microsoft.com/office/drawing/2014/main" id="{685A3D39-53BC-4038-BFDA-851F9712E06F}"/>
                </a:ext>
              </a:extLst>
            </p:cNvPr>
            <p:cNvSpPr/>
            <p:nvPr/>
          </p:nvSpPr>
          <p:spPr>
            <a:xfrm>
              <a:off x="3622357" y="2528887"/>
              <a:ext cx="79057" cy="384810"/>
            </a:xfrm>
            <a:custGeom>
              <a:avLst/>
              <a:gdLst>
                <a:gd name="connsiteX0" fmla="*/ 79058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8 w 79057"/>
                <a:gd name="connsiteY4" fmla="*/ 38100 h 384810"/>
                <a:gd name="connsiteX5" fmla="*/ 70485 w 79057"/>
                <a:gd name="connsiteY5" fmla="*/ 384810 h 384810"/>
                <a:gd name="connsiteX6" fmla="*/ 8572 w 79057"/>
                <a:gd name="connsiteY6" fmla="*/ 384810 h 384810"/>
                <a:gd name="connsiteX7" fmla="*/ 8572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8" y="38100"/>
                  </a:moveTo>
                  <a:cubicBezTo>
                    <a:pt x="79058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7" y="0"/>
                    <a:pt x="39052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2" y="384810"/>
                  </a:lnTo>
                  <a:lnTo>
                    <a:pt x="8572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9" name="Freihandform: Form 98">
              <a:extLst>
                <a:ext uri="{FF2B5EF4-FFF2-40B4-BE49-F238E27FC236}">
                  <a16:creationId xmlns:a16="http://schemas.microsoft.com/office/drawing/2014/main" id="{62E33717-F4F0-4CF8-8E15-202A2B827DF3}"/>
                </a:ext>
              </a:extLst>
            </p:cNvPr>
            <p:cNvSpPr/>
            <p:nvPr/>
          </p:nvSpPr>
          <p:spPr>
            <a:xfrm>
              <a:off x="3759516" y="2640329"/>
              <a:ext cx="224790" cy="280034"/>
            </a:xfrm>
            <a:custGeom>
              <a:avLst/>
              <a:gdLst>
                <a:gd name="connsiteX0" fmla="*/ 222885 w 224790"/>
                <a:gd name="connsiteY0" fmla="*/ 237172 h 280034"/>
                <a:gd name="connsiteX1" fmla="*/ 127635 w 224790"/>
                <a:gd name="connsiteY1" fmla="*/ 280035 h 280034"/>
                <a:gd name="connsiteX2" fmla="*/ 0 w 224790"/>
                <a:gd name="connsiteY2" fmla="*/ 140970 h 280034"/>
                <a:gd name="connsiteX3" fmla="*/ 128588 w 224790"/>
                <a:gd name="connsiteY3" fmla="*/ 0 h 280034"/>
                <a:gd name="connsiteX4" fmla="*/ 224790 w 224790"/>
                <a:gd name="connsiteY4" fmla="*/ 45720 h 280034"/>
                <a:gd name="connsiteX5" fmla="*/ 181928 w 224790"/>
                <a:gd name="connsiteY5" fmla="*/ 86678 h 280034"/>
                <a:gd name="connsiteX6" fmla="*/ 128588 w 224790"/>
                <a:gd name="connsiteY6" fmla="*/ 57150 h 280034"/>
                <a:gd name="connsiteX7" fmla="*/ 62865 w 224790"/>
                <a:gd name="connsiteY7" fmla="*/ 140018 h 280034"/>
                <a:gd name="connsiteX8" fmla="*/ 128588 w 224790"/>
                <a:gd name="connsiteY8" fmla="*/ 222885 h 280034"/>
                <a:gd name="connsiteX9" fmla="*/ 183833 w 224790"/>
                <a:gd name="connsiteY9" fmla="*/ 193358 h 280034"/>
                <a:gd name="connsiteX10" fmla="*/ 222885 w 224790"/>
                <a:gd name="connsiteY10" fmla="*/ 237172 h 280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90" h="280034">
                  <a:moveTo>
                    <a:pt x="222885" y="237172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6688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8"/>
                  </a:cubicBezTo>
                  <a:cubicBezTo>
                    <a:pt x="62865" y="189547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3" y="193358"/>
                  </a:cubicBezTo>
                  <a:lnTo>
                    <a:pt x="222885" y="23717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0" name="Freihandform: Form 99">
              <a:extLst>
                <a:ext uri="{FF2B5EF4-FFF2-40B4-BE49-F238E27FC236}">
                  <a16:creationId xmlns:a16="http://schemas.microsoft.com/office/drawing/2014/main" id="{6B2EF321-D1A4-40C9-B09D-2892881315E5}"/>
                </a:ext>
              </a:extLst>
            </p:cNvPr>
            <p:cNvSpPr/>
            <p:nvPr/>
          </p:nvSpPr>
          <p:spPr>
            <a:xfrm>
              <a:off x="4038599" y="2525076"/>
              <a:ext cx="228600" cy="389572"/>
            </a:xfrm>
            <a:custGeom>
              <a:avLst/>
              <a:gdLst>
                <a:gd name="connsiteX0" fmla="*/ 228600 w 228600"/>
                <a:gd name="connsiteY0" fmla="*/ 388620 h 389572"/>
                <a:gd name="connsiteX1" fmla="*/ 166688 w 228600"/>
                <a:gd name="connsiteY1" fmla="*/ 388620 h 389572"/>
                <a:gd name="connsiteX2" fmla="*/ 166688 w 228600"/>
                <a:gd name="connsiteY2" fmla="*/ 236220 h 389572"/>
                <a:gd name="connsiteX3" fmla="*/ 117158 w 228600"/>
                <a:gd name="connsiteY3" fmla="*/ 171450 h 389572"/>
                <a:gd name="connsiteX4" fmla="*/ 61913 w 228600"/>
                <a:gd name="connsiteY4" fmla="*/ 236220 h 389572"/>
                <a:gd name="connsiteX5" fmla="*/ 61913 w 228600"/>
                <a:gd name="connsiteY5" fmla="*/ 389573 h 389572"/>
                <a:gd name="connsiteX6" fmla="*/ 0 w 228600"/>
                <a:gd name="connsiteY6" fmla="*/ 389573 h 389572"/>
                <a:gd name="connsiteX7" fmla="*/ 0 w 228600"/>
                <a:gd name="connsiteY7" fmla="*/ 15240 h 389572"/>
                <a:gd name="connsiteX8" fmla="*/ 61913 w 228600"/>
                <a:gd name="connsiteY8" fmla="*/ 0 h 389572"/>
                <a:gd name="connsiteX9" fmla="*/ 61913 w 228600"/>
                <a:gd name="connsiteY9" fmla="*/ 155258 h 389572"/>
                <a:gd name="connsiteX10" fmla="*/ 62865 w 228600"/>
                <a:gd name="connsiteY10" fmla="*/ 155258 h 389572"/>
                <a:gd name="connsiteX11" fmla="*/ 140970 w 228600"/>
                <a:gd name="connsiteY11" fmla="*/ 116205 h 389572"/>
                <a:gd name="connsiteX12" fmla="*/ 228600 w 228600"/>
                <a:gd name="connsiteY12" fmla="*/ 223838 h 389572"/>
                <a:gd name="connsiteX13" fmla="*/ 228600 w 228600"/>
                <a:gd name="connsiteY13" fmla="*/ 38862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389572">
                  <a:moveTo>
                    <a:pt x="228600" y="388620"/>
                  </a:moveTo>
                  <a:lnTo>
                    <a:pt x="166688" y="388620"/>
                  </a:lnTo>
                  <a:lnTo>
                    <a:pt x="166688" y="236220"/>
                  </a:lnTo>
                  <a:cubicBezTo>
                    <a:pt x="166688" y="197168"/>
                    <a:pt x="154305" y="171450"/>
                    <a:pt x="117158" y="171450"/>
                  </a:cubicBezTo>
                  <a:cubicBezTo>
                    <a:pt x="74295" y="171450"/>
                    <a:pt x="61913" y="205740"/>
                    <a:pt x="61913" y="236220"/>
                  </a:cubicBezTo>
                  <a:lnTo>
                    <a:pt x="61913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2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1" name="Freihandform: Form 100">
              <a:extLst>
                <a:ext uri="{FF2B5EF4-FFF2-40B4-BE49-F238E27FC236}">
                  <a16:creationId xmlns:a16="http://schemas.microsoft.com/office/drawing/2014/main" id="{6E939899-66C7-4914-8269-47E3D303060F}"/>
                </a:ext>
              </a:extLst>
            </p:cNvPr>
            <p:cNvSpPr/>
            <p:nvPr/>
          </p:nvSpPr>
          <p:spPr>
            <a:xfrm>
              <a:off x="4338637" y="2721291"/>
              <a:ext cx="130492" cy="59055"/>
            </a:xfrm>
            <a:custGeom>
              <a:avLst/>
              <a:gdLst>
                <a:gd name="connsiteX0" fmla="*/ 130493 w 130492"/>
                <a:gd name="connsiteY0" fmla="*/ 59055 h 59055"/>
                <a:gd name="connsiteX1" fmla="*/ 0 w 130492"/>
                <a:gd name="connsiteY1" fmla="*/ 59055 h 59055"/>
                <a:gd name="connsiteX2" fmla="*/ 0 w 130492"/>
                <a:gd name="connsiteY2" fmla="*/ 0 h 59055"/>
                <a:gd name="connsiteX3" fmla="*/ 130493 w 130492"/>
                <a:gd name="connsiteY3" fmla="*/ 0 h 59055"/>
                <a:gd name="connsiteX4" fmla="*/ 130493 w 130492"/>
                <a:gd name="connsiteY4" fmla="*/ 59055 h 59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492" h="59055">
                  <a:moveTo>
                    <a:pt x="130493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3" y="0"/>
                  </a:lnTo>
                  <a:lnTo>
                    <a:pt x="130493" y="5905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2" name="Freihandform: Form 101">
              <a:extLst>
                <a:ext uri="{FF2B5EF4-FFF2-40B4-BE49-F238E27FC236}">
                  <a16:creationId xmlns:a16="http://schemas.microsoft.com/office/drawing/2014/main" id="{A33D2C18-DB64-478C-9F57-B3373239E9FE}"/>
                </a:ext>
              </a:extLst>
            </p:cNvPr>
            <p:cNvSpPr/>
            <p:nvPr/>
          </p:nvSpPr>
          <p:spPr>
            <a:xfrm>
              <a:off x="4502467" y="2545079"/>
              <a:ext cx="342900" cy="368617"/>
            </a:xfrm>
            <a:custGeom>
              <a:avLst/>
              <a:gdLst>
                <a:gd name="connsiteX0" fmla="*/ 136207 w 342900"/>
                <a:gd name="connsiteY0" fmla="*/ 0 h 368617"/>
                <a:gd name="connsiteX1" fmla="*/ 205740 w 342900"/>
                <a:gd name="connsiteY1" fmla="*/ 0 h 368617"/>
                <a:gd name="connsiteX2" fmla="*/ 342900 w 342900"/>
                <a:gd name="connsiteY2" fmla="*/ 368618 h 368617"/>
                <a:gd name="connsiteX3" fmla="*/ 271463 w 342900"/>
                <a:gd name="connsiteY3" fmla="*/ 368618 h 368617"/>
                <a:gd name="connsiteX4" fmla="*/ 244792 w 342900"/>
                <a:gd name="connsiteY4" fmla="*/ 290512 h 368617"/>
                <a:gd name="connsiteX5" fmla="*/ 96202 w 342900"/>
                <a:gd name="connsiteY5" fmla="*/ 290512 h 368617"/>
                <a:gd name="connsiteX6" fmla="*/ 69532 w 342900"/>
                <a:gd name="connsiteY6" fmla="*/ 368618 h 368617"/>
                <a:gd name="connsiteX7" fmla="*/ 0 w 342900"/>
                <a:gd name="connsiteY7" fmla="*/ 368618 h 368617"/>
                <a:gd name="connsiteX8" fmla="*/ 136207 w 342900"/>
                <a:gd name="connsiteY8" fmla="*/ 0 h 368617"/>
                <a:gd name="connsiteX9" fmla="*/ 116205 w 342900"/>
                <a:gd name="connsiteY9" fmla="*/ 231458 h 368617"/>
                <a:gd name="connsiteX10" fmla="*/ 223838 w 342900"/>
                <a:gd name="connsiteY10" fmla="*/ 231458 h 368617"/>
                <a:gd name="connsiteX11" fmla="*/ 170497 w 342900"/>
                <a:gd name="connsiteY11" fmla="*/ 75247 h 368617"/>
                <a:gd name="connsiteX12" fmla="*/ 169545 w 342900"/>
                <a:gd name="connsiteY12" fmla="*/ 75247 h 368617"/>
                <a:gd name="connsiteX13" fmla="*/ 116205 w 342900"/>
                <a:gd name="connsiteY13" fmla="*/ 231458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42900" h="368617">
                  <a:moveTo>
                    <a:pt x="136207" y="0"/>
                  </a:moveTo>
                  <a:lnTo>
                    <a:pt x="205740" y="0"/>
                  </a:lnTo>
                  <a:lnTo>
                    <a:pt x="342900" y="368618"/>
                  </a:lnTo>
                  <a:lnTo>
                    <a:pt x="271463" y="368618"/>
                  </a:lnTo>
                  <a:lnTo>
                    <a:pt x="244792" y="290512"/>
                  </a:lnTo>
                  <a:lnTo>
                    <a:pt x="96202" y="290512"/>
                  </a:lnTo>
                  <a:lnTo>
                    <a:pt x="69532" y="368618"/>
                  </a:lnTo>
                  <a:lnTo>
                    <a:pt x="0" y="368618"/>
                  </a:lnTo>
                  <a:lnTo>
                    <a:pt x="136207" y="0"/>
                  </a:lnTo>
                  <a:close/>
                  <a:moveTo>
                    <a:pt x="116205" y="231458"/>
                  </a:moveTo>
                  <a:lnTo>
                    <a:pt x="223838" y="231458"/>
                  </a:lnTo>
                  <a:lnTo>
                    <a:pt x="170497" y="75247"/>
                  </a:lnTo>
                  <a:lnTo>
                    <a:pt x="169545" y="75247"/>
                  </a:lnTo>
                  <a:lnTo>
                    <a:pt x="116205" y="231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3" name="Freihandform: Form 102">
              <a:extLst>
                <a:ext uri="{FF2B5EF4-FFF2-40B4-BE49-F238E27FC236}">
                  <a16:creationId xmlns:a16="http://schemas.microsoft.com/office/drawing/2014/main" id="{279EDAA5-9D2D-46A0-A1B3-A9E065EA2F38}"/>
                </a:ext>
              </a:extLst>
            </p:cNvPr>
            <p:cNvSpPr/>
            <p:nvPr/>
          </p:nvSpPr>
          <p:spPr>
            <a:xfrm>
              <a:off x="4900612" y="2525076"/>
              <a:ext cx="61912" cy="388620"/>
            </a:xfrm>
            <a:custGeom>
              <a:avLst/>
              <a:gdLst>
                <a:gd name="connsiteX0" fmla="*/ 61913 w 61912"/>
                <a:gd name="connsiteY0" fmla="*/ 388620 h 388620"/>
                <a:gd name="connsiteX1" fmla="*/ 0 w 61912"/>
                <a:gd name="connsiteY1" fmla="*/ 388620 h 388620"/>
                <a:gd name="connsiteX2" fmla="*/ 0 w 61912"/>
                <a:gd name="connsiteY2" fmla="*/ 14288 h 388620"/>
                <a:gd name="connsiteX3" fmla="*/ 61913 w 61912"/>
                <a:gd name="connsiteY3" fmla="*/ 0 h 388620"/>
                <a:gd name="connsiteX4" fmla="*/ 61913 w 61912"/>
                <a:gd name="connsiteY4" fmla="*/ 388620 h 388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912" h="388620">
                  <a:moveTo>
                    <a:pt x="61913" y="388620"/>
                  </a:moveTo>
                  <a:lnTo>
                    <a:pt x="0" y="388620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4" name="Freihandform: Form 103">
              <a:extLst>
                <a:ext uri="{FF2B5EF4-FFF2-40B4-BE49-F238E27FC236}">
                  <a16:creationId xmlns:a16="http://schemas.microsoft.com/office/drawing/2014/main" id="{9FEE96A4-D7EC-4B2B-B2E7-DE8D3474F32B}"/>
                </a:ext>
              </a:extLst>
            </p:cNvPr>
            <p:cNvSpPr/>
            <p:nvPr/>
          </p:nvSpPr>
          <p:spPr>
            <a:xfrm>
              <a:off x="5029199" y="2641281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2865 w 242887"/>
                <a:gd name="connsiteY10" fmla="*/ 115253 h 279082"/>
                <a:gd name="connsiteX11" fmla="*/ 183832 w 242887"/>
                <a:gd name="connsiteY11" fmla="*/ 115253 h 279082"/>
                <a:gd name="connsiteX12" fmla="*/ 124778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3" y="264795"/>
                    <a:pt x="173355" y="279083"/>
                    <a:pt x="132397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8580" y="74295"/>
                    <a:pt x="62865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5" name="Freihandform: Form 104">
              <a:extLst>
                <a:ext uri="{FF2B5EF4-FFF2-40B4-BE49-F238E27FC236}">
                  <a16:creationId xmlns:a16="http://schemas.microsoft.com/office/drawing/2014/main" id="{5FBB05E1-F158-4DD8-ADA9-4C6CE098B48D}"/>
                </a:ext>
              </a:extLst>
            </p:cNvPr>
            <p:cNvSpPr/>
            <p:nvPr/>
          </p:nvSpPr>
          <p:spPr>
            <a:xfrm>
              <a:off x="5306377" y="2646997"/>
              <a:ext cx="255269" cy="266700"/>
            </a:xfrm>
            <a:custGeom>
              <a:avLst/>
              <a:gdLst>
                <a:gd name="connsiteX0" fmla="*/ 255270 w 255269"/>
                <a:gd name="connsiteY0" fmla="*/ 266700 h 266700"/>
                <a:gd name="connsiteX1" fmla="*/ 183832 w 255269"/>
                <a:gd name="connsiteY1" fmla="*/ 266700 h 266700"/>
                <a:gd name="connsiteX2" fmla="*/ 126682 w 255269"/>
                <a:gd name="connsiteY2" fmla="*/ 174307 h 266700"/>
                <a:gd name="connsiteX3" fmla="*/ 125730 w 255269"/>
                <a:gd name="connsiteY3" fmla="*/ 174307 h 266700"/>
                <a:gd name="connsiteX4" fmla="*/ 70485 w 255269"/>
                <a:gd name="connsiteY4" fmla="*/ 266700 h 266700"/>
                <a:gd name="connsiteX5" fmla="*/ 0 w 255269"/>
                <a:gd name="connsiteY5" fmla="*/ 266700 h 266700"/>
                <a:gd name="connsiteX6" fmla="*/ 91440 w 255269"/>
                <a:gd name="connsiteY6" fmla="*/ 128588 h 266700"/>
                <a:gd name="connsiteX7" fmla="*/ 6667 w 255269"/>
                <a:gd name="connsiteY7" fmla="*/ 0 h 266700"/>
                <a:gd name="connsiteX8" fmla="*/ 77153 w 255269"/>
                <a:gd name="connsiteY8" fmla="*/ 0 h 266700"/>
                <a:gd name="connsiteX9" fmla="*/ 127635 w 255269"/>
                <a:gd name="connsiteY9" fmla="*/ 81915 h 266700"/>
                <a:gd name="connsiteX10" fmla="*/ 128588 w 255269"/>
                <a:gd name="connsiteY10" fmla="*/ 81915 h 266700"/>
                <a:gd name="connsiteX11" fmla="*/ 178117 w 255269"/>
                <a:gd name="connsiteY11" fmla="*/ 0 h 266700"/>
                <a:gd name="connsiteX12" fmla="*/ 247650 w 255269"/>
                <a:gd name="connsiteY12" fmla="*/ 0 h 266700"/>
                <a:gd name="connsiteX13" fmla="*/ 163830 w 255269"/>
                <a:gd name="connsiteY13" fmla="*/ 127635 h 266700"/>
                <a:gd name="connsiteX14" fmla="*/ 255270 w 255269"/>
                <a:gd name="connsiteY14" fmla="*/ 26670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55269" h="266700">
                  <a:moveTo>
                    <a:pt x="255270" y="266700"/>
                  </a:moveTo>
                  <a:lnTo>
                    <a:pt x="183832" y="266700"/>
                  </a:lnTo>
                  <a:lnTo>
                    <a:pt x="126682" y="174307"/>
                  </a:lnTo>
                  <a:lnTo>
                    <a:pt x="125730" y="174307"/>
                  </a:lnTo>
                  <a:lnTo>
                    <a:pt x="70485" y="266700"/>
                  </a:lnTo>
                  <a:lnTo>
                    <a:pt x="0" y="266700"/>
                  </a:lnTo>
                  <a:lnTo>
                    <a:pt x="91440" y="128588"/>
                  </a:lnTo>
                  <a:lnTo>
                    <a:pt x="6667" y="0"/>
                  </a:lnTo>
                  <a:lnTo>
                    <a:pt x="77153" y="0"/>
                  </a:lnTo>
                  <a:lnTo>
                    <a:pt x="127635" y="81915"/>
                  </a:lnTo>
                  <a:lnTo>
                    <a:pt x="128588" y="81915"/>
                  </a:lnTo>
                  <a:lnTo>
                    <a:pt x="178117" y="0"/>
                  </a:lnTo>
                  <a:lnTo>
                    <a:pt x="247650" y="0"/>
                  </a:lnTo>
                  <a:lnTo>
                    <a:pt x="163830" y="127635"/>
                  </a:lnTo>
                  <a:lnTo>
                    <a:pt x="255270" y="26670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6" name="Freihandform: Form 105">
              <a:extLst>
                <a:ext uri="{FF2B5EF4-FFF2-40B4-BE49-F238E27FC236}">
                  <a16:creationId xmlns:a16="http://schemas.microsoft.com/office/drawing/2014/main" id="{49577D94-AD2F-49C6-AC94-666AD3E18043}"/>
                </a:ext>
              </a:extLst>
            </p:cNvPr>
            <p:cNvSpPr/>
            <p:nvPr/>
          </p:nvSpPr>
          <p:spPr>
            <a:xfrm>
              <a:off x="5594967" y="2641281"/>
              <a:ext cx="225759" cy="279082"/>
            </a:xfrm>
            <a:custGeom>
              <a:avLst/>
              <a:gdLst>
                <a:gd name="connsiteX0" fmla="*/ 114317 w 225759"/>
                <a:gd name="connsiteY0" fmla="*/ 107632 h 279082"/>
                <a:gd name="connsiteX1" fmla="*/ 164799 w 225759"/>
                <a:gd name="connsiteY1" fmla="*/ 113347 h 279082"/>
                <a:gd name="connsiteX2" fmla="*/ 164799 w 225759"/>
                <a:gd name="connsiteY2" fmla="*/ 103822 h 279082"/>
                <a:gd name="connsiteX3" fmla="*/ 105744 w 225759"/>
                <a:gd name="connsiteY3" fmla="*/ 52388 h 279082"/>
                <a:gd name="connsiteX4" fmla="*/ 38117 w 225759"/>
                <a:gd name="connsiteY4" fmla="*/ 67628 h 279082"/>
                <a:gd name="connsiteX5" fmla="*/ 24782 w 225759"/>
                <a:gd name="connsiteY5" fmla="*/ 15240 h 279082"/>
                <a:gd name="connsiteX6" fmla="*/ 112412 w 225759"/>
                <a:gd name="connsiteY6" fmla="*/ 0 h 279082"/>
                <a:gd name="connsiteX7" fmla="*/ 225759 w 225759"/>
                <a:gd name="connsiteY7" fmla="*/ 102870 h 279082"/>
                <a:gd name="connsiteX8" fmla="*/ 225759 w 225759"/>
                <a:gd name="connsiteY8" fmla="*/ 273368 h 279082"/>
                <a:gd name="connsiteX9" fmla="*/ 166704 w 225759"/>
                <a:gd name="connsiteY9" fmla="*/ 273368 h 279082"/>
                <a:gd name="connsiteX10" fmla="*/ 166704 w 225759"/>
                <a:gd name="connsiteY10" fmla="*/ 244793 h 279082"/>
                <a:gd name="connsiteX11" fmla="*/ 165752 w 225759"/>
                <a:gd name="connsiteY11" fmla="*/ 244793 h 279082"/>
                <a:gd name="connsiteX12" fmla="*/ 87647 w 225759"/>
                <a:gd name="connsiteY12" fmla="*/ 279083 h 279082"/>
                <a:gd name="connsiteX13" fmla="*/ 17 w 225759"/>
                <a:gd name="connsiteY13" fmla="*/ 194310 h 279082"/>
                <a:gd name="connsiteX14" fmla="*/ 114317 w 225759"/>
                <a:gd name="connsiteY14" fmla="*/ 107632 h 279082"/>
                <a:gd name="connsiteX15" fmla="*/ 103839 w 225759"/>
                <a:gd name="connsiteY15" fmla="*/ 232410 h 279082"/>
                <a:gd name="connsiteX16" fmla="*/ 164799 w 225759"/>
                <a:gd name="connsiteY16" fmla="*/ 200025 h 279082"/>
                <a:gd name="connsiteX17" fmla="*/ 164799 w 225759"/>
                <a:gd name="connsiteY17" fmla="*/ 154305 h 279082"/>
                <a:gd name="connsiteX18" fmla="*/ 120984 w 225759"/>
                <a:gd name="connsiteY18" fmla="*/ 149543 h 279082"/>
                <a:gd name="connsiteX19" fmla="*/ 59072 w 225759"/>
                <a:gd name="connsiteY19" fmla="*/ 193358 h 279082"/>
                <a:gd name="connsiteX20" fmla="*/ 103839 w 225759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5759" h="279082">
                  <a:moveTo>
                    <a:pt x="114317" y="107632"/>
                  </a:moveTo>
                  <a:cubicBezTo>
                    <a:pt x="131462" y="107632"/>
                    <a:pt x="147654" y="108585"/>
                    <a:pt x="164799" y="113347"/>
                  </a:cubicBezTo>
                  <a:lnTo>
                    <a:pt x="164799" y="103822"/>
                  </a:lnTo>
                  <a:cubicBezTo>
                    <a:pt x="164799" y="69532"/>
                    <a:pt x="144797" y="52388"/>
                    <a:pt x="105744" y="52388"/>
                  </a:cubicBezTo>
                  <a:cubicBezTo>
                    <a:pt x="83837" y="52388"/>
                    <a:pt x="60024" y="57150"/>
                    <a:pt x="38117" y="67628"/>
                  </a:cubicBezTo>
                  <a:lnTo>
                    <a:pt x="24782" y="15240"/>
                  </a:lnTo>
                  <a:cubicBezTo>
                    <a:pt x="49547" y="5715"/>
                    <a:pt x="81932" y="0"/>
                    <a:pt x="112412" y="0"/>
                  </a:cubicBezTo>
                  <a:cubicBezTo>
                    <a:pt x="187659" y="0"/>
                    <a:pt x="225759" y="35243"/>
                    <a:pt x="225759" y="102870"/>
                  </a:cubicBezTo>
                  <a:lnTo>
                    <a:pt x="225759" y="273368"/>
                  </a:lnTo>
                  <a:lnTo>
                    <a:pt x="166704" y="273368"/>
                  </a:lnTo>
                  <a:lnTo>
                    <a:pt x="166704" y="244793"/>
                  </a:lnTo>
                  <a:lnTo>
                    <a:pt x="165752" y="244793"/>
                  </a:lnTo>
                  <a:cubicBezTo>
                    <a:pt x="142892" y="268605"/>
                    <a:pt x="119079" y="279083"/>
                    <a:pt x="87647" y="279083"/>
                  </a:cubicBezTo>
                  <a:cubicBezTo>
                    <a:pt x="34307" y="279083"/>
                    <a:pt x="17" y="245745"/>
                    <a:pt x="17" y="194310"/>
                  </a:cubicBezTo>
                  <a:cubicBezTo>
                    <a:pt x="-936" y="138113"/>
                    <a:pt x="39069" y="107632"/>
                    <a:pt x="114317" y="107632"/>
                  </a:cubicBezTo>
                  <a:close/>
                  <a:moveTo>
                    <a:pt x="103839" y="232410"/>
                  </a:moveTo>
                  <a:cubicBezTo>
                    <a:pt x="126699" y="232410"/>
                    <a:pt x="147654" y="220980"/>
                    <a:pt x="164799" y="200025"/>
                  </a:cubicBezTo>
                  <a:lnTo>
                    <a:pt x="164799" y="154305"/>
                  </a:lnTo>
                  <a:cubicBezTo>
                    <a:pt x="150512" y="150495"/>
                    <a:pt x="135272" y="149543"/>
                    <a:pt x="120984" y="149543"/>
                  </a:cubicBezTo>
                  <a:cubicBezTo>
                    <a:pt x="81932" y="149543"/>
                    <a:pt x="59072" y="165735"/>
                    <a:pt x="59072" y="193358"/>
                  </a:cubicBezTo>
                  <a:cubicBezTo>
                    <a:pt x="59072" y="217170"/>
                    <a:pt x="76217" y="232410"/>
                    <a:pt x="103839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7" name="Freihandform: Form 106">
              <a:extLst>
                <a:ext uri="{FF2B5EF4-FFF2-40B4-BE49-F238E27FC236}">
                  <a16:creationId xmlns:a16="http://schemas.microsoft.com/office/drawing/2014/main" id="{AB054986-638F-4DEF-9C64-237D5B52C051}"/>
                </a:ext>
              </a:extLst>
            </p:cNvPr>
            <p:cNvSpPr/>
            <p:nvPr/>
          </p:nvSpPr>
          <p:spPr>
            <a:xfrm>
              <a:off x="5900737" y="2641281"/>
              <a:ext cx="228600" cy="273367"/>
            </a:xfrm>
            <a:custGeom>
              <a:avLst/>
              <a:gdLst>
                <a:gd name="connsiteX0" fmla="*/ 228600 w 228600"/>
                <a:gd name="connsiteY0" fmla="*/ 272415 h 273367"/>
                <a:gd name="connsiteX1" fmla="*/ 166688 w 228600"/>
                <a:gd name="connsiteY1" fmla="*/ 272415 h 273367"/>
                <a:gd name="connsiteX2" fmla="*/ 166688 w 228600"/>
                <a:gd name="connsiteY2" fmla="*/ 120015 h 273367"/>
                <a:gd name="connsiteX3" fmla="*/ 117157 w 228600"/>
                <a:gd name="connsiteY3" fmla="*/ 55245 h 273367"/>
                <a:gd name="connsiteX4" fmla="*/ 61913 w 228600"/>
                <a:gd name="connsiteY4" fmla="*/ 120015 h 273367"/>
                <a:gd name="connsiteX5" fmla="*/ 61913 w 228600"/>
                <a:gd name="connsiteY5" fmla="*/ 273368 h 273367"/>
                <a:gd name="connsiteX6" fmla="*/ 0 w 228600"/>
                <a:gd name="connsiteY6" fmla="*/ 273368 h 273367"/>
                <a:gd name="connsiteX7" fmla="*/ 0 w 228600"/>
                <a:gd name="connsiteY7" fmla="*/ 6668 h 273367"/>
                <a:gd name="connsiteX8" fmla="*/ 61913 w 228600"/>
                <a:gd name="connsiteY8" fmla="*/ 6668 h 273367"/>
                <a:gd name="connsiteX9" fmla="*/ 61913 w 228600"/>
                <a:gd name="connsiteY9" fmla="*/ 39053 h 273367"/>
                <a:gd name="connsiteX10" fmla="*/ 62865 w 228600"/>
                <a:gd name="connsiteY10" fmla="*/ 39053 h 273367"/>
                <a:gd name="connsiteX11" fmla="*/ 140970 w 228600"/>
                <a:gd name="connsiteY11" fmla="*/ 0 h 273367"/>
                <a:gd name="connsiteX12" fmla="*/ 228600 w 228600"/>
                <a:gd name="connsiteY12" fmla="*/ 107632 h 273367"/>
                <a:gd name="connsiteX13" fmla="*/ 228600 w 228600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7" y="55245"/>
                    <a:pt x="117157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8"/>
                  </a:lnTo>
                  <a:lnTo>
                    <a:pt x="0" y="273368"/>
                  </a:lnTo>
                  <a:lnTo>
                    <a:pt x="0" y="6668"/>
                  </a:lnTo>
                  <a:lnTo>
                    <a:pt x="61913" y="6668"/>
                  </a:lnTo>
                  <a:lnTo>
                    <a:pt x="61913" y="39053"/>
                  </a:lnTo>
                  <a:lnTo>
                    <a:pt x="62865" y="39053"/>
                  </a:lnTo>
                  <a:cubicBezTo>
                    <a:pt x="79057" y="15240"/>
                    <a:pt x="106680" y="0"/>
                    <a:pt x="140970" y="0"/>
                  </a:cubicBezTo>
                  <a:cubicBezTo>
                    <a:pt x="201930" y="0"/>
                    <a:pt x="228600" y="44768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8" name="Freihandform: Form 107">
              <a:extLst>
                <a:ext uri="{FF2B5EF4-FFF2-40B4-BE49-F238E27FC236}">
                  <a16:creationId xmlns:a16="http://schemas.microsoft.com/office/drawing/2014/main" id="{3D306362-98AD-47FC-9A6B-F2E497E9140C}"/>
                </a:ext>
              </a:extLst>
            </p:cNvPr>
            <p:cNvSpPr/>
            <p:nvPr/>
          </p:nvSpPr>
          <p:spPr>
            <a:xfrm>
              <a:off x="6195059" y="2525076"/>
              <a:ext cx="248602" cy="396239"/>
            </a:xfrm>
            <a:custGeom>
              <a:avLst/>
              <a:gdLst>
                <a:gd name="connsiteX0" fmla="*/ 0 w 248602"/>
                <a:gd name="connsiteY0" fmla="*/ 255270 h 396239"/>
                <a:gd name="connsiteX1" fmla="*/ 108585 w 248602"/>
                <a:gd name="connsiteY1" fmla="*/ 116205 h 396239"/>
                <a:gd name="connsiteX2" fmla="*/ 185738 w 248602"/>
                <a:gd name="connsiteY2" fmla="*/ 152400 h 396239"/>
                <a:gd name="connsiteX3" fmla="*/ 186690 w 248602"/>
                <a:gd name="connsiteY3" fmla="*/ 152400 h 396239"/>
                <a:gd name="connsiteX4" fmla="*/ 186690 w 248602"/>
                <a:gd name="connsiteY4" fmla="*/ 15240 h 396239"/>
                <a:gd name="connsiteX5" fmla="*/ 248603 w 248602"/>
                <a:gd name="connsiteY5" fmla="*/ 0 h 396239"/>
                <a:gd name="connsiteX6" fmla="*/ 248603 w 248602"/>
                <a:gd name="connsiteY6" fmla="*/ 389573 h 396239"/>
                <a:gd name="connsiteX7" fmla="*/ 187643 w 248602"/>
                <a:gd name="connsiteY7" fmla="*/ 389573 h 396239"/>
                <a:gd name="connsiteX8" fmla="*/ 187643 w 248602"/>
                <a:gd name="connsiteY8" fmla="*/ 358140 h 396239"/>
                <a:gd name="connsiteX9" fmla="*/ 186690 w 248602"/>
                <a:gd name="connsiteY9" fmla="*/ 358140 h 396239"/>
                <a:gd name="connsiteX10" fmla="*/ 106680 w 248602"/>
                <a:gd name="connsiteY10" fmla="*/ 396240 h 396239"/>
                <a:gd name="connsiteX11" fmla="*/ 0 w 248602"/>
                <a:gd name="connsiteY11" fmla="*/ 255270 h 396239"/>
                <a:gd name="connsiteX12" fmla="*/ 61913 w 248602"/>
                <a:gd name="connsiteY12" fmla="*/ 255270 h 396239"/>
                <a:gd name="connsiteX13" fmla="*/ 123825 w 248602"/>
                <a:gd name="connsiteY13" fmla="*/ 340995 h 396239"/>
                <a:gd name="connsiteX14" fmla="*/ 187643 w 248602"/>
                <a:gd name="connsiteY14" fmla="*/ 305753 h 396239"/>
                <a:gd name="connsiteX15" fmla="*/ 187643 w 248602"/>
                <a:gd name="connsiteY15" fmla="*/ 207645 h 396239"/>
                <a:gd name="connsiteX16" fmla="*/ 123825 w 248602"/>
                <a:gd name="connsiteY16" fmla="*/ 172402 h 396239"/>
                <a:gd name="connsiteX17" fmla="*/ 61913 w 248602"/>
                <a:gd name="connsiteY17" fmla="*/ 255270 h 39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8602" h="396239">
                  <a:moveTo>
                    <a:pt x="0" y="255270"/>
                  </a:moveTo>
                  <a:cubicBezTo>
                    <a:pt x="0" y="169545"/>
                    <a:pt x="43815" y="116205"/>
                    <a:pt x="108585" y="116205"/>
                  </a:cubicBezTo>
                  <a:cubicBezTo>
                    <a:pt x="141922" y="116205"/>
                    <a:pt x="168593" y="130493"/>
                    <a:pt x="185738" y="152400"/>
                  </a:cubicBezTo>
                  <a:lnTo>
                    <a:pt x="186690" y="152400"/>
                  </a:lnTo>
                  <a:lnTo>
                    <a:pt x="186690" y="15240"/>
                  </a:lnTo>
                  <a:lnTo>
                    <a:pt x="248603" y="0"/>
                  </a:lnTo>
                  <a:lnTo>
                    <a:pt x="248603" y="389573"/>
                  </a:lnTo>
                  <a:lnTo>
                    <a:pt x="187643" y="389573"/>
                  </a:lnTo>
                  <a:lnTo>
                    <a:pt x="187643" y="358140"/>
                  </a:lnTo>
                  <a:lnTo>
                    <a:pt x="186690" y="358140"/>
                  </a:lnTo>
                  <a:cubicBezTo>
                    <a:pt x="167640" y="381953"/>
                    <a:pt x="140018" y="396240"/>
                    <a:pt x="106680" y="396240"/>
                  </a:cubicBezTo>
                  <a:cubicBezTo>
                    <a:pt x="43815" y="395288"/>
                    <a:pt x="0" y="340995"/>
                    <a:pt x="0" y="255270"/>
                  </a:cubicBezTo>
                  <a:close/>
                  <a:moveTo>
                    <a:pt x="61913" y="255270"/>
                  </a:moveTo>
                  <a:cubicBezTo>
                    <a:pt x="61913" y="309563"/>
                    <a:pt x="84772" y="340995"/>
                    <a:pt x="123825" y="340995"/>
                  </a:cubicBezTo>
                  <a:cubicBezTo>
                    <a:pt x="147638" y="340995"/>
                    <a:pt x="167640" y="329565"/>
                    <a:pt x="187643" y="305753"/>
                  </a:cubicBezTo>
                  <a:lnTo>
                    <a:pt x="187643" y="207645"/>
                  </a:lnTo>
                  <a:cubicBezTo>
                    <a:pt x="169545" y="183833"/>
                    <a:pt x="149543" y="172402"/>
                    <a:pt x="123825" y="172402"/>
                  </a:cubicBezTo>
                  <a:cubicBezTo>
                    <a:pt x="82868" y="172402"/>
                    <a:pt x="61913" y="201930"/>
                    <a:pt x="61913" y="2552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9" name="Freihandform: Form 108">
              <a:extLst>
                <a:ext uri="{FF2B5EF4-FFF2-40B4-BE49-F238E27FC236}">
                  <a16:creationId xmlns:a16="http://schemas.microsoft.com/office/drawing/2014/main" id="{FE146F0C-5076-4628-A8D1-C1B97209CB48}"/>
                </a:ext>
              </a:extLst>
            </p:cNvPr>
            <p:cNvSpPr/>
            <p:nvPr/>
          </p:nvSpPr>
          <p:spPr>
            <a:xfrm>
              <a:off x="6511289" y="2641281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7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2865 w 242887"/>
                <a:gd name="connsiteY10" fmla="*/ 115253 h 279082"/>
                <a:gd name="connsiteX11" fmla="*/ 183833 w 242887"/>
                <a:gd name="connsiteY11" fmla="*/ 115253 h 279082"/>
                <a:gd name="connsiteX12" fmla="*/ 124778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8" y="0"/>
                  </a:cubicBezTo>
                  <a:cubicBezTo>
                    <a:pt x="196215" y="0"/>
                    <a:pt x="242887" y="53340"/>
                    <a:pt x="242887" y="135255"/>
                  </a:cubicBezTo>
                  <a:cubicBezTo>
                    <a:pt x="242887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2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2" y="264795"/>
                    <a:pt x="172403" y="279083"/>
                    <a:pt x="132397" y="279083"/>
                  </a:cubicBezTo>
                  <a:close/>
                  <a:moveTo>
                    <a:pt x="62865" y="115253"/>
                  </a:moveTo>
                  <a:lnTo>
                    <a:pt x="183833" y="115253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7628" y="74295"/>
                    <a:pt x="62865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0" name="Freihandform: Form 109">
              <a:extLst>
                <a:ext uri="{FF2B5EF4-FFF2-40B4-BE49-F238E27FC236}">
                  <a16:creationId xmlns:a16="http://schemas.microsoft.com/office/drawing/2014/main" id="{40862F46-80E1-4CE8-91D0-C59CDA9CCD2E}"/>
                </a:ext>
              </a:extLst>
            </p:cNvPr>
            <p:cNvSpPr/>
            <p:nvPr/>
          </p:nvSpPr>
          <p:spPr>
            <a:xfrm>
              <a:off x="6824662" y="2641039"/>
              <a:ext cx="160019" cy="272657"/>
            </a:xfrm>
            <a:custGeom>
              <a:avLst/>
              <a:gdLst>
                <a:gd name="connsiteX0" fmla="*/ 160020 w 160019"/>
                <a:gd name="connsiteY0" fmla="*/ 5005 h 272657"/>
                <a:gd name="connsiteX1" fmla="*/ 150495 w 160019"/>
                <a:gd name="connsiteY1" fmla="*/ 68823 h 272657"/>
                <a:gd name="connsiteX2" fmla="*/ 116205 w 160019"/>
                <a:gd name="connsiteY2" fmla="*/ 60250 h 272657"/>
                <a:gd name="connsiteX3" fmla="*/ 61913 w 160019"/>
                <a:gd name="connsiteY3" fmla="*/ 135498 h 272657"/>
                <a:gd name="connsiteX4" fmla="*/ 61913 w 160019"/>
                <a:gd name="connsiteY4" fmla="*/ 272658 h 272657"/>
                <a:gd name="connsiteX5" fmla="*/ 0 w 160019"/>
                <a:gd name="connsiteY5" fmla="*/ 272658 h 272657"/>
                <a:gd name="connsiteX6" fmla="*/ 0 w 160019"/>
                <a:gd name="connsiteY6" fmla="*/ 5958 h 272657"/>
                <a:gd name="connsiteX7" fmla="*/ 60960 w 160019"/>
                <a:gd name="connsiteY7" fmla="*/ 5958 h 272657"/>
                <a:gd name="connsiteX8" fmla="*/ 60960 w 160019"/>
                <a:gd name="connsiteY8" fmla="*/ 40248 h 272657"/>
                <a:gd name="connsiteX9" fmla="*/ 61913 w 160019"/>
                <a:gd name="connsiteY9" fmla="*/ 40248 h 272657"/>
                <a:gd name="connsiteX10" fmla="*/ 131445 w 160019"/>
                <a:gd name="connsiteY10" fmla="*/ 243 h 272657"/>
                <a:gd name="connsiteX11" fmla="*/ 160020 w 160019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19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1" name="Freihandform: Form 110">
              <a:extLst>
                <a:ext uri="{FF2B5EF4-FFF2-40B4-BE49-F238E27FC236}">
                  <a16:creationId xmlns:a16="http://schemas.microsoft.com/office/drawing/2014/main" id="{60ED134C-C407-4575-BA70-944D3875C3CD}"/>
                </a:ext>
              </a:extLst>
            </p:cNvPr>
            <p:cNvSpPr/>
            <p:nvPr/>
          </p:nvSpPr>
          <p:spPr>
            <a:xfrm>
              <a:off x="7023734" y="2721291"/>
              <a:ext cx="130492" cy="59055"/>
            </a:xfrm>
            <a:custGeom>
              <a:avLst/>
              <a:gdLst>
                <a:gd name="connsiteX0" fmla="*/ 130492 w 130492"/>
                <a:gd name="connsiteY0" fmla="*/ 59055 h 59055"/>
                <a:gd name="connsiteX1" fmla="*/ 0 w 130492"/>
                <a:gd name="connsiteY1" fmla="*/ 59055 h 59055"/>
                <a:gd name="connsiteX2" fmla="*/ 0 w 130492"/>
                <a:gd name="connsiteY2" fmla="*/ 0 h 59055"/>
                <a:gd name="connsiteX3" fmla="*/ 130492 w 130492"/>
                <a:gd name="connsiteY3" fmla="*/ 0 h 59055"/>
                <a:gd name="connsiteX4" fmla="*/ 130492 w 130492"/>
                <a:gd name="connsiteY4" fmla="*/ 59055 h 59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492" h="59055">
                  <a:moveTo>
                    <a:pt x="130492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2" y="0"/>
                  </a:lnTo>
                  <a:lnTo>
                    <a:pt x="130492" y="5905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1" name="Freihandform: Form 160">
              <a:extLst>
                <a:ext uri="{FF2B5EF4-FFF2-40B4-BE49-F238E27FC236}">
                  <a16:creationId xmlns:a16="http://schemas.microsoft.com/office/drawing/2014/main" id="{8D99356B-BDF0-44E7-805D-D835620BEF7F}"/>
                </a:ext>
              </a:extLst>
            </p:cNvPr>
            <p:cNvSpPr/>
            <p:nvPr/>
          </p:nvSpPr>
          <p:spPr>
            <a:xfrm>
              <a:off x="7233284" y="2545079"/>
              <a:ext cx="288607" cy="375284"/>
            </a:xfrm>
            <a:custGeom>
              <a:avLst/>
              <a:gdLst>
                <a:gd name="connsiteX0" fmla="*/ 288607 w 288607"/>
                <a:gd name="connsiteY0" fmla="*/ 222885 h 375284"/>
                <a:gd name="connsiteX1" fmla="*/ 143827 w 288607"/>
                <a:gd name="connsiteY1" fmla="*/ 375285 h 375284"/>
                <a:gd name="connsiteX2" fmla="*/ 0 w 288607"/>
                <a:gd name="connsiteY2" fmla="*/ 222885 h 375284"/>
                <a:gd name="connsiteX3" fmla="*/ 0 w 288607"/>
                <a:gd name="connsiteY3" fmla="*/ 0 h 375284"/>
                <a:gd name="connsiteX4" fmla="*/ 66675 w 288607"/>
                <a:gd name="connsiteY4" fmla="*/ 0 h 375284"/>
                <a:gd name="connsiteX5" fmla="*/ 66675 w 288607"/>
                <a:gd name="connsiteY5" fmla="*/ 219075 h 375284"/>
                <a:gd name="connsiteX6" fmla="*/ 144780 w 288607"/>
                <a:gd name="connsiteY6" fmla="*/ 312420 h 375284"/>
                <a:gd name="connsiteX7" fmla="*/ 220980 w 288607"/>
                <a:gd name="connsiteY7" fmla="*/ 219075 h 375284"/>
                <a:gd name="connsiteX8" fmla="*/ 220980 w 288607"/>
                <a:gd name="connsiteY8" fmla="*/ 0 h 375284"/>
                <a:gd name="connsiteX9" fmla="*/ 287655 w 288607"/>
                <a:gd name="connsiteY9" fmla="*/ 0 h 375284"/>
                <a:gd name="connsiteX10" fmla="*/ 287655 w 288607"/>
                <a:gd name="connsiteY10" fmla="*/ 222885 h 375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88607" h="375284">
                  <a:moveTo>
                    <a:pt x="288607" y="222885"/>
                  </a:moveTo>
                  <a:cubicBezTo>
                    <a:pt x="288607" y="311468"/>
                    <a:pt x="242888" y="375285"/>
                    <a:pt x="143827" y="375285"/>
                  </a:cubicBezTo>
                  <a:cubicBezTo>
                    <a:pt x="45720" y="375285"/>
                    <a:pt x="0" y="312420"/>
                    <a:pt x="0" y="222885"/>
                  </a:cubicBezTo>
                  <a:lnTo>
                    <a:pt x="0" y="0"/>
                  </a:lnTo>
                  <a:lnTo>
                    <a:pt x="66675" y="0"/>
                  </a:lnTo>
                  <a:lnTo>
                    <a:pt x="66675" y="219075"/>
                  </a:lnTo>
                  <a:cubicBezTo>
                    <a:pt x="66675" y="274320"/>
                    <a:pt x="90488" y="312420"/>
                    <a:pt x="144780" y="312420"/>
                  </a:cubicBezTo>
                  <a:cubicBezTo>
                    <a:pt x="199072" y="312420"/>
                    <a:pt x="220980" y="275272"/>
                    <a:pt x="220980" y="219075"/>
                  </a:cubicBezTo>
                  <a:lnTo>
                    <a:pt x="220980" y="0"/>
                  </a:lnTo>
                  <a:lnTo>
                    <a:pt x="287655" y="0"/>
                  </a:lnTo>
                  <a:lnTo>
                    <a:pt x="287655" y="22288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2" name="Freihandform: Form 161">
              <a:extLst>
                <a:ext uri="{FF2B5EF4-FFF2-40B4-BE49-F238E27FC236}">
                  <a16:creationId xmlns:a16="http://schemas.microsoft.com/office/drawing/2014/main" id="{DD65221D-BE15-4278-9DD4-9652DEFFC46C}"/>
                </a:ext>
              </a:extLst>
            </p:cNvPr>
            <p:cNvSpPr/>
            <p:nvPr/>
          </p:nvSpPr>
          <p:spPr>
            <a:xfrm>
              <a:off x="7605712" y="2641281"/>
              <a:ext cx="228600" cy="273367"/>
            </a:xfrm>
            <a:custGeom>
              <a:avLst/>
              <a:gdLst>
                <a:gd name="connsiteX0" fmla="*/ 228600 w 228600"/>
                <a:gd name="connsiteY0" fmla="*/ 272415 h 273367"/>
                <a:gd name="connsiteX1" fmla="*/ 166688 w 228600"/>
                <a:gd name="connsiteY1" fmla="*/ 272415 h 273367"/>
                <a:gd name="connsiteX2" fmla="*/ 166688 w 228600"/>
                <a:gd name="connsiteY2" fmla="*/ 120015 h 273367"/>
                <a:gd name="connsiteX3" fmla="*/ 117157 w 228600"/>
                <a:gd name="connsiteY3" fmla="*/ 55245 h 273367"/>
                <a:gd name="connsiteX4" fmla="*/ 61913 w 228600"/>
                <a:gd name="connsiteY4" fmla="*/ 120015 h 273367"/>
                <a:gd name="connsiteX5" fmla="*/ 61913 w 228600"/>
                <a:gd name="connsiteY5" fmla="*/ 273368 h 273367"/>
                <a:gd name="connsiteX6" fmla="*/ 0 w 228600"/>
                <a:gd name="connsiteY6" fmla="*/ 273368 h 273367"/>
                <a:gd name="connsiteX7" fmla="*/ 0 w 228600"/>
                <a:gd name="connsiteY7" fmla="*/ 6668 h 273367"/>
                <a:gd name="connsiteX8" fmla="*/ 61913 w 228600"/>
                <a:gd name="connsiteY8" fmla="*/ 6668 h 273367"/>
                <a:gd name="connsiteX9" fmla="*/ 61913 w 228600"/>
                <a:gd name="connsiteY9" fmla="*/ 39053 h 273367"/>
                <a:gd name="connsiteX10" fmla="*/ 62865 w 228600"/>
                <a:gd name="connsiteY10" fmla="*/ 39053 h 273367"/>
                <a:gd name="connsiteX11" fmla="*/ 140970 w 228600"/>
                <a:gd name="connsiteY11" fmla="*/ 0 h 273367"/>
                <a:gd name="connsiteX12" fmla="*/ 228600 w 228600"/>
                <a:gd name="connsiteY12" fmla="*/ 107632 h 273367"/>
                <a:gd name="connsiteX13" fmla="*/ 228600 w 228600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7" y="55245"/>
                    <a:pt x="117157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8"/>
                  </a:lnTo>
                  <a:lnTo>
                    <a:pt x="0" y="273368"/>
                  </a:lnTo>
                  <a:lnTo>
                    <a:pt x="0" y="6668"/>
                  </a:lnTo>
                  <a:lnTo>
                    <a:pt x="61913" y="6668"/>
                  </a:lnTo>
                  <a:lnTo>
                    <a:pt x="61913" y="39053"/>
                  </a:lnTo>
                  <a:lnTo>
                    <a:pt x="62865" y="39053"/>
                  </a:lnTo>
                  <a:cubicBezTo>
                    <a:pt x="79057" y="15240"/>
                    <a:pt x="106680" y="0"/>
                    <a:pt x="140970" y="0"/>
                  </a:cubicBezTo>
                  <a:cubicBezTo>
                    <a:pt x="201930" y="0"/>
                    <a:pt x="228600" y="44768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3" name="Freihandform: Form 162">
              <a:extLst>
                <a:ext uri="{FF2B5EF4-FFF2-40B4-BE49-F238E27FC236}">
                  <a16:creationId xmlns:a16="http://schemas.microsoft.com/office/drawing/2014/main" id="{706F29FA-7384-4969-AE69-A3B336309767}"/>
                </a:ext>
              </a:extLst>
            </p:cNvPr>
            <p:cNvSpPr/>
            <p:nvPr/>
          </p:nvSpPr>
          <p:spPr>
            <a:xfrm>
              <a:off x="7904797" y="2528887"/>
              <a:ext cx="79057" cy="384810"/>
            </a:xfrm>
            <a:custGeom>
              <a:avLst/>
              <a:gdLst>
                <a:gd name="connsiteX0" fmla="*/ 79057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7 w 79057"/>
                <a:gd name="connsiteY4" fmla="*/ 38100 h 384810"/>
                <a:gd name="connsiteX5" fmla="*/ 70485 w 79057"/>
                <a:gd name="connsiteY5" fmla="*/ 384810 h 384810"/>
                <a:gd name="connsiteX6" fmla="*/ 8572 w 79057"/>
                <a:gd name="connsiteY6" fmla="*/ 384810 h 384810"/>
                <a:gd name="connsiteX7" fmla="*/ 8572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7" y="38100"/>
                  </a:moveTo>
                  <a:cubicBezTo>
                    <a:pt x="79057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7" y="0"/>
                    <a:pt x="39052" y="0"/>
                  </a:cubicBezTo>
                  <a:cubicBezTo>
                    <a:pt x="60960" y="0"/>
                    <a:pt x="79057" y="16193"/>
                    <a:pt x="79057" y="38100"/>
                  </a:cubicBezTo>
                  <a:close/>
                  <a:moveTo>
                    <a:pt x="70485" y="384810"/>
                  </a:moveTo>
                  <a:lnTo>
                    <a:pt x="8572" y="384810"/>
                  </a:lnTo>
                  <a:lnTo>
                    <a:pt x="8572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4" name="Freihandform: Form 163">
              <a:extLst>
                <a:ext uri="{FF2B5EF4-FFF2-40B4-BE49-F238E27FC236}">
                  <a16:creationId xmlns:a16="http://schemas.microsoft.com/office/drawing/2014/main" id="{F1737542-B8EA-4138-9EFC-CA08C510198D}"/>
                </a:ext>
              </a:extLst>
            </p:cNvPr>
            <p:cNvSpPr/>
            <p:nvPr/>
          </p:nvSpPr>
          <p:spPr>
            <a:xfrm>
              <a:off x="8027669" y="2647949"/>
              <a:ext cx="259080" cy="266700"/>
            </a:xfrm>
            <a:custGeom>
              <a:avLst/>
              <a:gdLst>
                <a:gd name="connsiteX0" fmla="*/ 259080 w 259080"/>
                <a:gd name="connsiteY0" fmla="*/ 0 h 266700"/>
                <a:gd name="connsiteX1" fmla="*/ 161925 w 259080"/>
                <a:gd name="connsiteY1" fmla="*/ 266700 h 266700"/>
                <a:gd name="connsiteX2" fmla="*/ 97155 w 259080"/>
                <a:gd name="connsiteY2" fmla="*/ 266700 h 266700"/>
                <a:gd name="connsiteX3" fmla="*/ 0 w 259080"/>
                <a:gd name="connsiteY3" fmla="*/ 0 h 266700"/>
                <a:gd name="connsiteX4" fmla="*/ 68580 w 259080"/>
                <a:gd name="connsiteY4" fmla="*/ 0 h 266700"/>
                <a:gd name="connsiteX5" fmla="*/ 129540 w 259080"/>
                <a:gd name="connsiteY5" fmla="*/ 193358 h 266700"/>
                <a:gd name="connsiteX6" fmla="*/ 130493 w 259080"/>
                <a:gd name="connsiteY6" fmla="*/ 193358 h 266700"/>
                <a:gd name="connsiteX7" fmla="*/ 191453 w 259080"/>
                <a:gd name="connsiteY7" fmla="*/ 0 h 266700"/>
                <a:gd name="connsiteX8" fmla="*/ 259080 w 259080"/>
                <a:gd name="connsiteY8" fmla="*/ 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59080" h="266700">
                  <a:moveTo>
                    <a:pt x="259080" y="0"/>
                  </a:moveTo>
                  <a:lnTo>
                    <a:pt x="161925" y="266700"/>
                  </a:lnTo>
                  <a:lnTo>
                    <a:pt x="97155" y="266700"/>
                  </a:lnTo>
                  <a:lnTo>
                    <a:pt x="0" y="0"/>
                  </a:lnTo>
                  <a:lnTo>
                    <a:pt x="68580" y="0"/>
                  </a:lnTo>
                  <a:lnTo>
                    <a:pt x="129540" y="193358"/>
                  </a:lnTo>
                  <a:lnTo>
                    <a:pt x="130493" y="193358"/>
                  </a:lnTo>
                  <a:lnTo>
                    <a:pt x="191453" y="0"/>
                  </a:lnTo>
                  <a:lnTo>
                    <a:pt x="25908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5" name="Freihandform: Form 164">
              <a:extLst>
                <a:ext uri="{FF2B5EF4-FFF2-40B4-BE49-F238E27FC236}">
                  <a16:creationId xmlns:a16="http://schemas.microsoft.com/office/drawing/2014/main" id="{621C53F6-23C0-41BC-802B-9F26870C79F4}"/>
                </a:ext>
              </a:extLst>
            </p:cNvPr>
            <p:cNvSpPr/>
            <p:nvPr/>
          </p:nvSpPr>
          <p:spPr>
            <a:xfrm>
              <a:off x="8315324" y="2641281"/>
              <a:ext cx="242887" cy="279082"/>
            </a:xfrm>
            <a:custGeom>
              <a:avLst/>
              <a:gdLst>
                <a:gd name="connsiteX0" fmla="*/ 132398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8 w 242887"/>
                <a:gd name="connsiteY6" fmla="*/ 225743 h 279082"/>
                <a:gd name="connsiteX7" fmla="*/ 198120 w 242887"/>
                <a:gd name="connsiteY7" fmla="*/ 194310 h 279082"/>
                <a:gd name="connsiteX8" fmla="*/ 237173 w 242887"/>
                <a:gd name="connsiteY8" fmla="*/ 235268 h 279082"/>
                <a:gd name="connsiteX9" fmla="*/ 132398 w 242887"/>
                <a:gd name="connsiteY9" fmla="*/ 279083 h 279082"/>
                <a:gd name="connsiteX10" fmla="*/ 62865 w 242887"/>
                <a:gd name="connsiteY10" fmla="*/ 115253 h 279082"/>
                <a:gd name="connsiteX11" fmla="*/ 183832 w 242887"/>
                <a:gd name="connsiteY11" fmla="*/ 115253 h 279082"/>
                <a:gd name="connsiteX12" fmla="*/ 124777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8" y="225743"/>
                    <a:pt x="132398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3" y="235268"/>
                  </a:lnTo>
                  <a:cubicBezTo>
                    <a:pt x="206693" y="264795"/>
                    <a:pt x="173355" y="279083"/>
                    <a:pt x="132398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90488" y="50482"/>
                    <a:pt x="68580" y="74295"/>
                    <a:pt x="62865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6" name="Freihandform: Form 165">
              <a:extLst>
                <a:ext uri="{FF2B5EF4-FFF2-40B4-BE49-F238E27FC236}">
                  <a16:creationId xmlns:a16="http://schemas.microsoft.com/office/drawing/2014/main" id="{DDB0D785-F93D-442F-A947-7E14014D300C}"/>
                </a:ext>
              </a:extLst>
            </p:cNvPr>
            <p:cNvSpPr/>
            <p:nvPr/>
          </p:nvSpPr>
          <p:spPr>
            <a:xfrm>
              <a:off x="8628697" y="2641039"/>
              <a:ext cx="160019" cy="272657"/>
            </a:xfrm>
            <a:custGeom>
              <a:avLst/>
              <a:gdLst>
                <a:gd name="connsiteX0" fmla="*/ 160020 w 160019"/>
                <a:gd name="connsiteY0" fmla="*/ 5005 h 272657"/>
                <a:gd name="connsiteX1" fmla="*/ 150495 w 160019"/>
                <a:gd name="connsiteY1" fmla="*/ 68823 h 272657"/>
                <a:gd name="connsiteX2" fmla="*/ 116205 w 160019"/>
                <a:gd name="connsiteY2" fmla="*/ 60250 h 272657"/>
                <a:gd name="connsiteX3" fmla="*/ 61913 w 160019"/>
                <a:gd name="connsiteY3" fmla="*/ 135498 h 272657"/>
                <a:gd name="connsiteX4" fmla="*/ 61913 w 160019"/>
                <a:gd name="connsiteY4" fmla="*/ 272658 h 272657"/>
                <a:gd name="connsiteX5" fmla="*/ 0 w 160019"/>
                <a:gd name="connsiteY5" fmla="*/ 272658 h 272657"/>
                <a:gd name="connsiteX6" fmla="*/ 0 w 160019"/>
                <a:gd name="connsiteY6" fmla="*/ 5958 h 272657"/>
                <a:gd name="connsiteX7" fmla="*/ 60960 w 160019"/>
                <a:gd name="connsiteY7" fmla="*/ 5958 h 272657"/>
                <a:gd name="connsiteX8" fmla="*/ 60960 w 160019"/>
                <a:gd name="connsiteY8" fmla="*/ 40248 h 272657"/>
                <a:gd name="connsiteX9" fmla="*/ 61913 w 160019"/>
                <a:gd name="connsiteY9" fmla="*/ 40248 h 272657"/>
                <a:gd name="connsiteX10" fmla="*/ 131445 w 160019"/>
                <a:gd name="connsiteY10" fmla="*/ 243 h 272657"/>
                <a:gd name="connsiteX11" fmla="*/ 160020 w 160019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19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2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7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7" name="Freihandform: Form 166">
              <a:extLst>
                <a:ext uri="{FF2B5EF4-FFF2-40B4-BE49-F238E27FC236}">
                  <a16:creationId xmlns:a16="http://schemas.microsoft.com/office/drawing/2014/main" id="{4FAB3F5B-7F27-4A74-B5A4-FDEF77100298}"/>
                </a:ext>
              </a:extLst>
            </p:cNvPr>
            <p:cNvSpPr/>
            <p:nvPr/>
          </p:nvSpPr>
          <p:spPr>
            <a:xfrm>
              <a:off x="8818244" y="2640329"/>
              <a:ext cx="205740" cy="280034"/>
            </a:xfrm>
            <a:custGeom>
              <a:avLst/>
              <a:gdLst>
                <a:gd name="connsiteX0" fmla="*/ 29528 w 205740"/>
                <a:gd name="connsiteY0" fmla="*/ 198120 h 280034"/>
                <a:gd name="connsiteX1" fmla="*/ 104775 w 205740"/>
                <a:gd name="connsiteY1" fmla="*/ 227647 h 280034"/>
                <a:gd name="connsiteX2" fmla="*/ 143828 w 205740"/>
                <a:gd name="connsiteY2" fmla="*/ 200978 h 280034"/>
                <a:gd name="connsiteX3" fmla="*/ 10478 w 205740"/>
                <a:gd name="connsiteY3" fmla="*/ 82868 h 280034"/>
                <a:gd name="connsiteX4" fmla="*/ 111443 w 205740"/>
                <a:gd name="connsiteY4" fmla="*/ 0 h 280034"/>
                <a:gd name="connsiteX5" fmla="*/ 203835 w 205740"/>
                <a:gd name="connsiteY5" fmla="*/ 27622 h 280034"/>
                <a:gd name="connsiteX6" fmla="*/ 174307 w 205740"/>
                <a:gd name="connsiteY6" fmla="*/ 76200 h 280034"/>
                <a:gd name="connsiteX7" fmla="*/ 110490 w 205740"/>
                <a:gd name="connsiteY7" fmla="*/ 52387 h 280034"/>
                <a:gd name="connsiteX8" fmla="*/ 72390 w 205740"/>
                <a:gd name="connsiteY8" fmla="*/ 77153 h 280034"/>
                <a:gd name="connsiteX9" fmla="*/ 205740 w 205740"/>
                <a:gd name="connsiteY9" fmla="*/ 195262 h 280034"/>
                <a:gd name="connsiteX10" fmla="*/ 102870 w 205740"/>
                <a:gd name="connsiteY10" fmla="*/ 280035 h 280034"/>
                <a:gd name="connsiteX11" fmla="*/ 0 w 205740"/>
                <a:gd name="connsiteY11" fmla="*/ 247650 h 280034"/>
                <a:gd name="connsiteX12" fmla="*/ 29528 w 205740"/>
                <a:gd name="connsiteY12" fmla="*/ 198120 h 280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40" h="280034">
                  <a:moveTo>
                    <a:pt x="29528" y="198120"/>
                  </a:moveTo>
                  <a:cubicBezTo>
                    <a:pt x="56198" y="218122"/>
                    <a:pt x="80963" y="227647"/>
                    <a:pt x="104775" y="227647"/>
                  </a:cubicBezTo>
                  <a:cubicBezTo>
                    <a:pt x="127635" y="227647"/>
                    <a:pt x="143828" y="217170"/>
                    <a:pt x="143828" y="200978"/>
                  </a:cubicBezTo>
                  <a:cubicBezTo>
                    <a:pt x="143828" y="155258"/>
                    <a:pt x="10478" y="171450"/>
                    <a:pt x="10478" y="82868"/>
                  </a:cubicBezTo>
                  <a:cubicBezTo>
                    <a:pt x="10478" y="33338"/>
                    <a:pt x="51435" y="0"/>
                    <a:pt x="111443" y="0"/>
                  </a:cubicBezTo>
                  <a:cubicBezTo>
                    <a:pt x="143828" y="0"/>
                    <a:pt x="175260" y="9525"/>
                    <a:pt x="203835" y="27622"/>
                  </a:cubicBezTo>
                  <a:lnTo>
                    <a:pt x="174307" y="76200"/>
                  </a:lnTo>
                  <a:cubicBezTo>
                    <a:pt x="151448" y="60007"/>
                    <a:pt x="130493" y="52387"/>
                    <a:pt x="110490" y="52387"/>
                  </a:cubicBezTo>
                  <a:cubicBezTo>
                    <a:pt x="87630" y="52387"/>
                    <a:pt x="72390" y="61912"/>
                    <a:pt x="72390" y="77153"/>
                  </a:cubicBezTo>
                  <a:cubicBezTo>
                    <a:pt x="72390" y="120968"/>
                    <a:pt x="205740" y="105728"/>
                    <a:pt x="205740" y="195262"/>
                  </a:cubicBezTo>
                  <a:cubicBezTo>
                    <a:pt x="205740" y="245745"/>
                    <a:pt x="164782" y="280035"/>
                    <a:pt x="102870" y="280035"/>
                  </a:cubicBezTo>
                  <a:cubicBezTo>
                    <a:pt x="67628" y="280035"/>
                    <a:pt x="31432" y="268605"/>
                    <a:pt x="0" y="247650"/>
                  </a:cubicBezTo>
                  <a:lnTo>
                    <a:pt x="29528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8" name="Freihandform: Form 167">
              <a:extLst>
                <a:ext uri="{FF2B5EF4-FFF2-40B4-BE49-F238E27FC236}">
                  <a16:creationId xmlns:a16="http://schemas.microsoft.com/office/drawing/2014/main" id="{6E56269C-9BE6-4114-A1E9-B8686D151C53}"/>
                </a:ext>
              </a:extLst>
            </p:cNvPr>
            <p:cNvSpPr/>
            <p:nvPr/>
          </p:nvSpPr>
          <p:spPr>
            <a:xfrm>
              <a:off x="9082087" y="2528887"/>
              <a:ext cx="79057" cy="384810"/>
            </a:xfrm>
            <a:custGeom>
              <a:avLst/>
              <a:gdLst>
                <a:gd name="connsiteX0" fmla="*/ 79057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7 w 79057"/>
                <a:gd name="connsiteY4" fmla="*/ 38100 h 384810"/>
                <a:gd name="connsiteX5" fmla="*/ 70485 w 79057"/>
                <a:gd name="connsiteY5" fmla="*/ 384810 h 384810"/>
                <a:gd name="connsiteX6" fmla="*/ 8573 w 79057"/>
                <a:gd name="connsiteY6" fmla="*/ 384810 h 384810"/>
                <a:gd name="connsiteX7" fmla="*/ 8573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7" y="38100"/>
                  </a:moveTo>
                  <a:cubicBezTo>
                    <a:pt x="79057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0960" y="0"/>
                    <a:pt x="79057" y="16193"/>
                    <a:pt x="79057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9" name="Freihandform: Form 168">
              <a:extLst>
                <a:ext uri="{FF2B5EF4-FFF2-40B4-BE49-F238E27FC236}">
                  <a16:creationId xmlns:a16="http://schemas.microsoft.com/office/drawing/2014/main" id="{B2E2F426-2F3B-445E-9C34-07795D634931}"/>
                </a:ext>
              </a:extLst>
            </p:cNvPr>
            <p:cNvSpPr/>
            <p:nvPr/>
          </p:nvSpPr>
          <p:spPr>
            <a:xfrm>
              <a:off x="9205912" y="2562224"/>
              <a:ext cx="165735" cy="358139"/>
            </a:xfrm>
            <a:custGeom>
              <a:avLst/>
              <a:gdLst>
                <a:gd name="connsiteX0" fmla="*/ 165735 w 165735"/>
                <a:gd name="connsiteY0" fmla="*/ 295275 h 358139"/>
                <a:gd name="connsiteX1" fmla="*/ 165735 w 165735"/>
                <a:gd name="connsiteY1" fmla="*/ 348615 h 358139"/>
                <a:gd name="connsiteX2" fmla="*/ 113348 w 165735"/>
                <a:gd name="connsiteY2" fmla="*/ 358140 h 358139"/>
                <a:gd name="connsiteX3" fmla="*/ 40957 w 165735"/>
                <a:gd name="connsiteY3" fmla="*/ 282892 h 358139"/>
                <a:gd name="connsiteX4" fmla="*/ 40957 w 165735"/>
                <a:gd name="connsiteY4" fmla="*/ 137160 h 358139"/>
                <a:gd name="connsiteX5" fmla="*/ 0 w 165735"/>
                <a:gd name="connsiteY5" fmla="*/ 137160 h 358139"/>
                <a:gd name="connsiteX6" fmla="*/ 0 w 165735"/>
                <a:gd name="connsiteY6" fmla="*/ 85725 h 358139"/>
                <a:gd name="connsiteX7" fmla="*/ 40005 w 165735"/>
                <a:gd name="connsiteY7" fmla="*/ 85725 h 358139"/>
                <a:gd name="connsiteX8" fmla="*/ 40005 w 165735"/>
                <a:gd name="connsiteY8" fmla="*/ 13335 h 358139"/>
                <a:gd name="connsiteX9" fmla="*/ 101918 w 165735"/>
                <a:gd name="connsiteY9" fmla="*/ 0 h 358139"/>
                <a:gd name="connsiteX10" fmla="*/ 101918 w 165735"/>
                <a:gd name="connsiteY10" fmla="*/ 86677 h 358139"/>
                <a:gd name="connsiteX11" fmla="*/ 165735 w 165735"/>
                <a:gd name="connsiteY11" fmla="*/ 86677 h 358139"/>
                <a:gd name="connsiteX12" fmla="*/ 165735 w 165735"/>
                <a:gd name="connsiteY12" fmla="*/ 138113 h 358139"/>
                <a:gd name="connsiteX13" fmla="*/ 101918 w 165735"/>
                <a:gd name="connsiteY13" fmla="*/ 138113 h 358139"/>
                <a:gd name="connsiteX14" fmla="*/ 101918 w 165735"/>
                <a:gd name="connsiteY14" fmla="*/ 269558 h 358139"/>
                <a:gd name="connsiteX15" fmla="*/ 130493 w 165735"/>
                <a:gd name="connsiteY15" fmla="*/ 304800 h 358139"/>
                <a:gd name="connsiteX16" fmla="*/ 165735 w 165735"/>
                <a:gd name="connsiteY16" fmla="*/ 295275 h 358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5" h="358139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8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3"/>
                    <a:pt x="110490" y="304800"/>
                    <a:pt x="130493" y="304800"/>
                  </a:cubicBezTo>
                  <a:cubicBezTo>
                    <a:pt x="141923" y="303848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0" name="Freihandform: Form 169">
              <a:extLst>
                <a:ext uri="{FF2B5EF4-FFF2-40B4-BE49-F238E27FC236}">
                  <a16:creationId xmlns:a16="http://schemas.microsoft.com/office/drawing/2014/main" id="{19170892-58A8-4B19-B59D-B0D499A2D297}"/>
                </a:ext>
              </a:extLst>
            </p:cNvPr>
            <p:cNvSpPr/>
            <p:nvPr/>
          </p:nvSpPr>
          <p:spPr>
            <a:xfrm>
              <a:off x="9420224" y="2533649"/>
              <a:ext cx="225742" cy="386714"/>
            </a:xfrm>
            <a:custGeom>
              <a:avLst/>
              <a:gdLst>
                <a:gd name="connsiteX0" fmla="*/ 114300 w 225742"/>
                <a:gd name="connsiteY0" fmla="*/ 215265 h 386714"/>
                <a:gd name="connsiteX1" fmla="*/ 164782 w 225742"/>
                <a:gd name="connsiteY1" fmla="*/ 220980 h 386714"/>
                <a:gd name="connsiteX2" fmla="*/ 164782 w 225742"/>
                <a:gd name="connsiteY2" fmla="*/ 211455 h 386714"/>
                <a:gd name="connsiteX3" fmla="*/ 105727 w 225742"/>
                <a:gd name="connsiteY3" fmla="*/ 160020 h 386714"/>
                <a:gd name="connsiteX4" fmla="*/ 38100 w 225742"/>
                <a:gd name="connsiteY4" fmla="*/ 175260 h 386714"/>
                <a:gd name="connsiteX5" fmla="*/ 24765 w 225742"/>
                <a:gd name="connsiteY5" fmla="*/ 122873 h 386714"/>
                <a:gd name="connsiteX6" fmla="*/ 112395 w 225742"/>
                <a:gd name="connsiteY6" fmla="*/ 107632 h 386714"/>
                <a:gd name="connsiteX7" fmla="*/ 225743 w 225742"/>
                <a:gd name="connsiteY7" fmla="*/ 210502 h 386714"/>
                <a:gd name="connsiteX8" fmla="*/ 225743 w 225742"/>
                <a:gd name="connsiteY8" fmla="*/ 381000 h 386714"/>
                <a:gd name="connsiteX9" fmla="*/ 166688 w 225742"/>
                <a:gd name="connsiteY9" fmla="*/ 381000 h 386714"/>
                <a:gd name="connsiteX10" fmla="*/ 166688 w 225742"/>
                <a:gd name="connsiteY10" fmla="*/ 352425 h 386714"/>
                <a:gd name="connsiteX11" fmla="*/ 165735 w 225742"/>
                <a:gd name="connsiteY11" fmla="*/ 352425 h 386714"/>
                <a:gd name="connsiteX12" fmla="*/ 87630 w 225742"/>
                <a:gd name="connsiteY12" fmla="*/ 386715 h 386714"/>
                <a:gd name="connsiteX13" fmla="*/ 0 w 225742"/>
                <a:gd name="connsiteY13" fmla="*/ 301942 h 386714"/>
                <a:gd name="connsiteX14" fmla="*/ 114300 w 225742"/>
                <a:gd name="connsiteY14" fmla="*/ 215265 h 386714"/>
                <a:gd name="connsiteX15" fmla="*/ 63818 w 225742"/>
                <a:gd name="connsiteY15" fmla="*/ 72390 h 386714"/>
                <a:gd name="connsiteX16" fmla="*/ 26670 w 225742"/>
                <a:gd name="connsiteY16" fmla="*/ 36195 h 386714"/>
                <a:gd name="connsiteX17" fmla="*/ 63818 w 225742"/>
                <a:gd name="connsiteY17" fmla="*/ 0 h 386714"/>
                <a:gd name="connsiteX18" fmla="*/ 100965 w 225742"/>
                <a:gd name="connsiteY18" fmla="*/ 36195 h 386714"/>
                <a:gd name="connsiteX19" fmla="*/ 63818 w 225742"/>
                <a:gd name="connsiteY19" fmla="*/ 72390 h 386714"/>
                <a:gd name="connsiteX20" fmla="*/ 103823 w 225742"/>
                <a:gd name="connsiteY20" fmla="*/ 340042 h 386714"/>
                <a:gd name="connsiteX21" fmla="*/ 164782 w 225742"/>
                <a:gd name="connsiteY21" fmla="*/ 307658 h 386714"/>
                <a:gd name="connsiteX22" fmla="*/ 164782 w 225742"/>
                <a:gd name="connsiteY22" fmla="*/ 261938 h 386714"/>
                <a:gd name="connsiteX23" fmla="*/ 120968 w 225742"/>
                <a:gd name="connsiteY23" fmla="*/ 257175 h 386714"/>
                <a:gd name="connsiteX24" fmla="*/ 59055 w 225742"/>
                <a:gd name="connsiteY24" fmla="*/ 300990 h 386714"/>
                <a:gd name="connsiteX25" fmla="*/ 103823 w 225742"/>
                <a:gd name="connsiteY25" fmla="*/ 340042 h 386714"/>
                <a:gd name="connsiteX26" fmla="*/ 172402 w 225742"/>
                <a:gd name="connsiteY26" fmla="*/ 72390 h 386714"/>
                <a:gd name="connsiteX27" fmla="*/ 135255 w 225742"/>
                <a:gd name="connsiteY27" fmla="*/ 36195 h 386714"/>
                <a:gd name="connsiteX28" fmla="*/ 172402 w 225742"/>
                <a:gd name="connsiteY28" fmla="*/ 0 h 386714"/>
                <a:gd name="connsiteX29" fmla="*/ 209550 w 225742"/>
                <a:gd name="connsiteY29" fmla="*/ 36195 h 386714"/>
                <a:gd name="connsiteX30" fmla="*/ 172402 w 225742"/>
                <a:gd name="connsiteY30" fmla="*/ 72390 h 386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25742" h="386714">
                  <a:moveTo>
                    <a:pt x="114300" y="215265"/>
                  </a:moveTo>
                  <a:cubicBezTo>
                    <a:pt x="131445" y="215265"/>
                    <a:pt x="147638" y="216217"/>
                    <a:pt x="164782" y="220980"/>
                  </a:cubicBezTo>
                  <a:lnTo>
                    <a:pt x="164782" y="211455"/>
                  </a:lnTo>
                  <a:cubicBezTo>
                    <a:pt x="164782" y="177165"/>
                    <a:pt x="144780" y="160020"/>
                    <a:pt x="105727" y="160020"/>
                  </a:cubicBezTo>
                  <a:cubicBezTo>
                    <a:pt x="83820" y="160020"/>
                    <a:pt x="60007" y="164783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2"/>
                    <a:pt x="112395" y="107632"/>
                  </a:cubicBezTo>
                  <a:cubicBezTo>
                    <a:pt x="187643" y="107632"/>
                    <a:pt x="225743" y="142875"/>
                    <a:pt x="225743" y="210502"/>
                  </a:cubicBezTo>
                  <a:lnTo>
                    <a:pt x="225743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8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8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8" y="72390"/>
                  </a:cubicBezTo>
                  <a:close/>
                  <a:moveTo>
                    <a:pt x="103823" y="340042"/>
                  </a:moveTo>
                  <a:cubicBezTo>
                    <a:pt x="126682" y="340042"/>
                    <a:pt x="147638" y="328613"/>
                    <a:pt x="164782" y="307658"/>
                  </a:cubicBezTo>
                  <a:lnTo>
                    <a:pt x="164782" y="261938"/>
                  </a:lnTo>
                  <a:cubicBezTo>
                    <a:pt x="150495" y="258127"/>
                    <a:pt x="135255" y="257175"/>
                    <a:pt x="120968" y="257175"/>
                  </a:cubicBezTo>
                  <a:cubicBezTo>
                    <a:pt x="81915" y="257175"/>
                    <a:pt x="59055" y="273367"/>
                    <a:pt x="59055" y="300990"/>
                  </a:cubicBezTo>
                  <a:cubicBezTo>
                    <a:pt x="59055" y="324803"/>
                    <a:pt x="77152" y="340042"/>
                    <a:pt x="103823" y="340042"/>
                  </a:cubicBezTo>
                  <a:close/>
                  <a:moveTo>
                    <a:pt x="172402" y="72390"/>
                  </a:moveTo>
                  <a:cubicBezTo>
                    <a:pt x="152400" y="72390"/>
                    <a:pt x="135255" y="55245"/>
                    <a:pt x="135255" y="36195"/>
                  </a:cubicBezTo>
                  <a:cubicBezTo>
                    <a:pt x="135255" y="17145"/>
                    <a:pt x="152400" y="0"/>
                    <a:pt x="172402" y="0"/>
                  </a:cubicBezTo>
                  <a:cubicBezTo>
                    <a:pt x="192405" y="0"/>
                    <a:pt x="209550" y="17145"/>
                    <a:pt x="209550" y="36195"/>
                  </a:cubicBezTo>
                  <a:cubicBezTo>
                    <a:pt x="209550" y="56198"/>
                    <a:pt x="192405" y="72390"/>
                    <a:pt x="172402" y="723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1" name="Freihandform: Form 170">
              <a:extLst>
                <a:ext uri="{FF2B5EF4-FFF2-40B4-BE49-F238E27FC236}">
                  <a16:creationId xmlns:a16="http://schemas.microsoft.com/office/drawing/2014/main" id="{2DE0A1F9-537A-4CFA-8011-2EBAE2C5B73E}"/>
                </a:ext>
              </a:extLst>
            </p:cNvPr>
            <p:cNvSpPr/>
            <p:nvPr/>
          </p:nvSpPr>
          <p:spPr>
            <a:xfrm>
              <a:off x="9694544" y="2562224"/>
              <a:ext cx="165735" cy="358139"/>
            </a:xfrm>
            <a:custGeom>
              <a:avLst/>
              <a:gdLst>
                <a:gd name="connsiteX0" fmla="*/ 165735 w 165735"/>
                <a:gd name="connsiteY0" fmla="*/ 295275 h 358139"/>
                <a:gd name="connsiteX1" fmla="*/ 165735 w 165735"/>
                <a:gd name="connsiteY1" fmla="*/ 348615 h 358139"/>
                <a:gd name="connsiteX2" fmla="*/ 113348 w 165735"/>
                <a:gd name="connsiteY2" fmla="*/ 358140 h 358139"/>
                <a:gd name="connsiteX3" fmla="*/ 40957 w 165735"/>
                <a:gd name="connsiteY3" fmla="*/ 282892 h 358139"/>
                <a:gd name="connsiteX4" fmla="*/ 40957 w 165735"/>
                <a:gd name="connsiteY4" fmla="*/ 137160 h 358139"/>
                <a:gd name="connsiteX5" fmla="*/ 0 w 165735"/>
                <a:gd name="connsiteY5" fmla="*/ 137160 h 358139"/>
                <a:gd name="connsiteX6" fmla="*/ 0 w 165735"/>
                <a:gd name="connsiteY6" fmla="*/ 85725 h 358139"/>
                <a:gd name="connsiteX7" fmla="*/ 40005 w 165735"/>
                <a:gd name="connsiteY7" fmla="*/ 85725 h 358139"/>
                <a:gd name="connsiteX8" fmla="*/ 40005 w 165735"/>
                <a:gd name="connsiteY8" fmla="*/ 13335 h 358139"/>
                <a:gd name="connsiteX9" fmla="*/ 101918 w 165735"/>
                <a:gd name="connsiteY9" fmla="*/ 0 h 358139"/>
                <a:gd name="connsiteX10" fmla="*/ 101918 w 165735"/>
                <a:gd name="connsiteY10" fmla="*/ 86677 h 358139"/>
                <a:gd name="connsiteX11" fmla="*/ 165735 w 165735"/>
                <a:gd name="connsiteY11" fmla="*/ 86677 h 358139"/>
                <a:gd name="connsiteX12" fmla="*/ 165735 w 165735"/>
                <a:gd name="connsiteY12" fmla="*/ 138113 h 358139"/>
                <a:gd name="connsiteX13" fmla="*/ 101918 w 165735"/>
                <a:gd name="connsiteY13" fmla="*/ 138113 h 358139"/>
                <a:gd name="connsiteX14" fmla="*/ 101918 w 165735"/>
                <a:gd name="connsiteY14" fmla="*/ 269558 h 358139"/>
                <a:gd name="connsiteX15" fmla="*/ 130493 w 165735"/>
                <a:gd name="connsiteY15" fmla="*/ 304800 h 358139"/>
                <a:gd name="connsiteX16" fmla="*/ 165735 w 165735"/>
                <a:gd name="connsiteY16" fmla="*/ 295275 h 358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5" h="358139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8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3"/>
                    <a:pt x="110490" y="304800"/>
                    <a:pt x="130493" y="304800"/>
                  </a:cubicBezTo>
                  <a:cubicBezTo>
                    <a:pt x="142875" y="303848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2" name="Freihandform: Form 171">
              <a:extLst>
                <a:ext uri="{FF2B5EF4-FFF2-40B4-BE49-F238E27FC236}">
                  <a16:creationId xmlns:a16="http://schemas.microsoft.com/office/drawing/2014/main" id="{3EA90FB1-EF3F-43A7-9270-8C967FC74BC1}"/>
                </a:ext>
              </a:extLst>
            </p:cNvPr>
            <p:cNvSpPr/>
            <p:nvPr/>
          </p:nvSpPr>
          <p:spPr>
            <a:xfrm>
              <a:off x="2179319" y="3121341"/>
              <a:ext cx="292417" cy="369570"/>
            </a:xfrm>
            <a:custGeom>
              <a:avLst/>
              <a:gdLst>
                <a:gd name="connsiteX0" fmla="*/ 0 w 292417"/>
                <a:gd name="connsiteY0" fmla="*/ 0 h 369570"/>
                <a:gd name="connsiteX1" fmla="*/ 66675 w 292417"/>
                <a:gd name="connsiteY1" fmla="*/ 0 h 369570"/>
                <a:gd name="connsiteX2" fmla="*/ 230505 w 292417"/>
                <a:gd name="connsiteY2" fmla="*/ 257175 h 369570"/>
                <a:gd name="connsiteX3" fmla="*/ 231458 w 292417"/>
                <a:gd name="connsiteY3" fmla="*/ 257175 h 369570"/>
                <a:gd name="connsiteX4" fmla="*/ 229553 w 292417"/>
                <a:gd name="connsiteY4" fmla="*/ 0 h 369570"/>
                <a:gd name="connsiteX5" fmla="*/ 292418 w 292417"/>
                <a:gd name="connsiteY5" fmla="*/ 0 h 369570"/>
                <a:gd name="connsiteX6" fmla="*/ 292418 w 292417"/>
                <a:gd name="connsiteY6" fmla="*/ 368617 h 369570"/>
                <a:gd name="connsiteX7" fmla="*/ 227647 w 292417"/>
                <a:gd name="connsiteY7" fmla="*/ 368617 h 369570"/>
                <a:gd name="connsiteX8" fmla="*/ 63818 w 292417"/>
                <a:gd name="connsiteY8" fmla="*/ 110490 h 369570"/>
                <a:gd name="connsiteX9" fmla="*/ 62865 w 292417"/>
                <a:gd name="connsiteY9" fmla="*/ 110490 h 369570"/>
                <a:gd name="connsiteX10" fmla="*/ 63818 w 292417"/>
                <a:gd name="connsiteY10" fmla="*/ 369570 h 369570"/>
                <a:gd name="connsiteX11" fmla="*/ 0 w 292417"/>
                <a:gd name="connsiteY11" fmla="*/ 369570 h 369570"/>
                <a:gd name="connsiteX12" fmla="*/ 0 w 292417"/>
                <a:gd name="connsiteY12" fmla="*/ 0 h 369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92417" h="369570">
                  <a:moveTo>
                    <a:pt x="0" y="0"/>
                  </a:moveTo>
                  <a:lnTo>
                    <a:pt x="66675" y="0"/>
                  </a:lnTo>
                  <a:lnTo>
                    <a:pt x="230505" y="257175"/>
                  </a:lnTo>
                  <a:lnTo>
                    <a:pt x="231458" y="257175"/>
                  </a:lnTo>
                  <a:lnTo>
                    <a:pt x="229553" y="0"/>
                  </a:lnTo>
                  <a:lnTo>
                    <a:pt x="292418" y="0"/>
                  </a:lnTo>
                  <a:lnTo>
                    <a:pt x="292418" y="368617"/>
                  </a:lnTo>
                  <a:lnTo>
                    <a:pt x="227647" y="368617"/>
                  </a:lnTo>
                  <a:lnTo>
                    <a:pt x="63818" y="110490"/>
                  </a:lnTo>
                  <a:lnTo>
                    <a:pt x="62865" y="110490"/>
                  </a:lnTo>
                  <a:lnTo>
                    <a:pt x="63818" y="369570"/>
                  </a:lnTo>
                  <a:lnTo>
                    <a:pt x="0" y="36957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3" name="Freihandform: Form 172">
              <a:extLst>
                <a:ext uri="{FF2B5EF4-FFF2-40B4-BE49-F238E27FC236}">
                  <a16:creationId xmlns:a16="http://schemas.microsoft.com/office/drawing/2014/main" id="{07BF4DE7-D1AC-45FD-8C04-8A1641E45F08}"/>
                </a:ext>
              </a:extLst>
            </p:cNvPr>
            <p:cNvSpPr/>
            <p:nvPr/>
          </p:nvSpPr>
          <p:spPr>
            <a:xfrm>
              <a:off x="2543174" y="3217544"/>
              <a:ext cx="225742" cy="279082"/>
            </a:xfrm>
            <a:custGeom>
              <a:avLst/>
              <a:gdLst>
                <a:gd name="connsiteX0" fmla="*/ 114300 w 225742"/>
                <a:gd name="connsiteY0" fmla="*/ 107633 h 279082"/>
                <a:gd name="connsiteX1" fmla="*/ 164783 w 225742"/>
                <a:gd name="connsiteY1" fmla="*/ 113347 h 279082"/>
                <a:gd name="connsiteX2" fmla="*/ 164783 w 225742"/>
                <a:gd name="connsiteY2" fmla="*/ 103822 h 279082"/>
                <a:gd name="connsiteX3" fmla="*/ 105727 w 225742"/>
                <a:gd name="connsiteY3" fmla="*/ 52388 h 279082"/>
                <a:gd name="connsiteX4" fmla="*/ 38100 w 225742"/>
                <a:gd name="connsiteY4" fmla="*/ 67627 h 279082"/>
                <a:gd name="connsiteX5" fmla="*/ 24765 w 225742"/>
                <a:gd name="connsiteY5" fmla="*/ 15240 h 279082"/>
                <a:gd name="connsiteX6" fmla="*/ 112395 w 225742"/>
                <a:gd name="connsiteY6" fmla="*/ 0 h 279082"/>
                <a:gd name="connsiteX7" fmla="*/ 225742 w 225742"/>
                <a:gd name="connsiteY7" fmla="*/ 102870 h 279082"/>
                <a:gd name="connsiteX8" fmla="*/ 225742 w 225742"/>
                <a:gd name="connsiteY8" fmla="*/ 273367 h 279082"/>
                <a:gd name="connsiteX9" fmla="*/ 166688 w 225742"/>
                <a:gd name="connsiteY9" fmla="*/ 273367 h 279082"/>
                <a:gd name="connsiteX10" fmla="*/ 166688 w 225742"/>
                <a:gd name="connsiteY10" fmla="*/ 244792 h 279082"/>
                <a:gd name="connsiteX11" fmla="*/ 165735 w 225742"/>
                <a:gd name="connsiteY11" fmla="*/ 244792 h 279082"/>
                <a:gd name="connsiteX12" fmla="*/ 87630 w 225742"/>
                <a:gd name="connsiteY12" fmla="*/ 279083 h 279082"/>
                <a:gd name="connsiteX13" fmla="*/ 0 w 225742"/>
                <a:gd name="connsiteY13" fmla="*/ 194310 h 279082"/>
                <a:gd name="connsiteX14" fmla="*/ 114300 w 225742"/>
                <a:gd name="connsiteY14" fmla="*/ 107633 h 279082"/>
                <a:gd name="connsiteX15" fmla="*/ 103823 w 225742"/>
                <a:gd name="connsiteY15" fmla="*/ 232410 h 279082"/>
                <a:gd name="connsiteX16" fmla="*/ 164783 w 225742"/>
                <a:gd name="connsiteY16" fmla="*/ 200025 h 279082"/>
                <a:gd name="connsiteX17" fmla="*/ 164783 w 225742"/>
                <a:gd name="connsiteY17" fmla="*/ 153352 h 279082"/>
                <a:gd name="connsiteX18" fmla="*/ 120967 w 225742"/>
                <a:gd name="connsiteY18" fmla="*/ 148590 h 279082"/>
                <a:gd name="connsiteX19" fmla="*/ 59055 w 225742"/>
                <a:gd name="connsiteY19" fmla="*/ 192405 h 279082"/>
                <a:gd name="connsiteX20" fmla="*/ 103823 w 225742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5742" h="279082">
                  <a:moveTo>
                    <a:pt x="114300" y="107633"/>
                  </a:moveTo>
                  <a:cubicBezTo>
                    <a:pt x="131445" y="107633"/>
                    <a:pt x="147638" y="108585"/>
                    <a:pt x="164783" y="113347"/>
                  </a:cubicBezTo>
                  <a:lnTo>
                    <a:pt x="164783" y="103822"/>
                  </a:lnTo>
                  <a:cubicBezTo>
                    <a:pt x="164783" y="69532"/>
                    <a:pt x="144780" y="52388"/>
                    <a:pt x="105727" y="52388"/>
                  </a:cubicBezTo>
                  <a:cubicBezTo>
                    <a:pt x="83820" y="52388"/>
                    <a:pt x="60008" y="57150"/>
                    <a:pt x="38100" y="67627"/>
                  </a:cubicBezTo>
                  <a:lnTo>
                    <a:pt x="24765" y="15240"/>
                  </a:lnTo>
                  <a:cubicBezTo>
                    <a:pt x="49530" y="5715"/>
                    <a:pt x="81915" y="0"/>
                    <a:pt x="112395" y="0"/>
                  </a:cubicBezTo>
                  <a:cubicBezTo>
                    <a:pt x="187642" y="0"/>
                    <a:pt x="225742" y="35242"/>
                    <a:pt x="225742" y="102870"/>
                  </a:cubicBezTo>
                  <a:lnTo>
                    <a:pt x="225742" y="273367"/>
                  </a:lnTo>
                  <a:lnTo>
                    <a:pt x="166688" y="273367"/>
                  </a:lnTo>
                  <a:lnTo>
                    <a:pt x="166688" y="244792"/>
                  </a:lnTo>
                  <a:lnTo>
                    <a:pt x="165735" y="244792"/>
                  </a:lnTo>
                  <a:cubicBezTo>
                    <a:pt x="142875" y="268605"/>
                    <a:pt x="119063" y="279083"/>
                    <a:pt x="87630" y="279083"/>
                  </a:cubicBezTo>
                  <a:cubicBezTo>
                    <a:pt x="34290" y="279083"/>
                    <a:pt x="0" y="245745"/>
                    <a:pt x="0" y="194310"/>
                  </a:cubicBezTo>
                  <a:cubicBezTo>
                    <a:pt x="0" y="138113"/>
                    <a:pt x="40005" y="107633"/>
                    <a:pt x="114300" y="107633"/>
                  </a:cubicBezTo>
                  <a:close/>
                  <a:moveTo>
                    <a:pt x="103823" y="232410"/>
                  </a:moveTo>
                  <a:cubicBezTo>
                    <a:pt x="126683" y="232410"/>
                    <a:pt x="147638" y="220980"/>
                    <a:pt x="164783" y="200025"/>
                  </a:cubicBezTo>
                  <a:lnTo>
                    <a:pt x="164783" y="153352"/>
                  </a:lnTo>
                  <a:cubicBezTo>
                    <a:pt x="150495" y="149542"/>
                    <a:pt x="135255" y="148590"/>
                    <a:pt x="120967" y="148590"/>
                  </a:cubicBezTo>
                  <a:cubicBezTo>
                    <a:pt x="81915" y="148590"/>
                    <a:pt x="59055" y="164783"/>
                    <a:pt x="59055" y="192405"/>
                  </a:cubicBezTo>
                  <a:cubicBezTo>
                    <a:pt x="59055" y="217170"/>
                    <a:pt x="76200" y="232410"/>
                    <a:pt x="103823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4" name="Freihandform: Form 173">
              <a:extLst>
                <a:ext uri="{FF2B5EF4-FFF2-40B4-BE49-F238E27FC236}">
                  <a16:creationId xmlns:a16="http://schemas.microsoft.com/office/drawing/2014/main" id="{1276A6B2-8B8C-4EA5-B836-76DFE5B9C1D0}"/>
                </a:ext>
              </a:extLst>
            </p:cNvPr>
            <p:cNvSpPr/>
            <p:nvPr/>
          </p:nvSpPr>
          <p:spPr>
            <a:xfrm>
              <a:off x="2817494" y="3138487"/>
              <a:ext cx="165734" cy="358140"/>
            </a:xfrm>
            <a:custGeom>
              <a:avLst/>
              <a:gdLst>
                <a:gd name="connsiteX0" fmla="*/ 165735 w 165734"/>
                <a:gd name="connsiteY0" fmla="*/ 295275 h 358140"/>
                <a:gd name="connsiteX1" fmla="*/ 165735 w 165734"/>
                <a:gd name="connsiteY1" fmla="*/ 348615 h 358140"/>
                <a:gd name="connsiteX2" fmla="*/ 113347 w 165734"/>
                <a:gd name="connsiteY2" fmla="*/ 358140 h 358140"/>
                <a:gd name="connsiteX3" fmla="*/ 40957 w 165734"/>
                <a:gd name="connsiteY3" fmla="*/ 282892 h 358140"/>
                <a:gd name="connsiteX4" fmla="*/ 40957 w 165734"/>
                <a:gd name="connsiteY4" fmla="*/ 137160 h 358140"/>
                <a:gd name="connsiteX5" fmla="*/ 0 w 165734"/>
                <a:gd name="connsiteY5" fmla="*/ 137160 h 358140"/>
                <a:gd name="connsiteX6" fmla="*/ 0 w 165734"/>
                <a:gd name="connsiteY6" fmla="*/ 85725 h 358140"/>
                <a:gd name="connsiteX7" fmla="*/ 40005 w 165734"/>
                <a:gd name="connsiteY7" fmla="*/ 85725 h 358140"/>
                <a:gd name="connsiteX8" fmla="*/ 40005 w 165734"/>
                <a:gd name="connsiteY8" fmla="*/ 13335 h 358140"/>
                <a:gd name="connsiteX9" fmla="*/ 101917 w 165734"/>
                <a:gd name="connsiteY9" fmla="*/ 0 h 358140"/>
                <a:gd name="connsiteX10" fmla="*/ 101917 w 165734"/>
                <a:gd name="connsiteY10" fmla="*/ 86677 h 358140"/>
                <a:gd name="connsiteX11" fmla="*/ 165735 w 165734"/>
                <a:gd name="connsiteY11" fmla="*/ 86677 h 358140"/>
                <a:gd name="connsiteX12" fmla="*/ 165735 w 165734"/>
                <a:gd name="connsiteY12" fmla="*/ 138113 h 358140"/>
                <a:gd name="connsiteX13" fmla="*/ 101917 w 165734"/>
                <a:gd name="connsiteY13" fmla="*/ 138113 h 358140"/>
                <a:gd name="connsiteX14" fmla="*/ 101917 w 165734"/>
                <a:gd name="connsiteY14" fmla="*/ 269558 h 358140"/>
                <a:gd name="connsiteX15" fmla="*/ 130492 w 165734"/>
                <a:gd name="connsiteY15" fmla="*/ 304800 h 358140"/>
                <a:gd name="connsiteX16" fmla="*/ 165735 w 165734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7" y="0"/>
                  </a:lnTo>
                  <a:lnTo>
                    <a:pt x="101917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7" y="138113"/>
                  </a:lnTo>
                  <a:lnTo>
                    <a:pt x="101917" y="269558"/>
                  </a:lnTo>
                  <a:cubicBezTo>
                    <a:pt x="101917" y="294322"/>
                    <a:pt x="110490" y="304800"/>
                    <a:pt x="130492" y="304800"/>
                  </a:cubicBezTo>
                  <a:cubicBezTo>
                    <a:pt x="142875" y="303847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5" name="Freihandform: Form 174">
              <a:extLst>
                <a:ext uri="{FF2B5EF4-FFF2-40B4-BE49-F238E27FC236}">
                  <a16:creationId xmlns:a16="http://schemas.microsoft.com/office/drawing/2014/main" id="{E3B2BC34-A59E-4FE0-B560-E9569CF298B5}"/>
                </a:ext>
              </a:extLst>
            </p:cNvPr>
            <p:cNvSpPr/>
            <p:nvPr/>
          </p:nvSpPr>
          <p:spPr>
            <a:xfrm>
              <a:off x="3038474" y="3224212"/>
              <a:ext cx="229552" cy="273367"/>
            </a:xfrm>
            <a:custGeom>
              <a:avLst/>
              <a:gdLst>
                <a:gd name="connsiteX0" fmla="*/ 62865 w 229552"/>
                <a:gd name="connsiteY0" fmla="*/ 160020 h 273367"/>
                <a:gd name="connsiteX1" fmla="*/ 116205 w 229552"/>
                <a:gd name="connsiteY1" fmla="*/ 216217 h 273367"/>
                <a:gd name="connsiteX2" fmla="*/ 167640 w 229552"/>
                <a:gd name="connsiteY2" fmla="*/ 160020 h 273367"/>
                <a:gd name="connsiteX3" fmla="*/ 167640 w 229552"/>
                <a:gd name="connsiteY3" fmla="*/ 0 h 273367"/>
                <a:gd name="connsiteX4" fmla="*/ 229553 w 229552"/>
                <a:gd name="connsiteY4" fmla="*/ 0 h 273367"/>
                <a:gd name="connsiteX5" fmla="*/ 229553 w 229552"/>
                <a:gd name="connsiteY5" fmla="*/ 161925 h 273367"/>
                <a:gd name="connsiteX6" fmla="*/ 117158 w 229552"/>
                <a:gd name="connsiteY6" fmla="*/ 273367 h 273367"/>
                <a:gd name="connsiteX7" fmla="*/ 0 w 229552"/>
                <a:gd name="connsiteY7" fmla="*/ 162878 h 273367"/>
                <a:gd name="connsiteX8" fmla="*/ 0 w 229552"/>
                <a:gd name="connsiteY8" fmla="*/ 952 h 273367"/>
                <a:gd name="connsiteX9" fmla="*/ 61913 w 229552"/>
                <a:gd name="connsiteY9" fmla="*/ 952 h 273367"/>
                <a:gd name="connsiteX10" fmla="*/ 61913 w 229552"/>
                <a:gd name="connsiteY10" fmla="*/ 160020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9552" h="273367">
                  <a:moveTo>
                    <a:pt x="62865" y="160020"/>
                  </a:moveTo>
                  <a:cubicBezTo>
                    <a:pt x="62865" y="196215"/>
                    <a:pt x="80963" y="216217"/>
                    <a:pt x="116205" y="216217"/>
                  </a:cubicBezTo>
                  <a:cubicBezTo>
                    <a:pt x="150495" y="216217"/>
                    <a:pt x="167640" y="197167"/>
                    <a:pt x="167640" y="160020"/>
                  </a:cubicBezTo>
                  <a:lnTo>
                    <a:pt x="167640" y="0"/>
                  </a:lnTo>
                  <a:lnTo>
                    <a:pt x="229553" y="0"/>
                  </a:lnTo>
                  <a:lnTo>
                    <a:pt x="229553" y="161925"/>
                  </a:lnTo>
                  <a:cubicBezTo>
                    <a:pt x="229553" y="232410"/>
                    <a:pt x="190500" y="273367"/>
                    <a:pt x="117158" y="273367"/>
                  </a:cubicBezTo>
                  <a:cubicBezTo>
                    <a:pt x="44767" y="273367"/>
                    <a:pt x="0" y="232410"/>
                    <a:pt x="0" y="162878"/>
                  </a:cubicBezTo>
                  <a:lnTo>
                    <a:pt x="0" y="952"/>
                  </a:lnTo>
                  <a:lnTo>
                    <a:pt x="61913" y="952"/>
                  </a:lnTo>
                  <a:lnTo>
                    <a:pt x="61913" y="1600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6" name="Freihandform: Form 175">
              <a:extLst>
                <a:ext uri="{FF2B5EF4-FFF2-40B4-BE49-F238E27FC236}">
                  <a16:creationId xmlns:a16="http://schemas.microsoft.com/office/drawing/2014/main" id="{D49C95CE-D5FB-4124-9055-11F36AEADC6C}"/>
                </a:ext>
              </a:extLst>
            </p:cNvPr>
            <p:cNvSpPr/>
            <p:nvPr/>
          </p:nvSpPr>
          <p:spPr>
            <a:xfrm>
              <a:off x="3348989" y="3216591"/>
              <a:ext cx="160019" cy="273367"/>
            </a:xfrm>
            <a:custGeom>
              <a:avLst/>
              <a:gdLst>
                <a:gd name="connsiteX0" fmla="*/ 160020 w 160019"/>
                <a:gd name="connsiteY0" fmla="*/ 5715 h 273367"/>
                <a:gd name="connsiteX1" fmla="*/ 150495 w 160019"/>
                <a:gd name="connsiteY1" fmla="*/ 69533 h 273367"/>
                <a:gd name="connsiteX2" fmla="*/ 116205 w 160019"/>
                <a:gd name="connsiteY2" fmla="*/ 60960 h 273367"/>
                <a:gd name="connsiteX3" fmla="*/ 61913 w 160019"/>
                <a:gd name="connsiteY3" fmla="*/ 136208 h 273367"/>
                <a:gd name="connsiteX4" fmla="*/ 61913 w 160019"/>
                <a:gd name="connsiteY4" fmla="*/ 273367 h 273367"/>
                <a:gd name="connsiteX5" fmla="*/ 0 w 160019"/>
                <a:gd name="connsiteY5" fmla="*/ 273367 h 273367"/>
                <a:gd name="connsiteX6" fmla="*/ 0 w 160019"/>
                <a:gd name="connsiteY6" fmla="*/ 6668 h 273367"/>
                <a:gd name="connsiteX7" fmla="*/ 60960 w 160019"/>
                <a:gd name="connsiteY7" fmla="*/ 6668 h 273367"/>
                <a:gd name="connsiteX8" fmla="*/ 60960 w 160019"/>
                <a:gd name="connsiteY8" fmla="*/ 40005 h 273367"/>
                <a:gd name="connsiteX9" fmla="*/ 61913 w 160019"/>
                <a:gd name="connsiteY9" fmla="*/ 40005 h 273367"/>
                <a:gd name="connsiteX10" fmla="*/ 131445 w 160019"/>
                <a:gd name="connsiteY10" fmla="*/ 0 h 273367"/>
                <a:gd name="connsiteX11" fmla="*/ 160020 w 160019"/>
                <a:gd name="connsiteY11" fmla="*/ 57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19" h="273367">
                  <a:moveTo>
                    <a:pt x="160020" y="5715"/>
                  </a:moveTo>
                  <a:lnTo>
                    <a:pt x="150495" y="69533"/>
                  </a:lnTo>
                  <a:cubicBezTo>
                    <a:pt x="140970" y="64770"/>
                    <a:pt x="129540" y="60960"/>
                    <a:pt x="116205" y="60960"/>
                  </a:cubicBezTo>
                  <a:cubicBezTo>
                    <a:pt x="73342" y="60960"/>
                    <a:pt x="61913" y="95250"/>
                    <a:pt x="61913" y="136208"/>
                  </a:cubicBezTo>
                  <a:lnTo>
                    <a:pt x="61913" y="273367"/>
                  </a:lnTo>
                  <a:lnTo>
                    <a:pt x="0" y="273367"/>
                  </a:lnTo>
                  <a:lnTo>
                    <a:pt x="0" y="6668"/>
                  </a:lnTo>
                  <a:lnTo>
                    <a:pt x="60960" y="6668"/>
                  </a:lnTo>
                  <a:lnTo>
                    <a:pt x="60960" y="40005"/>
                  </a:lnTo>
                  <a:lnTo>
                    <a:pt x="61913" y="40005"/>
                  </a:lnTo>
                  <a:cubicBezTo>
                    <a:pt x="76200" y="15240"/>
                    <a:pt x="100965" y="0"/>
                    <a:pt x="131445" y="0"/>
                  </a:cubicBezTo>
                  <a:cubicBezTo>
                    <a:pt x="139065" y="0"/>
                    <a:pt x="150495" y="1905"/>
                    <a:pt x="160020" y="57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7" name="Freihandform: Form 176">
              <a:extLst>
                <a:ext uri="{FF2B5EF4-FFF2-40B4-BE49-F238E27FC236}">
                  <a16:creationId xmlns:a16="http://schemas.microsoft.com/office/drawing/2014/main" id="{93A76C5E-2F41-4F31-B9FB-4D0839D43C9E}"/>
                </a:ext>
              </a:extLst>
            </p:cNvPr>
            <p:cNvSpPr/>
            <p:nvPr/>
          </p:nvSpPr>
          <p:spPr>
            <a:xfrm>
              <a:off x="3548062" y="3224212"/>
              <a:ext cx="376237" cy="266700"/>
            </a:xfrm>
            <a:custGeom>
              <a:avLst/>
              <a:gdLst>
                <a:gd name="connsiteX0" fmla="*/ 376238 w 376237"/>
                <a:gd name="connsiteY0" fmla="*/ 0 h 266700"/>
                <a:gd name="connsiteX1" fmla="*/ 297180 w 376237"/>
                <a:gd name="connsiteY1" fmla="*/ 266700 h 266700"/>
                <a:gd name="connsiteX2" fmla="*/ 237172 w 376237"/>
                <a:gd name="connsiteY2" fmla="*/ 266700 h 266700"/>
                <a:gd name="connsiteX3" fmla="*/ 188595 w 376237"/>
                <a:gd name="connsiteY3" fmla="*/ 81915 h 266700"/>
                <a:gd name="connsiteX4" fmla="*/ 187642 w 376237"/>
                <a:gd name="connsiteY4" fmla="*/ 81915 h 266700"/>
                <a:gd name="connsiteX5" fmla="*/ 139065 w 376237"/>
                <a:gd name="connsiteY5" fmla="*/ 266700 h 266700"/>
                <a:gd name="connsiteX6" fmla="*/ 79058 w 376237"/>
                <a:gd name="connsiteY6" fmla="*/ 266700 h 266700"/>
                <a:gd name="connsiteX7" fmla="*/ 0 w 376237"/>
                <a:gd name="connsiteY7" fmla="*/ 0 h 266700"/>
                <a:gd name="connsiteX8" fmla="*/ 65722 w 376237"/>
                <a:gd name="connsiteY8" fmla="*/ 0 h 266700"/>
                <a:gd name="connsiteX9" fmla="*/ 111442 w 376237"/>
                <a:gd name="connsiteY9" fmla="*/ 180022 h 266700"/>
                <a:gd name="connsiteX10" fmla="*/ 112395 w 376237"/>
                <a:gd name="connsiteY10" fmla="*/ 180022 h 266700"/>
                <a:gd name="connsiteX11" fmla="*/ 160020 w 376237"/>
                <a:gd name="connsiteY11" fmla="*/ 0 h 266700"/>
                <a:gd name="connsiteX12" fmla="*/ 217170 w 376237"/>
                <a:gd name="connsiteY12" fmla="*/ 0 h 266700"/>
                <a:gd name="connsiteX13" fmla="*/ 265747 w 376237"/>
                <a:gd name="connsiteY13" fmla="*/ 180022 h 266700"/>
                <a:gd name="connsiteX14" fmla="*/ 266700 w 376237"/>
                <a:gd name="connsiteY14" fmla="*/ 180022 h 266700"/>
                <a:gd name="connsiteX15" fmla="*/ 311467 w 376237"/>
                <a:gd name="connsiteY15" fmla="*/ 0 h 266700"/>
                <a:gd name="connsiteX16" fmla="*/ 376238 w 376237"/>
                <a:gd name="connsiteY16" fmla="*/ 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76237" h="266700">
                  <a:moveTo>
                    <a:pt x="376238" y="0"/>
                  </a:moveTo>
                  <a:lnTo>
                    <a:pt x="297180" y="266700"/>
                  </a:lnTo>
                  <a:lnTo>
                    <a:pt x="237172" y="266700"/>
                  </a:lnTo>
                  <a:lnTo>
                    <a:pt x="188595" y="81915"/>
                  </a:lnTo>
                  <a:lnTo>
                    <a:pt x="187642" y="81915"/>
                  </a:lnTo>
                  <a:lnTo>
                    <a:pt x="139065" y="266700"/>
                  </a:lnTo>
                  <a:lnTo>
                    <a:pt x="79058" y="266700"/>
                  </a:lnTo>
                  <a:lnTo>
                    <a:pt x="0" y="0"/>
                  </a:lnTo>
                  <a:lnTo>
                    <a:pt x="65722" y="0"/>
                  </a:lnTo>
                  <a:lnTo>
                    <a:pt x="111442" y="180022"/>
                  </a:lnTo>
                  <a:lnTo>
                    <a:pt x="112395" y="180022"/>
                  </a:lnTo>
                  <a:lnTo>
                    <a:pt x="160020" y="0"/>
                  </a:lnTo>
                  <a:lnTo>
                    <a:pt x="217170" y="0"/>
                  </a:lnTo>
                  <a:lnTo>
                    <a:pt x="265747" y="180022"/>
                  </a:lnTo>
                  <a:lnTo>
                    <a:pt x="266700" y="180022"/>
                  </a:lnTo>
                  <a:lnTo>
                    <a:pt x="311467" y="0"/>
                  </a:lnTo>
                  <a:lnTo>
                    <a:pt x="376238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8" name="Freihandform: Form 177">
              <a:extLst>
                <a:ext uri="{FF2B5EF4-FFF2-40B4-BE49-F238E27FC236}">
                  <a16:creationId xmlns:a16="http://schemas.microsoft.com/office/drawing/2014/main" id="{1140756E-2574-44F0-9074-9328392ACB97}"/>
                </a:ext>
              </a:extLst>
            </p:cNvPr>
            <p:cNvSpPr/>
            <p:nvPr/>
          </p:nvSpPr>
          <p:spPr>
            <a:xfrm>
              <a:off x="3970971" y="3105149"/>
              <a:ext cx="79057" cy="384809"/>
            </a:xfrm>
            <a:custGeom>
              <a:avLst/>
              <a:gdLst>
                <a:gd name="connsiteX0" fmla="*/ 79058 w 79057"/>
                <a:gd name="connsiteY0" fmla="*/ 38100 h 384809"/>
                <a:gd name="connsiteX1" fmla="*/ 39053 w 79057"/>
                <a:gd name="connsiteY1" fmla="*/ 76200 h 384809"/>
                <a:gd name="connsiteX2" fmla="*/ 0 w 79057"/>
                <a:gd name="connsiteY2" fmla="*/ 38100 h 384809"/>
                <a:gd name="connsiteX3" fmla="*/ 39053 w 79057"/>
                <a:gd name="connsiteY3" fmla="*/ 0 h 384809"/>
                <a:gd name="connsiteX4" fmla="*/ 79058 w 79057"/>
                <a:gd name="connsiteY4" fmla="*/ 38100 h 384809"/>
                <a:gd name="connsiteX5" fmla="*/ 70485 w 79057"/>
                <a:gd name="connsiteY5" fmla="*/ 384810 h 384809"/>
                <a:gd name="connsiteX6" fmla="*/ 8573 w 79057"/>
                <a:gd name="connsiteY6" fmla="*/ 384810 h 384809"/>
                <a:gd name="connsiteX7" fmla="*/ 8573 w 79057"/>
                <a:gd name="connsiteY7" fmla="*/ 118110 h 384809"/>
                <a:gd name="connsiteX8" fmla="*/ 70485 w 79057"/>
                <a:gd name="connsiteY8" fmla="*/ 118110 h 384809"/>
                <a:gd name="connsiteX9" fmla="*/ 70485 w 79057"/>
                <a:gd name="connsiteY9" fmla="*/ 384810 h 384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09">
                  <a:moveTo>
                    <a:pt x="79058" y="38100"/>
                  </a:moveTo>
                  <a:cubicBezTo>
                    <a:pt x="79058" y="60008"/>
                    <a:pt x="60960" y="76200"/>
                    <a:pt x="39053" y="76200"/>
                  </a:cubicBezTo>
                  <a:cubicBezTo>
                    <a:pt x="17145" y="76200"/>
                    <a:pt x="0" y="60008"/>
                    <a:pt x="0" y="38100"/>
                  </a:cubicBezTo>
                  <a:cubicBezTo>
                    <a:pt x="0" y="16192"/>
                    <a:pt x="18098" y="0"/>
                    <a:pt x="39053" y="0"/>
                  </a:cubicBezTo>
                  <a:cubicBezTo>
                    <a:pt x="60960" y="0"/>
                    <a:pt x="79058" y="16192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9" name="Freihandform: Form 178">
              <a:extLst>
                <a:ext uri="{FF2B5EF4-FFF2-40B4-BE49-F238E27FC236}">
                  <a16:creationId xmlns:a16="http://schemas.microsoft.com/office/drawing/2014/main" id="{44D5A781-CCB6-4733-A1CC-7B66AF07F2B7}"/>
                </a:ext>
              </a:extLst>
            </p:cNvPr>
            <p:cNvSpPr/>
            <p:nvPr/>
          </p:nvSpPr>
          <p:spPr>
            <a:xfrm>
              <a:off x="4099559" y="3216591"/>
              <a:ext cx="205740" cy="280035"/>
            </a:xfrm>
            <a:custGeom>
              <a:avLst/>
              <a:gdLst>
                <a:gd name="connsiteX0" fmla="*/ 29528 w 205740"/>
                <a:gd name="connsiteY0" fmla="*/ 198120 h 280035"/>
                <a:gd name="connsiteX1" fmla="*/ 104775 w 205740"/>
                <a:gd name="connsiteY1" fmla="*/ 227648 h 280035"/>
                <a:gd name="connsiteX2" fmla="*/ 143828 w 205740"/>
                <a:gd name="connsiteY2" fmla="*/ 200978 h 280035"/>
                <a:gd name="connsiteX3" fmla="*/ 10478 w 205740"/>
                <a:gd name="connsiteY3" fmla="*/ 82868 h 280035"/>
                <a:gd name="connsiteX4" fmla="*/ 111443 w 205740"/>
                <a:gd name="connsiteY4" fmla="*/ 0 h 280035"/>
                <a:gd name="connsiteX5" fmla="*/ 203835 w 205740"/>
                <a:gd name="connsiteY5" fmla="*/ 27623 h 280035"/>
                <a:gd name="connsiteX6" fmla="*/ 174308 w 205740"/>
                <a:gd name="connsiteY6" fmla="*/ 76200 h 280035"/>
                <a:gd name="connsiteX7" fmla="*/ 110490 w 205740"/>
                <a:gd name="connsiteY7" fmla="*/ 52388 h 280035"/>
                <a:gd name="connsiteX8" fmla="*/ 72390 w 205740"/>
                <a:gd name="connsiteY8" fmla="*/ 77153 h 280035"/>
                <a:gd name="connsiteX9" fmla="*/ 205740 w 205740"/>
                <a:gd name="connsiteY9" fmla="*/ 195263 h 280035"/>
                <a:gd name="connsiteX10" fmla="*/ 102870 w 205740"/>
                <a:gd name="connsiteY10" fmla="*/ 280035 h 280035"/>
                <a:gd name="connsiteX11" fmla="*/ 0 w 205740"/>
                <a:gd name="connsiteY11" fmla="*/ 247650 h 280035"/>
                <a:gd name="connsiteX12" fmla="*/ 29528 w 205740"/>
                <a:gd name="connsiteY12" fmla="*/ 198120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40" h="280035">
                  <a:moveTo>
                    <a:pt x="29528" y="198120"/>
                  </a:moveTo>
                  <a:cubicBezTo>
                    <a:pt x="55245" y="218123"/>
                    <a:pt x="80963" y="227648"/>
                    <a:pt x="104775" y="227648"/>
                  </a:cubicBezTo>
                  <a:cubicBezTo>
                    <a:pt x="127635" y="227648"/>
                    <a:pt x="143828" y="217170"/>
                    <a:pt x="143828" y="200978"/>
                  </a:cubicBezTo>
                  <a:cubicBezTo>
                    <a:pt x="143828" y="155258"/>
                    <a:pt x="10478" y="171450"/>
                    <a:pt x="10478" y="82868"/>
                  </a:cubicBezTo>
                  <a:cubicBezTo>
                    <a:pt x="10478" y="33338"/>
                    <a:pt x="51435" y="0"/>
                    <a:pt x="111443" y="0"/>
                  </a:cubicBezTo>
                  <a:cubicBezTo>
                    <a:pt x="143828" y="0"/>
                    <a:pt x="175260" y="9525"/>
                    <a:pt x="203835" y="27623"/>
                  </a:cubicBezTo>
                  <a:lnTo>
                    <a:pt x="174308" y="76200"/>
                  </a:lnTo>
                  <a:cubicBezTo>
                    <a:pt x="151447" y="60008"/>
                    <a:pt x="130493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3" y="280035"/>
                    <a:pt x="102870" y="280035"/>
                  </a:cubicBezTo>
                  <a:cubicBezTo>
                    <a:pt x="67628" y="280035"/>
                    <a:pt x="31433" y="268605"/>
                    <a:pt x="0" y="247650"/>
                  </a:cubicBezTo>
                  <a:lnTo>
                    <a:pt x="29528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0" name="Freihandform: Form 179">
              <a:extLst>
                <a:ext uri="{FF2B5EF4-FFF2-40B4-BE49-F238E27FC236}">
                  <a16:creationId xmlns:a16="http://schemas.microsoft.com/office/drawing/2014/main" id="{5286052C-725E-4196-95ED-5A73339E7927}"/>
                </a:ext>
              </a:extLst>
            </p:cNvPr>
            <p:cNvSpPr/>
            <p:nvPr/>
          </p:nvSpPr>
          <p:spPr>
            <a:xfrm>
              <a:off x="4346256" y="3216591"/>
              <a:ext cx="205740" cy="280035"/>
            </a:xfrm>
            <a:custGeom>
              <a:avLst/>
              <a:gdLst>
                <a:gd name="connsiteX0" fmla="*/ 29528 w 205740"/>
                <a:gd name="connsiteY0" fmla="*/ 198120 h 280035"/>
                <a:gd name="connsiteX1" fmla="*/ 104775 w 205740"/>
                <a:gd name="connsiteY1" fmla="*/ 227648 h 280035"/>
                <a:gd name="connsiteX2" fmla="*/ 143828 w 205740"/>
                <a:gd name="connsiteY2" fmla="*/ 200978 h 280035"/>
                <a:gd name="connsiteX3" fmla="*/ 10478 w 205740"/>
                <a:gd name="connsiteY3" fmla="*/ 82868 h 280035"/>
                <a:gd name="connsiteX4" fmla="*/ 111443 w 205740"/>
                <a:gd name="connsiteY4" fmla="*/ 0 h 280035"/>
                <a:gd name="connsiteX5" fmla="*/ 203835 w 205740"/>
                <a:gd name="connsiteY5" fmla="*/ 27623 h 280035"/>
                <a:gd name="connsiteX6" fmla="*/ 174308 w 205740"/>
                <a:gd name="connsiteY6" fmla="*/ 76200 h 280035"/>
                <a:gd name="connsiteX7" fmla="*/ 110490 w 205740"/>
                <a:gd name="connsiteY7" fmla="*/ 52388 h 280035"/>
                <a:gd name="connsiteX8" fmla="*/ 72390 w 205740"/>
                <a:gd name="connsiteY8" fmla="*/ 77153 h 280035"/>
                <a:gd name="connsiteX9" fmla="*/ 205740 w 205740"/>
                <a:gd name="connsiteY9" fmla="*/ 195263 h 280035"/>
                <a:gd name="connsiteX10" fmla="*/ 102870 w 205740"/>
                <a:gd name="connsiteY10" fmla="*/ 280035 h 280035"/>
                <a:gd name="connsiteX11" fmla="*/ 0 w 205740"/>
                <a:gd name="connsiteY11" fmla="*/ 247650 h 280035"/>
                <a:gd name="connsiteX12" fmla="*/ 29528 w 205740"/>
                <a:gd name="connsiteY12" fmla="*/ 198120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40" h="280035">
                  <a:moveTo>
                    <a:pt x="29528" y="198120"/>
                  </a:moveTo>
                  <a:cubicBezTo>
                    <a:pt x="56198" y="218123"/>
                    <a:pt x="80963" y="227648"/>
                    <a:pt x="104775" y="227648"/>
                  </a:cubicBezTo>
                  <a:cubicBezTo>
                    <a:pt x="127635" y="227648"/>
                    <a:pt x="143828" y="217170"/>
                    <a:pt x="143828" y="200978"/>
                  </a:cubicBezTo>
                  <a:cubicBezTo>
                    <a:pt x="143828" y="155258"/>
                    <a:pt x="10478" y="171450"/>
                    <a:pt x="10478" y="82868"/>
                  </a:cubicBezTo>
                  <a:cubicBezTo>
                    <a:pt x="10478" y="33338"/>
                    <a:pt x="51435" y="0"/>
                    <a:pt x="111443" y="0"/>
                  </a:cubicBezTo>
                  <a:cubicBezTo>
                    <a:pt x="143828" y="0"/>
                    <a:pt x="175260" y="9525"/>
                    <a:pt x="203835" y="27623"/>
                  </a:cubicBezTo>
                  <a:lnTo>
                    <a:pt x="174308" y="76200"/>
                  </a:lnTo>
                  <a:cubicBezTo>
                    <a:pt x="151448" y="60008"/>
                    <a:pt x="130493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3" y="280035"/>
                    <a:pt x="102870" y="280035"/>
                  </a:cubicBezTo>
                  <a:cubicBezTo>
                    <a:pt x="67628" y="280035"/>
                    <a:pt x="31433" y="268605"/>
                    <a:pt x="0" y="247650"/>
                  </a:cubicBezTo>
                  <a:lnTo>
                    <a:pt x="29528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1" name="Freihandform: Form 180">
              <a:extLst>
                <a:ext uri="{FF2B5EF4-FFF2-40B4-BE49-F238E27FC236}">
                  <a16:creationId xmlns:a16="http://schemas.microsoft.com/office/drawing/2014/main" id="{D5A311D4-BCEE-41FE-95E3-C6146127B40C}"/>
                </a:ext>
              </a:extLst>
            </p:cNvPr>
            <p:cNvSpPr/>
            <p:nvPr/>
          </p:nvSpPr>
          <p:spPr>
            <a:xfrm>
              <a:off x="4601527" y="3217544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2 h 279082"/>
                <a:gd name="connsiteX7" fmla="*/ 198120 w 242887"/>
                <a:gd name="connsiteY7" fmla="*/ 194310 h 279082"/>
                <a:gd name="connsiteX8" fmla="*/ 237172 w 242887"/>
                <a:gd name="connsiteY8" fmla="*/ 235267 h 279082"/>
                <a:gd name="connsiteX9" fmla="*/ 132397 w 242887"/>
                <a:gd name="connsiteY9" fmla="*/ 279083 h 279082"/>
                <a:gd name="connsiteX10" fmla="*/ 62865 w 242887"/>
                <a:gd name="connsiteY10" fmla="*/ 115252 h 279082"/>
                <a:gd name="connsiteX11" fmla="*/ 183832 w 242887"/>
                <a:gd name="connsiteY11" fmla="*/ 115252 h 279082"/>
                <a:gd name="connsiteX12" fmla="*/ 124778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2"/>
                    <a:pt x="132397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2" y="235267"/>
                  </a:lnTo>
                  <a:cubicBezTo>
                    <a:pt x="206692" y="264795"/>
                    <a:pt x="172403" y="279083"/>
                    <a:pt x="132397" y="279083"/>
                  </a:cubicBezTo>
                  <a:close/>
                  <a:moveTo>
                    <a:pt x="62865" y="115252"/>
                  </a:moveTo>
                  <a:lnTo>
                    <a:pt x="183832" y="115252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89535" y="50482"/>
                    <a:pt x="67628" y="74295"/>
                    <a:pt x="62865" y="115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2" name="Freihandform: Form 181">
              <a:extLst>
                <a:ext uri="{FF2B5EF4-FFF2-40B4-BE49-F238E27FC236}">
                  <a16:creationId xmlns:a16="http://schemas.microsoft.com/office/drawing/2014/main" id="{B3C5380D-6CFA-43B9-A443-290AB0C2A300}"/>
                </a:ext>
              </a:extLst>
            </p:cNvPr>
            <p:cNvSpPr/>
            <p:nvPr/>
          </p:nvSpPr>
          <p:spPr>
            <a:xfrm>
              <a:off x="4913946" y="3217544"/>
              <a:ext cx="228600" cy="273367"/>
            </a:xfrm>
            <a:custGeom>
              <a:avLst/>
              <a:gdLst>
                <a:gd name="connsiteX0" fmla="*/ 228600 w 228600"/>
                <a:gd name="connsiteY0" fmla="*/ 272415 h 273367"/>
                <a:gd name="connsiteX1" fmla="*/ 166688 w 228600"/>
                <a:gd name="connsiteY1" fmla="*/ 272415 h 273367"/>
                <a:gd name="connsiteX2" fmla="*/ 166688 w 228600"/>
                <a:gd name="connsiteY2" fmla="*/ 120015 h 273367"/>
                <a:gd name="connsiteX3" fmla="*/ 117158 w 228600"/>
                <a:gd name="connsiteY3" fmla="*/ 55245 h 273367"/>
                <a:gd name="connsiteX4" fmla="*/ 61913 w 228600"/>
                <a:gd name="connsiteY4" fmla="*/ 120015 h 273367"/>
                <a:gd name="connsiteX5" fmla="*/ 61913 w 228600"/>
                <a:gd name="connsiteY5" fmla="*/ 273367 h 273367"/>
                <a:gd name="connsiteX6" fmla="*/ 0 w 228600"/>
                <a:gd name="connsiteY6" fmla="*/ 273367 h 273367"/>
                <a:gd name="connsiteX7" fmla="*/ 0 w 228600"/>
                <a:gd name="connsiteY7" fmla="*/ 6667 h 273367"/>
                <a:gd name="connsiteX8" fmla="*/ 61913 w 228600"/>
                <a:gd name="connsiteY8" fmla="*/ 6667 h 273367"/>
                <a:gd name="connsiteX9" fmla="*/ 61913 w 228600"/>
                <a:gd name="connsiteY9" fmla="*/ 39052 h 273367"/>
                <a:gd name="connsiteX10" fmla="*/ 62865 w 228600"/>
                <a:gd name="connsiteY10" fmla="*/ 39052 h 273367"/>
                <a:gd name="connsiteX11" fmla="*/ 140970 w 228600"/>
                <a:gd name="connsiteY11" fmla="*/ 0 h 273367"/>
                <a:gd name="connsiteX12" fmla="*/ 228600 w 228600"/>
                <a:gd name="connsiteY12" fmla="*/ 107633 h 273367"/>
                <a:gd name="connsiteX13" fmla="*/ 228600 w 228600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8" y="55245"/>
                    <a:pt x="117158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7"/>
                  </a:lnTo>
                  <a:lnTo>
                    <a:pt x="0" y="273367"/>
                  </a:lnTo>
                  <a:lnTo>
                    <a:pt x="0" y="6667"/>
                  </a:lnTo>
                  <a:lnTo>
                    <a:pt x="61913" y="6667"/>
                  </a:lnTo>
                  <a:lnTo>
                    <a:pt x="61913" y="39052"/>
                  </a:lnTo>
                  <a:lnTo>
                    <a:pt x="62865" y="39052"/>
                  </a:lnTo>
                  <a:cubicBezTo>
                    <a:pt x="79058" y="15240"/>
                    <a:pt x="106680" y="0"/>
                    <a:pt x="140970" y="0"/>
                  </a:cubicBezTo>
                  <a:cubicBezTo>
                    <a:pt x="201930" y="0"/>
                    <a:pt x="228600" y="44767"/>
                    <a:pt x="228600" y="107633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3" name="Freihandform: Form 182">
              <a:extLst>
                <a:ext uri="{FF2B5EF4-FFF2-40B4-BE49-F238E27FC236}">
                  <a16:creationId xmlns:a16="http://schemas.microsoft.com/office/drawing/2014/main" id="{08A1881A-1CE6-4B6F-8C59-66E76F02A448}"/>
                </a:ext>
              </a:extLst>
            </p:cNvPr>
            <p:cNvSpPr/>
            <p:nvPr/>
          </p:nvSpPr>
          <p:spPr>
            <a:xfrm>
              <a:off x="5198744" y="3216591"/>
              <a:ext cx="205740" cy="280035"/>
            </a:xfrm>
            <a:custGeom>
              <a:avLst/>
              <a:gdLst>
                <a:gd name="connsiteX0" fmla="*/ 29528 w 205740"/>
                <a:gd name="connsiteY0" fmla="*/ 198120 h 280035"/>
                <a:gd name="connsiteX1" fmla="*/ 104775 w 205740"/>
                <a:gd name="connsiteY1" fmla="*/ 227648 h 280035"/>
                <a:gd name="connsiteX2" fmla="*/ 143828 w 205740"/>
                <a:gd name="connsiteY2" fmla="*/ 200978 h 280035"/>
                <a:gd name="connsiteX3" fmla="*/ 10478 w 205740"/>
                <a:gd name="connsiteY3" fmla="*/ 82868 h 280035"/>
                <a:gd name="connsiteX4" fmla="*/ 111443 w 205740"/>
                <a:gd name="connsiteY4" fmla="*/ 0 h 280035"/>
                <a:gd name="connsiteX5" fmla="*/ 203835 w 205740"/>
                <a:gd name="connsiteY5" fmla="*/ 27623 h 280035"/>
                <a:gd name="connsiteX6" fmla="*/ 174308 w 205740"/>
                <a:gd name="connsiteY6" fmla="*/ 76200 h 280035"/>
                <a:gd name="connsiteX7" fmla="*/ 110490 w 205740"/>
                <a:gd name="connsiteY7" fmla="*/ 52388 h 280035"/>
                <a:gd name="connsiteX8" fmla="*/ 72390 w 205740"/>
                <a:gd name="connsiteY8" fmla="*/ 77153 h 280035"/>
                <a:gd name="connsiteX9" fmla="*/ 205740 w 205740"/>
                <a:gd name="connsiteY9" fmla="*/ 195263 h 280035"/>
                <a:gd name="connsiteX10" fmla="*/ 102870 w 205740"/>
                <a:gd name="connsiteY10" fmla="*/ 280035 h 280035"/>
                <a:gd name="connsiteX11" fmla="*/ 0 w 205740"/>
                <a:gd name="connsiteY11" fmla="*/ 247650 h 280035"/>
                <a:gd name="connsiteX12" fmla="*/ 29528 w 205740"/>
                <a:gd name="connsiteY12" fmla="*/ 198120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40" h="280035">
                  <a:moveTo>
                    <a:pt x="29528" y="198120"/>
                  </a:moveTo>
                  <a:cubicBezTo>
                    <a:pt x="56198" y="218123"/>
                    <a:pt x="80963" y="227648"/>
                    <a:pt x="104775" y="227648"/>
                  </a:cubicBezTo>
                  <a:cubicBezTo>
                    <a:pt x="127635" y="227648"/>
                    <a:pt x="143828" y="217170"/>
                    <a:pt x="143828" y="200978"/>
                  </a:cubicBezTo>
                  <a:cubicBezTo>
                    <a:pt x="143828" y="155258"/>
                    <a:pt x="10478" y="171450"/>
                    <a:pt x="10478" y="82868"/>
                  </a:cubicBezTo>
                  <a:cubicBezTo>
                    <a:pt x="10478" y="33338"/>
                    <a:pt x="51435" y="0"/>
                    <a:pt x="111443" y="0"/>
                  </a:cubicBezTo>
                  <a:cubicBezTo>
                    <a:pt x="143828" y="0"/>
                    <a:pt x="175260" y="9525"/>
                    <a:pt x="203835" y="27623"/>
                  </a:cubicBezTo>
                  <a:lnTo>
                    <a:pt x="174308" y="76200"/>
                  </a:lnTo>
                  <a:cubicBezTo>
                    <a:pt x="151448" y="60008"/>
                    <a:pt x="130493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3" y="280035"/>
                    <a:pt x="102870" y="280035"/>
                  </a:cubicBezTo>
                  <a:cubicBezTo>
                    <a:pt x="67628" y="280035"/>
                    <a:pt x="31433" y="268605"/>
                    <a:pt x="0" y="247650"/>
                  </a:cubicBezTo>
                  <a:lnTo>
                    <a:pt x="29528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4" name="Freihandform: Form 183">
              <a:extLst>
                <a:ext uri="{FF2B5EF4-FFF2-40B4-BE49-F238E27FC236}">
                  <a16:creationId xmlns:a16="http://schemas.microsoft.com/office/drawing/2014/main" id="{19FAED69-7B35-458E-A35F-6DDE087471F1}"/>
                </a:ext>
              </a:extLst>
            </p:cNvPr>
            <p:cNvSpPr/>
            <p:nvPr/>
          </p:nvSpPr>
          <p:spPr>
            <a:xfrm>
              <a:off x="5454967" y="3216591"/>
              <a:ext cx="224789" cy="280035"/>
            </a:xfrm>
            <a:custGeom>
              <a:avLst/>
              <a:gdLst>
                <a:gd name="connsiteX0" fmla="*/ 222885 w 224789"/>
                <a:gd name="connsiteY0" fmla="*/ 237173 h 280035"/>
                <a:gd name="connsiteX1" fmla="*/ 127635 w 224789"/>
                <a:gd name="connsiteY1" fmla="*/ 280035 h 280035"/>
                <a:gd name="connsiteX2" fmla="*/ 0 w 224789"/>
                <a:gd name="connsiteY2" fmla="*/ 140970 h 280035"/>
                <a:gd name="connsiteX3" fmla="*/ 128588 w 224789"/>
                <a:gd name="connsiteY3" fmla="*/ 0 h 280035"/>
                <a:gd name="connsiteX4" fmla="*/ 224790 w 224789"/>
                <a:gd name="connsiteY4" fmla="*/ 45720 h 280035"/>
                <a:gd name="connsiteX5" fmla="*/ 181927 w 224789"/>
                <a:gd name="connsiteY5" fmla="*/ 86678 h 280035"/>
                <a:gd name="connsiteX6" fmla="*/ 128588 w 224789"/>
                <a:gd name="connsiteY6" fmla="*/ 57150 h 280035"/>
                <a:gd name="connsiteX7" fmla="*/ 62865 w 224789"/>
                <a:gd name="connsiteY7" fmla="*/ 140017 h 280035"/>
                <a:gd name="connsiteX8" fmla="*/ 128588 w 224789"/>
                <a:gd name="connsiteY8" fmla="*/ 222885 h 280035"/>
                <a:gd name="connsiteX9" fmla="*/ 183832 w 224789"/>
                <a:gd name="connsiteY9" fmla="*/ 193358 h 280035"/>
                <a:gd name="connsiteX10" fmla="*/ 222885 w 224789"/>
                <a:gd name="connsiteY10" fmla="*/ 237173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89" h="280035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7" y="15240"/>
                    <a:pt x="224790" y="45720"/>
                  </a:cubicBezTo>
                  <a:lnTo>
                    <a:pt x="181927" y="86678"/>
                  </a:lnTo>
                  <a:cubicBezTo>
                    <a:pt x="166688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2" y="193358"/>
                  </a:cubicBezTo>
                  <a:lnTo>
                    <a:pt x="222885" y="2371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5" name="Freihandform: Form 184">
              <a:extLst>
                <a:ext uri="{FF2B5EF4-FFF2-40B4-BE49-F238E27FC236}">
                  <a16:creationId xmlns:a16="http://schemas.microsoft.com/office/drawing/2014/main" id="{7C1D47F6-986A-41D8-BD7A-54ABDA896F33}"/>
                </a:ext>
              </a:extLst>
            </p:cNvPr>
            <p:cNvSpPr/>
            <p:nvPr/>
          </p:nvSpPr>
          <p:spPr>
            <a:xfrm>
              <a:off x="5733096" y="3101339"/>
              <a:ext cx="228600" cy="389572"/>
            </a:xfrm>
            <a:custGeom>
              <a:avLst/>
              <a:gdLst>
                <a:gd name="connsiteX0" fmla="*/ 228600 w 228600"/>
                <a:gd name="connsiteY0" fmla="*/ 388620 h 389572"/>
                <a:gd name="connsiteX1" fmla="*/ 166688 w 228600"/>
                <a:gd name="connsiteY1" fmla="*/ 388620 h 389572"/>
                <a:gd name="connsiteX2" fmla="*/ 166688 w 228600"/>
                <a:gd name="connsiteY2" fmla="*/ 236220 h 389572"/>
                <a:gd name="connsiteX3" fmla="*/ 117158 w 228600"/>
                <a:gd name="connsiteY3" fmla="*/ 171450 h 389572"/>
                <a:gd name="connsiteX4" fmla="*/ 61913 w 228600"/>
                <a:gd name="connsiteY4" fmla="*/ 236220 h 389572"/>
                <a:gd name="connsiteX5" fmla="*/ 61913 w 228600"/>
                <a:gd name="connsiteY5" fmla="*/ 389573 h 389572"/>
                <a:gd name="connsiteX6" fmla="*/ 0 w 228600"/>
                <a:gd name="connsiteY6" fmla="*/ 389573 h 389572"/>
                <a:gd name="connsiteX7" fmla="*/ 0 w 228600"/>
                <a:gd name="connsiteY7" fmla="*/ 15240 h 389572"/>
                <a:gd name="connsiteX8" fmla="*/ 61913 w 228600"/>
                <a:gd name="connsiteY8" fmla="*/ 0 h 389572"/>
                <a:gd name="connsiteX9" fmla="*/ 61913 w 228600"/>
                <a:gd name="connsiteY9" fmla="*/ 155258 h 389572"/>
                <a:gd name="connsiteX10" fmla="*/ 62865 w 228600"/>
                <a:gd name="connsiteY10" fmla="*/ 155258 h 389572"/>
                <a:gd name="connsiteX11" fmla="*/ 140970 w 228600"/>
                <a:gd name="connsiteY11" fmla="*/ 116205 h 389572"/>
                <a:gd name="connsiteX12" fmla="*/ 228600 w 228600"/>
                <a:gd name="connsiteY12" fmla="*/ 223838 h 389572"/>
                <a:gd name="connsiteX13" fmla="*/ 228600 w 228600"/>
                <a:gd name="connsiteY13" fmla="*/ 38862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389572">
                  <a:moveTo>
                    <a:pt x="228600" y="388620"/>
                  </a:moveTo>
                  <a:lnTo>
                    <a:pt x="166688" y="388620"/>
                  </a:lnTo>
                  <a:lnTo>
                    <a:pt x="166688" y="236220"/>
                  </a:lnTo>
                  <a:cubicBezTo>
                    <a:pt x="166688" y="197168"/>
                    <a:pt x="154305" y="171450"/>
                    <a:pt x="117158" y="171450"/>
                  </a:cubicBezTo>
                  <a:cubicBezTo>
                    <a:pt x="74295" y="171450"/>
                    <a:pt x="61913" y="205740"/>
                    <a:pt x="61913" y="236220"/>
                  </a:cubicBezTo>
                  <a:lnTo>
                    <a:pt x="61913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6" name="Freihandform: Form 185">
              <a:extLst>
                <a:ext uri="{FF2B5EF4-FFF2-40B4-BE49-F238E27FC236}">
                  <a16:creationId xmlns:a16="http://schemas.microsoft.com/office/drawing/2014/main" id="{ACDA601C-2229-42A2-A7F2-6D0D0B14CE0E}"/>
                </a:ext>
              </a:extLst>
            </p:cNvPr>
            <p:cNvSpPr/>
            <p:nvPr/>
          </p:nvSpPr>
          <p:spPr>
            <a:xfrm>
              <a:off x="6023609" y="3217544"/>
              <a:ext cx="225742" cy="279082"/>
            </a:xfrm>
            <a:custGeom>
              <a:avLst/>
              <a:gdLst>
                <a:gd name="connsiteX0" fmla="*/ 114300 w 225742"/>
                <a:gd name="connsiteY0" fmla="*/ 107633 h 279082"/>
                <a:gd name="connsiteX1" fmla="*/ 164783 w 225742"/>
                <a:gd name="connsiteY1" fmla="*/ 113347 h 279082"/>
                <a:gd name="connsiteX2" fmla="*/ 164783 w 225742"/>
                <a:gd name="connsiteY2" fmla="*/ 103822 h 279082"/>
                <a:gd name="connsiteX3" fmla="*/ 105728 w 225742"/>
                <a:gd name="connsiteY3" fmla="*/ 52388 h 279082"/>
                <a:gd name="connsiteX4" fmla="*/ 38100 w 225742"/>
                <a:gd name="connsiteY4" fmla="*/ 67627 h 279082"/>
                <a:gd name="connsiteX5" fmla="*/ 24765 w 225742"/>
                <a:gd name="connsiteY5" fmla="*/ 15240 h 279082"/>
                <a:gd name="connsiteX6" fmla="*/ 112395 w 225742"/>
                <a:gd name="connsiteY6" fmla="*/ 0 h 279082"/>
                <a:gd name="connsiteX7" fmla="*/ 225743 w 225742"/>
                <a:gd name="connsiteY7" fmla="*/ 102870 h 279082"/>
                <a:gd name="connsiteX8" fmla="*/ 225743 w 225742"/>
                <a:gd name="connsiteY8" fmla="*/ 273367 h 279082"/>
                <a:gd name="connsiteX9" fmla="*/ 166688 w 225742"/>
                <a:gd name="connsiteY9" fmla="*/ 273367 h 279082"/>
                <a:gd name="connsiteX10" fmla="*/ 166688 w 225742"/>
                <a:gd name="connsiteY10" fmla="*/ 244792 h 279082"/>
                <a:gd name="connsiteX11" fmla="*/ 165735 w 225742"/>
                <a:gd name="connsiteY11" fmla="*/ 244792 h 279082"/>
                <a:gd name="connsiteX12" fmla="*/ 87630 w 225742"/>
                <a:gd name="connsiteY12" fmla="*/ 279083 h 279082"/>
                <a:gd name="connsiteX13" fmla="*/ 0 w 225742"/>
                <a:gd name="connsiteY13" fmla="*/ 194310 h 279082"/>
                <a:gd name="connsiteX14" fmla="*/ 114300 w 225742"/>
                <a:gd name="connsiteY14" fmla="*/ 107633 h 279082"/>
                <a:gd name="connsiteX15" fmla="*/ 103822 w 225742"/>
                <a:gd name="connsiteY15" fmla="*/ 232410 h 279082"/>
                <a:gd name="connsiteX16" fmla="*/ 164783 w 225742"/>
                <a:gd name="connsiteY16" fmla="*/ 200025 h 279082"/>
                <a:gd name="connsiteX17" fmla="*/ 164783 w 225742"/>
                <a:gd name="connsiteY17" fmla="*/ 153352 h 279082"/>
                <a:gd name="connsiteX18" fmla="*/ 120968 w 225742"/>
                <a:gd name="connsiteY18" fmla="*/ 148590 h 279082"/>
                <a:gd name="connsiteX19" fmla="*/ 59055 w 225742"/>
                <a:gd name="connsiteY19" fmla="*/ 192405 h 279082"/>
                <a:gd name="connsiteX20" fmla="*/ 103822 w 225742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5742" h="279082">
                  <a:moveTo>
                    <a:pt x="114300" y="107633"/>
                  </a:moveTo>
                  <a:cubicBezTo>
                    <a:pt x="131445" y="107633"/>
                    <a:pt x="147638" y="108585"/>
                    <a:pt x="164783" y="113347"/>
                  </a:cubicBezTo>
                  <a:lnTo>
                    <a:pt x="164783" y="103822"/>
                  </a:lnTo>
                  <a:cubicBezTo>
                    <a:pt x="164783" y="69532"/>
                    <a:pt x="144780" y="52388"/>
                    <a:pt x="105728" y="52388"/>
                  </a:cubicBezTo>
                  <a:cubicBezTo>
                    <a:pt x="83820" y="52388"/>
                    <a:pt x="60008" y="57150"/>
                    <a:pt x="38100" y="67627"/>
                  </a:cubicBezTo>
                  <a:lnTo>
                    <a:pt x="24765" y="15240"/>
                  </a:lnTo>
                  <a:cubicBezTo>
                    <a:pt x="49530" y="5715"/>
                    <a:pt x="81915" y="0"/>
                    <a:pt x="112395" y="0"/>
                  </a:cubicBezTo>
                  <a:cubicBezTo>
                    <a:pt x="187643" y="0"/>
                    <a:pt x="225743" y="35242"/>
                    <a:pt x="225743" y="102870"/>
                  </a:cubicBezTo>
                  <a:lnTo>
                    <a:pt x="225743" y="273367"/>
                  </a:lnTo>
                  <a:lnTo>
                    <a:pt x="166688" y="273367"/>
                  </a:lnTo>
                  <a:lnTo>
                    <a:pt x="166688" y="244792"/>
                  </a:lnTo>
                  <a:lnTo>
                    <a:pt x="165735" y="244792"/>
                  </a:lnTo>
                  <a:cubicBezTo>
                    <a:pt x="142875" y="268605"/>
                    <a:pt x="119063" y="279083"/>
                    <a:pt x="87630" y="279083"/>
                  </a:cubicBezTo>
                  <a:cubicBezTo>
                    <a:pt x="34290" y="279083"/>
                    <a:pt x="0" y="245745"/>
                    <a:pt x="0" y="194310"/>
                  </a:cubicBezTo>
                  <a:cubicBezTo>
                    <a:pt x="0" y="138113"/>
                    <a:pt x="40005" y="107633"/>
                    <a:pt x="114300" y="107633"/>
                  </a:cubicBezTo>
                  <a:close/>
                  <a:moveTo>
                    <a:pt x="103822" y="232410"/>
                  </a:moveTo>
                  <a:cubicBezTo>
                    <a:pt x="126683" y="232410"/>
                    <a:pt x="147638" y="220980"/>
                    <a:pt x="164783" y="200025"/>
                  </a:cubicBezTo>
                  <a:lnTo>
                    <a:pt x="164783" y="153352"/>
                  </a:lnTo>
                  <a:cubicBezTo>
                    <a:pt x="150495" y="149542"/>
                    <a:pt x="135255" y="148590"/>
                    <a:pt x="120968" y="148590"/>
                  </a:cubicBezTo>
                  <a:cubicBezTo>
                    <a:pt x="81915" y="148590"/>
                    <a:pt x="59055" y="164783"/>
                    <a:pt x="59055" y="192405"/>
                  </a:cubicBezTo>
                  <a:cubicBezTo>
                    <a:pt x="60008" y="217170"/>
                    <a:pt x="77153" y="232410"/>
                    <a:pt x="103822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7" name="Freihandform: Form 186">
              <a:extLst>
                <a:ext uri="{FF2B5EF4-FFF2-40B4-BE49-F238E27FC236}">
                  <a16:creationId xmlns:a16="http://schemas.microsoft.com/office/drawing/2014/main" id="{785F4A99-D669-4967-BBBD-C0E6C914F4BD}"/>
                </a:ext>
              </a:extLst>
            </p:cNvPr>
            <p:cNvSpPr/>
            <p:nvPr/>
          </p:nvSpPr>
          <p:spPr>
            <a:xfrm>
              <a:off x="6299834" y="3097529"/>
              <a:ext cx="162877" cy="391477"/>
            </a:xfrm>
            <a:custGeom>
              <a:avLst/>
              <a:gdLst>
                <a:gd name="connsiteX0" fmla="*/ 162878 w 162877"/>
                <a:gd name="connsiteY0" fmla="*/ 58103 h 391477"/>
                <a:gd name="connsiteX1" fmla="*/ 135255 w 162877"/>
                <a:gd name="connsiteY1" fmla="*/ 52388 h 391477"/>
                <a:gd name="connsiteX2" fmla="*/ 101918 w 162877"/>
                <a:gd name="connsiteY2" fmla="*/ 89535 h 391477"/>
                <a:gd name="connsiteX3" fmla="*/ 101918 w 162877"/>
                <a:gd name="connsiteY3" fmla="*/ 125730 h 391477"/>
                <a:gd name="connsiteX4" fmla="*/ 155258 w 162877"/>
                <a:gd name="connsiteY4" fmla="*/ 125730 h 391477"/>
                <a:gd name="connsiteX5" fmla="*/ 155258 w 162877"/>
                <a:gd name="connsiteY5" fmla="*/ 177165 h 391477"/>
                <a:gd name="connsiteX6" fmla="*/ 102870 w 162877"/>
                <a:gd name="connsiteY6" fmla="*/ 177165 h 391477"/>
                <a:gd name="connsiteX7" fmla="*/ 102870 w 162877"/>
                <a:gd name="connsiteY7" fmla="*/ 391478 h 391477"/>
                <a:gd name="connsiteX8" fmla="*/ 40958 w 162877"/>
                <a:gd name="connsiteY8" fmla="*/ 391478 h 391477"/>
                <a:gd name="connsiteX9" fmla="*/ 40958 w 162877"/>
                <a:gd name="connsiteY9" fmla="*/ 177165 h 391477"/>
                <a:gd name="connsiteX10" fmla="*/ 0 w 162877"/>
                <a:gd name="connsiteY10" fmla="*/ 177165 h 391477"/>
                <a:gd name="connsiteX11" fmla="*/ 0 w 162877"/>
                <a:gd name="connsiteY11" fmla="*/ 126683 h 391477"/>
                <a:gd name="connsiteX12" fmla="*/ 40958 w 162877"/>
                <a:gd name="connsiteY12" fmla="*/ 126683 h 391477"/>
                <a:gd name="connsiteX13" fmla="*/ 40958 w 162877"/>
                <a:gd name="connsiteY13" fmla="*/ 88583 h 391477"/>
                <a:gd name="connsiteX14" fmla="*/ 125730 w 162877"/>
                <a:gd name="connsiteY14" fmla="*/ 0 h 391477"/>
                <a:gd name="connsiteX15" fmla="*/ 162878 w 162877"/>
                <a:gd name="connsiteY15" fmla="*/ 5715 h 391477"/>
                <a:gd name="connsiteX16" fmla="*/ 162878 w 162877"/>
                <a:gd name="connsiteY16" fmla="*/ 58103 h 391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2877" h="391477">
                  <a:moveTo>
                    <a:pt x="162878" y="58103"/>
                  </a:moveTo>
                  <a:cubicBezTo>
                    <a:pt x="154305" y="54293"/>
                    <a:pt x="144780" y="52388"/>
                    <a:pt x="135255" y="52388"/>
                  </a:cubicBezTo>
                  <a:cubicBezTo>
                    <a:pt x="111443" y="52388"/>
                    <a:pt x="101918" y="64770"/>
                    <a:pt x="101918" y="89535"/>
                  </a:cubicBezTo>
                  <a:lnTo>
                    <a:pt x="101918" y="125730"/>
                  </a:lnTo>
                  <a:lnTo>
                    <a:pt x="155258" y="125730"/>
                  </a:lnTo>
                  <a:lnTo>
                    <a:pt x="155258" y="177165"/>
                  </a:lnTo>
                  <a:lnTo>
                    <a:pt x="102870" y="177165"/>
                  </a:lnTo>
                  <a:lnTo>
                    <a:pt x="102870" y="391478"/>
                  </a:lnTo>
                  <a:lnTo>
                    <a:pt x="40958" y="391478"/>
                  </a:lnTo>
                  <a:lnTo>
                    <a:pt x="40958" y="177165"/>
                  </a:lnTo>
                  <a:lnTo>
                    <a:pt x="0" y="177165"/>
                  </a:lnTo>
                  <a:lnTo>
                    <a:pt x="0" y="126683"/>
                  </a:lnTo>
                  <a:lnTo>
                    <a:pt x="40958" y="126683"/>
                  </a:lnTo>
                  <a:lnTo>
                    <a:pt x="40958" y="88583"/>
                  </a:lnTo>
                  <a:cubicBezTo>
                    <a:pt x="40958" y="33338"/>
                    <a:pt x="65722" y="0"/>
                    <a:pt x="125730" y="0"/>
                  </a:cubicBezTo>
                  <a:cubicBezTo>
                    <a:pt x="139065" y="0"/>
                    <a:pt x="152400" y="1905"/>
                    <a:pt x="162878" y="5715"/>
                  </a:cubicBezTo>
                  <a:lnTo>
                    <a:pt x="162878" y="5810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8" name="Freihandform: Form 187">
              <a:extLst>
                <a:ext uri="{FF2B5EF4-FFF2-40B4-BE49-F238E27FC236}">
                  <a16:creationId xmlns:a16="http://schemas.microsoft.com/office/drawing/2014/main" id="{99269C21-4B9A-40F4-B0EC-4302D1D81285}"/>
                </a:ext>
              </a:extLst>
            </p:cNvPr>
            <p:cNvSpPr/>
            <p:nvPr/>
          </p:nvSpPr>
          <p:spPr>
            <a:xfrm>
              <a:off x="6497002" y="3138487"/>
              <a:ext cx="165734" cy="358140"/>
            </a:xfrm>
            <a:custGeom>
              <a:avLst/>
              <a:gdLst>
                <a:gd name="connsiteX0" fmla="*/ 165735 w 165734"/>
                <a:gd name="connsiteY0" fmla="*/ 295275 h 358140"/>
                <a:gd name="connsiteX1" fmla="*/ 165735 w 165734"/>
                <a:gd name="connsiteY1" fmla="*/ 348615 h 358140"/>
                <a:gd name="connsiteX2" fmla="*/ 113347 w 165734"/>
                <a:gd name="connsiteY2" fmla="*/ 358140 h 358140"/>
                <a:gd name="connsiteX3" fmla="*/ 40957 w 165734"/>
                <a:gd name="connsiteY3" fmla="*/ 282892 h 358140"/>
                <a:gd name="connsiteX4" fmla="*/ 40957 w 165734"/>
                <a:gd name="connsiteY4" fmla="*/ 137160 h 358140"/>
                <a:gd name="connsiteX5" fmla="*/ 0 w 165734"/>
                <a:gd name="connsiteY5" fmla="*/ 137160 h 358140"/>
                <a:gd name="connsiteX6" fmla="*/ 0 w 165734"/>
                <a:gd name="connsiteY6" fmla="*/ 85725 h 358140"/>
                <a:gd name="connsiteX7" fmla="*/ 40005 w 165734"/>
                <a:gd name="connsiteY7" fmla="*/ 85725 h 358140"/>
                <a:gd name="connsiteX8" fmla="*/ 40005 w 165734"/>
                <a:gd name="connsiteY8" fmla="*/ 13335 h 358140"/>
                <a:gd name="connsiteX9" fmla="*/ 101917 w 165734"/>
                <a:gd name="connsiteY9" fmla="*/ 0 h 358140"/>
                <a:gd name="connsiteX10" fmla="*/ 101917 w 165734"/>
                <a:gd name="connsiteY10" fmla="*/ 86677 h 358140"/>
                <a:gd name="connsiteX11" fmla="*/ 165735 w 165734"/>
                <a:gd name="connsiteY11" fmla="*/ 86677 h 358140"/>
                <a:gd name="connsiteX12" fmla="*/ 165735 w 165734"/>
                <a:gd name="connsiteY12" fmla="*/ 138113 h 358140"/>
                <a:gd name="connsiteX13" fmla="*/ 101917 w 165734"/>
                <a:gd name="connsiteY13" fmla="*/ 138113 h 358140"/>
                <a:gd name="connsiteX14" fmla="*/ 101917 w 165734"/>
                <a:gd name="connsiteY14" fmla="*/ 269558 h 358140"/>
                <a:gd name="connsiteX15" fmla="*/ 130492 w 165734"/>
                <a:gd name="connsiteY15" fmla="*/ 304800 h 358140"/>
                <a:gd name="connsiteX16" fmla="*/ 165735 w 165734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7" y="0"/>
                  </a:lnTo>
                  <a:lnTo>
                    <a:pt x="101917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7" y="138113"/>
                  </a:lnTo>
                  <a:lnTo>
                    <a:pt x="101917" y="269558"/>
                  </a:lnTo>
                  <a:cubicBezTo>
                    <a:pt x="101917" y="294322"/>
                    <a:pt x="110490" y="304800"/>
                    <a:pt x="130492" y="304800"/>
                  </a:cubicBezTo>
                  <a:cubicBezTo>
                    <a:pt x="141922" y="303847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9" name="Freihandform: Form 188">
              <a:extLst>
                <a:ext uri="{FF2B5EF4-FFF2-40B4-BE49-F238E27FC236}">
                  <a16:creationId xmlns:a16="http://schemas.microsoft.com/office/drawing/2014/main" id="{63DCF50B-B7E2-4B9A-A9F1-72C2786856E5}"/>
                </a:ext>
              </a:extLst>
            </p:cNvPr>
            <p:cNvSpPr/>
            <p:nvPr/>
          </p:nvSpPr>
          <p:spPr>
            <a:xfrm>
              <a:off x="6725601" y="3100387"/>
              <a:ext cx="61912" cy="389572"/>
            </a:xfrm>
            <a:custGeom>
              <a:avLst/>
              <a:gdLst>
                <a:gd name="connsiteX0" fmla="*/ 61913 w 61912"/>
                <a:gd name="connsiteY0" fmla="*/ 389572 h 389572"/>
                <a:gd name="connsiteX1" fmla="*/ 0 w 61912"/>
                <a:gd name="connsiteY1" fmla="*/ 389572 h 389572"/>
                <a:gd name="connsiteX2" fmla="*/ 0 w 61912"/>
                <a:gd name="connsiteY2" fmla="*/ 14288 h 389572"/>
                <a:gd name="connsiteX3" fmla="*/ 61913 w 61912"/>
                <a:gd name="connsiteY3" fmla="*/ 0 h 389572"/>
                <a:gd name="connsiteX4" fmla="*/ 61913 w 61912"/>
                <a:gd name="connsiteY4" fmla="*/ 389572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912" h="389572">
                  <a:moveTo>
                    <a:pt x="61913" y="389572"/>
                  </a:moveTo>
                  <a:lnTo>
                    <a:pt x="0" y="389572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957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0" name="Freihandform: Form 189">
              <a:extLst>
                <a:ext uri="{FF2B5EF4-FFF2-40B4-BE49-F238E27FC236}">
                  <a16:creationId xmlns:a16="http://schemas.microsoft.com/office/drawing/2014/main" id="{33378C80-94EA-4CB0-840E-7D1524EF66B2}"/>
                </a:ext>
              </a:extLst>
            </p:cNvPr>
            <p:cNvSpPr/>
            <p:nvPr/>
          </p:nvSpPr>
          <p:spPr>
            <a:xfrm>
              <a:off x="6861809" y="3105149"/>
              <a:ext cx="79057" cy="384809"/>
            </a:xfrm>
            <a:custGeom>
              <a:avLst/>
              <a:gdLst>
                <a:gd name="connsiteX0" fmla="*/ 79057 w 79057"/>
                <a:gd name="connsiteY0" fmla="*/ 38100 h 384809"/>
                <a:gd name="connsiteX1" fmla="*/ 39052 w 79057"/>
                <a:gd name="connsiteY1" fmla="*/ 76200 h 384809"/>
                <a:gd name="connsiteX2" fmla="*/ 0 w 79057"/>
                <a:gd name="connsiteY2" fmla="*/ 38100 h 384809"/>
                <a:gd name="connsiteX3" fmla="*/ 39052 w 79057"/>
                <a:gd name="connsiteY3" fmla="*/ 0 h 384809"/>
                <a:gd name="connsiteX4" fmla="*/ 79057 w 79057"/>
                <a:gd name="connsiteY4" fmla="*/ 38100 h 384809"/>
                <a:gd name="connsiteX5" fmla="*/ 70485 w 79057"/>
                <a:gd name="connsiteY5" fmla="*/ 384810 h 384809"/>
                <a:gd name="connsiteX6" fmla="*/ 8572 w 79057"/>
                <a:gd name="connsiteY6" fmla="*/ 384810 h 384809"/>
                <a:gd name="connsiteX7" fmla="*/ 8572 w 79057"/>
                <a:gd name="connsiteY7" fmla="*/ 118110 h 384809"/>
                <a:gd name="connsiteX8" fmla="*/ 70485 w 79057"/>
                <a:gd name="connsiteY8" fmla="*/ 118110 h 384809"/>
                <a:gd name="connsiteX9" fmla="*/ 70485 w 79057"/>
                <a:gd name="connsiteY9" fmla="*/ 384810 h 384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09">
                  <a:moveTo>
                    <a:pt x="79057" y="38100"/>
                  </a:moveTo>
                  <a:cubicBezTo>
                    <a:pt x="79057" y="60008"/>
                    <a:pt x="60960" y="76200"/>
                    <a:pt x="39052" y="76200"/>
                  </a:cubicBezTo>
                  <a:cubicBezTo>
                    <a:pt x="17145" y="76200"/>
                    <a:pt x="0" y="60008"/>
                    <a:pt x="0" y="38100"/>
                  </a:cubicBezTo>
                  <a:cubicBezTo>
                    <a:pt x="0" y="16192"/>
                    <a:pt x="18097" y="0"/>
                    <a:pt x="39052" y="0"/>
                  </a:cubicBezTo>
                  <a:cubicBezTo>
                    <a:pt x="60960" y="0"/>
                    <a:pt x="79057" y="16192"/>
                    <a:pt x="79057" y="38100"/>
                  </a:cubicBezTo>
                  <a:close/>
                  <a:moveTo>
                    <a:pt x="70485" y="384810"/>
                  </a:moveTo>
                  <a:lnTo>
                    <a:pt x="8572" y="384810"/>
                  </a:lnTo>
                  <a:lnTo>
                    <a:pt x="8572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1" name="Freihandform: Form 190">
              <a:extLst>
                <a:ext uri="{FF2B5EF4-FFF2-40B4-BE49-F238E27FC236}">
                  <a16:creationId xmlns:a16="http://schemas.microsoft.com/office/drawing/2014/main" id="{5578B968-B064-4B8A-B630-315830A91186}"/>
                </a:ext>
              </a:extLst>
            </p:cNvPr>
            <p:cNvSpPr/>
            <p:nvPr/>
          </p:nvSpPr>
          <p:spPr>
            <a:xfrm>
              <a:off x="6998969" y="3216591"/>
              <a:ext cx="224790" cy="280035"/>
            </a:xfrm>
            <a:custGeom>
              <a:avLst/>
              <a:gdLst>
                <a:gd name="connsiteX0" fmla="*/ 222885 w 224790"/>
                <a:gd name="connsiteY0" fmla="*/ 237173 h 280035"/>
                <a:gd name="connsiteX1" fmla="*/ 127635 w 224790"/>
                <a:gd name="connsiteY1" fmla="*/ 280035 h 280035"/>
                <a:gd name="connsiteX2" fmla="*/ 0 w 224790"/>
                <a:gd name="connsiteY2" fmla="*/ 140970 h 280035"/>
                <a:gd name="connsiteX3" fmla="*/ 128588 w 224790"/>
                <a:gd name="connsiteY3" fmla="*/ 0 h 280035"/>
                <a:gd name="connsiteX4" fmla="*/ 224790 w 224790"/>
                <a:gd name="connsiteY4" fmla="*/ 45720 h 280035"/>
                <a:gd name="connsiteX5" fmla="*/ 181928 w 224790"/>
                <a:gd name="connsiteY5" fmla="*/ 86678 h 280035"/>
                <a:gd name="connsiteX6" fmla="*/ 128588 w 224790"/>
                <a:gd name="connsiteY6" fmla="*/ 57150 h 280035"/>
                <a:gd name="connsiteX7" fmla="*/ 62865 w 224790"/>
                <a:gd name="connsiteY7" fmla="*/ 140017 h 280035"/>
                <a:gd name="connsiteX8" fmla="*/ 128588 w 224790"/>
                <a:gd name="connsiteY8" fmla="*/ 222885 h 280035"/>
                <a:gd name="connsiteX9" fmla="*/ 183832 w 224790"/>
                <a:gd name="connsiteY9" fmla="*/ 193358 h 280035"/>
                <a:gd name="connsiteX10" fmla="*/ 222885 w 224790"/>
                <a:gd name="connsiteY10" fmla="*/ 237173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90" h="280035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3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6688" y="66675"/>
                    <a:pt x="149543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3" y="222885"/>
                    <a:pt x="166688" y="213360"/>
                    <a:pt x="183832" y="193358"/>
                  </a:cubicBezTo>
                  <a:lnTo>
                    <a:pt x="222885" y="2371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2" name="Freihandform: Form 191">
              <a:extLst>
                <a:ext uri="{FF2B5EF4-FFF2-40B4-BE49-F238E27FC236}">
                  <a16:creationId xmlns:a16="http://schemas.microsoft.com/office/drawing/2014/main" id="{F571248A-4AB2-457F-AD4B-B1C61842CDE5}"/>
                </a:ext>
              </a:extLst>
            </p:cNvPr>
            <p:cNvSpPr/>
            <p:nvPr/>
          </p:nvSpPr>
          <p:spPr>
            <a:xfrm>
              <a:off x="7277099" y="3101339"/>
              <a:ext cx="229552" cy="389572"/>
            </a:xfrm>
            <a:custGeom>
              <a:avLst/>
              <a:gdLst>
                <a:gd name="connsiteX0" fmla="*/ 229552 w 229552"/>
                <a:gd name="connsiteY0" fmla="*/ 388620 h 389572"/>
                <a:gd name="connsiteX1" fmla="*/ 166688 w 229552"/>
                <a:gd name="connsiteY1" fmla="*/ 388620 h 389572"/>
                <a:gd name="connsiteX2" fmla="*/ 166688 w 229552"/>
                <a:gd name="connsiteY2" fmla="*/ 236220 h 389572"/>
                <a:gd name="connsiteX3" fmla="*/ 117157 w 229552"/>
                <a:gd name="connsiteY3" fmla="*/ 171450 h 389572"/>
                <a:gd name="connsiteX4" fmla="*/ 61913 w 229552"/>
                <a:gd name="connsiteY4" fmla="*/ 236220 h 389572"/>
                <a:gd name="connsiteX5" fmla="*/ 61913 w 229552"/>
                <a:gd name="connsiteY5" fmla="*/ 389573 h 389572"/>
                <a:gd name="connsiteX6" fmla="*/ 0 w 229552"/>
                <a:gd name="connsiteY6" fmla="*/ 389573 h 389572"/>
                <a:gd name="connsiteX7" fmla="*/ 0 w 229552"/>
                <a:gd name="connsiteY7" fmla="*/ 15240 h 389572"/>
                <a:gd name="connsiteX8" fmla="*/ 61913 w 229552"/>
                <a:gd name="connsiteY8" fmla="*/ 0 h 389572"/>
                <a:gd name="connsiteX9" fmla="*/ 61913 w 229552"/>
                <a:gd name="connsiteY9" fmla="*/ 155258 h 389572"/>
                <a:gd name="connsiteX10" fmla="*/ 62865 w 229552"/>
                <a:gd name="connsiteY10" fmla="*/ 155258 h 389572"/>
                <a:gd name="connsiteX11" fmla="*/ 140970 w 229552"/>
                <a:gd name="connsiteY11" fmla="*/ 116205 h 389572"/>
                <a:gd name="connsiteX12" fmla="*/ 228600 w 229552"/>
                <a:gd name="connsiteY12" fmla="*/ 223838 h 389572"/>
                <a:gd name="connsiteX13" fmla="*/ 228600 w 229552"/>
                <a:gd name="connsiteY13" fmla="*/ 38862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9552" h="389572">
                  <a:moveTo>
                    <a:pt x="229552" y="388620"/>
                  </a:moveTo>
                  <a:lnTo>
                    <a:pt x="166688" y="388620"/>
                  </a:lnTo>
                  <a:lnTo>
                    <a:pt x="166688" y="236220"/>
                  </a:lnTo>
                  <a:cubicBezTo>
                    <a:pt x="166688" y="197168"/>
                    <a:pt x="154305" y="171450"/>
                    <a:pt x="117157" y="171450"/>
                  </a:cubicBezTo>
                  <a:cubicBezTo>
                    <a:pt x="74295" y="171450"/>
                    <a:pt x="61913" y="205740"/>
                    <a:pt x="61913" y="236220"/>
                  </a:cubicBezTo>
                  <a:lnTo>
                    <a:pt x="61913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7" y="116205"/>
                    <a:pt x="140970" y="116205"/>
                  </a:cubicBezTo>
                  <a:cubicBezTo>
                    <a:pt x="202882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3" name="Freihandform: Form 192">
              <a:extLst>
                <a:ext uri="{FF2B5EF4-FFF2-40B4-BE49-F238E27FC236}">
                  <a16:creationId xmlns:a16="http://schemas.microsoft.com/office/drawing/2014/main" id="{A6FFBD8C-20FE-49A8-AD93-91F6AB916004}"/>
                </a:ext>
              </a:extLst>
            </p:cNvPr>
            <p:cNvSpPr/>
            <p:nvPr/>
          </p:nvSpPr>
          <p:spPr>
            <a:xfrm>
              <a:off x="7571422" y="3217544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2 h 279082"/>
                <a:gd name="connsiteX7" fmla="*/ 198120 w 242887"/>
                <a:gd name="connsiteY7" fmla="*/ 194310 h 279082"/>
                <a:gd name="connsiteX8" fmla="*/ 237172 w 242887"/>
                <a:gd name="connsiteY8" fmla="*/ 235267 h 279082"/>
                <a:gd name="connsiteX9" fmla="*/ 132397 w 242887"/>
                <a:gd name="connsiteY9" fmla="*/ 279083 h 279082"/>
                <a:gd name="connsiteX10" fmla="*/ 62865 w 242887"/>
                <a:gd name="connsiteY10" fmla="*/ 115252 h 279082"/>
                <a:gd name="connsiteX11" fmla="*/ 183832 w 242887"/>
                <a:gd name="connsiteY11" fmla="*/ 115252 h 279082"/>
                <a:gd name="connsiteX12" fmla="*/ 124777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2"/>
                    <a:pt x="132397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2" y="235267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2865" y="115252"/>
                  </a:moveTo>
                  <a:lnTo>
                    <a:pt x="183832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4" name="Freihandform: Form 193">
              <a:extLst>
                <a:ext uri="{FF2B5EF4-FFF2-40B4-BE49-F238E27FC236}">
                  <a16:creationId xmlns:a16="http://schemas.microsoft.com/office/drawing/2014/main" id="{9726AFCB-1AD9-483A-9650-9FF07CF67281}"/>
                </a:ext>
              </a:extLst>
            </p:cNvPr>
            <p:cNvSpPr/>
            <p:nvPr/>
          </p:nvSpPr>
          <p:spPr>
            <a:xfrm>
              <a:off x="8041956" y="3122294"/>
              <a:ext cx="231457" cy="368617"/>
            </a:xfrm>
            <a:custGeom>
              <a:avLst/>
              <a:gdLst>
                <a:gd name="connsiteX0" fmla="*/ 231457 w 231457"/>
                <a:gd name="connsiteY0" fmla="*/ 60007 h 368617"/>
                <a:gd name="connsiteX1" fmla="*/ 65723 w 231457"/>
                <a:gd name="connsiteY1" fmla="*/ 60007 h 368617"/>
                <a:gd name="connsiteX2" fmla="*/ 65723 w 231457"/>
                <a:gd name="connsiteY2" fmla="*/ 151447 h 368617"/>
                <a:gd name="connsiteX3" fmla="*/ 189548 w 231457"/>
                <a:gd name="connsiteY3" fmla="*/ 151447 h 368617"/>
                <a:gd name="connsiteX4" fmla="*/ 189548 w 231457"/>
                <a:gd name="connsiteY4" fmla="*/ 211455 h 368617"/>
                <a:gd name="connsiteX5" fmla="*/ 65723 w 231457"/>
                <a:gd name="connsiteY5" fmla="*/ 211455 h 368617"/>
                <a:gd name="connsiteX6" fmla="*/ 65723 w 231457"/>
                <a:gd name="connsiteY6" fmla="*/ 368617 h 368617"/>
                <a:gd name="connsiteX7" fmla="*/ 0 w 231457"/>
                <a:gd name="connsiteY7" fmla="*/ 368617 h 368617"/>
                <a:gd name="connsiteX8" fmla="*/ 0 w 231457"/>
                <a:gd name="connsiteY8" fmla="*/ 0 h 368617"/>
                <a:gd name="connsiteX9" fmla="*/ 231457 w 231457"/>
                <a:gd name="connsiteY9" fmla="*/ 0 h 368617"/>
                <a:gd name="connsiteX10" fmla="*/ 231457 w 231457"/>
                <a:gd name="connsiteY10" fmla="*/ 60007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1457" h="368617">
                  <a:moveTo>
                    <a:pt x="231457" y="60007"/>
                  </a:moveTo>
                  <a:lnTo>
                    <a:pt x="65723" y="60007"/>
                  </a:lnTo>
                  <a:lnTo>
                    <a:pt x="65723" y="151447"/>
                  </a:lnTo>
                  <a:lnTo>
                    <a:pt x="189548" y="151447"/>
                  </a:lnTo>
                  <a:lnTo>
                    <a:pt x="189548" y="211455"/>
                  </a:lnTo>
                  <a:lnTo>
                    <a:pt x="65723" y="211455"/>
                  </a:lnTo>
                  <a:lnTo>
                    <a:pt x="65723" y="368617"/>
                  </a:lnTo>
                  <a:lnTo>
                    <a:pt x="0" y="368617"/>
                  </a:lnTo>
                  <a:lnTo>
                    <a:pt x="0" y="0"/>
                  </a:lnTo>
                  <a:lnTo>
                    <a:pt x="231457" y="0"/>
                  </a:lnTo>
                  <a:lnTo>
                    <a:pt x="231457" y="6000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5" name="Freihandform: Form 194">
              <a:extLst>
                <a:ext uri="{FF2B5EF4-FFF2-40B4-BE49-F238E27FC236}">
                  <a16:creationId xmlns:a16="http://schemas.microsoft.com/office/drawing/2014/main" id="{F2DF3C25-6C88-4662-A6A6-42B5BB22B511}"/>
                </a:ext>
              </a:extLst>
            </p:cNvPr>
            <p:cNvSpPr/>
            <p:nvPr/>
          </p:nvSpPr>
          <p:spPr>
            <a:xfrm>
              <a:off x="8285780" y="3217544"/>
              <a:ext cx="225758" cy="279082"/>
            </a:xfrm>
            <a:custGeom>
              <a:avLst/>
              <a:gdLst>
                <a:gd name="connsiteX0" fmla="*/ 114317 w 225758"/>
                <a:gd name="connsiteY0" fmla="*/ 107633 h 279082"/>
                <a:gd name="connsiteX1" fmla="*/ 164799 w 225758"/>
                <a:gd name="connsiteY1" fmla="*/ 113347 h 279082"/>
                <a:gd name="connsiteX2" fmla="*/ 164799 w 225758"/>
                <a:gd name="connsiteY2" fmla="*/ 103822 h 279082"/>
                <a:gd name="connsiteX3" fmla="*/ 105744 w 225758"/>
                <a:gd name="connsiteY3" fmla="*/ 52388 h 279082"/>
                <a:gd name="connsiteX4" fmla="*/ 38117 w 225758"/>
                <a:gd name="connsiteY4" fmla="*/ 67627 h 279082"/>
                <a:gd name="connsiteX5" fmla="*/ 24781 w 225758"/>
                <a:gd name="connsiteY5" fmla="*/ 15240 h 279082"/>
                <a:gd name="connsiteX6" fmla="*/ 112412 w 225758"/>
                <a:gd name="connsiteY6" fmla="*/ 0 h 279082"/>
                <a:gd name="connsiteX7" fmla="*/ 225759 w 225758"/>
                <a:gd name="connsiteY7" fmla="*/ 102870 h 279082"/>
                <a:gd name="connsiteX8" fmla="*/ 225759 w 225758"/>
                <a:gd name="connsiteY8" fmla="*/ 273367 h 279082"/>
                <a:gd name="connsiteX9" fmla="*/ 166704 w 225758"/>
                <a:gd name="connsiteY9" fmla="*/ 273367 h 279082"/>
                <a:gd name="connsiteX10" fmla="*/ 166704 w 225758"/>
                <a:gd name="connsiteY10" fmla="*/ 244792 h 279082"/>
                <a:gd name="connsiteX11" fmla="*/ 165751 w 225758"/>
                <a:gd name="connsiteY11" fmla="*/ 244792 h 279082"/>
                <a:gd name="connsiteX12" fmla="*/ 87646 w 225758"/>
                <a:gd name="connsiteY12" fmla="*/ 279083 h 279082"/>
                <a:gd name="connsiteX13" fmla="*/ 17 w 225758"/>
                <a:gd name="connsiteY13" fmla="*/ 194310 h 279082"/>
                <a:gd name="connsiteX14" fmla="*/ 114317 w 225758"/>
                <a:gd name="connsiteY14" fmla="*/ 107633 h 279082"/>
                <a:gd name="connsiteX15" fmla="*/ 103839 w 225758"/>
                <a:gd name="connsiteY15" fmla="*/ 232410 h 279082"/>
                <a:gd name="connsiteX16" fmla="*/ 164799 w 225758"/>
                <a:gd name="connsiteY16" fmla="*/ 200025 h 279082"/>
                <a:gd name="connsiteX17" fmla="*/ 164799 w 225758"/>
                <a:gd name="connsiteY17" fmla="*/ 153352 h 279082"/>
                <a:gd name="connsiteX18" fmla="*/ 120984 w 225758"/>
                <a:gd name="connsiteY18" fmla="*/ 148590 h 279082"/>
                <a:gd name="connsiteX19" fmla="*/ 59071 w 225758"/>
                <a:gd name="connsiteY19" fmla="*/ 192405 h 279082"/>
                <a:gd name="connsiteX20" fmla="*/ 103839 w 225758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5758" h="279082">
                  <a:moveTo>
                    <a:pt x="114317" y="107633"/>
                  </a:moveTo>
                  <a:cubicBezTo>
                    <a:pt x="131462" y="107633"/>
                    <a:pt x="147654" y="108585"/>
                    <a:pt x="164799" y="113347"/>
                  </a:cubicBezTo>
                  <a:lnTo>
                    <a:pt x="164799" y="103822"/>
                  </a:lnTo>
                  <a:cubicBezTo>
                    <a:pt x="164799" y="69532"/>
                    <a:pt x="144796" y="52388"/>
                    <a:pt x="105744" y="52388"/>
                  </a:cubicBezTo>
                  <a:cubicBezTo>
                    <a:pt x="83837" y="52388"/>
                    <a:pt x="60024" y="57150"/>
                    <a:pt x="38117" y="67627"/>
                  </a:cubicBezTo>
                  <a:lnTo>
                    <a:pt x="24781" y="15240"/>
                  </a:lnTo>
                  <a:cubicBezTo>
                    <a:pt x="49546" y="5715"/>
                    <a:pt x="81931" y="0"/>
                    <a:pt x="112412" y="0"/>
                  </a:cubicBezTo>
                  <a:cubicBezTo>
                    <a:pt x="187659" y="0"/>
                    <a:pt x="225759" y="35242"/>
                    <a:pt x="225759" y="102870"/>
                  </a:cubicBezTo>
                  <a:lnTo>
                    <a:pt x="225759" y="273367"/>
                  </a:lnTo>
                  <a:lnTo>
                    <a:pt x="166704" y="273367"/>
                  </a:lnTo>
                  <a:lnTo>
                    <a:pt x="166704" y="244792"/>
                  </a:lnTo>
                  <a:lnTo>
                    <a:pt x="165751" y="244792"/>
                  </a:lnTo>
                  <a:cubicBezTo>
                    <a:pt x="142892" y="268605"/>
                    <a:pt x="119079" y="279083"/>
                    <a:pt x="87646" y="279083"/>
                  </a:cubicBezTo>
                  <a:cubicBezTo>
                    <a:pt x="34306" y="279083"/>
                    <a:pt x="17" y="245745"/>
                    <a:pt x="17" y="194310"/>
                  </a:cubicBezTo>
                  <a:cubicBezTo>
                    <a:pt x="-936" y="138113"/>
                    <a:pt x="39069" y="107633"/>
                    <a:pt x="114317" y="107633"/>
                  </a:cubicBezTo>
                  <a:close/>
                  <a:moveTo>
                    <a:pt x="103839" y="232410"/>
                  </a:moveTo>
                  <a:cubicBezTo>
                    <a:pt x="126699" y="232410"/>
                    <a:pt x="147654" y="220980"/>
                    <a:pt x="164799" y="200025"/>
                  </a:cubicBezTo>
                  <a:lnTo>
                    <a:pt x="164799" y="153352"/>
                  </a:lnTo>
                  <a:cubicBezTo>
                    <a:pt x="150512" y="149542"/>
                    <a:pt x="135271" y="148590"/>
                    <a:pt x="120984" y="148590"/>
                  </a:cubicBezTo>
                  <a:cubicBezTo>
                    <a:pt x="81931" y="148590"/>
                    <a:pt x="59071" y="164783"/>
                    <a:pt x="59071" y="192405"/>
                  </a:cubicBezTo>
                  <a:cubicBezTo>
                    <a:pt x="59071" y="217170"/>
                    <a:pt x="76217" y="232410"/>
                    <a:pt x="103839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6" name="Freihandform: Form 195">
              <a:extLst>
                <a:ext uri="{FF2B5EF4-FFF2-40B4-BE49-F238E27FC236}">
                  <a16:creationId xmlns:a16="http://schemas.microsoft.com/office/drawing/2014/main" id="{95A3CF1A-6032-4872-927C-735172F42726}"/>
                </a:ext>
              </a:extLst>
            </p:cNvPr>
            <p:cNvSpPr/>
            <p:nvPr/>
          </p:nvSpPr>
          <p:spPr>
            <a:xfrm>
              <a:off x="8590597" y="3101339"/>
              <a:ext cx="234314" cy="389572"/>
            </a:xfrm>
            <a:custGeom>
              <a:avLst/>
              <a:gdLst>
                <a:gd name="connsiteX0" fmla="*/ 0 w 234314"/>
                <a:gd name="connsiteY0" fmla="*/ 15240 h 389572"/>
                <a:gd name="connsiteX1" fmla="*/ 61913 w 234314"/>
                <a:gd name="connsiteY1" fmla="*/ 0 h 389572"/>
                <a:gd name="connsiteX2" fmla="*/ 61913 w 234314"/>
                <a:gd name="connsiteY2" fmla="*/ 234315 h 389572"/>
                <a:gd name="connsiteX3" fmla="*/ 62865 w 234314"/>
                <a:gd name="connsiteY3" fmla="*/ 234315 h 389572"/>
                <a:gd name="connsiteX4" fmla="*/ 150495 w 234314"/>
                <a:gd name="connsiteY4" fmla="*/ 122873 h 389572"/>
                <a:gd name="connsiteX5" fmla="*/ 224790 w 234314"/>
                <a:gd name="connsiteY5" fmla="*/ 122873 h 389572"/>
                <a:gd name="connsiteX6" fmla="*/ 137160 w 234314"/>
                <a:gd name="connsiteY6" fmla="*/ 227648 h 389572"/>
                <a:gd name="connsiteX7" fmla="*/ 234315 w 234314"/>
                <a:gd name="connsiteY7" fmla="*/ 389573 h 389572"/>
                <a:gd name="connsiteX8" fmla="*/ 160020 w 234314"/>
                <a:gd name="connsiteY8" fmla="*/ 389573 h 389572"/>
                <a:gd name="connsiteX9" fmla="*/ 93345 w 234314"/>
                <a:gd name="connsiteY9" fmla="*/ 274320 h 389572"/>
                <a:gd name="connsiteX10" fmla="*/ 62865 w 234314"/>
                <a:gd name="connsiteY10" fmla="*/ 308610 h 389572"/>
                <a:gd name="connsiteX11" fmla="*/ 62865 w 234314"/>
                <a:gd name="connsiteY11" fmla="*/ 389573 h 389572"/>
                <a:gd name="connsiteX12" fmla="*/ 952 w 234314"/>
                <a:gd name="connsiteY12" fmla="*/ 389573 h 389572"/>
                <a:gd name="connsiteX13" fmla="*/ 952 w 234314"/>
                <a:gd name="connsiteY13" fmla="*/ 1524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4314" h="389572">
                  <a:moveTo>
                    <a:pt x="0" y="15240"/>
                  </a:moveTo>
                  <a:lnTo>
                    <a:pt x="61913" y="0"/>
                  </a:lnTo>
                  <a:lnTo>
                    <a:pt x="61913" y="234315"/>
                  </a:lnTo>
                  <a:lnTo>
                    <a:pt x="62865" y="234315"/>
                  </a:lnTo>
                  <a:lnTo>
                    <a:pt x="150495" y="122873"/>
                  </a:lnTo>
                  <a:lnTo>
                    <a:pt x="224790" y="122873"/>
                  </a:lnTo>
                  <a:lnTo>
                    <a:pt x="137160" y="227648"/>
                  </a:lnTo>
                  <a:lnTo>
                    <a:pt x="234315" y="389573"/>
                  </a:lnTo>
                  <a:lnTo>
                    <a:pt x="160020" y="389573"/>
                  </a:lnTo>
                  <a:lnTo>
                    <a:pt x="93345" y="274320"/>
                  </a:lnTo>
                  <a:lnTo>
                    <a:pt x="62865" y="308610"/>
                  </a:lnTo>
                  <a:lnTo>
                    <a:pt x="62865" y="389573"/>
                  </a:lnTo>
                  <a:lnTo>
                    <a:pt x="952" y="389573"/>
                  </a:lnTo>
                  <a:lnTo>
                    <a:pt x="952" y="1524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7" name="Freihandform: Form 196">
              <a:extLst>
                <a:ext uri="{FF2B5EF4-FFF2-40B4-BE49-F238E27FC236}">
                  <a16:creationId xmlns:a16="http://schemas.microsoft.com/office/drawing/2014/main" id="{27D5CCD2-63F8-48A8-947F-AB27C9C2F838}"/>
                </a:ext>
              </a:extLst>
            </p:cNvPr>
            <p:cNvSpPr/>
            <p:nvPr/>
          </p:nvSpPr>
          <p:spPr>
            <a:xfrm>
              <a:off x="8870631" y="3224212"/>
              <a:ext cx="229552" cy="273367"/>
            </a:xfrm>
            <a:custGeom>
              <a:avLst/>
              <a:gdLst>
                <a:gd name="connsiteX0" fmla="*/ 62865 w 229552"/>
                <a:gd name="connsiteY0" fmla="*/ 160020 h 273367"/>
                <a:gd name="connsiteX1" fmla="*/ 116205 w 229552"/>
                <a:gd name="connsiteY1" fmla="*/ 216217 h 273367"/>
                <a:gd name="connsiteX2" fmla="*/ 167640 w 229552"/>
                <a:gd name="connsiteY2" fmla="*/ 160020 h 273367"/>
                <a:gd name="connsiteX3" fmla="*/ 167640 w 229552"/>
                <a:gd name="connsiteY3" fmla="*/ 0 h 273367"/>
                <a:gd name="connsiteX4" fmla="*/ 229553 w 229552"/>
                <a:gd name="connsiteY4" fmla="*/ 0 h 273367"/>
                <a:gd name="connsiteX5" fmla="*/ 229553 w 229552"/>
                <a:gd name="connsiteY5" fmla="*/ 161925 h 273367"/>
                <a:gd name="connsiteX6" fmla="*/ 117157 w 229552"/>
                <a:gd name="connsiteY6" fmla="*/ 273367 h 273367"/>
                <a:gd name="connsiteX7" fmla="*/ 0 w 229552"/>
                <a:gd name="connsiteY7" fmla="*/ 162878 h 273367"/>
                <a:gd name="connsiteX8" fmla="*/ 0 w 229552"/>
                <a:gd name="connsiteY8" fmla="*/ 952 h 273367"/>
                <a:gd name="connsiteX9" fmla="*/ 61913 w 229552"/>
                <a:gd name="connsiteY9" fmla="*/ 952 h 273367"/>
                <a:gd name="connsiteX10" fmla="*/ 61913 w 229552"/>
                <a:gd name="connsiteY10" fmla="*/ 160020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9552" h="273367">
                  <a:moveTo>
                    <a:pt x="62865" y="160020"/>
                  </a:moveTo>
                  <a:cubicBezTo>
                    <a:pt x="62865" y="196215"/>
                    <a:pt x="80963" y="216217"/>
                    <a:pt x="116205" y="216217"/>
                  </a:cubicBezTo>
                  <a:cubicBezTo>
                    <a:pt x="150495" y="216217"/>
                    <a:pt x="167640" y="197167"/>
                    <a:pt x="167640" y="160020"/>
                  </a:cubicBezTo>
                  <a:lnTo>
                    <a:pt x="167640" y="0"/>
                  </a:lnTo>
                  <a:lnTo>
                    <a:pt x="229553" y="0"/>
                  </a:lnTo>
                  <a:lnTo>
                    <a:pt x="229553" y="161925"/>
                  </a:lnTo>
                  <a:cubicBezTo>
                    <a:pt x="229553" y="232410"/>
                    <a:pt x="190500" y="273367"/>
                    <a:pt x="117157" y="273367"/>
                  </a:cubicBezTo>
                  <a:cubicBezTo>
                    <a:pt x="44768" y="273367"/>
                    <a:pt x="0" y="232410"/>
                    <a:pt x="0" y="162878"/>
                  </a:cubicBezTo>
                  <a:lnTo>
                    <a:pt x="0" y="952"/>
                  </a:lnTo>
                  <a:lnTo>
                    <a:pt x="61913" y="952"/>
                  </a:lnTo>
                  <a:lnTo>
                    <a:pt x="61913" y="1600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8" name="Freihandform: Form 197">
              <a:extLst>
                <a:ext uri="{FF2B5EF4-FFF2-40B4-BE49-F238E27FC236}">
                  <a16:creationId xmlns:a16="http://schemas.microsoft.com/office/drawing/2014/main" id="{2F709A41-6092-4CCF-82D7-E877063EEB9F}"/>
                </a:ext>
              </a:extLst>
            </p:cNvPr>
            <p:cNvSpPr/>
            <p:nvPr/>
          </p:nvSpPr>
          <p:spPr>
            <a:xfrm>
              <a:off x="9180194" y="3100387"/>
              <a:ext cx="61912" cy="389572"/>
            </a:xfrm>
            <a:custGeom>
              <a:avLst/>
              <a:gdLst>
                <a:gd name="connsiteX0" fmla="*/ 61913 w 61912"/>
                <a:gd name="connsiteY0" fmla="*/ 389572 h 389572"/>
                <a:gd name="connsiteX1" fmla="*/ 0 w 61912"/>
                <a:gd name="connsiteY1" fmla="*/ 389572 h 389572"/>
                <a:gd name="connsiteX2" fmla="*/ 0 w 61912"/>
                <a:gd name="connsiteY2" fmla="*/ 14288 h 389572"/>
                <a:gd name="connsiteX3" fmla="*/ 61913 w 61912"/>
                <a:gd name="connsiteY3" fmla="*/ 0 h 389572"/>
                <a:gd name="connsiteX4" fmla="*/ 61913 w 61912"/>
                <a:gd name="connsiteY4" fmla="*/ 389572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912" h="389572">
                  <a:moveTo>
                    <a:pt x="61913" y="389572"/>
                  </a:moveTo>
                  <a:lnTo>
                    <a:pt x="0" y="389572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957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9" name="Freihandform: Form 198">
              <a:extLst>
                <a:ext uri="{FF2B5EF4-FFF2-40B4-BE49-F238E27FC236}">
                  <a16:creationId xmlns:a16="http://schemas.microsoft.com/office/drawing/2014/main" id="{581773BF-ABD0-407E-AB97-E68F240BC3D4}"/>
                </a:ext>
              </a:extLst>
            </p:cNvPr>
            <p:cNvSpPr/>
            <p:nvPr/>
          </p:nvSpPr>
          <p:spPr>
            <a:xfrm>
              <a:off x="9297351" y="3138487"/>
              <a:ext cx="165735" cy="358140"/>
            </a:xfrm>
            <a:custGeom>
              <a:avLst/>
              <a:gdLst>
                <a:gd name="connsiteX0" fmla="*/ 165735 w 165735"/>
                <a:gd name="connsiteY0" fmla="*/ 295275 h 358140"/>
                <a:gd name="connsiteX1" fmla="*/ 165735 w 165735"/>
                <a:gd name="connsiteY1" fmla="*/ 348615 h 358140"/>
                <a:gd name="connsiteX2" fmla="*/ 113348 w 165735"/>
                <a:gd name="connsiteY2" fmla="*/ 358140 h 358140"/>
                <a:gd name="connsiteX3" fmla="*/ 40958 w 165735"/>
                <a:gd name="connsiteY3" fmla="*/ 282892 h 358140"/>
                <a:gd name="connsiteX4" fmla="*/ 40958 w 165735"/>
                <a:gd name="connsiteY4" fmla="*/ 137160 h 358140"/>
                <a:gd name="connsiteX5" fmla="*/ 0 w 165735"/>
                <a:gd name="connsiteY5" fmla="*/ 137160 h 358140"/>
                <a:gd name="connsiteX6" fmla="*/ 0 w 165735"/>
                <a:gd name="connsiteY6" fmla="*/ 85725 h 358140"/>
                <a:gd name="connsiteX7" fmla="*/ 40005 w 165735"/>
                <a:gd name="connsiteY7" fmla="*/ 85725 h 358140"/>
                <a:gd name="connsiteX8" fmla="*/ 40005 w 165735"/>
                <a:gd name="connsiteY8" fmla="*/ 13335 h 358140"/>
                <a:gd name="connsiteX9" fmla="*/ 101918 w 165735"/>
                <a:gd name="connsiteY9" fmla="*/ 0 h 358140"/>
                <a:gd name="connsiteX10" fmla="*/ 101918 w 165735"/>
                <a:gd name="connsiteY10" fmla="*/ 86677 h 358140"/>
                <a:gd name="connsiteX11" fmla="*/ 165735 w 165735"/>
                <a:gd name="connsiteY11" fmla="*/ 86677 h 358140"/>
                <a:gd name="connsiteX12" fmla="*/ 165735 w 165735"/>
                <a:gd name="connsiteY12" fmla="*/ 138113 h 358140"/>
                <a:gd name="connsiteX13" fmla="*/ 101918 w 165735"/>
                <a:gd name="connsiteY13" fmla="*/ 138113 h 358140"/>
                <a:gd name="connsiteX14" fmla="*/ 101918 w 165735"/>
                <a:gd name="connsiteY14" fmla="*/ 269558 h 358140"/>
                <a:gd name="connsiteX15" fmla="*/ 130493 w 165735"/>
                <a:gd name="connsiteY15" fmla="*/ 304800 h 358140"/>
                <a:gd name="connsiteX16" fmla="*/ 165735 w 165735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5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8" y="358140"/>
                  </a:cubicBezTo>
                  <a:cubicBezTo>
                    <a:pt x="66675" y="358140"/>
                    <a:pt x="40958" y="331470"/>
                    <a:pt x="40958" y="282892"/>
                  </a:cubicBezTo>
                  <a:lnTo>
                    <a:pt x="40958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2"/>
                    <a:pt x="110490" y="304800"/>
                    <a:pt x="130493" y="304800"/>
                  </a:cubicBezTo>
                  <a:cubicBezTo>
                    <a:pt x="141923" y="303847"/>
                    <a:pt x="155258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0" name="Freihandform: Form 199">
              <a:extLst>
                <a:ext uri="{FF2B5EF4-FFF2-40B4-BE49-F238E27FC236}">
                  <a16:creationId xmlns:a16="http://schemas.microsoft.com/office/drawing/2014/main" id="{6DB7A116-4CDE-41A8-8D2D-EF85A5B70166}"/>
                </a:ext>
              </a:extLst>
            </p:cNvPr>
            <p:cNvSpPr/>
            <p:nvPr/>
          </p:nvSpPr>
          <p:spPr>
            <a:xfrm>
              <a:off x="9511664" y="3109912"/>
              <a:ext cx="225742" cy="386715"/>
            </a:xfrm>
            <a:custGeom>
              <a:avLst/>
              <a:gdLst>
                <a:gd name="connsiteX0" fmla="*/ 114300 w 225742"/>
                <a:gd name="connsiteY0" fmla="*/ 215265 h 386715"/>
                <a:gd name="connsiteX1" fmla="*/ 164783 w 225742"/>
                <a:gd name="connsiteY1" fmla="*/ 220980 h 386715"/>
                <a:gd name="connsiteX2" fmla="*/ 164783 w 225742"/>
                <a:gd name="connsiteY2" fmla="*/ 211455 h 386715"/>
                <a:gd name="connsiteX3" fmla="*/ 105728 w 225742"/>
                <a:gd name="connsiteY3" fmla="*/ 160020 h 386715"/>
                <a:gd name="connsiteX4" fmla="*/ 38100 w 225742"/>
                <a:gd name="connsiteY4" fmla="*/ 175260 h 386715"/>
                <a:gd name="connsiteX5" fmla="*/ 24765 w 225742"/>
                <a:gd name="connsiteY5" fmla="*/ 122873 h 386715"/>
                <a:gd name="connsiteX6" fmla="*/ 112395 w 225742"/>
                <a:gd name="connsiteY6" fmla="*/ 107633 h 386715"/>
                <a:gd name="connsiteX7" fmla="*/ 225743 w 225742"/>
                <a:gd name="connsiteY7" fmla="*/ 210503 h 386715"/>
                <a:gd name="connsiteX8" fmla="*/ 225743 w 225742"/>
                <a:gd name="connsiteY8" fmla="*/ 381000 h 386715"/>
                <a:gd name="connsiteX9" fmla="*/ 166688 w 225742"/>
                <a:gd name="connsiteY9" fmla="*/ 381000 h 386715"/>
                <a:gd name="connsiteX10" fmla="*/ 166688 w 225742"/>
                <a:gd name="connsiteY10" fmla="*/ 352425 h 386715"/>
                <a:gd name="connsiteX11" fmla="*/ 165735 w 225742"/>
                <a:gd name="connsiteY11" fmla="*/ 352425 h 386715"/>
                <a:gd name="connsiteX12" fmla="*/ 87630 w 225742"/>
                <a:gd name="connsiteY12" fmla="*/ 386715 h 386715"/>
                <a:gd name="connsiteX13" fmla="*/ 0 w 225742"/>
                <a:gd name="connsiteY13" fmla="*/ 301942 h 386715"/>
                <a:gd name="connsiteX14" fmla="*/ 114300 w 225742"/>
                <a:gd name="connsiteY14" fmla="*/ 215265 h 386715"/>
                <a:gd name="connsiteX15" fmla="*/ 63818 w 225742"/>
                <a:gd name="connsiteY15" fmla="*/ 72390 h 386715"/>
                <a:gd name="connsiteX16" fmla="*/ 26670 w 225742"/>
                <a:gd name="connsiteY16" fmla="*/ 36195 h 386715"/>
                <a:gd name="connsiteX17" fmla="*/ 63818 w 225742"/>
                <a:gd name="connsiteY17" fmla="*/ 0 h 386715"/>
                <a:gd name="connsiteX18" fmla="*/ 100965 w 225742"/>
                <a:gd name="connsiteY18" fmla="*/ 36195 h 386715"/>
                <a:gd name="connsiteX19" fmla="*/ 63818 w 225742"/>
                <a:gd name="connsiteY19" fmla="*/ 72390 h 386715"/>
                <a:gd name="connsiteX20" fmla="*/ 103823 w 225742"/>
                <a:gd name="connsiteY20" fmla="*/ 340042 h 386715"/>
                <a:gd name="connsiteX21" fmla="*/ 164783 w 225742"/>
                <a:gd name="connsiteY21" fmla="*/ 307658 h 386715"/>
                <a:gd name="connsiteX22" fmla="*/ 164783 w 225742"/>
                <a:gd name="connsiteY22" fmla="*/ 260985 h 386715"/>
                <a:gd name="connsiteX23" fmla="*/ 120968 w 225742"/>
                <a:gd name="connsiteY23" fmla="*/ 256222 h 386715"/>
                <a:gd name="connsiteX24" fmla="*/ 59055 w 225742"/>
                <a:gd name="connsiteY24" fmla="*/ 300038 h 386715"/>
                <a:gd name="connsiteX25" fmla="*/ 103823 w 225742"/>
                <a:gd name="connsiteY25" fmla="*/ 340042 h 386715"/>
                <a:gd name="connsiteX26" fmla="*/ 172403 w 225742"/>
                <a:gd name="connsiteY26" fmla="*/ 72390 h 386715"/>
                <a:gd name="connsiteX27" fmla="*/ 135255 w 225742"/>
                <a:gd name="connsiteY27" fmla="*/ 36195 h 386715"/>
                <a:gd name="connsiteX28" fmla="*/ 172403 w 225742"/>
                <a:gd name="connsiteY28" fmla="*/ 0 h 386715"/>
                <a:gd name="connsiteX29" fmla="*/ 209550 w 225742"/>
                <a:gd name="connsiteY29" fmla="*/ 36195 h 386715"/>
                <a:gd name="connsiteX30" fmla="*/ 172403 w 225742"/>
                <a:gd name="connsiteY30" fmla="*/ 72390 h 38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25742" h="386715">
                  <a:moveTo>
                    <a:pt x="114300" y="215265"/>
                  </a:moveTo>
                  <a:cubicBezTo>
                    <a:pt x="131445" y="215265"/>
                    <a:pt x="147638" y="216217"/>
                    <a:pt x="164783" y="220980"/>
                  </a:cubicBezTo>
                  <a:lnTo>
                    <a:pt x="164783" y="211455"/>
                  </a:lnTo>
                  <a:cubicBezTo>
                    <a:pt x="164783" y="177165"/>
                    <a:pt x="144780" y="160020"/>
                    <a:pt x="105728" y="160020"/>
                  </a:cubicBezTo>
                  <a:cubicBezTo>
                    <a:pt x="83820" y="160020"/>
                    <a:pt x="60008" y="164783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3"/>
                    <a:pt x="112395" y="107633"/>
                  </a:cubicBezTo>
                  <a:cubicBezTo>
                    <a:pt x="187643" y="107633"/>
                    <a:pt x="225743" y="142875"/>
                    <a:pt x="225743" y="210503"/>
                  </a:cubicBezTo>
                  <a:lnTo>
                    <a:pt x="225743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8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8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8" y="72390"/>
                  </a:cubicBezTo>
                  <a:close/>
                  <a:moveTo>
                    <a:pt x="103823" y="340042"/>
                  </a:moveTo>
                  <a:cubicBezTo>
                    <a:pt x="126683" y="340042"/>
                    <a:pt x="147638" y="328613"/>
                    <a:pt x="164783" y="307658"/>
                  </a:cubicBezTo>
                  <a:lnTo>
                    <a:pt x="164783" y="260985"/>
                  </a:lnTo>
                  <a:cubicBezTo>
                    <a:pt x="150495" y="257175"/>
                    <a:pt x="135255" y="256222"/>
                    <a:pt x="120968" y="256222"/>
                  </a:cubicBezTo>
                  <a:cubicBezTo>
                    <a:pt x="81915" y="256222"/>
                    <a:pt x="59055" y="272415"/>
                    <a:pt x="59055" y="300038"/>
                  </a:cubicBezTo>
                  <a:cubicBezTo>
                    <a:pt x="59055" y="324803"/>
                    <a:pt x="76200" y="340042"/>
                    <a:pt x="103823" y="340042"/>
                  </a:cubicBezTo>
                  <a:close/>
                  <a:moveTo>
                    <a:pt x="172403" y="72390"/>
                  </a:moveTo>
                  <a:cubicBezTo>
                    <a:pt x="152400" y="72390"/>
                    <a:pt x="135255" y="55245"/>
                    <a:pt x="135255" y="36195"/>
                  </a:cubicBezTo>
                  <a:cubicBezTo>
                    <a:pt x="135255" y="17145"/>
                    <a:pt x="152400" y="0"/>
                    <a:pt x="172403" y="0"/>
                  </a:cubicBezTo>
                  <a:cubicBezTo>
                    <a:pt x="192405" y="0"/>
                    <a:pt x="209550" y="17145"/>
                    <a:pt x="209550" y="36195"/>
                  </a:cubicBezTo>
                  <a:cubicBezTo>
                    <a:pt x="209550" y="56198"/>
                    <a:pt x="192405" y="72390"/>
                    <a:pt x="172403" y="723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1" name="Freihandform: Form 200">
              <a:extLst>
                <a:ext uri="{FF2B5EF4-FFF2-40B4-BE49-F238E27FC236}">
                  <a16:creationId xmlns:a16="http://schemas.microsoft.com/office/drawing/2014/main" id="{5F16F757-9510-463A-A785-07309AE306C9}"/>
                </a:ext>
              </a:extLst>
            </p:cNvPr>
            <p:cNvSpPr/>
            <p:nvPr/>
          </p:nvSpPr>
          <p:spPr>
            <a:xfrm>
              <a:off x="9785984" y="3138487"/>
              <a:ext cx="165734" cy="358140"/>
            </a:xfrm>
            <a:custGeom>
              <a:avLst/>
              <a:gdLst>
                <a:gd name="connsiteX0" fmla="*/ 165735 w 165734"/>
                <a:gd name="connsiteY0" fmla="*/ 295275 h 358140"/>
                <a:gd name="connsiteX1" fmla="*/ 165735 w 165734"/>
                <a:gd name="connsiteY1" fmla="*/ 348615 h 358140"/>
                <a:gd name="connsiteX2" fmla="*/ 113347 w 165734"/>
                <a:gd name="connsiteY2" fmla="*/ 358140 h 358140"/>
                <a:gd name="connsiteX3" fmla="*/ 40957 w 165734"/>
                <a:gd name="connsiteY3" fmla="*/ 282892 h 358140"/>
                <a:gd name="connsiteX4" fmla="*/ 40957 w 165734"/>
                <a:gd name="connsiteY4" fmla="*/ 137160 h 358140"/>
                <a:gd name="connsiteX5" fmla="*/ 0 w 165734"/>
                <a:gd name="connsiteY5" fmla="*/ 137160 h 358140"/>
                <a:gd name="connsiteX6" fmla="*/ 0 w 165734"/>
                <a:gd name="connsiteY6" fmla="*/ 85725 h 358140"/>
                <a:gd name="connsiteX7" fmla="*/ 40005 w 165734"/>
                <a:gd name="connsiteY7" fmla="*/ 85725 h 358140"/>
                <a:gd name="connsiteX8" fmla="*/ 40005 w 165734"/>
                <a:gd name="connsiteY8" fmla="*/ 13335 h 358140"/>
                <a:gd name="connsiteX9" fmla="*/ 101917 w 165734"/>
                <a:gd name="connsiteY9" fmla="*/ 0 h 358140"/>
                <a:gd name="connsiteX10" fmla="*/ 101917 w 165734"/>
                <a:gd name="connsiteY10" fmla="*/ 86677 h 358140"/>
                <a:gd name="connsiteX11" fmla="*/ 165735 w 165734"/>
                <a:gd name="connsiteY11" fmla="*/ 86677 h 358140"/>
                <a:gd name="connsiteX12" fmla="*/ 165735 w 165734"/>
                <a:gd name="connsiteY12" fmla="*/ 138113 h 358140"/>
                <a:gd name="connsiteX13" fmla="*/ 101917 w 165734"/>
                <a:gd name="connsiteY13" fmla="*/ 138113 h 358140"/>
                <a:gd name="connsiteX14" fmla="*/ 101917 w 165734"/>
                <a:gd name="connsiteY14" fmla="*/ 269558 h 358140"/>
                <a:gd name="connsiteX15" fmla="*/ 130492 w 165734"/>
                <a:gd name="connsiteY15" fmla="*/ 304800 h 358140"/>
                <a:gd name="connsiteX16" fmla="*/ 165735 w 165734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7" y="0"/>
                  </a:lnTo>
                  <a:lnTo>
                    <a:pt x="101917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7" y="138113"/>
                  </a:lnTo>
                  <a:lnTo>
                    <a:pt x="101917" y="269558"/>
                  </a:lnTo>
                  <a:cubicBezTo>
                    <a:pt x="101917" y="294322"/>
                    <a:pt x="110490" y="304800"/>
                    <a:pt x="130492" y="304800"/>
                  </a:cubicBezTo>
                  <a:cubicBezTo>
                    <a:pt x="142875" y="303847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33673164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E807E-3C71-AA44-AAD6-F88E44802420}" type="datetime4">
              <a:rPr lang="de-DE" smtClean="0"/>
              <a:t>8.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C50F1EF-7CD3-4F38-8BE6-ED3FCE2DB3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8317" y="1631156"/>
            <a:ext cx="11157745" cy="4569619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F5C59997-58CB-4A34-A7D6-744D4117F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9" name="Bildplatzhalter 6">
            <a:extLst>
              <a:ext uri="{FF2B5EF4-FFF2-40B4-BE49-F238E27FC236}">
                <a16:creationId xmlns:a16="http://schemas.microsoft.com/office/drawing/2014/main" id="{25613776-0F22-42BA-AE5A-1B73727AAD1E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6F3463B9-219F-47BA-A610-FB7E4EFC87CD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947022359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 | zw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BA6F9-59EC-9E4C-A09B-797CCF53980D}" type="datetime4">
              <a:rPr lang="de-DE" smtClean="0"/>
              <a:t>8.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C50F1EF-7CD3-4F38-8BE6-ED3FCE2DB3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8318" y="1631156"/>
            <a:ext cx="5469732" cy="4569619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8" name="Textplatzhalter 6">
            <a:extLst>
              <a:ext uri="{FF2B5EF4-FFF2-40B4-BE49-F238E27FC236}">
                <a16:creationId xmlns:a16="http://schemas.microsoft.com/office/drawing/2014/main" id="{024A1079-17C2-45DE-A16B-14C152A08F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06329" y="1631156"/>
            <a:ext cx="5469732" cy="456961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5E5E3F57-04C9-40C7-B10F-E51808253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" name="Bildplatzhalter 6">
            <a:extLst>
              <a:ext uri="{FF2B5EF4-FFF2-40B4-BE49-F238E27FC236}">
                <a16:creationId xmlns:a16="http://schemas.microsoft.com/office/drawing/2014/main" id="{6791738E-1095-45F8-98E2-D057FFD19CAA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D20B1B70-928F-438A-A4F8-3D6D25006E39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35535879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 | dr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1D86F-7589-C04C-BFCB-7D2C23B585CD}" type="datetime4">
              <a:rPr lang="de-DE" smtClean="0"/>
              <a:t>8.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2099" y="6634666"/>
            <a:ext cx="193964" cy="123111"/>
          </a:xfrm>
        </p:spPr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636A777D-D5C6-4E84-A9C9-D0F4836A4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D304591F-2FC9-4C29-9FE5-537955E3B92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18318" y="1631157"/>
            <a:ext cx="3568821" cy="4569618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2" name="Textplatzhalter 6">
            <a:extLst>
              <a:ext uri="{FF2B5EF4-FFF2-40B4-BE49-F238E27FC236}">
                <a16:creationId xmlns:a16="http://schemas.microsoft.com/office/drawing/2014/main" id="{D0C47385-EF97-44EE-867E-E9365B44CAA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07242" y="1631157"/>
            <a:ext cx="3568821" cy="4569618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3" name="Textplatzhalter 6">
            <a:extLst>
              <a:ext uri="{FF2B5EF4-FFF2-40B4-BE49-F238E27FC236}">
                <a16:creationId xmlns:a16="http://schemas.microsoft.com/office/drawing/2014/main" id="{E3F53468-6A74-4DFC-93FD-A760B961965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312780" y="1631157"/>
            <a:ext cx="3568821" cy="4569618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0" name="Bildplatzhalter 6">
            <a:extLst>
              <a:ext uri="{FF2B5EF4-FFF2-40B4-BE49-F238E27FC236}">
                <a16:creationId xmlns:a16="http://schemas.microsoft.com/office/drawing/2014/main" id="{86333803-0B38-4F61-95AE-49DCFFD7FB88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4" name="Textplatzhalter 9">
            <a:extLst>
              <a:ext uri="{FF2B5EF4-FFF2-40B4-BE49-F238E27FC236}">
                <a16:creationId xmlns:a16="http://schemas.microsoft.com/office/drawing/2014/main" id="{D8037CEF-DC8D-42F8-A101-D7A662C38F36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128012453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- Bild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435E4-851A-4744-B165-648634BE0CAA}" type="datetime4">
              <a:rPr lang="de-DE" smtClean="0"/>
              <a:t>8.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C50F1EF-7CD3-4F38-8BE6-ED3FCE2DB3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8318" y="1631156"/>
            <a:ext cx="5469732" cy="4569619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5E5E3F57-04C9-40C7-B10F-E51808253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" name="Bildplatzhalter 8">
            <a:extLst>
              <a:ext uri="{FF2B5EF4-FFF2-40B4-BE49-F238E27FC236}">
                <a16:creationId xmlns:a16="http://schemas.microsoft.com/office/drawing/2014/main" id="{3A0E3338-4E71-4920-9A06-A4D408E5A297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6206329" y="1631155"/>
            <a:ext cx="5469732" cy="4569619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11" name="Bildplatzhalter 6">
            <a:extLst>
              <a:ext uri="{FF2B5EF4-FFF2-40B4-BE49-F238E27FC236}">
                <a16:creationId xmlns:a16="http://schemas.microsoft.com/office/drawing/2014/main" id="{8D50DB04-91D7-4C23-96CE-09E0502D14CD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83009F8A-4A00-4A24-A6D8-404B72DE25C4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014530973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- Tex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ildplatzhalter 8">
            <a:extLst>
              <a:ext uri="{FF2B5EF4-FFF2-40B4-BE49-F238E27FC236}">
                <a16:creationId xmlns:a16="http://schemas.microsoft.com/office/drawing/2014/main" id="{3A0E3338-4E71-4920-9A06-A4D408E5A297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18318" y="1631155"/>
            <a:ext cx="5469732" cy="4569619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BDC67-CAB5-EE4E-997F-B7A355CEDF73}" type="datetime4">
              <a:rPr lang="de-DE" smtClean="0"/>
              <a:t>8.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2099" y="6634666"/>
            <a:ext cx="193964" cy="123111"/>
          </a:xfrm>
        </p:spPr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C50F1EF-7CD3-4F38-8BE6-ED3FCE2DB3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06331" y="1631156"/>
            <a:ext cx="5469732" cy="4569619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5E5E3F57-04C9-40C7-B10F-E51808253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1" name="Bildplatzhalter 6">
            <a:extLst>
              <a:ext uri="{FF2B5EF4-FFF2-40B4-BE49-F238E27FC236}">
                <a16:creationId xmlns:a16="http://schemas.microsoft.com/office/drawing/2014/main" id="{1C6D487A-3469-4A14-880C-0C0352BFC29A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FFCDCB26-1E50-4916-A928-F93F50FC8209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117654710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ldfolie | mit Stör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ildplatzhalter 8">
            <a:extLst>
              <a:ext uri="{FF2B5EF4-FFF2-40B4-BE49-F238E27FC236}">
                <a16:creationId xmlns:a16="http://schemas.microsoft.com/office/drawing/2014/main" id="{C430C106-4EB7-47B9-8F1D-0BFCFBEAECE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D1CD45B2-C7E2-4C43-84ED-BFB6DC4E84E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8319" y="3431381"/>
            <a:ext cx="3571200" cy="2769394"/>
          </a:xfrm>
          <a:solidFill>
            <a:schemeClr val="bg1"/>
          </a:solidFill>
        </p:spPr>
        <p:txBody>
          <a:bodyPr wrap="square" lIns="180000" tIns="180000" rIns="360000" bIns="18000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DFE029E8-09EC-45DC-B2BB-25B2B1C145AC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5" name="Gerader Verbinder 4">
              <a:extLst>
                <a:ext uri="{FF2B5EF4-FFF2-40B4-BE49-F238E27FC236}">
                  <a16:creationId xmlns:a16="http://schemas.microsoft.com/office/drawing/2014/main" id="{D3613C15-D9EF-4DBF-8B74-3D509941276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feld 5">
              <a:extLst>
                <a:ext uri="{FF2B5EF4-FFF2-40B4-BE49-F238E27FC236}">
                  <a16:creationId xmlns:a16="http://schemas.microsoft.com/office/drawing/2014/main" id="{8E0568E8-B36B-404B-9E38-F367F7DFCF81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54EB1BCB-8EFE-43BA-AE53-9984B9F11B54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10" name="Gerader Verbinder 9">
              <a:extLst>
                <a:ext uri="{FF2B5EF4-FFF2-40B4-BE49-F238E27FC236}">
                  <a16:creationId xmlns:a16="http://schemas.microsoft.com/office/drawing/2014/main" id="{B189016C-ED2A-474D-A417-5E0F497B514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feld 10">
              <a:extLst>
                <a:ext uri="{FF2B5EF4-FFF2-40B4-BE49-F238E27FC236}">
                  <a16:creationId xmlns:a16="http://schemas.microsoft.com/office/drawing/2014/main" id="{9856DE16-FDEC-4063-8C73-CBF95C803B59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E3759D02-378A-4C73-8CA4-E4FB217B94E6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13" name="Gerader Verbinder 12">
              <a:extLst>
                <a:ext uri="{FF2B5EF4-FFF2-40B4-BE49-F238E27FC236}">
                  <a16:creationId xmlns:a16="http://schemas.microsoft.com/office/drawing/2014/main" id="{612F9041-226E-4E23-B398-1F7D9044B54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feld 13">
              <a:extLst>
                <a:ext uri="{FF2B5EF4-FFF2-40B4-BE49-F238E27FC236}">
                  <a16:creationId xmlns:a16="http://schemas.microsoft.com/office/drawing/2014/main" id="{618D5641-3E9B-4072-8388-BB46336975A8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870072D5-E220-4946-9EE1-80DFB58C3A38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16" name="Gerader Verbinder 15">
              <a:extLst>
                <a:ext uri="{FF2B5EF4-FFF2-40B4-BE49-F238E27FC236}">
                  <a16:creationId xmlns:a16="http://schemas.microsoft.com/office/drawing/2014/main" id="{0A43D9D6-7790-4E94-8493-67757E33734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feld 16">
              <a:extLst>
                <a:ext uri="{FF2B5EF4-FFF2-40B4-BE49-F238E27FC236}">
                  <a16:creationId xmlns:a16="http://schemas.microsoft.com/office/drawing/2014/main" id="{8E7E0758-62D1-453D-B55E-FDC4CCE3C6E4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84310EC5-28E5-4146-A748-79C1FCA769F0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19" name="Gerader Verbinder 18">
              <a:extLst>
                <a:ext uri="{FF2B5EF4-FFF2-40B4-BE49-F238E27FC236}">
                  <a16:creationId xmlns:a16="http://schemas.microsoft.com/office/drawing/2014/main" id="{2D5BC590-E7B8-48F8-AAC5-6799BCBDEB4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feld 19">
              <a:extLst>
                <a:ext uri="{FF2B5EF4-FFF2-40B4-BE49-F238E27FC236}">
                  <a16:creationId xmlns:a16="http://schemas.microsoft.com/office/drawing/2014/main" id="{DF5B0BA6-3F36-41A3-8125-15AA496849C8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07018BC3-E9D3-4DC9-9093-D415FD96426D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22" name="Gerader Verbinder 21">
              <a:extLst>
                <a:ext uri="{FF2B5EF4-FFF2-40B4-BE49-F238E27FC236}">
                  <a16:creationId xmlns:a16="http://schemas.microsoft.com/office/drawing/2014/main" id="{38F1A063-9C9E-48DF-9813-A4EA4497C2D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feld 22">
              <a:extLst>
                <a:ext uri="{FF2B5EF4-FFF2-40B4-BE49-F238E27FC236}">
                  <a16:creationId xmlns:a16="http://schemas.microsoft.com/office/drawing/2014/main" id="{F79F31FE-DC89-4DED-A231-3D8DCBF48D98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F7DF8EA8-3E45-431B-90A0-140583E1D079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25" name="Gerader Verbinder 24">
              <a:extLst>
                <a:ext uri="{FF2B5EF4-FFF2-40B4-BE49-F238E27FC236}">
                  <a16:creationId xmlns:a16="http://schemas.microsoft.com/office/drawing/2014/main" id="{B300055A-A6D6-4CE1-986A-0930765E029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feld 25">
              <a:extLst>
                <a:ext uri="{FF2B5EF4-FFF2-40B4-BE49-F238E27FC236}">
                  <a16:creationId xmlns:a16="http://schemas.microsoft.com/office/drawing/2014/main" id="{0B2C23E7-0482-498A-B984-44C6CF40F3B6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AC7A65B2-F352-4DA5-9A36-9105D478D2C2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28" name="Gerader Verbinder 27">
              <a:extLst>
                <a:ext uri="{FF2B5EF4-FFF2-40B4-BE49-F238E27FC236}">
                  <a16:creationId xmlns:a16="http://schemas.microsoft.com/office/drawing/2014/main" id="{4D9AE9BE-891D-491B-98F9-78F552DDC82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feld 28">
              <a:extLst>
                <a:ext uri="{FF2B5EF4-FFF2-40B4-BE49-F238E27FC236}">
                  <a16:creationId xmlns:a16="http://schemas.microsoft.com/office/drawing/2014/main" id="{E259A48F-52D3-481E-86F8-360FED16B872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30" name="Gruppieren 29">
            <a:extLst>
              <a:ext uri="{FF2B5EF4-FFF2-40B4-BE49-F238E27FC236}">
                <a16:creationId xmlns:a16="http://schemas.microsoft.com/office/drawing/2014/main" id="{7ADB04CE-94F5-430A-9FF1-01DE211731F2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31" name="Gerader Verbinder 30">
              <a:extLst>
                <a:ext uri="{FF2B5EF4-FFF2-40B4-BE49-F238E27FC236}">
                  <a16:creationId xmlns:a16="http://schemas.microsoft.com/office/drawing/2014/main" id="{50411913-7BEC-4F33-BDE8-154F93D079C8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feld 31">
              <a:extLst>
                <a:ext uri="{FF2B5EF4-FFF2-40B4-BE49-F238E27FC236}">
                  <a16:creationId xmlns:a16="http://schemas.microsoft.com/office/drawing/2014/main" id="{A40BADBF-D4AC-4B48-AE66-D79BD3055404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CB5DA2A5-4F29-4DF6-A342-0A7B4878AAB5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Gruppieren 33">
            <a:extLst>
              <a:ext uri="{FF2B5EF4-FFF2-40B4-BE49-F238E27FC236}">
                <a16:creationId xmlns:a16="http://schemas.microsoft.com/office/drawing/2014/main" id="{E820BD84-9211-4C19-A40B-4121AD892514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35" name="Gerader Verbinder 34">
              <a:extLst>
                <a:ext uri="{FF2B5EF4-FFF2-40B4-BE49-F238E27FC236}">
                  <a16:creationId xmlns:a16="http://schemas.microsoft.com/office/drawing/2014/main" id="{21C7D9CA-751B-4809-9338-47DDC5D1A72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feld 35">
              <a:extLst>
                <a:ext uri="{FF2B5EF4-FFF2-40B4-BE49-F238E27FC236}">
                  <a16:creationId xmlns:a16="http://schemas.microsoft.com/office/drawing/2014/main" id="{D1C22B97-CFD8-4E78-BF7E-02A71F190F83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30697269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folie | 1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E0D8C-0281-8947-9DC5-37C3050C1E97}" type="datetime4">
              <a:rPr lang="de-DE" smtClean="0"/>
              <a:t>8.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3" name="Titel 12">
            <a:extLst>
              <a:ext uri="{FF2B5EF4-FFF2-40B4-BE49-F238E27FC236}">
                <a16:creationId xmlns:a16="http://schemas.microsoft.com/office/drawing/2014/main" id="{6A4CB3A7-ACED-41D0-8E35-318CD3693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" name="Bildplatzhalter 8">
            <a:extLst>
              <a:ext uri="{FF2B5EF4-FFF2-40B4-BE49-F238E27FC236}">
                <a16:creationId xmlns:a16="http://schemas.microsoft.com/office/drawing/2014/main" id="{EBFE18BD-74E5-4328-B98A-9C6FC4FCA59F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18317" y="1631156"/>
            <a:ext cx="11157746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12" name="Textplatzhalter 10">
            <a:extLst>
              <a:ext uri="{FF2B5EF4-FFF2-40B4-BE49-F238E27FC236}">
                <a16:creationId xmlns:a16="http://schemas.microsoft.com/office/drawing/2014/main" id="{A51E223D-AC82-4D54-A383-0E2DF84E2EF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18317" y="5690271"/>
            <a:ext cx="11157746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9" name="Bildplatzhalter 6">
            <a:extLst>
              <a:ext uri="{FF2B5EF4-FFF2-40B4-BE49-F238E27FC236}">
                <a16:creationId xmlns:a16="http://schemas.microsoft.com/office/drawing/2014/main" id="{05EC4CE8-43C6-428F-9E62-CB38E0CE6447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711068D0-85DC-484A-8BF9-5725F4DBB27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885248328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folie | 2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DD5FF-D892-3449-95CD-E9AA0BC0723C}" type="datetime4">
              <a:rPr lang="de-DE" smtClean="0"/>
              <a:t>8.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2099" y="6634666"/>
            <a:ext cx="193964" cy="123111"/>
          </a:xfrm>
        </p:spPr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C8C7F934-D7F3-42CA-88CC-3AEB50FF1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4" name="Bildplatzhalter 8">
            <a:extLst>
              <a:ext uri="{FF2B5EF4-FFF2-40B4-BE49-F238E27FC236}">
                <a16:creationId xmlns:a16="http://schemas.microsoft.com/office/drawing/2014/main" id="{B4B72DA6-61BE-42F9-8894-08B159BC7C7D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18317" y="1631156"/>
            <a:ext cx="5469732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15" name="Textplatzhalter 10">
            <a:extLst>
              <a:ext uri="{FF2B5EF4-FFF2-40B4-BE49-F238E27FC236}">
                <a16:creationId xmlns:a16="http://schemas.microsoft.com/office/drawing/2014/main" id="{0E2D86CD-8C0A-461A-82DE-DEB73A6F9AC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18317" y="5690271"/>
            <a:ext cx="5469732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6" name="Bildplatzhalter 8">
            <a:extLst>
              <a:ext uri="{FF2B5EF4-FFF2-40B4-BE49-F238E27FC236}">
                <a16:creationId xmlns:a16="http://schemas.microsoft.com/office/drawing/2014/main" id="{B4E7C39B-83E8-467B-AD57-55CA08888B5C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6206331" y="1631156"/>
            <a:ext cx="5469732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17" name="Textplatzhalter 10">
            <a:extLst>
              <a:ext uri="{FF2B5EF4-FFF2-40B4-BE49-F238E27FC236}">
                <a16:creationId xmlns:a16="http://schemas.microsoft.com/office/drawing/2014/main" id="{CE124A50-74B4-4E32-AA56-DCD775B1300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06331" y="5690271"/>
            <a:ext cx="5469732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1" name="Bildplatzhalter 6">
            <a:extLst>
              <a:ext uri="{FF2B5EF4-FFF2-40B4-BE49-F238E27FC236}">
                <a16:creationId xmlns:a16="http://schemas.microsoft.com/office/drawing/2014/main" id="{BF87D6FE-3E8F-49D4-B36A-217C95B23AF8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039FC616-E693-41C1-BD19-698B28514401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400509618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folie | 3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7B3B0-EE83-744E-BB13-0306DC35F0BF}" type="datetime4">
              <a:rPr lang="de-DE" smtClean="0"/>
              <a:t>8.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2099" y="6634666"/>
            <a:ext cx="193964" cy="123111"/>
          </a:xfrm>
        </p:spPr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9995CF9C-9826-4946-A085-FF49199BE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21" name="Bildplatzhalter 8">
            <a:extLst>
              <a:ext uri="{FF2B5EF4-FFF2-40B4-BE49-F238E27FC236}">
                <a16:creationId xmlns:a16="http://schemas.microsoft.com/office/drawing/2014/main" id="{E2430412-20B6-4F53-A77B-A26A49135E49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18317" y="1631156"/>
            <a:ext cx="3569758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22" name="Textplatzhalter 10">
            <a:extLst>
              <a:ext uri="{FF2B5EF4-FFF2-40B4-BE49-F238E27FC236}">
                <a16:creationId xmlns:a16="http://schemas.microsoft.com/office/drawing/2014/main" id="{48CA2DF0-5B92-4CE6-AF1A-CC648431BB9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18317" y="5690271"/>
            <a:ext cx="3569758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3" name="Bildplatzhalter 8">
            <a:extLst>
              <a:ext uri="{FF2B5EF4-FFF2-40B4-BE49-F238E27FC236}">
                <a16:creationId xmlns:a16="http://schemas.microsoft.com/office/drawing/2014/main" id="{002E2471-F223-4896-A895-CE0AF20E11DB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8106305" y="1631156"/>
            <a:ext cx="3569758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24" name="Textplatzhalter 10">
            <a:extLst>
              <a:ext uri="{FF2B5EF4-FFF2-40B4-BE49-F238E27FC236}">
                <a16:creationId xmlns:a16="http://schemas.microsoft.com/office/drawing/2014/main" id="{470E7482-A37A-44BE-ADE5-A0B3B10E8FCA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106305" y="5690271"/>
            <a:ext cx="3569758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5" name="Bildplatzhalter 8">
            <a:extLst>
              <a:ext uri="{FF2B5EF4-FFF2-40B4-BE49-F238E27FC236}">
                <a16:creationId xmlns:a16="http://schemas.microsoft.com/office/drawing/2014/main" id="{3FD09289-F115-4464-A726-812A11720CAD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4312311" y="1631156"/>
            <a:ext cx="3569758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26" name="Textplatzhalter 10">
            <a:extLst>
              <a:ext uri="{FF2B5EF4-FFF2-40B4-BE49-F238E27FC236}">
                <a16:creationId xmlns:a16="http://schemas.microsoft.com/office/drawing/2014/main" id="{F3F11CE6-C8CF-4ABE-B3B8-C00D74678A95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312311" y="5690271"/>
            <a:ext cx="3569758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3" name="Bildplatzhalter 6">
            <a:extLst>
              <a:ext uri="{FF2B5EF4-FFF2-40B4-BE49-F238E27FC236}">
                <a16:creationId xmlns:a16="http://schemas.microsoft.com/office/drawing/2014/main" id="{A7347480-9F70-4378-B138-B8B7C593F862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4" name="Textplatzhalter 9">
            <a:extLst>
              <a:ext uri="{FF2B5EF4-FFF2-40B4-BE49-F238E27FC236}">
                <a16:creationId xmlns:a16="http://schemas.microsoft.com/office/drawing/2014/main" id="{4DD60A60-C176-4FB0-8C31-9E7D2485123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856400421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7EB9F-EEBF-E344-B115-19E779D91AF5}" type="datetime4">
              <a:rPr lang="de-DE" smtClean="0"/>
              <a:t>8.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6A3EEDC1-9ABB-471E-855E-52CC8C208FB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18317" y="1631156"/>
            <a:ext cx="11155366" cy="4569619"/>
          </a:xfrm>
        </p:spPr>
        <p:txBody>
          <a:bodyPr/>
          <a:lstStyle/>
          <a:p>
            <a:pPr lvl="0"/>
            <a:r>
              <a:rPr lang="de-DE" dirty="0"/>
              <a:t> </a:t>
            </a:r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BBD0D2AE-225B-47F4-A359-0020AE80A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" name="Bildplatzhalter 6">
            <a:extLst>
              <a:ext uri="{FF2B5EF4-FFF2-40B4-BE49-F238E27FC236}">
                <a16:creationId xmlns:a16="http://schemas.microsoft.com/office/drawing/2014/main" id="{451A9BBC-9F96-4260-BC40-C6D3D23D6FB6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596D627D-C6DC-4A75-911F-5FBF1AB867DD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028492845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 | zw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F9478-7468-5D49-AA82-65ECCDA98A7B}" type="datetime4">
              <a:rPr lang="de-DE" smtClean="0"/>
              <a:t>8.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2099" y="6634666"/>
            <a:ext cx="193964" cy="123111"/>
          </a:xfrm>
        </p:spPr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6A3EEDC1-9ABB-471E-855E-52CC8C208FB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18317" y="1631156"/>
            <a:ext cx="5469733" cy="4569619"/>
          </a:xfrm>
        </p:spPr>
        <p:txBody>
          <a:bodyPr/>
          <a:lstStyle/>
          <a:p>
            <a:pPr lvl="0"/>
            <a:r>
              <a:rPr lang="de-DE" dirty="0"/>
              <a:t> </a:t>
            </a:r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BBD0D2AE-225B-47F4-A359-0020AE80A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" name="Bildplatzhalter 6">
            <a:extLst>
              <a:ext uri="{FF2B5EF4-FFF2-40B4-BE49-F238E27FC236}">
                <a16:creationId xmlns:a16="http://schemas.microsoft.com/office/drawing/2014/main" id="{451A9BBC-9F96-4260-BC40-C6D3D23D6FB6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1" name="Inhaltsplatzhalter 7">
            <a:extLst>
              <a:ext uri="{FF2B5EF4-FFF2-40B4-BE49-F238E27FC236}">
                <a16:creationId xmlns:a16="http://schemas.microsoft.com/office/drawing/2014/main" id="{33608DEB-69EC-4E8F-A567-9E3EA36C3624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6206330" y="1631156"/>
            <a:ext cx="5469733" cy="4569619"/>
          </a:xfrm>
        </p:spPr>
        <p:txBody>
          <a:bodyPr/>
          <a:lstStyle/>
          <a:p>
            <a:pPr lvl="0"/>
            <a:r>
              <a:rPr lang="de-DE" dirty="0"/>
              <a:t> </a:t>
            </a: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E47B7883-3336-4077-90F0-B93089418A21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682510524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 | mi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95AAF-65CF-DD4C-AC98-1E0239B161A6}" type="datetime4">
              <a:rPr lang="de-DE" smtClean="0"/>
              <a:t>8.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5086500-15A5-49F2-8B64-748C19FDABC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04861" y="1631156"/>
            <a:ext cx="3571200" cy="4569620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384BE64F-DBB2-4BF3-ABE7-E92BB978D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9" name="Inhaltsplatzhalter 7">
            <a:extLst>
              <a:ext uri="{FF2B5EF4-FFF2-40B4-BE49-F238E27FC236}">
                <a16:creationId xmlns:a16="http://schemas.microsoft.com/office/drawing/2014/main" id="{0D6633D6-CA56-460E-AA1C-9A4D6A62324A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18317" y="1631157"/>
            <a:ext cx="7363752" cy="4569620"/>
          </a:xfrm>
        </p:spPr>
        <p:txBody>
          <a:bodyPr/>
          <a:lstStyle/>
          <a:p>
            <a:pPr lvl="0"/>
            <a:r>
              <a:rPr lang="de-DE" dirty="0"/>
              <a:t> </a:t>
            </a:r>
          </a:p>
        </p:txBody>
      </p:sp>
      <p:sp>
        <p:nvSpPr>
          <p:cNvPr id="11" name="Bildplatzhalter 6">
            <a:extLst>
              <a:ext uri="{FF2B5EF4-FFF2-40B4-BE49-F238E27FC236}">
                <a16:creationId xmlns:a16="http://schemas.microsoft.com/office/drawing/2014/main" id="{7CDDF36A-B7A5-4E95-A5D6-07C5FCED28B4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87DEC5F5-096F-46B9-AD07-8FF78ABF34B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876344212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ur Titel | Grü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E4048C-0B54-437F-B99C-D17800474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3ED5BF-3163-9541-9431-C4285D264D25}" type="datetime4">
              <a:rPr lang="de-DE" smtClean="0"/>
              <a:t>8.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57" name="Rechteck 56">
            <a:extLst>
              <a:ext uri="{FF2B5EF4-FFF2-40B4-BE49-F238E27FC236}">
                <a16:creationId xmlns:a16="http://schemas.microsoft.com/office/drawing/2014/main" id="{87F00BE4-512D-4F35-B132-4E5C5CF1413D}"/>
              </a:ext>
            </a:extLst>
          </p:cNvPr>
          <p:cNvSpPr/>
          <p:nvPr userDrawn="1"/>
        </p:nvSpPr>
        <p:spPr>
          <a:xfrm>
            <a:off x="517200" y="6538526"/>
            <a:ext cx="11674800" cy="10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9" name="Rechteck 58">
            <a:extLst>
              <a:ext uri="{FF2B5EF4-FFF2-40B4-BE49-F238E27FC236}">
                <a16:creationId xmlns:a16="http://schemas.microsoft.com/office/drawing/2014/main" id="{F1925060-7FCF-4CBC-B0DA-0731E3E98579}"/>
              </a:ext>
            </a:extLst>
          </p:cNvPr>
          <p:cNvSpPr/>
          <p:nvPr userDrawn="1"/>
        </p:nvSpPr>
        <p:spPr>
          <a:xfrm>
            <a:off x="518400" y="1196733"/>
            <a:ext cx="11676062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0" name="Textplatzhalter 9">
            <a:extLst>
              <a:ext uri="{FF2B5EF4-FFF2-40B4-BE49-F238E27FC236}">
                <a16:creationId xmlns:a16="http://schemas.microsoft.com/office/drawing/2014/main" id="{A9FF3927-CA7B-4361-998A-3A60E5D23F5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61" name="Freihandform: Form 60">
            <a:extLst>
              <a:ext uri="{FF2B5EF4-FFF2-40B4-BE49-F238E27FC236}">
                <a16:creationId xmlns:a16="http://schemas.microsoft.com/office/drawing/2014/main" id="{BC19384B-1D95-4C0D-B3F0-61407A015F56}"/>
              </a:ext>
            </a:extLst>
          </p:cNvPr>
          <p:cNvSpPr>
            <a:spLocks noChangeAspect="1"/>
          </p:cNvSpPr>
          <p:nvPr userDrawn="1"/>
        </p:nvSpPr>
        <p:spPr>
          <a:xfrm>
            <a:off x="10596063" y="299346"/>
            <a:ext cx="1080000" cy="412328"/>
          </a:xfrm>
          <a:custGeom>
            <a:avLst/>
            <a:gdLst>
              <a:gd name="connsiteX0" fmla="*/ 0 w 4797018"/>
              <a:gd name="connsiteY0" fmla="*/ 170736 h 1831428"/>
              <a:gd name="connsiteX1" fmla="*/ 92812 w 4797018"/>
              <a:gd name="connsiteY1" fmla="*/ 77924 h 1831428"/>
              <a:gd name="connsiteX2" fmla="*/ 92812 w 4797018"/>
              <a:gd name="connsiteY2" fmla="*/ 1763373 h 1831428"/>
              <a:gd name="connsiteX3" fmla="*/ 0 w 4797018"/>
              <a:gd name="connsiteY3" fmla="*/ 1763373 h 1831428"/>
              <a:gd name="connsiteX4" fmla="*/ 0 w 4797018"/>
              <a:gd name="connsiteY4" fmla="*/ 170736 h 1831428"/>
              <a:gd name="connsiteX5" fmla="*/ 278425 w 4797018"/>
              <a:gd name="connsiteY5" fmla="*/ 92812 h 1831428"/>
              <a:gd name="connsiteX6" fmla="*/ 1392136 w 4797018"/>
              <a:gd name="connsiteY6" fmla="*/ 92812 h 1831428"/>
              <a:gd name="connsiteX7" fmla="*/ 1392136 w 4797018"/>
              <a:gd name="connsiteY7" fmla="*/ 0 h 1831428"/>
              <a:gd name="connsiteX8" fmla="*/ 185614 w 4797018"/>
              <a:gd name="connsiteY8" fmla="*/ 0 h 1831428"/>
              <a:gd name="connsiteX9" fmla="*/ 185614 w 4797018"/>
              <a:gd name="connsiteY9" fmla="*/ 1113701 h 1831428"/>
              <a:gd name="connsiteX10" fmla="*/ 1210723 w 4797018"/>
              <a:gd name="connsiteY10" fmla="*/ 1113701 h 1831428"/>
              <a:gd name="connsiteX11" fmla="*/ 1210723 w 4797018"/>
              <a:gd name="connsiteY11" fmla="*/ 1020899 h 1831428"/>
              <a:gd name="connsiteX12" fmla="*/ 278425 w 4797018"/>
              <a:gd name="connsiteY12" fmla="*/ 1020899 h 1831428"/>
              <a:gd name="connsiteX13" fmla="*/ 278425 w 4797018"/>
              <a:gd name="connsiteY13" fmla="*/ 92812 h 1831428"/>
              <a:gd name="connsiteX14" fmla="*/ 1350464 w 4797018"/>
              <a:gd name="connsiteY14" fmla="*/ 835285 h 1831428"/>
              <a:gd name="connsiteX15" fmla="*/ 464048 w 4797018"/>
              <a:gd name="connsiteY15" fmla="*/ 835285 h 1831428"/>
              <a:gd name="connsiteX16" fmla="*/ 464048 w 4797018"/>
              <a:gd name="connsiteY16" fmla="*/ 464048 h 1831428"/>
              <a:gd name="connsiteX17" fmla="*/ 1222124 w 4797018"/>
              <a:gd name="connsiteY17" fmla="*/ 464048 h 1831428"/>
              <a:gd name="connsiteX18" fmla="*/ 1314926 w 4797018"/>
              <a:gd name="connsiteY18" fmla="*/ 371237 h 1831428"/>
              <a:gd name="connsiteX19" fmla="*/ 464048 w 4797018"/>
              <a:gd name="connsiteY19" fmla="*/ 371237 h 1831428"/>
              <a:gd name="connsiteX20" fmla="*/ 464048 w 4797018"/>
              <a:gd name="connsiteY20" fmla="*/ 278425 h 1831428"/>
              <a:gd name="connsiteX21" fmla="*/ 1392146 w 4797018"/>
              <a:gd name="connsiteY21" fmla="*/ 278425 h 1831428"/>
              <a:gd name="connsiteX22" fmla="*/ 1392146 w 4797018"/>
              <a:gd name="connsiteY22" fmla="*/ 185614 h 1831428"/>
              <a:gd name="connsiteX23" fmla="*/ 371237 w 4797018"/>
              <a:gd name="connsiteY23" fmla="*/ 185614 h 1831428"/>
              <a:gd name="connsiteX24" fmla="*/ 371237 w 4797018"/>
              <a:gd name="connsiteY24" fmla="*/ 928087 h 1831428"/>
              <a:gd name="connsiteX25" fmla="*/ 1258872 w 4797018"/>
              <a:gd name="connsiteY25" fmla="*/ 928087 h 1831428"/>
              <a:gd name="connsiteX26" fmla="*/ 1350464 w 4797018"/>
              <a:gd name="connsiteY26" fmla="*/ 835285 h 1831428"/>
              <a:gd name="connsiteX27" fmla="*/ 185614 w 4797018"/>
              <a:gd name="connsiteY27" fmla="*/ 1763373 h 1831428"/>
              <a:gd name="connsiteX28" fmla="*/ 278425 w 4797018"/>
              <a:gd name="connsiteY28" fmla="*/ 1763373 h 1831428"/>
              <a:gd name="connsiteX29" fmla="*/ 278425 w 4797018"/>
              <a:gd name="connsiteY29" fmla="*/ 1299324 h 1831428"/>
              <a:gd name="connsiteX30" fmla="*/ 371237 w 4797018"/>
              <a:gd name="connsiteY30" fmla="*/ 1299324 h 1831428"/>
              <a:gd name="connsiteX31" fmla="*/ 371237 w 4797018"/>
              <a:gd name="connsiteY31" fmla="*/ 1685449 h 1831428"/>
              <a:gd name="connsiteX32" fmla="*/ 464039 w 4797018"/>
              <a:gd name="connsiteY32" fmla="*/ 1592647 h 1831428"/>
              <a:gd name="connsiteX33" fmla="*/ 464039 w 4797018"/>
              <a:gd name="connsiteY33" fmla="*/ 1299324 h 1831428"/>
              <a:gd name="connsiteX34" fmla="*/ 1210723 w 4797018"/>
              <a:gd name="connsiteY34" fmla="*/ 1299324 h 1831428"/>
              <a:gd name="connsiteX35" fmla="*/ 1210723 w 4797018"/>
              <a:gd name="connsiteY35" fmla="*/ 1206522 h 1831428"/>
              <a:gd name="connsiteX36" fmla="*/ 185614 w 4797018"/>
              <a:gd name="connsiteY36" fmla="*/ 1206522 h 1831428"/>
              <a:gd name="connsiteX37" fmla="*/ 185614 w 4797018"/>
              <a:gd name="connsiteY37" fmla="*/ 1763373 h 1831428"/>
              <a:gd name="connsiteX38" fmla="*/ 4704207 w 4797018"/>
              <a:gd name="connsiteY38" fmla="*/ 0 h 1831428"/>
              <a:gd name="connsiteX39" fmla="*/ 4704207 w 4797018"/>
              <a:gd name="connsiteY39" fmla="*/ 1067314 h 1831428"/>
              <a:gd name="connsiteX40" fmla="*/ 4334837 w 4797018"/>
              <a:gd name="connsiteY40" fmla="*/ 1692688 h 1831428"/>
              <a:gd name="connsiteX41" fmla="*/ 4332742 w 4797018"/>
              <a:gd name="connsiteY41" fmla="*/ 1689954 h 1831428"/>
              <a:gd name="connsiteX42" fmla="*/ 4611405 w 4797018"/>
              <a:gd name="connsiteY42" fmla="*/ 1158564 h 1831428"/>
              <a:gd name="connsiteX43" fmla="*/ 4611405 w 4797018"/>
              <a:gd name="connsiteY43" fmla="*/ 0 h 1831428"/>
              <a:gd name="connsiteX44" fmla="*/ 4518594 w 4797018"/>
              <a:gd name="connsiteY44" fmla="*/ 0 h 1831428"/>
              <a:gd name="connsiteX45" fmla="*/ 4518594 w 4797018"/>
              <a:gd name="connsiteY45" fmla="*/ 1157021 h 1831428"/>
              <a:gd name="connsiteX46" fmla="*/ 3915337 w 4797018"/>
              <a:gd name="connsiteY46" fmla="*/ 1740170 h 1831428"/>
              <a:gd name="connsiteX47" fmla="*/ 3312081 w 4797018"/>
              <a:gd name="connsiteY47" fmla="*/ 1157021 h 1831428"/>
              <a:gd name="connsiteX48" fmla="*/ 3312081 w 4797018"/>
              <a:gd name="connsiteY48" fmla="*/ 77924 h 1831428"/>
              <a:gd name="connsiteX49" fmla="*/ 3219269 w 4797018"/>
              <a:gd name="connsiteY49" fmla="*/ 170736 h 1831428"/>
              <a:gd name="connsiteX50" fmla="*/ 3219269 w 4797018"/>
              <a:gd name="connsiteY50" fmla="*/ 1158564 h 1831428"/>
              <a:gd name="connsiteX51" fmla="*/ 3915337 w 4797018"/>
              <a:gd name="connsiteY51" fmla="*/ 1831429 h 1831428"/>
              <a:gd name="connsiteX52" fmla="*/ 4008139 w 4797018"/>
              <a:gd name="connsiteY52" fmla="*/ 1831429 h 1831428"/>
              <a:gd name="connsiteX53" fmla="*/ 4797019 w 4797018"/>
              <a:gd name="connsiteY53" fmla="*/ 1068667 h 1831428"/>
              <a:gd name="connsiteX54" fmla="*/ 4797019 w 4797018"/>
              <a:gd name="connsiteY54" fmla="*/ 0 h 1831428"/>
              <a:gd name="connsiteX55" fmla="*/ 4704207 w 4797018"/>
              <a:gd name="connsiteY55" fmla="*/ 0 h 1831428"/>
              <a:gd name="connsiteX56" fmla="*/ 3915328 w 4797018"/>
              <a:gd name="connsiteY56" fmla="*/ 1647358 h 1831428"/>
              <a:gd name="connsiteX57" fmla="*/ 4425773 w 4797018"/>
              <a:gd name="connsiteY57" fmla="*/ 1157021 h 1831428"/>
              <a:gd name="connsiteX58" fmla="*/ 4425782 w 4797018"/>
              <a:gd name="connsiteY58" fmla="*/ 1157021 h 1831428"/>
              <a:gd name="connsiteX59" fmla="*/ 4425782 w 4797018"/>
              <a:gd name="connsiteY59" fmla="*/ 77924 h 1831428"/>
              <a:gd name="connsiteX60" fmla="*/ 4332970 w 4797018"/>
              <a:gd name="connsiteY60" fmla="*/ 170736 h 1831428"/>
              <a:gd name="connsiteX61" fmla="*/ 4332970 w 4797018"/>
              <a:gd name="connsiteY61" fmla="*/ 1067305 h 1831428"/>
              <a:gd name="connsiteX62" fmla="*/ 4008130 w 4797018"/>
              <a:gd name="connsiteY62" fmla="*/ 1368933 h 1831428"/>
              <a:gd name="connsiteX63" fmla="*/ 3683298 w 4797018"/>
              <a:gd name="connsiteY63" fmla="*/ 1067305 h 1831428"/>
              <a:gd name="connsiteX64" fmla="*/ 3683289 w 4797018"/>
              <a:gd name="connsiteY64" fmla="*/ 0 h 1831428"/>
              <a:gd name="connsiteX65" fmla="*/ 3590487 w 4797018"/>
              <a:gd name="connsiteY65" fmla="*/ 0 h 1831428"/>
              <a:gd name="connsiteX66" fmla="*/ 3590487 w 4797018"/>
              <a:gd name="connsiteY66" fmla="*/ 1067305 h 1831428"/>
              <a:gd name="connsiteX67" fmla="*/ 4008130 w 4797018"/>
              <a:gd name="connsiteY67" fmla="*/ 1461745 h 1831428"/>
              <a:gd name="connsiteX68" fmla="*/ 4294699 w 4797018"/>
              <a:gd name="connsiteY68" fmla="*/ 1333129 h 1831428"/>
              <a:gd name="connsiteX69" fmla="*/ 4296785 w 4797018"/>
              <a:gd name="connsiteY69" fmla="*/ 1335862 h 1831428"/>
              <a:gd name="connsiteX70" fmla="*/ 3915328 w 4797018"/>
              <a:gd name="connsiteY70" fmla="*/ 1554556 h 1831428"/>
              <a:gd name="connsiteX71" fmla="*/ 3497742 w 4797018"/>
              <a:gd name="connsiteY71" fmla="*/ 1160116 h 1831428"/>
              <a:gd name="connsiteX72" fmla="*/ 3497685 w 4797018"/>
              <a:gd name="connsiteY72" fmla="*/ 1160116 h 1831428"/>
              <a:gd name="connsiteX73" fmla="*/ 3497685 w 4797018"/>
              <a:gd name="connsiteY73" fmla="*/ 0 h 1831428"/>
              <a:gd name="connsiteX74" fmla="*/ 3404873 w 4797018"/>
              <a:gd name="connsiteY74" fmla="*/ 0 h 1831428"/>
              <a:gd name="connsiteX75" fmla="*/ 3404873 w 4797018"/>
              <a:gd name="connsiteY75" fmla="*/ 1160107 h 1831428"/>
              <a:gd name="connsiteX76" fmla="*/ 3404921 w 4797018"/>
              <a:gd name="connsiteY76" fmla="*/ 1160107 h 1831428"/>
              <a:gd name="connsiteX77" fmla="*/ 3915328 w 4797018"/>
              <a:gd name="connsiteY77" fmla="*/ 1647358 h 1831428"/>
              <a:gd name="connsiteX78" fmla="*/ 1852984 w 4797018"/>
              <a:gd name="connsiteY78" fmla="*/ 1206522 h 1831428"/>
              <a:gd name="connsiteX79" fmla="*/ 1618288 w 4797018"/>
              <a:gd name="connsiteY79" fmla="*/ 1763373 h 1831428"/>
              <a:gd name="connsiteX80" fmla="*/ 1711119 w 4797018"/>
              <a:gd name="connsiteY80" fmla="*/ 1763363 h 1831428"/>
              <a:gd name="connsiteX81" fmla="*/ 1711100 w 4797018"/>
              <a:gd name="connsiteY81" fmla="*/ 1763373 h 1831428"/>
              <a:gd name="connsiteX82" fmla="*/ 1711119 w 4797018"/>
              <a:gd name="connsiteY82" fmla="*/ 1763373 h 1831428"/>
              <a:gd name="connsiteX83" fmla="*/ 1828448 w 4797018"/>
              <a:gd name="connsiteY83" fmla="*/ 1484948 h 1831428"/>
              <a:gd name="connsiteX84" fmla="*/ 2614774 w 4797018"/>
              <a:gd name="connsiteY84" fmla="*/ 1484948 h 1831428"/>
              <a:gd name="connsiteX85" fmla="*/ 2732018 w 4797018"/>
              <a:gd name="connsiteY85" fmla="*/ 1763373 h 1831428"/>
              <a:gd name="connsiteX86" fmla="*/ 2824820 w 4797018"/>
              <a:gd name="connsiteY86" fmla="*/ 1763373 h 1831428"/>
              <a:gd name="connsiteX87" fmla="*/ 2668515 w 4797018"/>
              <a:gd name="connsiteY87" fmla="*/ 1392136 h 1831428"/>
              <a:gd name="connsiteX88" fmla="*/ 1867567 w 4797018"/>
              <a:gd name="connsiteY88" fmla="*/ 1392136 h 1831428"/>
              <a:gd name="connsiteX89" fmla="*/ 1906676 w 4797018"/>
              <a:gd name="connsiteY89" fmla="*/ 1299324 h 1831428"/>
              <a:gd name="connsiteX90" fmla="*/ 2722236 w 4797018"/>
              <a:gd name="connsiteY90" fmla="*/ 1299324 h 1831428"/>
              <a:gd name="connsiteX91" fmla="*/ 2917632 w 4797018"/>
              <a:gd name="connsiteY91" fmla="*/ 1763373 h 1831428"/>
              <a:gd name="connsiteX92" fmla="*/ 3010443 w 4797018"/>
              <a:gd name="connsiteY92" fmla="*/ 1763373 h 1831428"/>
              <a:gd name="connsiteX93" fmla="*/ 2775976 w 4797018"/>
              <a:gd name="connsiteY93" fmla="*/ 1206522 h 1831428"/>
              <a:gd name="connsiteX94" fmla="*/ 1852984 w 4797018"/>
              <a:gd name="connsiteY94" fmla="*/ 1206522 h 1831428"/>
              <a:gd name="connsiteX95" fmla="*/ 1989544 w 4797018"/>
              <a:gd name="connsiteY95" fmla="*/ 0 h 1831428"/>
              <a:gd name="connsiteX96" fmla="*/ 1307459 w 4797018"/>
              <a:gd name="connsiteY96" fmla="*/ 1617898 h 1831428"/>
              <a:gd name="connsiteX97" fmla="*/ 1366533 w 4797018"/>
              <a:gd name="connsiteY97" fmla="*/ 1698098 h 1831428"/>
              <a:gd name="connsiteX98" fmla="*/ 2082356 w 4797018"/>
              <a:gd name="connsiteY98" fmla="*/ 0 h 1831428"/>
              <a:gd name="connsiteX99" fmla="*/ 1989544 w 4797018"/>
              <a:gd name="connsiteY99" fmla="*/ 0 h 1831428"/>
              <a:gd name="connsiteX100" fmla="*/ 2360771 w 4797018"/>
              <a:gd name="connsiteY100" fmla="*/ 0 h 1831428"/>
              <a:gd name="connsiteX101" fmla="*/ 3075708 w 4797018"/>
              <a:gd name="connsiteY101" fmla="*/ 1698098 h 1831428"/>
              <a:gd name="connsiteX102" fmla="*/ 3134639 w 4797018"/>
              <a:gd name="connsiteY102" fmla="*/ 1617898 h 1831428"/>
              <a:gd name="connsiteX103" fmla="*/ 2453592 w 4797018"/>
              <a:gd name="connsiteY103" fmla="*/ 0 h 1831428"/>
              <a:gd name="connsiteX104" fmla="*/ 2360771 w 4797018"/>
              <a:gd name="connsiteY104" fmla="*/ 0 h 1831428"/>
              <a:gd name="connsiteX105" fmla="*/ 1799101 w 4797018"/>
              <a:gd name="connsiteY105" fmla="*/ 1113711 h 1831428"/>
              <a:gd name="connsiteX106" fmla="*/ 1524610 w 4797018"/>
              <a:gd name="connsiteY106" fmla="*/ 1763373 h 1831428"/>
              <a:gd name="connsiteX107" fmla="*/ 1431798 w 4797018"/>
              <a:gd name="connsiteY107" fmla="*/ 1763373 h 1831428"/>
              <a:gd name="connsiteX108" fmla="*/ 2128761 w 4797018"/>
              <a:gd name="connsiteY108" fmla="*/ 110195 h 1831428"/>
              <a:gd name="connsiteX109" fmla="*/ 2512219 w 4797018"/>
              <a:gd name="connsiteY109" fmla="*/ 1020899 h 1831428"/>
              <a:gd name="connsiteX110" fmla="*/ 2605021 w 4797018"/>
              <a:gd name="connsiteY110" fmla="*/ 1020899 h 1831428"/>
              <a:gd name="connsiteX111" fmla="*/ 2175158 w 4797018"/>
              <a:gd name="connsiteY111" fmla="*/ 0 h 1831428"/>
              <a:gd name="connsiteX112" fmla="*/ 2267969 w 4797018"/>
              <a:gd name="connsiteY112" fmla="*/ 0 h 1831428"/>
              <a:gd name="connsiteX113" fmla="*/ 2736895 w 4797018"/>
              <a:gd name="connsiteY113" fmla="*/ 1113701 h 1831428"/>
              <a:gd name="connsiteX114" fmla="*/ 1799101 w 4797018"/>
              <a:gd name="connsiteY114" fmla="*/ 1113701 h 1831428"/>
              <a:gd name="connsiteX115" fmla="*/ 2221802 w 4797018"/>
              <a:gd name="connsiteY115" fmla="*/ 551602 h 1831428"/>
              <a:gd name="connsiteX116" fmla="*/ 2024015 w 4797018"/>
              <a:gd name="connsiteY116" fmla="*/ 1020899 h 1831428"/>
              <a:gd name="connsiteX117" fmla="*/ 2419398 w 4797018"/>
              <a:gd name="connsiteY117" fmla="*/ 1020899 h 1831428"/>
              <a:gd name="connsiteX118" fmla="*/ 2221802 w 4797018"/>
              <a:gd name="connsiteY118" fmla="*/ 551602 h 1831428"/>
              <a:gd name="connsiteX119" fmla="*/ 1838163 w 4797018"/>
              <a:gd name="connsiteY119" fmla="*/ 1020899 h 1831428"/>
              <a:gd name="connsiteX120" fmla="*/ 1931213 w 4797018"/>
              <a:gd name="connsiteY120" fmla="*/ 1020899 h 1831428"/>
              <a:gd name="connsiteX121" fmla="*/ 2175415 w 4797018"/>
              <a:gd name="connsiteY121" fmla="*/ 441436 h 1831428"/>
              <a:gd name="connsiteX122" fmla="*/ 2128942 w 4797018"/>
              <a:gd name="connsiteY122" fmla="*/ 331070 h 1831428"/>
              <a:gd name="connsiteX123" fmla="*/ 1838163 w 4797018"/>
              <a:gd name="connsiteY123" fmla="*/ 1020899 h 1831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4797018" h="1831428">
                <a:moveTo>
                  <a:pt x="0" y="170736"/>
                </a:moveTo>
                <a:lnTo>
                  <a:pt x="92812" y="77924"/>
                </a:lnTo>
                <a:lnTo>
                  <a:pt x="92812" y="1763373"/>
                </a:lnTo>
                <a:lnTo>
                  <a:pt x="0" y="1763373"/>
                </a:lnTo>
                <a:lnTo>
                  <a:pt x="0" y="170736"/>
                </a:lnTo>
                <a:close/>
                <a:moveTo>
                  <a:pt x="278425" y="92812"/>
                </a:moveTo>
                <a:lnTo>
                  <a:pt x="1392136" y="92812"/>
                </a:lnTo>
                <a:lnTo>
                  <a:pt x="1392136" y="0"/>
                </a:lnTo>
                <a:lnTo>
                  <a:pt x="185614" y="0"/>
                </a:lnTo>
                <a:lnTo>
                  <a:pt x="185614" y="1113701"/>
                </a:lnTo>
                <a:lnTo>
                  <a:pt x="1210723" y="1113701"/>
                </a:lnTo>
                <a:lnTo>
                  <a:pt x="1210723" y="1020899"/>
                </a:lnTo>
                <a:lnTo>
                  <a:pt x="278425" y="1020899"/>
                </a:lnTo>
                <a:lnTo>
                  <a:pt x="278425" y="92812"/>
                </a:lnTo>
                <a:close/>
                <a:moveTo>
                  <a:pt x="1350464" y="835285"/>
                </a:moveTo>
                <a:lnTo>
                  <a:pt x="464048" y="835285"/>
                </a:lnTo>
                <a:lnTo>
                  <a:pt x="464048" y="464048"/>
                </a:lnTo>
                <a:lnTo>
                  <a:pt x="1222124" y="464048"/>
                </a:lnTo>
                <a:lnTo>
                  <a:pt x="1314926" y="371237"/>
                </a:lnTo>
                <a:lnTo>
                  <a:pt x="464048" y="371237"/>
                </a:lnTo>
                <a:lnTo>
                  <a:pt x="464048" y="278425"/>
                </a:lnTo>
                <a:lnTo>
                  <a:pt x="1392146" y="278425"/>
                </a:lnTo>
                <a:lnTo>
                  <a:pt x="1392146" y="185614"/>
                </a:lnTo>
                <a:lnTo>
                  <a:pt x="371237" y="185614"/>
                </a:lnTo>
                <a:lnTo>
                  <a:pt x="371237" y="928087"/>
                </a:lnTo>
                <a:lnTo>
                  <a:pt x="1258872" y="928087"/>
                </a:lnTo>
                <a:lnTo>
                  <a:pt x="1350464" y="835285"/>
                </a:lnTo>
                <a:close/>
                <a:moveTo>
                  <a:pt x="185614" y="1763373"/>
                </a:moveTo>
                <a:lnTo>
                  <a:pt x="278425" y="1763373"/>
                </a:lnTo>
                <a:lnTo>
                  <a:pt x="278425" y="1299324"/>
                </a:lnTo>
                <a:lnTo>
                  <a:pt x="371237" y="1299324"/>
                </a:lnTo>
                <a:lnTo>
                  <a:pt x="371237" y="1685449"/>
                </a:lnTo>
                <a:lnTo>
                  <a:pt x="464039" y="1592647"/>
                </a:lnTo>
                <a:lnTo>
                  <a:pt x="464039" y="1299324"/>
                </a:lnTo>
                <a:lnTo>
                  <a:pt x="1210723" y="1299324"/>
                </a:lnTo>
                <a:lnTo>
                  <a:pt x="1210723" y="1206522"/>
                </a:lnTo>
                <a:lnTo>
                  <a:pt x="185614" y="1206522"/>
                </a:lnTo>
                <a:lnTo>
                  <a:pt x="185614" y="1763373"/>
                </a:lnTo>
                <a:close/>
                <a:moveTo>
                  <a:pt x="4704207" y="0"/>
                </a:moveTo>
                <a:lnTo>
                  <a:pt x="4704207" y="1067314"/>
                </a:lnTo>
                <a:cubicBezTo>
                  <a:pt x="4704207" y="1315669"/>
                  <a:pt x="4593393" y="1529039"/>
                  <a:pt x="4334837" y="1692688"/>
                </a:cubicBezTo>
                <a:lnTo>
                  <a:pt x="4332742" y="1689954"/>
                </a:lnTo>
                <a:cubicBezTo>
                  <a:pt x="4502639" y="1555213"/>
                  <a:pt x="4611405" y="1382144"/>
                  <a:pt x="4611405" y="1158564"/>
                </a:cubicBezTo>
                <a:lnTo>
                  <a:pt x="4611405" y="0"/>
                </a:lnTo>
                <a:lnTo>
                  <a:pt x="4518594" y="0"/>
                </a:lnTo>
                <a:lnTo>
                  <a:pt x="4518594" y="1157021"/>
                </a:lnTo>
                <a:cubicBezTo>
                  <a:pt x="4518594" y="1490196"/>
                  <a:pt x="4248512" y="1740170"/>
                  <a:pt x="3915337" y="1740170"/>
                </a:cubicBezTo>
                <a:cubicBezTo>
                  <a:pt x="3582162" y="1740170"/>
                  <a:pt x="3312081" y="1490186"/>
                  <a:pt x="3312081" y="1157021"/>
                </a:cubicBezTo>
                <a:lnTo>
                  <a:pt x="3312081" y="77924"/>
                </a:lnTo>
                <a:lnTo>
                  <a:pt x="3219269" y="170736"/>
                </a:lnTo>
                <a:lnTo>
                  <a:pt x="3219269" y="1158564"/>
                </a:lnTo>
                <a:cubicBezTo>
                  <a:pt x="3219269" y="1542993"/>
                  <a:pt x="3530908" y="1831429"/>
                  <a:pt x="3915337" y="1831429"/>
                </a:cubicBezTo>
                <a:cubicBezTo>
                  <a:pt x="3924233" y="1831429"/>
                  <a:pt x="4008139" y="1831429"/>
                  <a:pt x="4008139" y="1831429"/>
                </a:cubicBezTo>
                <a:cubicBezTo>
                  <a:pt x="4386691" y="1831429"/>
                  <a:pt x="4797019" y="1551870"/>
                  <a:pt x="4797019" y="1068667"/>
                </a:cubicBezTo>
                <a:cubicBezTo>
                  <a:pt x="4797019" y="1068210"/>
                  <a:pt x="4797019" y="0"/>
                  <a:pt x="4797019" y="0"/>
                </a:cubicBezTo>
                <a:lnTo>
                  <a:pt x="4704207" y="0"/>
                </a:lnTo>
                <a:close/>
                <a:moveTo>
                  <a:pt x="3915328" y="1647358"/>
                </a:moveTo>
                <a:cubicBezTo>
                  <a:pt x="4197077" y="1647358"/>
                  <a:pt x="4425515" y="1438694"/>
                  <a:pt x="4425773" y="1157021"/>
                </a:cubicBezTo>
                <a:lnTo>
                  <a:pt x="4425782" y="1157021"/>
                </a:lnTo>
                <a:lnTo>
                  <a:pt x="4425782" y="77924"/>
                </a:lnTo>
                <a:lnTo>
                  <a:pt x="4332970" y="170736"/>
                </a:lnTo>
                <a:lnTo>
                  <a:pt x="4332970" y="1067305"/>
                </a:lnTo>
                <a:cubicBezTo>
                  <a:pt x="4332970" y="1246699"/>
                  <a:pt x="4187533" y="1368933"/>
                  <a:pt x="4008130" y="1368933"/>
                </a:cubicBezTo>
                <a:cubicBezTo>
                  <a:pt x="3828736" y="1368933"/>
                  <a:pt x="3683298" y="1246699"/>
                  <a:pt x="3683298" y="1067305"/>
                </a:cubicBezTo>
                <a:lnTo>
                  <a:pt x="3683289" y="0"/>
                </a:lnTo>
                <a:lnTo>
                  <a:pt x="3590487" y="0"/>
                </a:lnTo>
                <a:lnTo>
                  <a:pt x="3590487" y="1067305"/>
                </a:lnTo>
                <a:cubicBezTo>
                  <a:pt x="3590487" y="1297962"/>
                  <a:pt x="3777472" y="1461745"/>
                  <a:pt x="4008130" y="1461745"/>
                </a:cubicBezTo>
                <a:cubicBezTo>
                  <a:pt x="4102446" y="1461745"/>
                  <a:pt x="4216937" y="1415148"/>
                  <a:pt x="4294699" y="1333129"/>
                </a:cubicBezTo>
                <a:lnTo>
                  <a:pt x="4296785" y="1335862"/>
                </a:lnTo>
                <a:cubicBezTo>
                  <a:pt x="4223881" y="1471070"/>
                  <a:pt x="4089102" y="1554556"/>
                  <a:pt x="3915328" y="1554556"/>
                </a:cubicBezTo>
                <a:cubicBezTo>
                  <a:pt x="3686090" y="1554556"/>
                  <a:pt x="3500009" y="1388593"/>
                  <a:pt x="3497742" y="1160116"/>
                </a:cubicBezTo>
                <a:lnTo>
                  <a:pt x="3497685" y="1160116"/>
                </a:lnTo>
                <a:lnTo>
                  <a:pt x="3497685" y="0"/>
                </a:lnTo>
                <a:lnTo>
                  <a:pt x="3404873" y="0"/>
                </a:lnTo>
                <a:lnTo>
                  <a:pt x="3404873" y="1160107"/>
                </a:lnTo>
                <a:lnTo>
                  <a:pt x="3404921" y="1160107"/>
                </a:lnTo>
                <a:cubicBezTo>
                  <a:pt x="3406855" y="1440218"/>
                  <a:pt x="3634616" y="1647358"/>
                  <a:pt x="3915328" y="1647358"/>
                </a:cubicBezTo>
                <a:close/>
                <a:moveTo>
                  <a:pt x="1852984" y="1206522"/>
                </a:moveTo>
                <a:lnTo>
                  <a:pt x="1618288" y="1763373"/>
                </a:lnTo>
                <a:lnTo>
                  <a:pt x="1711119" y="1763363"/>
                </a:lnTo>
                <a:lnTo>
                  <a:pt x="1711100" y="1763373"/>
                </a:lnTo>
                <a:lnTo>
                  <a:pt x="1711119" y="1763373"/>
                </a:lnTo>
                <a:lnTo>
                  <a:pt x="1828448" y="1484948"/>
                </a:lnTo>
                <a:lnTo>
                  <a:pt x="2614774" y="1484948"/>
                </a:lnTo>
                <a:lnTo>
                  <a:pt x="2732018" y="1763373"/>
                </a:lnTo>
                <a:lnTo>
                  <a:pt x="2824820" y="1763373"/>
                </a:lnTo>
                <a:lnTo>
                  <a:pt x="2668515" y="1392136"/>
                </a:lnTo>
                <a:lnTo>
                  <a:pt x="1867567" y="1392136"/>
                </a:lnTo>
                <a:lnTo>
                  <a:pt x="1906676" y="1299324"/>
                </a:lnTo>
                <a:lnTo>
                  <a:pt x="2722236" y="1299324"/>
                </a:lnTo>
                <a:lnTo>
                  <a:pt x="2917632" y="1763373"/>
                </a:lnTo>
                <a:lnTo>
                  <a:pt x="3010443" y="1763373"/>
                </a:lnTo>
                <a:lnTo>
                  <a:pt x="2775976" y="1206522"/>
                </a:lnTo>
                <a:lnTo>
                  <a:pt x="1852984" y="1206522"/>
                </a:lnTo>
                <a:close/>
                <a:moveTo>
                  <a:pt x="1989544" y="0"/>
                </a:moveTo>
                <a:lnTo>
                  <a:pt x="1307459" y="1617898"/>
                </a:lnTo>
                <a:lnTo>
                  <a:pt x="1366533" y="1698098"/>
                </a:lnTo>
                <a:lnTo>
                  <a:pt x="2082356" y="0"/>
                </a:lnTo>
                <a:lnTo>
                  <a:pt x="1989544" y="0"/>
                </a:lnTo>
                <a:close/>
                <a:moveTo>
                  <a:pt x="2360771" y="0"/>
                </a:moveTo>
                <a:lnTo>
                  <a:pt x="3075708" y="1698098"/>
                </a:lnTo>
                <a:lnTo>
                  <a:pt x="3134639" y="1617898"/>
                </a:lnTo>
                <a:lnTo>
                  <a:pt x="2453592" y="0"/>
                </a:lnTo>
                <a:lnTo>
                  <a:pt x="2360771" y="0"/>
                </a:lnTo>
                <a:close/>
                <a:moveTo>
                  <a:pt x="1799101" y="1113711"/>
                </a:moveTo>
                <a:lnTo>
                  <a:pt x="1524610" y="1763373"/>
                </a:lnTo>
                <a:lnTo>
                  <a:pt x="1431798" y="1763373"/>
                </a:lnTo>
                <a:lnTo>
                  <a:pt x="2128761" y="110195"/>
                </a:lnTo>
                <a:lnTo>
                  <a:pt x="2512219" y="1020899"/>
                </a:lnTo>
                <a:lnTo>
                  <a:pt x="2605021" y="1020899"/>
                </a:lnTo>
                <a:lnTo>
                  <a:pt x="2175158" y="0"/>
                </a:lnTo>
                <a:lnTo>
                  <a:pt x="2267969" y="0"/>
                </a:lnTo>
                <a:lnTo>
                  <a:pt x="2736895" y="1113701"/>
                </a:lnTo>
                <a:lnTo>
                  <a:pt x="1799101" y="1113701"/>
                </a:lnTo>
                <a:close/>
                <a:moveTo>
                  <a:pt x="2221802" y="551602"/>
                </a:moveTo>
                <a:lnTo>
                  <a:pt x="2024015" y="1020899"/>
                </a:lnTo>
                <a:lnTo>
                  <a:pt x="2419398" y="1020899"/>
                </a:lnTo>
                <a:lnTo>
                  <a:pt x="2221802" y="551602"/>
                </a:lnTo>
                <a:close/>
                <a:moveTo>
                  <a:pt x="1838163" y="1020899"/>
                </a:moveTo>
                <a:lnTo>
                  <a:pt x="1931213" y="1020899"/>
                </a:lnTo>
                <a:lnTo>
                  <a:pt x="2175415" y="441436"/>
                </a:lnTo>
                <a:lnTo>
                  <a:pt x="2128942" y="331070"/>
                </a:lnTo>
                <a:lnTo>
                  <a:pt x="1838163" y="1020899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10" name="Bildplatzhalter 6">
            <a:extLst>
              <a:ext uri="{FF2B5EF4-FFF2-40B4-BE49-F238E27FC236}">
                <a16:creationId xmlns:a16="http://schemas.microsoft.com/office/drawing/2014/main" id="{93DCB95B-459E-4AC2-8E4B-6C459242A953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3ECEE8D8-DF92-4CFD-A29A-DD98DFA7EC69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12" name="Gerader Verbinder 11">
              <a:extLst>
                <a:ext uri="{FF2B5EF4-FFF2-40B4-BE49-F238E27FC236}">
                  <a16:creationId xmlns:a16="http://schemas.microsoft.com/office/drawing/2014/main" id="{E89218EB-083A-44EC-89C4-86451CE1FC7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feld 12">
              <a:extLst>
                <a:ext uri="{FF2B5EF4-FFF2-40B4-BE49-F238E27FC236}">
                  <a16:creationId xmlns:a16="http://schemas.microsoft.com/office/drawing/2014/main" id="{399474D3-E53E-4ABA-9B61-C9BB08A3276B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57879191-3BE6-4B4E-A6B9-7EE964614B47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15" name="Gerader Verbinder 14">
              <a:extLst>
                <a:ext uri="{FF2B5EF4-FFF2-40B4-BE49-F238E27FC236}">
                  <a16:creationId xmlns:a16="http://schemas.microsoft.com/office/drawing/2014/main" id="{94484379-E642-433C-B53A-1DEE6A9DD4E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feld 15">
              <a:extLst>
                <a:ext uri="{FF2B5EF4-FFF2-40B4-BE49-F238E27FC236}">
                  <a16:creationId xmlns:a16="http://schemas.microsoft.com/office/drawing/2014/main" id="{7C54D7A6-C6ED-4572-B49C-338FB11A042A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382F9D16-DA93-44FA-B850-67D0B6AD397D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18" name="Gerader Verbinder 17">
              <a:extLst>
                <a:ext uri="{FF2B5EF4-FFF2-40B4-BE49-F238E27FC236}">
                  <a16:creationId xmlns:a16="http://schemas.microsoft.com/office/drawing/2014/main" id="{7201A13C-71DC-4465-B39F-F196A503534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feld 18">
              <a:extLst>
                <a:ext uri="{FF2B5EF4-FFF2-40B4-BE49-F238E27FC236}">
                  <a16:creationId xmlns:a16="http://schemas.microsoft.com/office/drawing/2014/main" id="{D957CB6E-B09B-4A22-86F0-6C38F81B2E90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38DB7D0C-ACAA-4A6B-8088-624B0BC24502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21" name="Gerader Verbinder 20">
              <a:extLst>
                <a:ext uri="{FF2B5EF4-FFF2-40B4-BE49-F238E27FC236}">
                  <a16:creationId xmlns:a16="http://schemas.microsoft.com/office/drawing/2014/main" id="{E8B86ED7-0F29-451E-8C7D-9B396D5E209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feld 21">
              <a:extLst>
                <a:ext uri="{FF2B5EF4-FFF2-40B4-BE49-F238E27FC236}">
                  <a16:creationId xmlns:a16="http://schemas.microsoft.com/office/drawing/2014/main" id="{ED76FB85-7BBB-4E8D-A853-5FCC744835E1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23" name="Gruppieren 22">
            <a:extLst>
              <a:ext uri="{FF2B5EF4-FFF2-40B4-BE49-F238E27FC236}">
                <a16:creationId xmlns:a16="http://schemas.microsoft.com/office/drawing/2014/main" id="{E1524020-40DB-450A-AEE5-3E1B459B16B5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24" name="Gerader Verbinder 23">
              <a:extLst>
                <a:ext uri="{FF2B5EF4-FFF2-40B4-BE49-F238E27FC236}">
                  <a16:creationId xmlns:a16="http://schemas.microsoft.com/office/drawing/2014/main" id="{539CBAAA-C79F-4BC9-9AF3-18ED0AF9EE7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feld 24">
              <a:extLst>
                <a:ext uri="{FF2B5EF4-FFF2-40B4-BE49-F238E27FC236}">
                  <a16:creationId xmlns:a16="http://schemas.microsoft.com/office/drawing/2014/main" id="{65F01F83-E434-491F-8893-1CE5848F9B6D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26" name="Gruppieren 25">
            <a:extLst>
              <a:ext uri="{FF2B5EF4-FFF2-40B4-BE49-F238E27FC236}">
                <a16:creationId xmlns:a16="http://schemas.microsoft.com/office/drawing/2014/main" id="{99ECB07F-83AC-4A69-A930-C51459FBE5BA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27" name="Gerader Verbinder 26">
              <a:extLst>
                <a:ext uri="{FF2B5EF4-FFF2-40B4-BE49-F238E27FC236}">
                  <a16:creationId xmlns:a16="http://schemas.microsoft.com/office/drawing/2014/main" id="{EB6DF347-64CA-4BE1-8952-3E80EBD0082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feld 27">
              <a:extLst>
                <a:ext uri="{FF2B5EF4-FFF2-40B4-BE49-F238E27FC236}">
                  <a16:creationId xmlns:a16="http://schemas.microsoft.com/office/drawing/2014/main" id="{F82628F6-8442-4626-962B-E947FDA8C0C0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29" name="Gruppieren 28">
            <a:extLst>
              <a:ext uri="{FF2B5EF4-FFF2-40B4-BE49-F238E27FC236}">
                <a16:creationId xmlns:a16="http://schemas.microsoft.com/office/drawing/2014/main" id="{C9B4EC5D-DF7B-4D80-86D6-C95B0B60B325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30" name="Gerader Verbinder 29">
              <a:extLst>
                <a:ext uri="{FF2B5EF4-FFF2-40B4-BE49-F238E27FC236}">
                  <a16:creationId xmlns:a16="http://schemas.microsoft.com/office/drawing/2014/main" id="{7A230F03-8AA4-4AAE-999A-6E872C727A8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feld 30">
              <a:extLst>
                <a:ext uri="{FF2B5EF4-FFF2-40B4-BE49-F238E27FC236}">
                  <a16:creationId xmlns:a16="http://schemas.microsoft.com/office/drawing/2014/main" id="{1C36145D-6FFB-4D3A-85D6-2ACFDAE5F5D2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32" name="Gruppieren 31">
            <a:extLst>
              <a:ext uri="{FF2B5EF4-FFF2-40B4-BE49-F238E27FC236}">
                <a16:creationId xmlns:a16="http://schemas.microsoft.com/office/drawing/2014/main" id="{0D1EC147-B041-40BC-BA8D-878A722616DE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33" name="Gerader Verbinder 32">
              <a:extLst>
                <a:ext uri="{FF2B5EF4-FFF2-40B4-BE49-F238E27FC236}">
                  <a16:creationId xmlns:a16="http://schemas.microsoft.com/office/drawing/2014/main" id="{4A4E226E-C413-42F0-AA69-108B05313D4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feld 33">
              <a:extLst>
                <a:ext uri="{FF2B5EF4-FFF2-40B4-BE49-F238E27FC236}">
                  <a16:creationId xmlns:a16="http://schemas.microsoft.com/office/drawing/2014/main" id="{4A93327E-EEC7-45A4-9C35-410D17ECB865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35" name="Gruppieren 34">
            <a:extLst>
              <a:ext uri="{FF2B5EF4-FFF2-40B4-BE49-F238E27FC236}">
                <a16:creationId xmlns:a16="http://schemas.microsoft.com/office/drawing/2014/main" id="{0EC1AF1A-26A7-479B-A176-8997B58ED4D1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36" name="Gerader Verbinder 35">
              <a:extLst>
                <a:ext uri="{FF2B5EF4-FFF2-40B4-BE49-F238E27FC236}">
                  <a16:creationId xmlns:a16="http://schemas.microsoft.com/office/drawing/2014/main" id="{80D76042-D322-4CD0-B41A-CE295CEC6835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feld 36">
              <a:extLst>
                <a:ext uri="{FF2B5EF4-FFF2-40B4-BE49-F238E27FC236}">
                  <a16:creationId xmlns:a16="http://schemas.microsoft.com/office/drawing/2014/main" id="{397EC952-23B6-4728-82B6-3D733107C66E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38" name="Gerader Verbinder 37">
            <a:extLst>
              <a:ext uri="{FF2B5EF4-FFF2-40B4-BE49-F238E27FC236}">
                <a16:creationId xmlns:a16="http://schemas.microsoft.com/office/drawing/2014/main" id="{D8CEDBB7-9662-435E-8F5A-F3EE555D9908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Gruppieren 38">
            <a:extLst>
              <a:ext uri="{FF2B5EF4-FFF2-40B4-BE49-F238E27FC236}">
                <a16:creationId xmlns:a16="http://schemas.microsoft.com/office/drawing/2014/main" id="{24365663-FE3F-47D4-A8D7-729A38C4987D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40" name="Gerader Verbinder 39">
              <a:extLst>
                <a:ext uri="{FF2B5EF4-FFF2-40B4-BE49-F238E27FC236}">
                  <a16:creationId xmlns:a16="http://schemas.microsoft.com/office/drawing/2014/main" id="{92EE37E1-8647-4AEB-9AEE-FF0711435F3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feld 40">
              <a:extLst>
                <a:ext uri="{FF2B5EF4-FFF2-40B4-BE49-F238E27FC236}">
                  <a16:creationId xmlns:a16="http://schemas.microsoft.com/office/drawing/2014/main" id="{C2B4E3D7-0BC3-4BC1-B86B-DD51E9785755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209284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 | 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E4048C-0B54-437F-B99C-D17800474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9B90D-B599-5149-AE74-6E49CD0C8670}" type="datetime4">
              <a:rPr lang="de-DE" smtClean="0"/>
              <a:t>8.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18B908A7-A1D8-4FB7-9CB4-BDC3E20D2B62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8" name="Textplatzhalter 9">
            <a:extLst>
              <a:ext uri="{FF2B5EF4-FFF2-40B4-BE49-F238E27FC236}">
                <a16:creationId xmlns:a16="http://schemas.microsoft.com/office/drawing/2014/main" id="{3ECE24E6-4A5A-4343-B2C1-436122DA9D14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583416416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E4048C-0B54-437F-B99C-D17800474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FBA31-5404-F94C-9729-432E02DE851B}" type="datetime4">
              <a:rPr lang="de-DE" smtClean="0"/>
              <a:t>8.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EB25E710-D493-4189-8EF7-00ABE0AB56E5}"/>
              </a:ext>
            </a:extLst>
          </p:cNvPr>
          <p:cNvSpPr/>
          <p:nvPr userDrawn="1"/>
        </p:nvSpPr>
        <p:spPr>
          <a:xfrm>
            <a:off x="518317" y="1631155"/>
            <a:ext cx="11157746" cy="456961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de-DE" sz="1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F2F509DB-422D-41FB-A02B-822A0A204E4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497190" y="2835964"/>
            <a:ext cx="7200000" cy="2160000"/>
          </a:xfrm>
        </p:spPr>
        <p:txBody>
          <a:bodyPr rIns="0" anchor="ctr" anchorCtr="0">
            <a:normAutofit/>
          </a:bodyPr>
          <a:lstStyle>
            <a:lvl1pPr algn="ctr">
              <a:defRPr sz="2000" i="1"/>
            </a:lvl1pPr>
            <a:lvl2pPr marL="0" indent="0">
              <a:buNone/>
              <a:defRPr/>
            </a:lvl2pPr>
          </a:lstStyle>
          <a:p>
            <a:pPr lvl="0"/>
            <a:r>
              <a:rPr lang="de-DE" dirty="0"/>
              <a:t>„Mastertextformat bearbeiten“</a:t>
            </a:r>
          </a:p>
        </p:txBody>
      </p:sp>
      <p:sp>
        <p:nvSpPr>
          <p:cNvPr id="10" name="Bildplatzhalter 6">
            <a:extLst>
              <a:ext uri="{FF2B5EF4-FFF2-40B4-BE49-F238E27FC236}">
                <a16:creationId xmlns:a16="http://schemas.microsoft.com/office/drawing/2014/main" id="{F862885B-685B-4384-B9F0-6266AD0BDA76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A79F5836-BEF7-4EB3-8486-34259F174529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359660173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chlussfoli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platzhalter 167">
            <a:extLst>
              <a:ext uri="{FF2B5EF4-FFF2-40B4-BE49-F238E27FC236}">
                <a16:creationId xmlns:a16="http://schemas.microsoft.com/office/drawing/2014/main" id="{68AB2348-B91F-4E68-BDE1-60ECCE02B49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1628775"/>
            <a:ext cx="12192000" cy="5229225"/>
          </a:xfrm>
          <a:gradFill>
            <a:gsLst>
              <a:gs pos="50000">
                <a:schemeClr val="accent4">
                  <a:alpha val="50000"/>
                </a:schemeClr>
              </a:gs>
              <a:gs pos="5000">
                <a:schemeClr val="accent4"/>
              </a:gs>
              <a:gs pos="100000">
                <a:schemeClr val="accent4">
                  <a:alpha val="20000"/>
                </a:schemeClr>
              </a:gs>
            </a:gsLst>
            <a:lin ang="5400000" scaled="1"/>
          </a:gradFill>
        </p:spPr>
        <p:txBody>
          <a:bodyPr vert="horz" wrap="square" lIns="540000" tIns="1188000" rIns="0" bIns="0" rtlCol="0" anchor="t" anchorCtr="0">
            <a:noAutofit/>
          </a:bodyPr>
          <a:lstStyle>
            <a:lvl1pPr>
              <a:defRPr lang="de-DE" sz="4000" b="1" dirty="0"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de-DE" dirty="0"/>
              <a:t> </a:t>
            </a:r>
          </a:p>
        </p:txBody>
      </p:sp>
      <p:sp>
        <p:nvSpPr>
          <p:cNvPr id="59" name="Bildplatzhalter 60">
            <a:extLst>
              <a:ext uri="{FF2B5EF4-FFF2-40B4-BE49-F238E27FC236}">
                <a16:creationId xmlns:a16="http://schemas.microsoft.com/office/drawing/2014/main" id="{92CE05A2-27DE-4191-8A63-5C7C7ACA37C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628775"/>
            <a:ext cx="12192000" cy="5229226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60" name="Rechteck 59">
            <a:extLst>
              <a:ext uri="{FF2B5EF4-FFF2-40B4-BE49-F238E27FC236}">
                <a16:creationId xmlns:a16="http://schemas.microsoft.com/office/drawing/2014/main" id="{CBD8B083-79E8-44E1-BA43-E993160F02E1}"/>
              </a:ext>
            </a:extLst>
          </p:cNvPr>
          <p:cNvSpPr/>
          <p:nvPr userDrawn="1"/>
        </p:nvSpPr>
        <p:spPr>
          <a:xfrm>
            <a:off x="518400" y="1196733"/>
            <a:ext cx="11676062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4" name="Textplatzhalter 64">
            <a:extLst>
              <a:ext uri="{FF2B5EF4-FFF2-40B4-BE49-F238E27FC236}">
                <a16:creationId xmlns:a16="http://schemas.microsoft.com/office/drawing/2014/main" id="{94E4DAD8-28C4-496D-803F-AF50BFF89A8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8317" y="2647985"/>
            <a:ext cx="11157745" cy="1562031"/>
          </a:xfrm>
        </p:spPr>
        <p:txBody>
          <a:bodyPr vert="horz" wrap="square" lIns="0" tIns="0" rIns="360000" bIns="0" rtlCol="0" anchor="ctr" anchorCtr="0">
            <a:spAutoFit/>
          </a:bodyPr>
          <a:lstStyle>
            <a:lvl1pPr>
              <a:spcAft>
                <a:spcPts val="0"/>
              </a:spcAft>
              <a:defRPr lang="de-DE" sz="4800" b="1" dirty="0" smtClean="0"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de-DE" dirty="0"/>
              <a:t>Vielen Dank</a:t>
            </a:r>
            <a:br>
              <a:rPr lang="de-DE" dirty="0"/>
            </a:br>
            <a:r>
              <a:rPr lang="de-DE" dirty="0"/>
              <a:t>für Ihre Aufmerksamkeit!</a:t>
            </a:r>
          </a:p>
        </p:txBody>
      </p:sp>
      <p:sp>
        <p:nvSpPr>
          <p:cNvPr id="58" name="Freihandform: Form 57">
            <a:extLst>
              <a:ext uri="{FF2B5EF4-FFF2-40B4-BE49-F238E27FC236}">
                <a16:creationId xmlns:a16="http://schemas.microsoft.com/office/drawing/2014/main" id="{1A7F7BEE-9A4B-44B2-960F-97720F4BC3DA}"/>
              </a:ext>
            </a:extLst>
          </p:cNvPr>
          <p:cNvSpPr/>
          <p:nvPr userDrawn="1"/>
        </p:nvSpPr>
        <p:spPr>
          <a:xfrm>
            <a:off x="10056938" y="300703"/>
            <a:ext cx="1619125" cy="618155"/>
          </a:xfrm>
          <a:custGeom>
            <a:avLst/>
            <a:gdLst>
              <a:gd name="connsiteX0" fmla="*/ 0 w 1456912"/>
              <a:gd name="connsiteY0" fmla="*/ 51854 h 556225"/>
              <a:gd name="connsiteX1" fmla="*/ 28188 w 1456912"/>
              <a:gd name="connsiteY1" fmla="*/ 23666 h 556225"/>
              <a:gd name="connsiteX2" fmla="*/ 28188 w 1456912"/>
              <a:gd name="connsiteY2" fmla="*/ 535557 h 556225"/>
              <a:gd name="connsiteX3" fmla="*/ 0 w 1456912"/>
              <a:gd name="connsiteY3" fmla="*/ 535557 h 556225"/>
              <a:gd name="connsiteX4" fmla="*/ 0 w 1456912"/>
              <a:gd name="connsiteY4" fmla="*/ 51854 h 556225"/>
              <a:gd name="connsiteX5" fmla="*/ 84564 w 1456912"/>
              <a:gd name="connsiteY5" fmla="*/ 28188 h 556225"/>
              <a:gd name="connsiteX6" fmla="*/ 422811 w 1456912"/>
              <a:gd name="connsiteY6" fmla="*/ 28188 h 556225"/>
              <a:gd name="connsiteX7" fmla="*/ 422811 w 1456912"/>
              <a:gd name="connsiteY7" fmla="*/ 0 h 556225"/>
              <a:gd name="connsiteX8" fmla="*/ 56376 w 1456912"/>
              <a:gd name="connsiteY8" fmla="*/ 0 h 556225"/>
              <a:gd name="connsiteX9" fmla="*/ 56376 w 1456912"/>
              <a:gd name="connsiteY9" fmla="*/ 338244 h 556225"/>
              <a:gd name="connsiteX10" fmla="*/ 367711 w 1456912"/>
              <a:gd name="connsiteY10" fmla="*/ 338244 h 556225"/>
              <a:gd name="connsiteX11" fmla="*/ 367711 w 1456912"/>
              <a:gd name="connsiteY11" fmla="*/ 310062 h 556225"/>
              <a:gd name="connsiteX12" fmla="*/ 84564 w 1456912"/>
              <a:gd name="connsiteY12" fmla="*/ 310062 h 556225"/>
              <a:gd name="connsiteX13" fmla="*/ 84564 w 1456912"/>
              <a:gd name="connsiteY13" fmla="*/ 28188 h 556225"/>
              <a:gd name="connsiteX14" fmla="*/ 410152 w 1456912"/>
              <a:gd name="connsiteY14" fmla="*/ 253686 h 556225"/>
              <a:gd name="connsiteX15" fmla="*/ 140937 w 1456912"/>
              <a:gd name="connsiteY15" fmla="*/ 253686 h 556225"/>
              <a:gd name="connsiteX16" fmla="*/ 140937 w 1456912"/>
              <a:gd name="connsiteY16" fmla="*/ 140940 h 556225"/>
              <a:gd name="connsiteX17" fmla="*/ 371171 w 1456912"/>
              <a:gd name="connsiteY17" fmla="*/ 140940 h 556225"/>
              <a:gd name="connsiteX18" fmla="*/ 399359 w 1456912"/>
              <a:gd name="connsiteY18" fmla="*/ 112752 h 556225"/>
              <a:gd name="connsiteX19" fmla="*/ 140937 w 1456912"/>
              <a:gd name="connsiteY19" fmla="*/ 112752 h 556225"/>
              <a:gd name="connsiteX20" fmla="*/ 140937 w 1456912"/>
              <a:gd name="connsiteY20" fmla="*/ 84564 h 556225"/>
              <a:gd name="connsiteX21" fmla="*/ 422811 w 1456912"/>
              <a:gd name="connsiteY21" fmla="*/ 84564 h 556225"/>
              <a:gd name="connsiteX22" fmla="*/ 422811 w 1456912"/>
              <a:gd name="connsiteY22" fmla="*/ 56376 h 556225"/>
              <a:gd name="connsiteX23" fmla="*/ 112749 w 1456912"/>
              <a:gd name="connsiteY23" fmla="*/ 56376 h 556225"/>
              <a:gd name="connsiteX24" fmla="*/ 112749 w 1456912"/>
              <a:gd name="connsiteY24" fmla="*/ 281874 h 556225"/>
              <a:gd name="connsiteX25" fmla="*/ 382334 w 1456912"/>
              <a:gd name="connsiteY25" fmla="*/ 281874 h 556225"/>
              <a:gd name="connsiteX26" fmla="*/ 410152 w 1456912"/>
              <a:gd name="connsiteY26" fmla="*/ 253686 h 556225"/>
              <a:gd name="connsiteX27" fmla="*/ 56376 w 1456912"/>
              <a:gd name="connsiteY27" fmla="*/ 535557 h 556225"/>
              <a:gd name="connsiteX28" fmla="*/ 84564 w 1456912"/>
              <a:gd name="connsiteY28" fmla="*/ 535557 h 556225"/>
              <a:gd name="connsiteX29" fmla="*/ 84564 w 1456912"/>
              <a:gd name="connsiteY29" fmla="*/ 394620 h 556225"/>
              <a:gd name="connsiteX30" fmla="*/ 112752 w 1456912"/>
              <a:gd name="connsiteY30" fmla="*/ 394620 h 556225"/>
              <a:gd name="connsiteX31" fmla="*/ 112752 w 1456912"/>
              <a:gd name="connsiteY31" fmla="*/ 511890 h 556225"/>
              <a:gd name="connsiteX32" fmla="*/ 140940 w 1456912"/>
              <a:gd name="connsiteY32" fmla="*/ 483705 h 556225"/>
              <a:gd name="connsiteX33" fmla="*/ 140940 w 1456912"/>
              <a:gd name="connsiteY33" fmla="*/ 394620 h 556225"/>
              <a:gd name="connsiteX34" fmla="*/ 367714 w 1456912"/>
              <a:gd name="connsiteY34" fmla="*/ 394620 h 556225"/>
              <a:gd name="connsiteX35" fmla="*/ 367714 w 1456912"/>
              <a:gd name="connsiteY35" fmla="*/ 366435 h 556225"/>
              <a:gd name="connsiteX36" fmla="*/ 56376 w 1456912"/>
              <a:gd name="connsiteY36" fmla="*/ 366435 h 556225"/>
              <a:gd name="connsiteX37" fmla="*/ 56376 w 1456912"/>
              <a:gd name="connsiteY37" fmla="*/ 535557 h 556225"/>
              <a:gd name="connsiteX38" fmla="*/ 1428724 w 1456912"/>
              <a:gd name="connsiteY38" fmla="*/ 0 h 556225"/>
              <a:gd name="connsiteX39" fmla="*/ 1428724 w 1456912"/>
              <a:gd name="connsiteY39" fmla="*/ 324156 h 556225"/>
              <a:gd name="connsiteX40" fmla="*/ 1316539 w 1456912"/>
              <a:gd name="connsiteY40" fmla="*/ 514089 h 556225"/>
              <a:gd name="connsiteX41" fmla="*/ 1315903 w 1456912"/>
              <a:gd name="connsiteY41" fmla="*/ 513258 h 556225"/>
              <a:gd name="connsiteX42" fmla="*/ 1400536 w 1456912"/>
              <a:gd name="connsiteY42" fmla="*/ 351869 h 556225"/>
              <a:gd name="connsiteX43" fmla="*/ 1400536 w 1456912"/>
              <a:gd name="connsiteY43" fmla="*/ 3 h 556225"/>
              <a:gd name="connsiteX44" fmla="*/ 1372348 w 1456912"/>
              <a:gd name="connsiteY44" fmla="*/ 3 h 556225"/>
              <a:gd name="connsiteX45" fmla="*/ 1372348 w 1456912"/>
              <a:gd name="connsiteY45" fmla="*/ 351400 h 556225"/>
              <a:gd name="connsiteX46" fmla="*/ 1189132 w 1456912"/>
              <a:gd name="connsiteY46" fmla="*/ 528510 h 556225"/>
              <a:gd name="connsiteX47" fmla="*/ 1005916 w 1456912"/>
              <a:gd name="connsiteY47" fmla="*/ 351400 h 556225"/>
              <a:gd name="connsiteX48" fmla="*/ 1005916 w 1456912"/>
              <a:gd name="connsiteY48" fmla="*/ 23666 h 556225"/>
              <a:gd name="connsiteX49" fmla="*/ 977728 w 1456912"/>
              <a:gd name="connsiteY49" fmla="*/ 51854 h 556225"/>
              <a:gd name="connsiteX50" fmla="*/ 977728 w 1456912"/>
              <a:gd name="connsiteY50" fmla="*/ 351869 h 556225"/>
              <a:gd name="connsiteX51" fmla="*/ 1189132 w 1456912"/>
              <a:gd name="connsiteY51" fmla="*/ 556226 h 556225"/>
              <a:gd name="connsiteX52" fmla="*/ 1217320 w 1456912"/>
              <a:gd name="connsiteY52" fmla="*/ 556226 h 556225"/>
              <a:gd name="connsiteX53" fmla="*/ 1456912 w 1456912"/>
              <a:gd name="connsiteY53" fmla="*/ 324566 h 556225"/>
              <a:gd name="connsiteX54" fmla="*/ 1456912 w 1456912"/>
              <a:gd name="connsiteY54" fmla="*/ 0 h 556225"/>
              <a:gd name="connsiteX55" fmla="*/ 1428724 w 1456912"/>
              <a:gd name="connsiteY55" fmla="*/ 0 h 556225"/>
              <a:gd name="connsiteX56" fmla="*/ 1189132 w 1456912"/>
              <a:gd name="connsiteY56" fmla="*/ 500322 h 556225"/>
              <a:gd name="connsiteX57" fmla="*/ 1344160 w 1456912"/>
              <a:gd name="connsiteY57" fmla="*/ 351400 h 556225"/>
              <a:gd name="connsiteX58" fmla="*/ 1344160 w 1456912"/>
              <a:gd name="connsiteY58" fmla="*/ 351400 h 556225"/>
              <a:gd name="connsiteX59" fmla="*/ 1344160 w 1456912"/>
              <a:gd name="connsiteY59" fmla="*/ 23666 h 556225"/>
              <a:gd name="connsiteX60" fmla="*/ 1315972 w 1456912"/>
              <a:gd name="connsiteY60" fmla="*/ 51854 h 556225"/>
              <a:gd name="connsiteX61" fmla="*/ 1315972 w 1456912"/>
              <a:gd name="connsiteY61" fmla="*/ 324153 h 556225"/>
              <a:gd name="connsiteX62" fmla="*/ 1217317 w 1456912"/>
              <a:gd name="connsiteY62" fmla="*/ 415761 h 556225"/>
              <a:gd name="connsiteX63" fmla="*/ 1118662 w 1456912"/>
              <a:gd name="connsiteY63" fmla="*/ 324153 h 556225"/>
              <a:gd name="connsiteX64" fmla="*/ 1118662 w 1456912"/>
              <a:gd name="connsiteY64" fmla="*/ 3 h 556225"/>
              <a:gd name="connsiteX65" fmla="*/ 1090474 w 1456912"/>
              <a:gd name="connsiteY65" fmla="*/ 3 h 556225"/>
              <a:gd name="connsiteX66" fmla="*/ 1090474 w 1456912"/>
              <a:gd name="connsiteY66" fmla="*/ 324156 h 556225"/>
              <a:gd name="connsiteX67" fmla="*/ 1217317 w 1456912"/>
              <a:gd name="connsiteY67" fmla="*/ 443951 h 556225"/>
              <a:gd name="connsiteX68" fmla="*/ 1304349 w 1456912"/>
              <a:gd name="connsiteY68" fmla="*/ 404889 h 556225"/>
              <a:gd name="connsiteX69" fmla="*/ 1304982 w 1456912"/>
              <a:gd name="connsiteY69" fmla="*/ 405720 h 556225"/>
              <a:gd name="connsiteX70" fmla="*/ 1189129 w 1456912"/>
              <a:gd name="connsiteY70" fmla="*/ 472139 h 556225"/>
              <a:gd name="connsiteX71" fmla="*/ 1062303 w 1456912"/>
              <a:gd name="connsiteY71" fmla="*/ 352344 h 556225"/>
              <a:gd name="connsiteX72" fmla="*/ 1062286 w 1456912"/>
              <a:gd name="connsiteY72" fmla="*/ 352344 h 556225"/>
              <a:gd name="connsiteX73" fmla="*/ 1062286 w 1456912"/>
              <a:gd name="connsiteY73" fmla="*/ 3 h 556225"/>
              <a:gd name="connsiteX74" fmla="*/ 1034098 w 1456912"/>
              <a:gd name="connsiteY74" fmla="*/ 3 h 556225"/>
              <a:gd name="connsiteX75" fmla="*/ 1034098 w 1456912"/>
              <a:gd name="connsiteY75" fmla="*/ 352341 h 556225"/>
              <a:gd name="connsiteX76" fmla="*/ 1034113 w 1456912"/>
              <a:gd name="connsiteY76" fmla="*/ 352341 h 556225"/>
              <a:gd name="connsiteX77" fmla="*/ 1189132 w 1456912"/>
              <a:gd name="connsiteY77" fmla="*/ 500322 h 556225"/>
              <a:gd name="connsiteX78" fmla="*/ 562774 w 1456912"/>
              <a:gd name="connsiteY78" fmla="*/ 366435 h 556225"/>
              <a:gd name="connsiteX79" fmla="*/ 491494 w 1456912"/>
              <a:gd name="connsiteY79" fmla="*/ 535557 h 556225"/>
              <a:gd name="connsiteX80" fmla="*/ 519684 w 1456912"/>
              <a:gd name="connsiteY80" fmla="*/ 535554 h 556225"/>
              <a:gd name="connsiteX81" fmla="*/ 519682 w 1456912"/>
              <a:gd name="connsiteY81" fmla="*/ 535557 h 556225"/>
              <a:gd name="connsiteX82" fmla="*/ 519684 w 1456912"/>
              <a:gd name="connsiteY82" fmla="*/ 535557 h 556225"/>
              <a:gd name="connsiteX83" fmla="*/ 555322 w 1456912"/>
              <a:gd name="connsiteY83" fmla="*/ 450996 h 556225"/>
              <a:gd name="connsiteX84" fmla="*/ 794138 w 1456912"/>
              <a:gd name="connsiteY84" fmla="*/ 450996 h 556225"/>
              <a:gd name="connsiteX85" fmla="*/ 829744 w 1456912"/>
              <a:gd name="connsiteY85" fmla="*/ 535557 h 556225"/>
              <a:gd name="connsiteX86" fmla="*/ 857932 w 1456912"/>
              <a:gd name="connsiteY86" fmla="*/ 535557 h 556225"/>
              <a:gd name="connsiteX87" fmla="*/ 810457 w 1456912"/>
              <a:gd name="connsiteY87" fmla="*/ 422808 h 556225"/>
              <a:gd name="connsiteX88" fmla="*/ 567200 w 1456912"/>
              <a:gd name="connsiteY88" fmla="*/ 422808 h 556225"/>
              <a:gd name="connsiteX89" fmla="*/ 579078 w 1456912"/>
              <a:gd name="connsiteY89" fmla="*/ 394620 h 556225"/>
              <a:gd name="connsiteX90" fmla="*/ 826776 w 1456912"/>
              <a:gd name="connsiteY90" fmla="*/ 394620 h 556225"/>
              <a:gd name="connsiteX91" fmla="*/ 886120 w 1456912"/>
              <a:gd name="connsiteY91" fmla="*/ 535557 h 556225"/>
              <a:gd name="connsiteX92" fmla="*/ 914308 w 1456912"/>
              <a:gd name="connsiteY92" fmla="*/ 535557 h 556225"/>
              <a:gd name="connsiteX93" fmla="*/ 843097 w 1456912"/>
              <a:gd name="connsiteY93" fmla="*/ 366435 h 556225"/>
              <a:gd name="connsiteX94" fmla="*/ 562774 w 1456912"/>
              <a:gd name="connsiteY94" fmla="*/ 366435 h 556225"/>
              <a:gd name="connsiteX95" fmla="*/ 604248 w 1456912"/>
              <a:gd name="connsiteY95" fmla="*/ 0 h 556225"/>
              <a:gd name="connsiteX96" fmla="*/ 397091 w 1456912"/>
              <a:gd name="connsiteY96" fmla="*/ 491374 h 556225"/>
              <a:gd name="connsiteX97" fmla="*/ 415032 w 1456912"/>
              <a:gd name="connsiteY97" fmla="*/ 515732 h 556225"/>
              <a:gd name="connsiteX98" fmla="*/ 632437 w 1456912"/>
              <a:gd name="connsiteY98" fmla="*/ 0 h 556225"/>
              <a:gd name="connsiteX99" fmla="*/ 604248 w 1456912"/>
              <a:gd name="connsiteY99" fmla="*/ 0 h 556225"/>
              <a:gd name="connsiteX100" fmla="*/ 716998 w 1456912"/>
              <a:gd name="connsiteY100" fmla="*/ 3 h 556225"/>
              <a:gd name="connsiteX101" fmla="*/ 934130 w 1456912"/>
              <a:gd name="connsiteY101" fmla="*/ 515735 h 556225"/>
              <a:gd name="connsiteX102" fmla="*/ 952028 w 1456912"/>
              <a:gd name="connsiteY102" fmla="*/ 491377 h 556225"/>
              <a:gd name="connsiteX103" fmla="*/ 745186 w 1456912"/>
              <a:gd name="connsiteY103" fmla="*/ 3 h 556225"/>
              <a:gd name="connsiteX104" fmla="*/ 716998 w 1456912"/>
              <a:gd name="connsiteY104" fmla="*/ 3 h 556225"/>
              <a:gd name="connsiteX105" fmla="*/ 546409 w 1456912"/>
              <a:gd name="connsiteY105" fmla="*/ 338247 h 556225"/>
              <a:gd name="connsiteX106" fmla="*/ 463042 w 1456912"/>
              <a:gd name="connsiteY106" fmla="*/ 535557 h 556225"/>
              <a:gd name="connsiteX107" fmla="*/ 434854 w 1456912"/>
              <a:gd name="connsiteY107" fmla="*/ 535557 h 556225"/>
              <a:gd name="connsiteX108" fmla="*/ 646528 w 1456912"/>
              <a:gd name="connsiteY108" fmla="*/ 33467 h 556225"/>
              <a:gd name="connsiteX109" fmla="*/ 762988 w 1456912"/>
              <a:gd name="connsiteY109" fmla="*/ 310059 h 556225"/>
              <a:gd name="connsiteX110" fmla="*/ 791176 w 1456912"/>
              <a:gd name="connsiteY110" fmla="*/ 310059 h 556225"/>
              <a:gd name="connsiteX111" fmla="*/ 660624 w 1456912"/>
              <a:gd name="connsiteY111" fmla="*/ 3 h 556225"/>
              <a:gd name="connsiteX112" fmla="*/ 688812 w 1456912"/>
              <a:gd name="connsiteY112" fmla="*/ 3 h 556225"/>
              <a:gd name="connsiteX113" fmla="*/ 831231 w 1456912"/>
              <a:gd name="connsiteY113" fmla="*/ 338247 h 556225"/>
              <a:gd name="connsiteX114" fmla="*/ 546409 w 1456912"/>
              <a:gd name="connsiteY114" fmla="*/ 338247 h 556225"/>
              <a:gd name="connsiteX115" fmla="*/ 674788 w 1456912"/>
              <a:gd name="connsiteY115" fmla="*/ 167531 h 556225"/>
              <a:gd name="connsiteX116" fmla="*/ 614721 w 1456912"/>
              <a:gd name="connsiteY116" fmla="*/ 310062 h 556225"/>
              <a:gd name="connsiteX117" fmla="*/ 734800 w 1456912"/>
              <a:gd name="connsiteY117" fmla="*/ 310062 h 556225"/>
              <a:gd name="connsiteX118" fmla="*/ 674788 w 1456912"/>
              <a:gd name="connsiteY118" fmla="*/ 167531 h 556225"/>
              <a:gd name="connsiteX119" fmla="*/ 558275 w 1456912"/>
              <a:gd name="connsiteY119" fmla="*/ 310062 h 556225"/>
              <a:gd name="connsiteX120" fmla="*/ 586535 w 1456912"/>
              <a:gd name="connsiteY120" fmla="*/ 310062 h 556225"/>
              <a:gd name="connsiteX121" fmla="*/ 660703 w 1456912"/>
              <a:gd name="connsiteY121" fmla="*/ 134072 h 556225"/>
              <a:gd name="connsiteX122" fmla="*/ 646588 w 1456912"/>
              <a:gd name="connsiteY122" fmla="*/ 100553 h 556225"/>
              <a:gd name="connsiteX123" fmla="*/ 558275 w 1456912"/>
              <a:gd name="connsiteY123" fmla="*/ 310062 h 556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1456912" h="556225">
                <a:moveTo>
                  <a:pt x="0" y="51854"/>
                </a:moveTo>
                <a:lnTo>
                  <a:pt x="28188" y="23666"/>
                </a:lnTo>
                <a:lnTo>
                  <a:pt x="28188" y="535557"/>
                </a:lnTo>
                <a:lnTo>
                  <a:pt x="0" y="535557"/>
                </a:lnTo>
                <a:lnTo>
                  <a:pt x="0" y="51854"/>
                </a:lnTo>
                <a:close/>
                <a:moveTo>
                  <a:pt x="84564" y="28188"/>
                </a:moveTo>
                <a:lnTo>
                  <a:pt x="422811" y="28188"/>
                </a:lnTo>
                <a:lnTo>
                  <a:pt x="422811" y="0"/>
                </a:lnTo>
                <a:lnTo>
                  <a:pt x="56376" y="0"/>
                </a:lnTo>
                <a:lnTo>
                  <a:pt x="56376" y="338244"/>
                </a:lnTo>
                <a:lnTo>
                  <a:pt x="367711" y="338244"/>
                </a:lnTo>
                <a:lnTo>
                  <a:pt x="367711" y="310062"/>
                </a:lnTo>
                <a:lnTo>
                  <a:pt x="84564" y="310062"/>
                </a:lnTo>
                <a:lnTo>
                  <a:pt x="84564" y="28188"/>
                </a:lnTo>
                <a:close/>
                <a:moveTo>
                  <a:pt x="410152" y="253686"/>
                </a:moveTo>
                <a:lnTo>
                  <a:pt x="140937" y="253686"/>
                </a:lnTo>
                <a:lnTo>
                  <a:pt x="140937" y="140940"/>
                </a:lnTo>
                <a:lnTo>
                  <a:pt x="371171" y="140940"/>
                </a:lnTo>
                <a:lnTo>
                  <a:pt x="399359" y="112752"/>
                </a:lnTo>
                <a:lnTo>
                  <a:pt x="140937" y="112752"/>
                </a:lnTo>
                <a:lnTo>
                  <a:pt x="140937" y="84564"/>
                </a:lnTo>
                <a:lnTo>
                  <a:pt x="422811" y="84564"/>
                </a:lnTo>
                <a:lnTo>
                  <a:pt x="422811" y="56376"/>
                </a:lnTo>
                <a:lnTo>
                  <a:pt x="112749" y="56376"/>
                </a:lnTo>
                <a:lnTo>
                  <a:pt x="112749" y="281874"/>
                </a:lnTo>
                <a:lnTo>
                  <a:pt x="382334" y="281874"/>
                </a:lnTo>
                <a:lnTo>
                  <a:pt x="410152" y="253686"/>
                </a:lnTo>
                <a:close/>
                <a:moveTo>
                  <a:pt x="56376" y="535557"/>
                </a:moveTo>
                <a:lnTo>
                  <a:pt x="84564" y="535557"/>
                </a:lnTo>
                <a:lnTo>
                  <a:pt x="84564" y="394620"/>
                </a:lnTo>
                <a:lnTo>
                  <a:pt x="112752" y="394620"/>
                </a:lnTo>
                <a:lnTo>
                  <a:pt x="112752" y="511890"/>
                </a:lnTo>
                <a:lnTo>
                  <a:pt x="140940" y="483705"/>
                </a:lnTo>
                <a:lnTo>
                  <a:pt x="140940" y="394620"/>
                </a:lnTo>
                <a:lnTo>
                  <a:pt x="367714" y="394620"/>
                </a:lnTo>
                <a:lnTo>
                  <a:pt x="367714" y="366435"/>
                </a:lnTo>
                <a:lnTo>
                  <a:pt x="56376" y="366435"/>
                </a:lnTo>
                <a:lnTo>
                  <a:pt x="56376" y="535557"/>
                </a:lnTo>
                <a:close/>
                <a:moveTo>
                  <a:pt x="1428724" y="0"/>
                </a:moveTo>
                <a:lnTo>
                  <a:pt x="1428724" y="324156"/>
                </a:lnTo>
                <a:cubicBezTo>
                  <a:pt x="1428724" y="399584"/>
                  <a:pt x="1395069" y="464387"/>
                  <a:pt x="1316539" y="514089"/>
                </a:cubicBezTo>
                <a:lnTo>
                  <a:pt x="1315903" y="513258"/>
                </a:lnTo>
                <a:cubicBezTo>
                  <a:pt x="1367503" y="472336"/>
                  <a:pt x="1400536" y="419773"/>
                  <a:pt x="1400536" y="351869"/>
                </a:cubicBezTo>
                <a:lnTo>
                  <a:pt x="1400536" y="3"/>
                </a:lnTo>
                <a:lnTo>
                  <a:pt x="1372348" y="3"/>
                </a:lnTo>
                <a:lnTo>
                  <a:pt x="1372348" y="351400"/>
                </a:lnTo>
                <a:cubicBezTo>
                  <a:pt x="1372348" y="452590"/>
                  <a:pt x="1290318" y="528510"/>
                  <a:pt x="1189132" y="528510"/>
                </a:cubicBezTo>
                <a:cubicBezTo>
                  <a:pt x="1087946" y="528510"/>
                  <a:pt x="1005916" y="452587"/>
                  <a:pt x="1005916" y="351400"/>
                </a:cubicBezTo>
                <a:lnTo>
                  <a:pt x="1005916" y="23666"/>
                </a:lnTo>
                <a:lnTo>
                  <a:pt x="977728" y="51854"/>
                </a:lnTo>
                <a:lnTo>
                  <a:pt x="977728" y="351869"/>
                </a:lnTo>
                <a:cubicBezTo>
                  <a:pt x="977728" y="468625"/>
                  <a:pt x="1072376" y="556226"/>
                  <a:pt x="1189132" y="556226"/>
                </a:cubicBezTo>
                <a:cubicBezTo>
                  <a:pt x="1191834" y="556226"/>
                  <a:pt x="1217320" y="556226"/>
                  <a:pt x="1217320" y="556226"/>
                </a:cubicBezTo>
                <a:cubicBezTo>
                  <a:pt x="1332291" y="556226"/>
                  <a:pt x="1456912" y="471321"/>
                  <a:pt x="1456912" y="324566"/>
                </a:cubicBezTo>
                <a:cubicBezTo>
                  <a:pt x="1456912" y="324428"/>
                  <a:pt x="1456912" y="0"/>
                  <a:pt x="1456912" y="0"/>
                </a:cubicBezTo>
                <a:lnTo>
                  <a:pt x="1428724" y="0"/>
                </a:lnTo>
                <a:close/>
                <a:moveTo>
                  <a:pt x="1189132" y="500322"/>
                </a:moveTo>
                <a:cubicBezTo>
                  <a:pt x="1274706" y="500322"/>
                  <a:pt x="1344082" y="436948"/>
                  <a:pt x="1344160" y="351400"/>
                </a:cubicBezTo>
                <a:lnTo>
                  <a:pt x="1344160" y="351400"/>
                </a:lnTo>
                <a:lnTo>
                  <a:pt x="1344160" y="23666"/>
                </a:lnTo>
                <a:lnTo>
                  <a:pt x="1315972" y="51854"/>
                </a:lnTo>
                <a:lnTo>
                  <a:pt x="1315972" y="324153"/>
                </a:lnTo>
                <a:cubicBezTo>
                  <a:pt x="1315972" y="378637"/>
                  <a:pt x="1271801" y="415761"/>
                  <a:pt x="1217317" y="415761"/>
                </a:cubicBezTo>
                <a:cubicBezTo>
                  <a:pt x="1162833" y="415761"/>
                  <a:pt x="1118662" y="378637"/>
                  <a:pt x="1118662" y="324153"/>
                </a:cubicBezTo>
                <a:lnTo>
                  <a:pt x="1118662" y="3"/>
                </a:lnTo>
                <a:lnTo>
                  <a:pt x="1090474" y="3"/>
                </a:lnTo>
                <a:lnTo>
                  <a:pt x="1090474" y="324156"/>
                </a:lnTo>
                <a:cubicBezTo>
                  <a:pt x="1090474" y="394209"/>
                  <a:pt x="1147264" y="443951"/>
                  <a:pt x="1217317" y="443951"/>
                </a:cubicBezTo>
                <a:cubicBezTo>
                  <a:pt x="1245962" y="443951"/>
                  <a:pt x="1280732" y="429800"/>
                  <a:pt x="1304349" y="404889"/>
                </a:cubicBezTo>
                <a:lnTo>
                  <a:pt x="1304982" y="405720"/>
                </a:lnTo>
                <a:cubicBezTo>
                  <a:pt x="1282838" y="446784"/>
                  <a:pt x="1241907" y="472139"/>
                  <a:pt x="1189129" y="472139"/>
                </a:cubicBezTo>
                <a:cubicBezTo>
                  <a:pt x="1119507" y="472139"/>
                  <a:pt x="1062992" y="421734"/>
                  <a:pt x="1062303" y="352344"/>
                </a:cubicBezTo>
                <a:lnTo>
                  <a:pt x="1062286" y="352344"/>
                </a:lnTo>
                <a:lnTo>
                  <a:pt x="1062286" y="3"/>
                </a:lnTo>
                <a:lnTo>
                  <a:pt x="1034098" y="3"/>
                </a:lnTo>
                <a:lnTo>
                  <a:pt x="1034098" y="352341"/>
                </a:lnTo>
                <a:lnTo>
                  <a:pt x="1034113" y="352341"/>
                </a:lnTo>
                <a:cubicBezTo>
                  <a:pt x="1034703" y="437411"/>
                  <a:pt x="1103877" y="500322"/>
                  <a:pt x="1189132" y="500322"/>
                </a:cubicBezTo>
                <a:close/>
                <a:moveTo>
                  <a:pt x="562774" y="366435"/>
                </a:moveTo>
                <a:lnTo>
                  <a:pt x="491494" y="535557"/>
                </a:lnTo>
                <a:lnTo>
                  <a:pt x="519684" y="535554"/>
                </a:lnTo>
                <a:lnTo>
                  <a:pt x="519682" y="535557"/>
                </a:lnTo>
                <a:lnTo>
                  <a:pt x="519684" y="535557"/>
                </a:lnTo>
                <a:lnTo>
                  <a:pt x="555322" y="450996"/>
                </a:lnTo>
                <a:lnTo>
                  <a:pt x="794138" y="450996"/>
                </a:lnTo>
                <a:lnTo>
                  <a:pt x="829744" y="535557"/>
                </a:lnTo>
                <a:lnTo>
                  <a:pt x="857932" y="535557"/>
                </a:lnTo>
                <a:lnTo>
                  <a:pt x="810457" y="422808"/>
                </a:lnTo>
                <a:lnTo>
                  <a:pt x="567200" y="422808"/>
                </a:lnTo>
                <a:lnTo>
                  <a:pt x="579078" y="394620"/>
                </a:lnTo>
                <a:lnTo>
                  <a:pt x="826776" y="394620"/>
                </a:lnTo>
                <a:lnTo>
                  <a:pt x="886120" y="535557"/>
                </a:lnTo>
                <a:lnTo>
                  <a:pt x="914308" y="535557"/>
                </a:lnTo>
                <a:lnTo>
                  <a:pt x="843097" y="366435"/>
                </a:lnTo>
                <a:lnTo>
                  <a:pt x="562774" y="366435"/>
                </a:lnTo>
                <a:close/>
                <a:moveTo>
                  <a:pt x="604248" y="0"/>
                </a:moveTo>
                <a:lnTo>
                  <a:pt x="397091" y="491374"/>
                </a:lnTo>
                <a:lnTo>
                  <a:pt x="415032" y="515732"/>
                </a:lnTo>
                <a:lnTo>
                  <a:pt x="632437" y="0"/>
                </a:lnTo>
                <a:lnTo>
                  <a:pt x="604248" y="0"/>
                </a:lnTo>
                <a:close/>
                <a:moveTo>
                  <a:pt x="716998" y="3"/>
                </a:moveTo>
                <a:lnTo>
                  <a:pt x="934130" y="515735"/>
                </a:lnTo>
                <a:lnTo>
                  <a:pt x="952028" y="491377"/>
                </a:lnTo>
                <a:lnTo>
                  <a:pt x="745186" y="3"/>
                </a:lnTo>
                <a:lnTo>
                  <a:pt x="716998" y="3"/>
                </a:lnTo>
                <a:close/>
                <a:moveTo>
                  <a:pt x="546409" y="338247"/>
                </a:moveTo>
                <a:lnTo>
                  <a:pt x="463042" y="535557"/>
                </a:lnTo>
                <a:lnTo>
                  <a:pt x="434854" y="535557"/>
                </a:lnTo>
                <a:lnTo>
                  <a:pt x="646528" y="33467"/>
                </a:lnTo>
                <a:lnTo>
                  <a:pt x="762988" y="310059"/>
                </a:lnTo>
                <a:lnTo>
                  <a:pt x="791176" y="310059"/>
                </a:lnTo>
                <a:lnTo>
                  <a:pt x="660624" y="3"/>
                </a:lnTo>
                <a:lnTo>
                  <a:pt x="688812" y="3"/>
                </a:lnTo>
                <a:lnTo>
                  <a:pt x="831231" y="338247"/>
                </a:lnTo>
                <a:lnTo>
                  <a:pt x="546409" y="338247"/>
                </a:lnTo>
                <a:close/>
                <a:moveTo>
                  <a:pt x="674788" y="167531"/>
                </a:moveTo>
                <a:lnTo>
                  <a:pt x="614721" y="310062"/>
                </a:lnTo>
                <a:lnTo>
                  <a:pt x="734800" y="310062"/>
                </a:lnTo>
                <a:lnTo>
                  <a:pt x="674788" y="167531"/>
                </a:lnTo>
                <a:close/>
                <a:moveTo>
                  <a:pt x="558275" y="310062"/>
                </a:moveTo>
                <a:lnTo>
                  <a:pt x="586535" y="310062"/>
                </a:lnTo>
                <a:lnTo>
                  <a:pt x="660703" y="134072"/>
                </a:lnTo>
                <a:lnTo>
                  <a:pt x="646588" y="100553"/>
                </a:lnTo>
                <a:lnTo>
                  <a:pt x="558275" y="310062"/>
                </a:lnTo>
                <a:close/>
              </a:path>
            </a:pathLst>
          </a:custGeom>
          <a:solidFill>
            <a:schemeClr val="tx1"/>
          </a:solidFill>
          <a:ln w="2892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grpSp>
        <p:nvGrpSpPr>
          <p:cNvPr id="56" name="Gruppieren 55">
            <a:extLst>
              <a:ext uri="{FF2B5EF4-FFF2-40B4-BE49-F238E27FC236}">
                <a16:creationId xmlns:a16="http://schemas.microsoft.com/office/drawing/2014/main" id="{0C3B9D07-F821-46AB-95B1-D19222D00FD7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62" name="Gerader Verbinder 61">
              <a:extLst>
                <a:ext uri="{FF2B5EF4-FFF2-40B4-BE49-F238E27FC236}">
                  <a16:creationId xmlns:a16="http://schemas.microsoft.com/office/drawing/2014/main" id="{22380010-0050-441D-BA9C-97B58351587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Textfeld 62">
              <a:extLst>
                <a:ext uri="{FF2B5EF4-FFF2-40B4-BE49-F238E27FC236}">
                  <a16:creationId xmlns:a16="http://schemas.microsoft.com/office/drawing/2014/main" id="{C13F555F-C26E-4B21-A77C-6CA7380155F8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64" name="Gruppieren 63">
            <a:extLst>
              <a:ext uri="{FF2B5EF4-FFF2-40B4-BE49-F238E27FC236}">
                <a16:creationId xmlns:a16="http://schemas.microsoft.com/office/drawing/2014/main" id="{705760C0-8935-4141-9AEE-BB96816B3799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66" name="Gerader Verbinder 65">
              <a:extLst>
                <a:ext uri="{FF2B5EF4-FFF2-40B4-BE49-F238E27FC236}">
                  <a16:creationId xmlns:a16="http://schemas.microsoft.com/office/drawing/2014/main" id="{EBE9DAC0-7790-4611-B602-40B3CD18C73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Textfeld 66">
              <a:extLst>
                <a:ext uri="{FF2B5EF4-FFF2-40B4-BE49-F238E27FC236}">
                  <a16:creationId xmlns:a16="http://schemas.microsoft.com/office/drawing/2014/main" id="{1FBE1EE4-3D10-40E7-9F1E-627A51E59C61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68" name="Gruppieren 67">
            <a:extLst>
              <a:ext uri="{FF2B5EF4-FFF2-40B4-BE49-F238E27FC236}">
                <a16:creationId xmlns:a16="http://schemas.microsoft.com/office/drawing/2014/main" id="{B25E0919-4E1B-4A97-A1C2-6AE7D2A59920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69" name="Gerader Verbinder 68">
              <a:extLst>
                <a:ext uri="{FF2B5EF4-FFF2-40B4-BE49-F238E27FC236}">
                  <a16:creationId xmlns:a16="http://schemas.microsoft.com/office/drawing/2014/main" id="{849FBB7D-3378-4F36-B80B-3E0BDCA8343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Textfeld 69">
              <a:extLst>
                <a:ext uri="{FF2B5EF4-FFF2-40B4-BE49-F238E27FC236}">
                  <a16:creationId xmlns:a16="http://schemas.microsoft.com/office/drawing/2014/main" id="{6141066E-6566-420D-B6EB-886DF25CCD11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71" name="Gruppieren 70">
            <a:extLst>
              <a:ext uri="{FF2B5EF4-FFF2-40B4-BE49-F238E27FC236}">
                <a16:creationId xmlns:a16="http://schemas.microsoft.com/office/drawing/2014/main" id="{87A742EA-EC3D-47DE-9C2D-533639983C8D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72" name="Gerader Verbinder 71">
              <a:extLst>
                <a:ext uri="{FF2B5EF4-FFF2-40B4-BE49-F238E27FC236}">
                  <a16:creationId xmlns:a16="http://schemas.microsoft.com/office/drawing/2014/main" id="{846719FD-F8B1-447D-8561-7A1E238E8A5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Textfeld 72">
              <a:extLst>
                <a:ext uri="{FF2B5EF4-FFF2-40B4-BE49-F238E27FC236}">
                  <a16:creationId xmlns:a16="http://schemas.microsoft.com/office/drawing/2014/main" id="{2ABDBC31-5895-4E49-887D-433A43B32DBC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74" name="Gruppieren 73">
            <a:extLst>
              <a:ext uri="{FF2B5EF4-FFF2-40B4-BE49-F238E27FC236}">
                <a16:creationId xmlns:a16="http://schemas.microsoft.com/office/drawing/2014/main" id="{AEF4BF1C-C847-48A1-A7BF-3BEE82EF1C59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75" name="Gerader Verbinder 74">
              <a:extLst>
                <a:ext uri="{FF2B5EF4-FFF2-40B4-BE49-F238E27FC236}">
                  <a16:creationId xmlns:a16="http://schemas.microsoft.com/office/drawing/2014/main" id="{1CF60061-B6B2-4FE6-9482-278DFD418BD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Textfeld 75">
              <a:extLst>
                <a:ext uri="{FF2B5EF4-FFF2-40B4-BE49-F238E27FC236}">
                  <a16:creationId xmlns:a16="http://schemas.microsoft.com/office/drawing/2014/main" id="{73D29742-39CB-41E5-B346-BADC9743E285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77" name="Gruppieren 76">
            <a:extLst>
              <a:ext uri="{FF2B5EF4-FFF2-40B4-BE49-F238E27FC236}">
                <a16:creationId xmlns:a16="http://schemas.microsoft.com/office/drawing/2014/main" id="{D55A5473-7182-4B24-8843-51E2ADF3D492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78" name="Gerader Verbinder 77">
              <a:extLst>
                <a:ext uri="{FF2B5EF4-FFF2-40B4-BE49-F238E27FC236}">
                  <a16:creationId xmlns:a16="http://schemas.microsoft.com/office/drawing/2014/main" id="{204A095A-3A24-4259-92A8-4500898AC05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Textfeld 78">
              <a:extLst>
                <a:ext uri="{FF2B5EF4-FFF2-40B4-BE49-F238E27FC236}">
                  <a16:creationId xmlns:a16="http://schemas.microsoft.com/office/drawing/2014/main" id="{82971EAD-9159-4D12-8726-4FBE6AFA23F0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80" name="Gruppieren 79">
            <a:extLst>
              <a:ext uri="{FF2B5EF4-FFF2-40B4-BE49-F238E27FC236}">
                <a16:creationId xmlns:a16="http://schemas.microsoft.com/office/drawing/2014/main" id="{D1FF9524-93DA-476B-89EA-9E475617F2D9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81" name="Gerader Verbinder 80">
              <a:extLst>
                <a:ext uri="{FF2B5EF4-FFF2-40B4-BE49-F238E27FC236}">
                  <a16:creationId xmlns:a16="http://schemas.microsoft.com/office/drawing/2014/main" id="{8DFFD401-DC7D-4F6D-82BF-DC6E357E598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Textfeld 81">
              <a:extLst>
                <a:ext uri="{FF2B5EF4-FFF2-40B4-BE49-F238E27FC236}">
                  <a16:creationId xmlns:a16="http://schemas.microsoft.com/office/drawing/2014/main" id="{36A6CE9C-ECB8-42E6-B61D-3A0F3C4D7A56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83" name="Gruppieren 82">
            <a:extLst>
              <a:ext uri="{FF2B5EF4-FFF2-40B4-BE49-F238E27FC236}">
                <a16:creationId xmlns:a16="http://schemas.microsoft.com/office/drawing/2014/main" id="{20076CAA-CFEC-4359-9762-07ED0661EE26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84" name="Gerader Verbinder 83">
              <a:extLst>
                <a:ext uri="{FF2B5EF4-FFF2-40B4-BE49-F238E27FC236}">
                  <a16:creationId xmlns:a16="http://schemas.microsoft.com/office/drawing/2014/main" id="{91EF761B-D6BF-475C-8903-456E1F05762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Textfeld 84">
              <a:extLst>
                <a:ext uri="{FF2B5EF4-FFF2-40B4-BE49-F238E27FC236}">
                  <a16:creationId xmlns:a16="http://schemas.microsoft.com/office/drawing/2014/main" id="{413A99B1-6C23-41A6-A82B-0EC01B779471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86" name="Gruppieren 85">
            <a:extLst>
              <a:ext uri="{FF2B5EF4-FFF2-40B4-BE49-F238E27FC236}">
                <a16:creationId xmlns:a16="http://schemas.microsoft.com/office/drawing/2014/main" id="{16CE4EF7-E819-4747-A9E4-8C86F991481E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87" name="Gerader Verbinder 86">
              <a:extLst>
                <a:ext uri="{FF2B5EF4-FFF2-40B4-BE49-F238E27FC236}">
                  <a16:creationId xmlns:a16="http://schemas.microsoft.com/office/drawing/2014/main" id="{3B78DE36-86EF-463F-A7E5-0CD3043C9F4D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Textfeld 87">
              <a:extLst>
                <a:ext uri="{FF2B5EF4-FFF2-40B4-BE49-F238E27FC236}">
                  <a16:creationId xmlns:a16="http://schemas.microsoft.com/office/drawing/2014/main" id="{EAD15804-28A7-4690-889A-7D8A91A7D478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89" name="Gerader Verbinder 88">
            <a:extLst>
              <a:ext uri="{FF2B5EF4-FFF2-40B4-BE49-F238E27FC236}">
                <a16:creationId xmlns:a16="http://schemas.microsoft.com/office/drawing/2014/main" id="{9023C4F7-97EF-4D2F-9223-1AFEE89D9C68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0" name="Gruppieren 89">
            <a:extLst>
              <a:ext uri="{FF2B5EF4-FFF2-40B4-BE49-F238E27FC236}">
                <a16:creationId xmlns:a16="http://schemas.microsoft.com/office/drawing/2014/main" id="{D5072DFD-BA29-43BB-A0B1-01F593A0242E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91" name="Gerader Verbinder 90">
              <a:extLst>
                <a:ext uri="{FF2B5EF4-FFF2-40B4-BE49-F238E27FC236}">
                  <a16:creationId xmlns:a16="http://schemas.microsoft.com/office/drawing/2014/main" id="{A9C77A6D-E177-4B69-A5A1-6B77E4229F3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Textfeld 91">
              <a:extLst>
                <a:ext uri="{FF2B5EF4-FFF2-40B4-BE49-F238E27FC236}">
                  <a16:creationId xmlns:a16="http://schemas.microsoft.com/office/drawing/2014/main" id="{701274C6-5A42-4082-BC4B-8532BFB4CC40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93" name="Grafik 3">
            <a:extLst>
              <a:ext uri="{FF2B5EF4-FFF2-40B4-BE49-F238E27FC236}">
                <a16:creationId xmlns:a16="http://schemas.microsoft.com/office/drawing/2014/main" id="{3011B2CF-5596-40FB-835C-D450C93B6163}"/>
              </a:ext>
            </a:extLst>
          </p:cNvPr>
          <p:cNvGrpSpPr/>
          <p:nvPr userDrawn="1"/>
        </p:nvGrpSpPr>
        <p:grpSpPr>
          <a:xfrm>
            <a:off x="520163" y="293688"/>
            <a:ext cx="2623087" cy="328167"/>
            <a:chOff x="2178367" y="2525076"/>
            <a:chExt cx="7773352" cy="972502"/>
          </a:xfrm>
          <a:solidFill>
            <a:schemeClr val="tx1"/>
          </a:solidFill>
        </p:grpSpPr>
        <p:sp>
          <p:nvSpPr>
            <p:cNvPr id="94" name="Freihandform: Form 93">
              <a:extLst>
                <a:ext uri="{FF2B5EF4-FFF2-40B4-BE49-F238E27FC236}">
                  <a16:creationId xmlns:a16="http://schemas.microsoft.com/office/drawing/2014/main" id="{B0449415-1C6A-4A64-8E2F-F702863ADCF1}"/>
                </a:ext>
              </a:extLst>
            </p:cNvPr>
            <p:cNvSpPr/>
            <p:nvPr/>
          </p:nvSpPr>
          <p:spPr>
            <a:xfrm>
              <a:off x="2178367" y="2545079"/>
              <a:ext cx="232409" cy="369569"/>
            </a:xfrm>
            <a:custGeom>
              <a:avLst/>
              <a:gdLst>
                <a:gd name="connsiteX0" fmla="*/ 232410 w 232409"/>
                <a:gd name="connsiteY0" fmla="*/ 60960 h 369569"/>
                <a:gd name="connsiteX1" fmla="*/ 65722 w 232409"/>
                <a:gd name="connsiteY1" fmla="*/ 60960 h 369569"/>
                <a:gd name="connsiteX2" fmla="*/ 65722 w 232409"/>
                <a:gd name="connsiteY2" fmla="*/ 152400 h 369569"/>
                <a:gd name="connsiteX3" fmla="*/ 189547 w 232409"/>
                <a:gd name="connsiteY3" fmla="*/ 152400 h 369569"/>
                <a:gd name="connsiteX4" fmla="*/ 189547 w 232409"/>
                <a:gd name="connsiteY4" fmla="*/ 212408 h 369569"/>
                <a:gd name="connsiteX5" fmla="*/ 65722 w 232409"/>
                <a:gd name="connsiteY5" fmla="*/ 212408 h 369569"/>
                <a:gd name="connsiteX6" fmla="*/ 65722 w 232409"/>
                <a:gd name="connsiteY6" fmla="*/ 369570 h 369569"/>
                <a:gd name="connsiteX7" fmla="*/ 0 w 232409"/>
                <a:gd name="connsiteY7" fmla="*/ 369570 h 369569"/>
                <a:gd name="connsiteX8" fmla="*/ 0 w 232409"/>
                <a:gd name="connsiteY8" fmla="*/ 0 h 369569"/>
                <a:gd name="connsiteX9" fmla="*/ 231458 w 232409"/>
                <a:gd name="connsiteY9" fmla="*/ 0 h 369569"/>
                <a:gd name="connsiteX10" fmla="*/ 231458 w 232409"/>
                <a:gd name="connsiteY10" fmla="*/ 60960 h 36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2409" h="369569">
                  <a:moveTo>
                    <a:pt x="232410" y="60960"/>
                  </a:moveTo>
                  <a:lnTo>
                    <a:pt x="65722" y="60960"/>
                  </a:lnTo>
                  <a:lnTo>
                    <a:pt x="65722" y="152400"/>
                  </a:lnTo>
                  <a:lnTo>
                    <a:pt x="189547" y="152400"/>
                  </a:lnTo>
                  <a:lnTo>
                    <a:pt x="189547" y="212408"/>
                  </a:lnTo>
                  <a:lnTo>
                    <a:pt x="65722" y="212408"/>
                  </a:lnTo>
                  <a:lnTo>
                    <a:pt x="65722" y="369570"/>
                  </a:lnTo>
                  <a:lnTo>
                    <a:pt x="0" y="369570"/>
                  </a:lnTo>
                  <a:lnTo>
                    <a:pt x="0" y="0"/>
                  </a:lnTo>
                  <a:lnTo>
                    <a:pt x="231458" y="0"/>
                  </a:lnTo>
                  <a:lnTo>
                    <a:pt x="231458" y="6096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5" name="Freihandform: Form 94">
              <a:extLst>
                <a:ext uri="{FF2B5EF4-FFF2-40B4-BE49-F238E27FC236}">
                  <a16:creationId xmlns:a16="http://schemas.microsoft.com/office/drawing/2014/main" id="{738B0DA3-FE01-4AE2-A303-09F23CA731E7}"/>
                </a:ext>
              </a:extLst>
            </p:cNvPr>
            <p:cNvSpPr/>
            <p:nvPr/>
          </p:nvSpPr>
          <p:spPr>
            <a:xfrm>
              <a:off x="2446972" y="2641039"/>
              <a:ext cx="160019" cy="272657"/>
            </a:xfrm>
            <a:custGeom>
              <a:avLst/>
              <a:gdLst>
                <a:gd name="connsiteX0" fmla="*/ 160020 w 160019"/>
                <a:gd name="connsiteY0" fmla="*/ 5005 h 272657"/>
                <a:gd name="connsiteX1" fmla="*/ 150495 w 160019"/>
                <a:gd name="connsiteY1" fmla="*/ 68823 h 272657"/>
                <a:gd name="connsiteX2" fmla="*/ 116205 w 160019"/>
                <a:gd name="connsiteY2" fmla="*/ 60250 h 272657"/>
                <a:gd name="connsiteX3" fmla="*/ 61913 w 160019"/>
                <a:gd name="connsiteY3" fmla="*/ 135498 h 272657"/>
                <a:gd name="connsiteX4" fmla="*/ 61913 w 160019"/>
                <a:gd name="connsiteY4" fmla="*/ 272658 h 272657"/>
                <a:gd name="connsiteX5" fmla="*/ 0 w 160019"/>
                <a:gd name="connsiteY5" fmla="*/ 272658 h 272657"/>
                <a:gd name="connsiteX6" fmla="*/ 0 w 160019"/>
                <a:gd name="connsiteY6" fmla="*/ 5958 h 272657"/>
                <a:gd name="connsiteX7" fmla="*/ 60960 w 160019"/>
                <a:gd name="connsiteY7" fmla="*/ 5958 h 272657"/>
                <a:gd name="connsiteX8" fmla="*/ 60960 w 160019"/>
                <a:gd name="connsiteY8" fmla="*/ 40248 h 272657"/>
                <a:gd name="connsiteX9" fmla="*/ 61913 w 160019"/>
                <a:gd name="connsiteY9" fmla="*/ 40248 h 272657"/>
                <a:gd name="connsiteX10" fmla="*/ 131445 w 160019"/>
                <a:gd name="connsiteY10" fmla="*/ 243 h 272657"/>
                <a:gd name="connsiteX11" fmla="*/ 160020 w 160019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19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2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7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6" name="Freihandform: Form 95">
              <a:extLst>
                <a:ext uri="{FF2B5EF4-FFF2-40B4-BE49-F238E27FC236}">
                  <a16:creationId xmlns:a16="http://schemas.microsoft.com/office/drawing/2014/main" id="{9D6AD124-56CB-4E6C-AA90-A81031F6BDB3}"/>
                </a:ext>
              </a:extLst>
            </p:cNvPr>
            <p:cNvSpPr/>
            <p:nvPr/>
          </p:nvSpPr>
          <p:spPr>
            <a:xfrm>
              <a:off x="2651759" y="2528887"/>
              <a:ext cx="79057" cy="384810"/>
            </a:xfrm>
            <a:custGeom>
              <a:avLst/>
              <a:gdLst>
                <a:gd name="connsiteX0" fmla="*/ 79057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7 w 79057"/>
                <a:gd name="connsiteY4" fmla="*/ 38100 h 384810"/>
                <a:gd name="connsiteX5" fmla="*/ 70485 w 79057"/>
                <a:gd name="connsiteY5" fmla="*/ 384810 h 384810"/>
                <a:gd name="connsiteX6" fmla="*/ 8573 w 79057"/>
                <a:gd name="connsiteY6" fmla="*/ 384810 h 384810"/>
                <a:gd name="connsiteX7" fmla="*/ 8573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7" y="38100"/>
                  </a:moveTo>
                  <a:cubicBezTo>
                    <a:pt x="79057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0960" y="0"/>
                    <a:pt x="79057" y="16193"/>
                    <a:pt x="79057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7" name="Freihandform: Form 96">
              <a:extLst>
                <a:ext uri="{FF2B5EF4-FFF2-40B4-BE49-F238E27FC236}">
                  <a16:creationId xmlns:a16="http://schemas.microsoft.com/office/drawing/2014/main" id="{61C4E282-28A6-498E-9040-A910141F1EFD}"/>
                </a:ext>
              </a:extLst>
            </p:cNvPr>
            <p:cNvSpPr/>
            <p:nvPr/>
          </p:nvSpPr>
          <p:spPr>
            <a:xfrm>
              <a:off x="2787966" y="2641281"/>
              <a:ext cx="242887" cy="279082"/>
            </a:xfrm>
            <a:custGeom>
              <a:avLst/>
              <a:gdLst>
                <a:gd name="connsiteX0" fmla="*/ 132398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8 w 242887"/>
                <a:gd name="connsiteY6" fmla="*/ 225743 h 279082"/>
                <a:gd name="connsiteX7" fmla="*/ 198120 w 242887"/>
                <a:gd name="connsiteY7" fmla="*/ 194310 h 279082"/>
                <a:gd name="connsiteX8" fmla="*/ 237173 w 242887"/>
                <a:gd name="connsiteY8" fmla="*/ 235268 h 279082"/>
                <a:gd name="connsiteX9" fmla="*/ 132398 w 242887"/>
                <a:gd name="connsiteY9" fmla="*/ 279083 h 279082"/>
                <a:gd name="connsiteX10" fmla="*/ 61913 w 242887"/>
                <a:gd name="connsiteY10" fmla="*/ 115253 h 279082"/>
                <a:gd name="connsiteX11" fmla="*/ 182880 w 242887"/>
                <a:gd name="connsiteY11" fmla="*/ 115253 h 279082"/>
                <a:gd name="connsiteX12" fmla="*/ 123825 w 242887"/>
                <a:gd name="connsiteY12" fmla="*/ 50482 h 279082"/>
                <a:gd name="connsiteX13" fmla="*/ 61913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3" y="201930"/>
                    <a:pt x="94298" y="225743"/>
                    <a:pt x="132398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3" y="235268"/>
                  </a:lnTo>
                  <a:cubicBezTo>
                    <a:pt x="206693" y="264795"/>
                    <a:pt x="172403" y="279083"/>
                    <a:pt x="132398" y="279083"/>
                  </a:cubicBezTo>
                  <a:close/>
                  <a:moveTo>
                    <a:pt x="61913" y="115253"/>
                  </a:moveTo>
                  <a:lnTo>
                    <a:pt x="182880" y="115253"/>
                  </a:lnTo>
                  <a:cubicBezTo>
                    <a:pt x="180023" y="74295"/>
                    <a:pt x="159068" y="50482"/>
                    <a:pt x="123825" y="50482"/>
                  </a:cubicBezTo>
                  <a:cubicBezTo>
                    <a:pt x="89535" y="50482"/>
                    <a:pt x="67628" y="74295"/>
                    <a:pt x="61913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8" name="Freihandform: Form 97">
              <a:extLst>
                <a:ext uri="{FF2B5EF4-FFF2-40B4-BE49-F238E27FC236}">
                  <a16:creationId xmlns:a16="http://schemas.microsoft.com/office/drawing/2014/main" id="{73C68822-B829-45A4-BBE9-36FFB1E83213}"/>
                </a:ext>
              </a:extLst>
            </p:cNvPr>
            <p:cNvSpPr/>
            <p:nvPr/>
          </p:nvSpPr>
          <p:spPr>
            <a:xfrm>
              <a:off x="3086099" y="2525076"/>
              <a:ext cx="248602" cy="396239"/>
            </a:xfrm>
            <a:custGeom>
              <a:avLst/>
              <a:gdLst>
                <a:gd name="connsiteX0" fmla="*/ 0 w 248602"/>
                <a:gd name="connsiteY0" fmla="*/ 255270 h 396239"/>
                <a:gd name="connsiteX1" fmla="*/ 108585 w 248602"/>
                <a:gd name="connsiteY1" fmla="*/ 116205 h 396239"/>
                <a:gd name="connsiteX2" fmla="*/ 185738 w 248602"/>
                <a:gd name="connsiteY2" fmla="*/ 152400 h 396239"/>
                <a:gd name="connsiteX3" fmla="*/ 186690 w 248602"/>
                <a:gd name="connsiteY3" fmla="*/ 152400 h 396239"/>
                <a:gd name="connsiteX4" fmla="*/ 186690 w 248602"/>
                <a:gd name="connsiteY4" fmla="*/ 15240 h 396239"/>
                <a:gd name="connsiteX5" fmla="*/ 248603 w 248602"/>
                <a:gd name="connsiteY5" fmla="*/ 0 h 396239"/>
                <a:gd name="connsiteX6" fmla="*/ 248603 w 248602"/>
                <a:gd name="connsiteY6" fmla="*/ 389573 h 396239"/>
                <a:gd name="connsiteX7" fmla="*/ 187642 w 248602"/>
                <a:gd name="connsiteY7" fmla="*/ 389573 h 396239"/>
                <a:gd name="connsiteX8" fmla="*/ 187642 w 248602"/>
                <a:gd name="connsiteY8" fmla="*/ 358140 h 396239"/>
                <a:gd name="connsiteX9" fmla="*/ 186690 w 248602"/>
                <a:gd name="connsiteY9" fmla="*/ 358140 h 396239"/>
                <a:gd name="connsiteX10" fmla="*/ 106680 w 248602"/>
                <a:gd name="connsiteY10" fmla="*/ 396240 h 396239"/>
                <a:gd name="connsiteX11" fmla="*/ 0 w 248602"/>
                <a:gd name="connsiteY11" fmla="*/ 255270 h 396239"/>
                <a:gd name="connsiteX12" fmla="*/ 60960 w 248602"/>
                <a:gd name="connsiteY12" fmla="*/ 255270 h 396239"/>
                <a:gd name="connsiteX13" fmla="*/ 122872 w 248602"/>
                <a:gd name="connsiteY13" fmla="*/ 340995 h 396239"/>
                <a:gd name="connsiteX14" fmla="*/ 186690 w 248602"/>
                <a:gd name="connsiteY14" fmla="*/ 305753 h 396239"/>
                <a:gd name="connsiteX15" fmla="*/ 186690 w 248602"/>
                <a:gd name="connsiteY15" fmla="*/ 207645 h 396239"/>
                <a:gd name="connsiteX16" fmla="*/ 122872 w 248602"/>
                <a:gd name="connsiteY16" fmla="*/ 172402 h 396239"/>
                <a:gd name="connsiteX17" fmla="*/ 60960 w 248602"/>
                <a:gd name="connsiteY17" fmla="*/ 255270 h 39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8602" h="396239">
                  <a:moveTo>
                    <a:pt x="0" y="255270"/>
                  </a:moveTo>
                  <a:cubicBezTo>
                    <a:pt x="0" y="169545"/>
                    <a:pt x="43815" y="116205"/>
                    <a:pt x="108585" y="116205"/>
                  </a:cubicBezTo>
                  <a:cubicBezTo>
                    <a:pt x="141922" y="116205"/>
                    <a:pt x="168592" y="130493"/>
                    <a:pt x="185738" y="152400"/>
                  </a:cubicBezTo>
                  <a:lnTo>
                    <a:pt x="186690" y="152400"/>
                  </a:lnTo>
                  <a:lnTo>
                    <a:pt x="186690" y="15240"/>
                  </a:lnTo>
                  <a:lnTo>
                    <a:pt x="248603" y="0"/>
                  </a:lnTo>
                  <a:lnTo>
                    <a:pt x="248603" y="389573"/>
                  </a:lnTo>
                  <a:lnTo>
                    <a:pt x="187642" y="389573"/>
                  </a:lnTo>
                  <a:lnTo>
                    <a:pt x="187642" y="358140"/>
                  </a:lnTo>
                  <a:lnTo>
                    <a:pt x="186690" y="358140"/>
                  </a:lnTo>
                  <a:cubicBezTo>
                    <a:pt x="167640" y="381953"/>
                    <a:pt x="140017" y="396240"/>
                    <a:pt x="106680" y="396240"/>
                  </a:cubicBezTo>
                  <a:cubicBezTo>
                    <a:pt x="43815" y="395288"/>
                    <a:pt x="0" y="340995"/>
                    <a:pt x="0" y="255270"/>
                  </a:cubicBezTo>
                  <a:close/>
                  <a:moveTo>
                    <a:pt x="60960" y="255270"/>
                  </a:moveTo>
                  <a:cubicBezTo>
                    <a:pt x="60960" y="309563"/>
                    <a:pt x="83820" y="340995"/>
                    <a:pt x="122872" y="340995"/>
                  </a:cubicBezTo>
                  <a:cubicBezTo>
                    <a:pt x="146685" y="340995"/>
                    <a:pt x="166688" y="329565"/>
                    <a:pt x="186690" y="305753"/>
                  </a:cubicBezTo>
                  <a:lnTo>
                    <a:pt x="186690" y="207645"/>
                  </a:lnTo>
                  <a:cubicBezTo>
                    <a:pt x="168592" y="183833"/>
                    <a:pt x="148590" y="172402"/>
                    <a:pt x="122872" y="172402"/>
                  </a:cubicBezTo>
                  <a:cubicBezTo>
                    <a:pt x="82867" y="172402"/>
                    <a:pt x="60960" y="201930"/>
                    <a:pt x="60960" y="2552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9" name="Freihandform: Form 98">
              <a:extLst>
                <a:ext uri="{FF2B5EF4-FFF2-40B4-BE49-F238E27FC236}">
                  <a16:creationId xmlns:a16="http://schemas.microsoft.com/office/drawing/2014/main" id="{D77A74DB-FD82-47F9-8878-37803B7AB3D7}"/>
                </a:ext>
              </a:extLst>
            </p:cNvPr>
            <p:cNvSpPr/>
            <p:nvPr/>
          </p:nvSpPr>
          <p:spPr>
            <a:xfrm>
              <a:off x="3417569" y="2641039"/>
              <a:ext cx="160020" cy="272657"/>
            </a:xfrm>
            <a:custGeom>
              <a:avLst/>
              <a:gdLst>
                <a:gd name="connsiteX0" fmla="*/ 160020 w 160020"/>
                <a:gd name="connsiteY0" fmla="*/ 5005 h 272657"/>
                <a:gd name="connsiteX1" fmla="*/ 150495 w 160020"/>
                <a:gd name="connsiteY1" fmla="*/ 68823 h 272657"/>
                <a:gd name="connsiteX2" fmla="*/ 116205 w 160020"/>
                <a:gd name="connsiteY2" fmla="*/ 60250 h 272657"/>
                <a:gd name="connsiteX3" fmla="*/ 61913 w 160020"/>
                <a:gd name="connsiteY3" fmla="*/ 135498 h 272657"/>
                <a:gd name="connsiteX4" fmla="*/ 61913 w 160020"/>
                <a:gd name="connsiteY4" fmla="*/ 272658 h 272657"/>
                <a:gd name="connsiteX5" fmla="*/ 0 w 160020"/>
                <a:gd name="connsiteY5" fmla="*/ 272658 h 272657"/>
                <a:gd name="connsiteX6" fmla="*/ 0 w 160020"/>
                <a:gd name="connsiteY6" fmla="*/ 5958 h 272657"/>
                <a:gd name="connsiteX7" fmla="*/ 60960 w 160020"/>
                <a:gd name="connsiteY7" fmla="*/ 5958 h 272657"/>
                <a:gd name="connsiteX8" fmla="*/ 60960 w 160020"/>
                <a:gd name="connsiteY8" fmla="*/ 40248 h 272657"/>
                <a:gd name="connsiteX9" fmla="*/ 61913 w 160020"/>
                <a:gd name="connsiteY9" fmla="*/ 40248 h 272657"/>
                <a:gd name="connsiteX10" fmla="*/ 131445 w 160020"/>
                <a:gd name="connsiteY10" fmla="*/ 243 h 272657"/>
                <a:gd name="connsiteX11" fmla="*/ 160020 w 160020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2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7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0" name="Freihandform: Form 99">
              <a:extLst>
                <a:ext uri="{FF2B5EF4-FFF2-40B4-BE49-F238E27FC236}">
                  <a16:creationId xmlns:a16="http://schemas.microsoft.com/office/drawing/2014/main" id="{19522EFA-8CEC-4EE0-9442-39E9ADAB2CCC}"/>
                </a:ext>
              </a:extLst>
            </p:cNvPr>
            <p:cNvSpPr/>
            <p:nvPr/>
          </p:nvSpPr>
          <p:spPr>
            <a:xfrm>
              <a:off x="3622357" y="2528887"/>
              <a:ext cx="79057" cy="384810"/>
            </a:xfrm>
            <a:custGeom>
              <a:avLst/>
              <a:gdLst>
                <a:gd name="connsiteX0" fmla="*/ 79058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8 w 79057"/>
                <a:gd name="connsiteY4" fmla="*/ 38100 h 384810"/>
                <a:gd name="connsiteX5" fmla="*/ 70485 w 79057"/>
                <a:gd name="connsiteY5" fmla="*/ 384810 h 384810"/>
                <a:gd name="connsiteX6" fmla="*/ 8572 w 79057"/>
                <a:gd name="connsiteY6" fmla="*/ 384810 h 384810"/>
                <a:gd name="connsiteX7" fmla="*/ 8572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8" y="38100"/>
                  </a:moveTo>
                  <a:cubicBezTo>
                    <a:pt x="79058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7" y="0"/>
                    <a:pt x="39052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2" y="384810"/>
                  </a:lnTo>
                  <a:lnTo>
                    <a:pt x="8572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1" name="Freihandform: Form 100">
              <a:extLst>
                <a:ext uri="{FF2B5EF4-FFF2-40B4-BE49-F238E27FC236}">
                  <a16:creationId xmlns:a16="http://schemas.microsoft.com/office/drawing/2014/main" id="{0DF3FC5F-9F16-467C-B353-4E19CECDB559}"/>
                </a:ext>
              </a:extLst>
            </p:cNvPr>
            <p:cNvSpPr/>
            <p:nvPr/>
          </p:nvSpPr>
          <p:spPr>
            <a:xfrm>
              <a:off x="3759516" y="2640329"/>
              <a:ext cx="224790" cy="280034"/>
            </a:xfrm>
            <a:custGeom>
              <a:avLst/>
              <a:gdLst>
                <a:gd name="connsiteX0" fmla="*/ 222885 w 224790"/>
                <a:gd name="connsiteY0" fmla="*/ 237172 h 280034"/>
                <a:gd name="connsiteX1" fmla="*/ 127635 w 224790"/>
                <a:gd name="connsiteY1" fmla="*/ 280035 h 280034"/>
                <a:gd name="connsiteX2" fmla="*/ 0 w 224790"/>
                <a:gd name="connsiteY2" fmla="*/ 140970 h 280034"/>
                <a:gd name="connsiteX3" fmla="*/ 128588 w 224790"/>
                <a:gd name="connsiteY3" fmla="*/ 0 h 280034"/>
                <a:gd name="connsiteX4" fmla="*/ 224790 w 224790"/>
                <a:gd name="connsiteY4" fmla="*/ 45720 h 280034"/>
                <a:gd name="connsiteX5" fmla="*/ 181928 w 224790"/>
                <a:gd name="connsiteY5" fmla="*/ 86678 h 280034"/>
                <a:gd name="connsiteX6" fmla="*/ 128588 w 224790"/>
                <a:gd name="connsiteY6" fmla="*/ 57150 h 280034"/>
                <a:gd name="connsiteX7" fmla="*/ 62865 w 224790"/>
                <a:gd name="connsiteY7" fmla="*/ 140018 h 280034"/>
                <a:gd name="connsiteX8" fmla="*/ 128588 w 224790"/>
                <a:gd name="connsiteY8" fmla="*/ 222885 h 280034"/>
                <a:gd name="connsiteX9" fmla="*/ 183833 w 224790"/>
                <a:gd name="connsiteY9" fmla="*/ 193358 h 280034"/>
                <a:gd name="connsiteX10" fmla="*/ 222885 w 224790"/>
                <a:gd name="connsiteY10" fmla="*/ 237172 h 280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90" h="280034">
                  <a:moveTo>
                    <a:pt x="222885" y="237172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6688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8"/>
                  </a:cubicBezTo>
                  <a:cubicBezTo>
                    <a:pt x="62865" y="189547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3" y="193358"/>
                  </a:cubicBezTo>
                  <a:lnTo>
                    <a:pt x="222885" y="23717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2" name="Freihandform: Form 101">
              <a:extLst>
                <a:ext uri="{FF2B5EF4-FFF2-40B4-BE49-F238E27FC236}">
                  <a16:creationId xmlns:a16="http://schemas.microsoft.com/office/drawing/2014/main" id="{54D5478D-625E-4820-BE3F-5A2A1D1D92CB}"/>
                </a:ext>
              </a:extLst>
            </p:cNvPr>
            <p:cNvSpPr/>
            <p:nvPr/>
          </p:nvSpPr>
          <p:spPr>
            <a:xfrm>
              <a:off x="4038599" y="2525076"/>
              <a:ext cx="228600" cy="389572"/>
            </a:xfrm>
            <a:custGeom>
              <a:avLst/>
              <a:gdLst>
                <a:gd name="connsiteX0" fmla="*/ 228600 w 228600"/>
                <a:gd name="connsiteY0" fmla="*/ 388620 h 389572"/>
                <a:gd name="connsiteX1" fmla="*/ 166688 w 228600"/>
                <a:gd name="connsiteY1" fmla="*/ 388620 h 389572"/>
                <a:gd name="connsiteX2" fmla="*/ 166688 w 228600"/>
                <a:gd name="connsiteY2" fmla="*/ 236220 h 389572"/>
                <a:gd name="connsiteX3" fmla="*/ 117158 w 228600"/>
                <a:gd name="connsiteY3" fmla="*/ 171450 h 389572"/>
                <a:gd name="connsiteX4" fmla="*/ 61913 w 228600"/>
                <a:gd name="connsiteY4" fmla="*/ 236220 h 389572"/>
                <a:gd name="connsiteX5" fmla="*/ 61913 w 228600"/>
                <a:gd name="connsiteY5" fmla="*/ 389573 h 389572"/>
                <a:gd name="connsiteX6" fmla="*/ 0 w 228600"/>
                <a:gd name="connsiteY6" fmla="*/ 389573 h 389572"/>
                <a:gd name="connsiteX7" fmla="*/ 0 w 228600"/>
                <a:gd name="connsiteY7" fmla="*/ 15240 h 389572"/>
                <a:gd name="connsiteX8" fmla="*/ 61913 w 228600"/>
                <a:gd name="connsiteY8" fmla="*/ 0 h 389572"/>
                <a:gd name="connsiteX9" fmla="*/ 61913 w 228600"/>
                <a:gd name="connsiteY9" fmla="*/ 155258 h 389572"/>
                <a:gd name="connsiteX10" fmla="*/ 62865 w 228600"/>
                <a:gd name="connsiteY10" fmla="*/ 155258 h 389572"/>
                <a:gd name="connsiteX11" fmla="*/ 140970 w 228600"/>
                <a:gd name="connsiteY11" fmla="*/ 116205 h 389572"/>
                <a:gd name="connsiteX12" fmla="*/ 228600 w 228600"/>
                <a:gd name="connsiteY12" fmla="*/ 223838 h 389572"/>
                <a:gd name="connsiteX13" fmla="*/ 228600 w 228600"/>
                <a:gd name="connsiteY13" fmla="*/ 38862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389572">
                  <a:moveTo>
                    <a:pt x="228600" y="388620"/>
                  </a:moveTo>
                  <a:lnTo>
                    <a:pt x="166688" y="388620"/>
                  </a:lnTo>
                  <a:lnTo>
                    <a:pt x="166688" y="236220"/>
                  </a:lnTo>
                  <a:cubicBezTo>
                    <a:pt x="166688" y="197168"/>
                    <a:pt x="154305" y="171450"/>
                    <a:pt x="117158" y="171450"/>
                  </a:cubicBezTo>
                  <a:cubicBezTo>
                    <a:pt x="74295" y="171450"/>
                    <a:pt x="61913" y="205740"/>
                    <a:pt x="61913" y="236220"/>
                  </a:cubicBezTo>
                  <a:lnTo>
                    <a:pt x="61913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2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3" name="Freihandform: Form 102">
              <a:extLst>
                <a:ext uri="{FF2B5EF4-FFF2-40B4-BE49-F238E27FC236}">
                  <a16:creationId xmlns:a16="http://schemas.microsoft.com/office/drawing/2014/main" id="{DFDF2471-44E2-421C-AC3B-D064ACCDB94C}"/>
                </a:ext>
              </a:extLst>
            </p:cNvPr>
            <p:cNvSpPr/>
            <p:nvPr/>
          </p:nvSpPr>
          <p:spPr>
            <a:xfrm>
              <a:off x="4338637" y="2721291"/>
              <a:ext cx="130492" cy="59055"/>
            </a:xfrm>
            <a:custGeom>
              <a:avLst/>
              <a:gdLst>
                <a:gd name="connsiteX0" fmla="*/ 130493 w 130492"/>
                <a:gd name="connsiteY0" fmla="*/ 59055 h 59055"/>
                <a:gd name="connsiteX1" fmla="*/ 0 w 130492"/>
                <a:gd name="connsiteY1" fmla="*/ 59055 h 59055"/>
                <a:gd name="connsiteX2" fmla="*/ 0 w 130492"/>
                <a:gd name="connsiteY2" fmla="*/ 0 h 59055"/>
                <a:gd name="connsiteX3" fmla="*/ 130493 w 130492"/>
                <a:gd name="connsiteY3" fmla="*/ 0 h 59055"/>
                <a:gd name="connsiteX4" fmla="*/ 130493 w 130492"/>
                <a:gd name="connsiteY4" fmla="*/ 59055 h 59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492" h="59055">
                  <a:moveTo>
                    <a:pt x="130493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3" y="0"/>
                  </a:lnTo>
                  <a:lnTo>
                    <a:pt x="130493" y="5905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4" name="Freihandform: Form 103">
              <a:extLst>
                <a:ext uri="{FF2B5EF4-FFF2-40B4-BE49-F238E27FC236}">
                  <a16:creationId xmlns:a16="http://schemas.microsoft.com/office/drawing/2014/main" id="{1F7D1821-AC51-4D3F-9530-6B9F6703662A}"/>
                </a:ext>
              </a:extLst>
            </p:cNvPr>
            <p:cNvSpPr/>
            <p:nvPr/>
          </p:nvSpPr>
          <p:spPr>
            <a:xfrm>
              <a:off x="4502467" y="2545079"/>
              <a:ext cx="342900" cy="368617"/>
            </a:xfrm>
            <a:custGeom>
              <a:avLst/>
              <a:gdLst>
                <a:gd name="connsiteX0" fmla="*/ 136207 w 342900"/>
                <a:gd name="connsiteY0" fmla="*/ 0 h 368617"/>
                <a:gd name="connsiteX1" fmla="*/ 205740 w 342900"/>
                <a:gd name="connsiteY1" fmla="*/ 0 h 368617"/>
                <a:gd name="connsiteX2" fmla="*/ 342900 w 342900"/>
                <a:gd name="connsiteY2" fmla="*/ 368618 h 368617"/>
                <a:gd name="connsiteX3" fmla="*/ 271463 w 342900"/>
                <a:gd name="connsiteY3" fmla="*/ 368618 h 368617"/>
                <a:gd name="connsiteX4" fmla="*/ 244792 w 342900"/>
                <a:gd name="connsiteY4" fmla="*/ 290512 h 368617"/>
                <a:gd name="connsiteX5" fmla="*/ 96202 w 342900"/>
                <a:gd name="connsiteY5" fmla="*/ 290512 h 368617"/>
                <a:gd name="connsiteX6" fmla="*/ 69532 w 342900"/>
                <a:gd name="connsiteY6" fmla="*/ 368618 h 368617"/>
                <a:gd name="connsiteX7" fmla="*/ 0 w 342900"/>
                <a:gd name="connsiteY7" fmla="*/ 368618 h 368617"/>
                <a:gd name="connsiteX8" fmla="*/ 136207 w 342900"/>
                <a:gd name="connsiteY8" fmla="*/ 0 h 368617"/>
                <a:gd name="connsiteX9" fmla="*/ 116205 w 342900"/>
                <a:gd name="connsiteY9" fmla="*/ 231458 h 368617"/>
                <a:gd name="connsiteX10" fmla="*/ 223838 w 342900"/>
                <a:gd name="connsiteY10" fmla="*/ 231458 h 368617"/>
                <a:gd name="connsiteX11" fmla="*/ 170497 w 342900"/>
                <a:gd name="connsiteY11" fmla="*/ 75247 h 368617"/>
                <a:gd name="connsiteX12" fmla="*/ 169545 w 342900"/>
                <a:gd name="connsiteY12" fmla="*/ 75247 h 368617"/>
                <a:gd name="connsiteX13" fmla="*/ 116205 w 342900"/>
                <a:gd name="connsiteY13" fmla="*/ 231458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42900" h="368617">
                  <a:moveTo>
                    <a:pt x="136207" y="0"/>
                  </a:moveTo>
                  <a:lnTo>
                    <a:pt x="205740" y="0"/>
                  </a:lnTo>
                  <a:lnTo>
                    <a:pt x="342900" y="368618"/>
                  </a:lnTo>
                  <a:lnTo>
                    <a:pt x="271463" y="368618"/>
                  </a:lnTo>
                  <a:lnTo>
                    <a:pt x="244792" y="290512"/>
                  </a:lnTo>
                  <a:lnTo>
                    <a:pt x="96202" y="290512"/>
                  </a:lnTo>
                  <a:lnTo>
                    <a:pt x="69532" y="368618"/>
                  </a:lnTo>
                  <a:lnTo>
                    <a:pt x="0" y="368618"/>
                  </a:lnTo>
                  <a:lnTo>
                    <a:pt x="136207" y="0"/>
                  </a:lnTo>
                  <a:close/>
                  <a:moveTo>
                    <a:pt x="116205" y="231458"/>
                  </a:moveTo>
                  <a:lnTo>
                    <a:pt x="223838" y="231458"/>
                  </a:lnTo>
                  <a:lnTo>
                    <a:pt x="170497" y="75247"/>
                  </a:lnTo>
                  <a:lnTo>
                    <a:pt x="169545" y="75247"/>
                  </a:lnTo>
                  <a:lnTo>
                    <a:pt x="116205" y="231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5" name="Freihandform: Form 104">
              <a:extLst>
                <a:ext uri="{FF2B5EF4-FFF2-40B4-BE49-F238E27FC236}">
                  <a16:creationId xmlns:a16="http://schemas.microsoft.com/office/drawing/2014/main" id="{EB17AE7F-A04B-467A-9306-87FE75DF0E04}"/>
                </a:ext>
              </a:extLst>
            </p:cNvPr>
            <p:cNvSpPr/>
            <p:nvPr/>
          </p:nvSpPr>
          <p:spPr>
            <a:xfrm>
              <a:off x="4900612" y="2525076"/>
              <a:ext cx="61912" cy="388620"/>
            </a:xfrm>
            <a:custGeom>
              <a:avLst/>
              <a:gdLst>
                <a:gd name="connsiteX0" fmla="*/ 61913 w 61912"/>
                <a:gd name="connsiteY0" fmla="*/ 388620 h 388620"/>
                <a:gd name="connsiteX1" fmla="*/ 0 w 61912"/>
                <a:gd name="connsiteY1" fmla="*/ 388620 h 388620"/>
                <a:gd name="connsiteX2" fmla="*/ 0 w 61912"/>
                <a:gd name="connsiteY2" fmla="*/ 14288 h 388620"/>
                <a:gd name="connsiteX3" fmla="*/ 61913 w 61912"/>
                <a:gd name="connsiteY3" fmla="*/ 0 h 388620"/>
                <a:gd name="connsiteX4" fmla="*/ 61913 w 61912"/>
                <a:gd name="connsiteY4" fmla="*/ 388620 h 388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912" h="388620">
                  <a:moveTo>
                    <a:pt x="61913" y="388620"/>
                  </a:moveTo>
                  <a:lnTo>
                    <a:pt x="0" y="388620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6" name="Freihandform: Form 105">
              <a:extLst>
                <a:ext uri="{FF2B5EF4-FFF2-40B4-BE49-F238E27FC236}">
                  <a16:creationId xmlns:a16="http://schemas.microsoft.com/office/drawing/2014/main" id="{46339B94-749D-4AB3-A33D-B33FA5BAE446}"/>
                </a:ext>
              </a:extLst>
            </p:cNvPr>
            <p:cNvSpPr/>
            <p:nvPr/>
          </p:nvSpPr>
          <p:spPr>
            <a:xfrm>
              <a:off x="5029199" y="2641281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2865 w 242887"/>
                <a:gd name="connsiteY10" fmla="*/ 115253 h 279082"/>
                <a:gd name="connsiteX11" fmla="*/ 183832 w 242887"/>
                <a:gd name="connsiteY11" fmla="*/ 115253 h 279082"/>
                <a:gd name="connsiteX12" fmla="*/ 124778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3" y="264795"/>
                    <a:pt x="173355" y="279083"/>
                    <a:pt x="132397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8580" y="74295"/>
                    <a:pt x="62865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7" name="Freihandform: Form 106">
              <a:extLst>
                <a:ext uri="{FF2B5EF4-FFF2-40B4-BE49-F238E27FC236}">
                  <a16:creationId xmlns:a16="http://schemas.microsoft.com/office/drawing/2014/main" id="{40C8837A-0B5F-4A13-B684-B3EB1FF4F1B5}"/>
                </a:ext>
              </a:extLst>
            </p:cNvPr>
            <p:cNvSpPr/>
            <p:nvPr/>
          </p:nvSpPr>
          <p:spPr>
            <a:xfrm>
              <a:off x="5306377" y="2646997"/>
              <a:ext cx="255269" cy="266700"/>
            </a:xfrm>
            <a:custGeom>
              <a:avLst/>
              <a:gdLst>
                <a:gd name="connsiteX0" fmla="*/ 255270 w 255269"/>
                <a:gd name="connsiteY0" fmla="*/ 266700 h 266700"/>
                <a:gd name="connsiteX1" fmla="*/ 183832 w 255269"/>
                <a:gd name="connsiteY1" fmla="*/ 266700 h 266700"/>
                <a:gd name="connsiteX2" fmla="*/ 126682 w 255269"/>
                <a:gd name="connsiteY2" fmla="*/ 174307 h 266700"/>
                <a:gd name="connsiteX3" fmla="*/ 125730 w 255269"/>
                <a:gd name="connsiteY3" fmla="*/ 174307 h 266700"/>
                <a:gd name="connsiteX4" fmla="*/ 70485 w 255269"/>
                <a:gd name="connsiteY4" fmla="*/ 266700 h 266700"/>
                <a:gd name="connsiteX5" fmla="*/ 0 w 255269"/>
                <a:gd name="connsiteY5" fmla="*/ 266700 h 266700"/>
                <a:gd name="connsiteX6" fmla="*/ 91440 w 255269"/>
                <a:gd name="connsiteY6" fmla="*/ 128588 h 266700"/>
                <a:gd name="connsiteX7" fmla="*/ 6667 w 255269"/>
                <a:gd name="connsiteY7" fmla="*/ 0 h 266700"/>
                <a:gd name="connsiteX8" fmla="*/ 77153 w 255269"/>
                <a:gd name="connsiteY8" fmla="*/ 0 h 266700"/>
                <a:gd name="connsiteX9" fmla="*/ 127635 w 255269"/>
                <a:gd name="connsiteY9" fmla="*/ 81915 h 266700"/>
                <a:gd name="connsiteX10" fmla="*/ 128588 w 255269"/>
                <a:gd name="connsiteY10" fmla="*/ 81915 h 266700"/>
                <a:gd name="connsiteX11" fmla="*/ 178117 w 255269"/>
                <a:gd name="connsiteY11" fmla="*/ 0 h 266700"/>
                <a:gd name="connsiteX12" fmla="*/ 247650 w 255269"/>
                <a:gd name="connsiteY12" fmla="*/ 0 h 266700"/>
                <a:gd name="connsiteX13" fmla="*/ 163830 w 255269"/>
                <a:gd name="connsiteY13" fmla="*/ 127635 h 266700"/>
                <a:gd name="connsiteX14" fmla="*/ 255270 w 255269"/>
                <a:gd name="connsiteY14" fmla="*/ 26670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55269" h="266700">
                  <a:moveTo>
                    <a:pt x="255270" y="266700"/>
                  </a:moveTo>
                  <a:lnTo>
                    <a:pt x="183832" y="266700"/>
                  </a:lnTo>
                  <a:lnTo>
                    <a:pt x="126682" y="174307"/>
                  </a:lnTo>
                  <a:lnTo>
                    <a:pt x="125730" y="174307"/>
                  </a:lnTo>
                  <a:lnTo>
                    <a:pt x="70485" y="266700"/>
                  </a:lnTo>
                  <a:lnTo>
                    <a:pt x="0" y="266700"/>
                  </a:lnTo>
                  <a:lnTo>
                    <a:pt x="91440" y="128588"/>
                  </a:lnTo>
                  <a:lnTo>
                    <a:pt x="6667" y="0"/>
                  </a:lnTo>
                  <a:lnTo>
                    <a:pt x="77153" y="0"/>
                  </a:lnTo>
                  <a:lnTo>
                    <a:pt x="127635" y="81915"/>
                  </a:lnTo>
                  <a:lnTo>
                    <a:pt x="128588" y="81915"/>
                  </a:lnTo>
                  <a:lnTo>
                    <a:pt x="178117" y="0"/>
                  </a:lnTo>
                  <a:lnTo>
                    <a:pt x="247650" y="0"/>
                  </a:lnTo>
                  <a:lnTo>
                    <a:pt x="163830" y="127635"/>
                  </a:lnTo>
                  <a:lnTo>
                    <a:pt x="255270" y="26670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8" name="Freihandform: Form 107">
              <a:extLst>
                <a:ext uri="{FF2B5EF4-FFF2-40B4-BE49-F238E27FC236}">
                  <a16:creationId xmlns:a16="http://schemas.microsoft.com/office/drawing/2014/main" id="{C79E37DC-409A-4084-8BCE-C5917C2A84A1}"/>
                </a:ext>
              </a:extLst>
            </p:cNvPr>
            <p:cNvSpPr/>
            <p:nvPr/>
          </p:nvSpPr>
          <p:spPr>
            <a:xfrm>
              <a:off x="5594967" y="2641281"/>
              <a:ext cx="225759" cy="279082"/>
            </a:xfrm>
            <a:custGeom>
              <a:avLst/>
              <a:gdLst>
                <a:gd name="connsiteX0" fmla="*/ 114317 w 225759"/>
                <a:gd name="connsiteY0" fmla="*/ 107632 h 279082"/>
                <a:gd name="connsiteX1" fmla="*/ 164799 w 225759"/>
                <a:gd name="connsiteY1" fmla="*/ 113347 h 279082"/>
                <a:gd name="connsiteX2" fmla="*/ 164799 w 225759"/>
                <a:gd name="connsiteY2" fmla="*/ 103822 h 279082"/>
                <a:gd name="connsiteX3" fmla="*/ 105744 w 225759"/>
                <a:gd name="connsiteY3" fmla="*/ 52388 h 279082"/>
                <a:gd name="connsiteX4" fmla="*/ 38117 w 225759"/>
                <a:gd name="connsiteY4" fmla="*/ 67628 h 279082"/>
                <a:gd name="connsiteX5" fmla="*/ 24782 w 225759"/>
                <a:gd name="connsiteY5" fmla="*/ 15240 h 279082"/>
                <a:gd name="connsiteX6" fmla="*/ 112412 w 225759"/>
                <a:gd name="connsiteY6" fmla="*/ 0 h 279082"/>
                <a:gd name="connsiteX7" fmla="*/ 225759 w 225759"/>
                <a:gd name="connsiteY7" fmla="*/ 102870 h 279082"/>
                <a:gd name="connsiteX8" fmla="*/ 225759 w 225759"/>
                <a:gd name="connsiteY8" fmla="*/ 273368 h 279082"/>
                <a:gd name="connsiteX9" fmla="*/ 166704 w 225759"/>
                <a:gd name="connsiteY9" fmla="*/ 273368 h 279082"/>
                <a:gd name="connsiteX10" fmla="*/ 166704 w 225759"/>
                <a:gd name="connsiteY10" fmla="*/ 244793 h 279082"/>
                <a:gd name="connsiteX11" fmla="*/ 165752 w 225759"/>
                <a:gd name="connsiteY11" fmla="*/ 244793 h 279082"/>
                <a:gd name="connsiteX12" fmla="*/ 87647 w 225759"/>
                <a:gd name="connsiteY12" fmla="*/ 279083 h 279082"/>
                <a:gd name="connsiteX13" fmla="*/ 17 w 225759"/>
                <a:gd name="connsiteY13" fmla="*/ 194310 h 279082"/>
                <a:gd name="connsiteX14" fmla="*/ 114317 w 225759"/>
                <a:gd name="connsiteY14" fmla="*/ 107632 h 279082"/>
                <a:gd name="connsiteX15" fmla="*/ 103839 w 225759"/>
                <a:gd name="connsiteY15" fmla="*/ 232410 h 279082"/>
                <a:gd name="connsiteX16" fmla="*/ 164799 w 225759"/>
                <a:gd name="connsiteY16" fmla="*/ 200025 h 279082"/>
                <a:gd name="connsiteX17" fmla="*/ 164799 w 225759"/>
                <a:gd name="connsiteY17" fmla="*/ 154305 h 279082"/>
                <a:gd name="connsiteX18" fmla="*/ 120984 w 225759"/>
                <a:gd name="connsiteY18" fmla="*/ 149543 h 279082"/>
                <a:gd name="connsiteX19" fmla="*/ 59072 w 225759"/>
                <a:gd name="connsiteY19" fmla="*/ 193358 h 279082"/>
                <a:gd name="connsiteX20" fmla="*/ 103839 w 225759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5759" h="279082">
                  <a:moveTo>
                    <a:pt x="114317" y="107632"/>
                  </a:moveTo>
                  <a:cubicBezTo>
                    <a:pt x="131462" y="107632"/>
                    <a:pt x="147654" y="108585"/>
                    <a:pt x="164799" y="113347"/>
                  </a:cubicBezTo>
                  <a:lnTo>
                    <a:pt x="164799" y="103822"/>
                  </a:lnTo>
                  <a:cubicBezTo>
                    <a:pt x="164799" y="69532"/>
                    <a:pt x="144797" y="52388"/>
                    <a:pt x="105744" y="52388"/>
                  </a:cubicBezTo>
                  <a:cubicBezTo>
                    <a:pt x="83837" y="52388"/>
                    <a:pt x="60024" y="57150"/>
                    <a:pt x="38117" y="67628"/>
                  </a:cubicBezTo>
                  <a:lnTo>
                    <a:pt x="24782" y="15240"/>
                  </a:lnTo>
                  <a:cubicBezTo>
                    <a:pt x="49547" y="5715"/>
                    <a:pt x="81932" y="0"/>
                    <a:pt x="112412" y="0"/>
                  </a:cubicBezTo>
                  <a:cubicBezTo>
                    <a:pt x="187659" y="0"/>
                    <a:pt x="225759" y="35243"/>
                    <a:pt x="225759" y="102870"/>
                  </a:cubicBezTo>
                  <a:lnTo>
                    <a:pt x="225759" y="273368"/>
                  </a:lnTo>
                  <a:lnTo>
                    <a:pt x="166704" y="273368"/>
                  </a:lnTo>
                  <a:lnTo>
                    <a:pt x="166704" y="244793"/>
                  </a:lnTo>
                  <a:lnTo>
                    <a:pt x="165752" y="244793"/>
                  </a:lnTo>
                  <a:cubicBezTo>
                    <a:pt x="142892" y="268605"/>
                    <a:pt x="119079" y="279083"/>
                    <a:pt x="87647" y="279083"/>
                  </a:cubicBezTo>
                  <a:cubicBezTo>
                    <a:pt x="34307" y="279083"/>
                    <a:pt x="17" y="245745"/>
                    <a:pt x="17" y="194310"/>
                  </a:cubicBezTo>
                  <a:cubicBezTo>
                    <a:pt x="-936" y="138113"/>
                    <a:pt x="39069" y="107632"/>
                    <a:pt x="114317" y="107632"/>
                  </a:cubicBezTo>
                  <a:close/>
                  <a:moveTo>
                    <a:pt x="103839" y="232410"/>
                  </a:moveTo>
                  <a:cubicBezTo>
                    <a:pt x="126699" y="232410"/>
                    <a:pt x="147654" y="220980"/>
                    <a:pt x="164799" y="200025"/>
                  </a:cubicBezTo>
                  <a:lnTo>
                    <a:pt x="164799" y="154305"/>
                  </a:lnTo>
                  <a:cubicBezTo>
                    <a:pt x="150512" y="150495"/>
                    <a:pt x="135272" y="149543"/>
                    <a:pt x="120984" y="149543"/>
                  </a:cubicBezTo>
                  <a:cubicBezTo>
                    <a:pt x="81932" y="149543"/>
                    <a:pt x="59072" y="165735"/>
                    <a:pt x="59072" y="193358"/>
                  </a:cubicBezTo>
                  <a:cubicBezTo>
                    <a:pt x="59072" y="217170"/>
                    <a:pt x="76217" y="232410"/>
                    <a:pt x="103839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9" name="Freihandform: Form 108">
              <a:extLst>
                <a:ext uri="{FF2B5EF4-FFF2-40B4-BE49-F238E27FC236}">
                  <a16:creationId xmlns:a16="http://schemas.microsoft.com/office/drawing/2014/main" id="{7484E8C0-76B0-4B1C-9BF9-74EE12367B72}"/>
                </a:ext>
              </a:extLst>
            </p:cNvPr>
            <p:cNvSpPr/>
            <p:nvPr/>
          </p:nvSpPr>
          <p:spPr>
            <a:xfrm>
              <a:off x="5900737" y="2641281"/>
              <a:ext cx="228600" cy="273367"/>
            </a:xfrm>
            <a:custGeom>
              <a:avLst/>
              <a:gdLst>
                <a:gd name="connsiteX0" fmla="*/ 228600 w 228600"/>
                <a:gd name="connsiteY0" fmla="*/ 272415 h 273367"/>
                <a:gd name="connsiteX1" fmla="*/ 166688 w 228600"/>
                <a:gd name="connsiteY1" fmla="*/ 272415 h 273367"/>
                <a:gd name="connsiteX2" fmla="*/ 166688 w 228600"/>
                <a:gd name="connsiteY2" fmla="*/ 120015 h 273367"/>
                <a:gd name="connsiteX3" fmla="*/ 117157 w 228600"/>
                <a:gd name="connsiteY3" fmla="*/ 55245 h 273367"/>
                <a:gd name="connsiteX4" fmla="*/ 61913 w 228600"/>
                <a:gd name="connsiteY4" fmla="*/ 120015 h 273367"/>
                <a:gd name="connsiteX5" fmla="*/ 61913 w 228600"/>
                <a:gd name="connsiteY5" fmla="*/ 273368 h 273367"/>
                <a:gd name="connsiteX6" fmla="*/ 0 w 228600"/>
                <a:gd name="connsiteY6" fmla="*/ 273368 h 273367"/>
                <a:gd name="connsiteX7" fmla="*/ 0 w 228600"/>
                <a:gd name="connsiteY7" fmla="*/ 6668 h 273367"/>
                <a:gd name="connsiteX8" fmla="*/ 61913 w 228600"/>
                <a:gd name="connsiteY8" fmla="*/ 6668 h 273367"/>
                <a:gd name="connsiteX9" fmla="*/ 61913 w 228600"/>
                <a:gd name="connsiteY9" fmla="*/ 39053 h 273367"/>
                <a:gd name="connsiteX10" fmla="*/ 62865 w 228600"/>
                <a:gd name="connsiteY10" fmla="*/ 39053 h 273367"/>
                <a:gd name="connsiteX11" fmla="*/ 140970 w 228600"/>
                <a:gd name="connsiteY11" fmla="*/ 0 h 273367"/>
                <a:gd name="connsiteX12" fmla="*/ 228600 w 228600"/>
                <a:gd name="connsiteY12" fmla="*/ 107632 h 273367"/>
                <a:gd name="connsiteX13" fmla="*/ 228600 w 228600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7" y="55245"/>
                    <a:pt x="117157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8"/>
                  </a:lnTo>
                  <a:lnTo>
                    <a:pt x="0" y="273368"/>
                  </a:lnTo>
                  <a:lnTo>
                    <a:pt x="0" y="6668"/>
                  </a:lnTo>
                  <a:lnTo>
                    <a:pt x="61913" y="6668"/>
                  </a:lnTo>
                  <a:lnTo>
                    <a:pt x="61913" y="39053"/>
                  </a:lnTo>
                  <a:lnTo>
                    <a:pt x="62865" y="39053"/>
                  </a:lnTo>
                  <a:cubicBezTo>
                    <a:pt x="79057" y="15240"/>
                    <a:pt x="106680" y="0"/>
                    <a:pt x="140970" y="0"/>
                  </a:cubicBezTo>
                  <a:cubicBezTo>
                    <a:pt x="201930" y="0"/>
                    <a:pt x="228600" y="44768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0" name="Freihandform: Form 109">
              <a:extLst>
                <a:ext uri="{FF2B5EF4-FFF2-40B4-BE49-F238E27FC236}">
                  <a16:creationId xmlns:a16="http://schemas.microsoft.com/office/drawing/2014/main" id="{112417C7-0430-4F81-BBD4-AA6D1ED1EBE6}"/>
                </a:ext>
              </a:extLst>
            </p:cNvPr>
            <p:cNvSpPr/>
            <p:nvPr/>
          </p:nvSpPr>
          <p:spPr>
            <a:xfrm>
              <a:off x="6195059" y="2525076"/>
              <a:ext cx="248602" cy="396239"/>
            </a:xfrm>
            <a:custGeom>
              <a:avLst/>
              <a:gdLst>
                <a:gd name="connsiteX0" fmla="*/ 0 w 248602"/>
                <a:gd name="connsiteY0" fmla="*/ 255270 h 396239"/>
                <a:gd name="connsiteX1" fmla="*/ 108585 w 248602"/>
                <a:gd name="connsiteY1" fmla="*/ 116205 h 396239"/>
                <a:gd name="connsiteX2" fmla="*/ 185738 w 248602"/>
                <a:gd name="connsiteY2" fmla="*/ 152400 h 396239"/>
                <a:gd name="connsiteX3" fmla="*/ 186690 w 248602"/>
                <a:gd name="connsiteY3" fmla="*/ 152400 h 396239"/>
                <a:gd name="connsiteX4" fmla="*/ 186690 w 248602"/>
                <a:gd name="connsiteY4" fmla="*/ 15240 h 396239"/>
                <a:gd name="connsiteX5" fmla="*/ 248603 w 248602"/>
                <a:gd name="connsiteY5" fmla="*/ 0 h 396239"/>
                <a:gd name="connsiteX6" fmla="*/ 248603 w 248602"/>
                <a:gd name="connsiteY6" fmla="*/ 389573 h 396239"/>
                <a:gd name="connsiteX7" fmla="*/ 187643 w 248602"/>
                <a:gd name="connsiteY7" fmla="*/ 389573 h 396239"/>
                <a:gd name="connsiteX8" fmla="*/ 187643 w 248602"/>
                <a:gd name="connsiteY8" fmla="*/ 358140 h 396239"/>
                <a:gd name="connsiteX9" fmla="*/ 186690 w 248602"/>
                <a:gd name="connsiteY9" fmla="*/ 358140 h 396239"/>
                <a:gd name="connsiteX10" fmla="*/ 106680 w 248602"/>
                <a:gd name="connsiteY10" fmla="*/ 396240 h 396239"/>
                <a:gd name="connsiteX11" fmla="*/ 0 w 248602"/>
                <a:gd name="connsiteY11" fmla="*/ 255270 h 396239"/>
                <a:gd name="connsiteX12" fmla="*/ 61913 w 248602"/>
                <a:gd name="connsiteY12" fmla="*/ 255270 h 396239"/>
                <a:gd name="connsiteX13" fmla="*/ 123825 w 248602"/>
                <a:gd name="connsiteY13" fmla="*/ 340995 h 396239"/>
                <a:gd name="connsiteX14" fmla="*/ 187643 w 248602"/>
                <a:gd name="connsiteY14" fmla="*/ 305753 h 396239"/>
                <a:gd name="connsiteX15" fmla="*/ 187643 w 248602"/>
                <a:gd name="connsiteY15" fmla="*/ 207645 h 396239"/>
                <a:gd name="connsiteX16" fmla="*/ 123825 w 248602"/>
                <a:gd name="connsiteY16" fmla="*/ 172402 h 396239"/>
                <a:gd name="connsiteX17" fmla="*/ 61913 w 248602"/>
                <a:gd name="connsiteY17" fmla="*/ 255270 h 39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8602" h="396239">
                  <a:moveTo>
                    <a:pt x="0" y="255270"/>
                  </a:moveTo>
                  <a:cubicBezTo>
                    <a:pt x="0" y="169545"/>
                    <a:pt x="43815" y="116205"/>
                    <a:pt x="108585" y="116205"/>
                  </a:cubicBezTo>
                  <a:cubicBezTo>
                    <a:pt x="141922" y="116205"/>
                    <a:pt x="168593" y="130493"/>
                    <a:pt x="185738" y="152400"/>
                  </a:cubicBezTo>
                  <a:lnTo>
                    <a:pt x="186690" y="152400"/>
                  </a:lnTo>
                  <a:lnTo>
                    <a:pt x="186690" y="15240"/>
                  </a:lnTo>
                  <a:lnTo>
                    <a:pt x="248603" y="0"/>
                  </a:lnTo>
                  <a:lnTo>
                    <a:pt x="248603" y="389573"/>
                  </a:lnTo>
                  <a:lnTo>
                    <a:pt x="187643" y="389573"/>
                  </a:lnTo>
                  <a:lnTo>
                    <a:pt x="187643" y="358140"/>
                  </a:lnTo>
                  <a:lnTo>
                    <a:pt x="186690" y="358140"/>
                  </a:lnTo>
                  <a:cubicBezTo>
                    <a:pt x="167640" y="381953"/>
                    <a:pt x="140018" y="396240"/>
                    <a:pt x="106680" y="396240"/>
                  </a:cubicBezTo>
                  <a:cubicBezTo>
                    <a:pt x="43815" y="395288"/>
                    <a:pt x="0" y="340995"/>
                    <a:pt x="0" y="255270"/>
                  </a:cubicBezTo>
                  <a:close/>
                  <a:moveTo>
                    <a:pt x="61913" y="255270"/>
                  </a:moveTo>
                  <a:cubicBezTo>
                    <a:pt x="61913" y="309563"/>
                    <a:pt x="84772" y="340995"/>
                    <a:pt x="123825" y="340995"/>
                  </a:cubicBezTo>
                  <a:cubicBezTo>
                    <a:pt x="147638" y="340995"/>
                    <a:pt x="167640" y="329565"/>
                    <a:pt x="187643" y="305753"/>
                  </a:cubicBezTo>
                  <a:lnTo>
                    <a:pt x="187643" y="207645"/>
                  </a:lnTo>
                  <a:cubicBezTo>
                    <a:pt x="169545" y="183833"/>
                    <a:pt x="149543" y="172402"/>
                    <a:pt x="123825" y="172402"/>
                  </a:cubicBezTo>
                  <a:cubicBezTo>
                    <a:pt x="82868" y="172402"/>
                    <a:pt x="61913" y="201930"/>
                    <a:pt x="61913" y="2552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1" name="Freihandform: Form 110">
              <a:extLst>
                <a:ext uri="{FF2B5EF4-FFF2-40B4-BE49-F238E27FC236}">
                  <a16:creationId xmlns:a16="http://schemas.microsoft.com/office/drawing/2014/main" id="{596D4F29-6C7C-4E6D-AF8B-430889FA2F92}"/>
                </a:ext>
              </a:extLst>
            </p:cNvPr>
            <p:cNvSpPr/>
            <p:nvPr/>
          </p:nvSpPr>
          <p:spPr>
            <a:xfrm>
              <a:off x="6511289" y="2641281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7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2865 w 242887"/>
                <a:gd name="connsiteY10" fmla="*/ 115253 h 279082"/>
                <a:gd name="connsiteX11" fmla="*/ 183833 w 242887"/>
                <a:gd name="connsiteY11" fmla="*/ 115253 h 279082"/>
                <a:gd name="connsiteX12" fmla="*/ 124778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8" y="0"/>
                  </a:cubicBezTo>
                  <a:cubicBezTo>
                    <a:pt x="196215" y="0"/>
                    <a:pt x="242887" y="53340"/>
                    <a:pt x="242887" y="135255"/>
                  </a:cubicBezTo>
                  <a:cubicBezTo>
                    <a:pt x="242887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2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2" y="264795"/>
                    <a:pt x="172403" y="279083"/>
                    <a:pt x="132397" y="279083"/>
                  </a:cubicBezTo>
                  <a:close/>
                  <a:moveTo>
                    <a:pt x="62865" y="115253"/>
                  </a:moveTo>
                  <a:lnTo>
                    <a:pt x="183833" y="115253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7628" y="74295"/>
                    <a:pt x="62865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2" name="Freihandform: Form 111">
              <a:extLst>
                <a:ext uri="{FF2B5EF4-FFF2-40B4-BE49-F238E27FC236}">
                  <a16:creationId xmlns:a16="http://schemas.microsoft.com/office/drawing/2014/main" id="{C78C5412-D97D-4017-B0C7-8AEC1552AEF0}"/>
                </a:ext>
              </a:extLst>
            </p:cNvPr>
            <p:cNvSpPr/>
            <p:nvPr/>
          </p:nvSpPr>
          <p:spPr>
            <a:xfrm>
              <a:off x="6824662" y="2641039"/>
              <a:ext cx="160019" cy="272657"/>
            </a:xfrm>
            <a:custGeom>
              <a:avLst/>
              <a:gdLst>
                <a:gd name="connsiteX0" fmla="*/ 160020 w 160019"/>
                <a:gd name="connsiteY0" fmla="*/ 5005 h 272657"/>
                <a:gd name="connsiteX1" fmla="*/ 150495 w 160019"/>
                <a:gd name="connsiteY1" fmla="*/ 68823 h 272657"/>
                <a:gd name="connsiteX2" fmla="*/ 116205 w 160019"/>
                <a:gd name="connsiteY2" fmla="*/ 60250 h 272657"/>
                <a:gd name="connsiteX3" fmla="*/ 61913 w 160019"/>
                <a:gd name="connsiteY3" fmla="*/ 135498 h 272657"/>
                <a:gd name="connsiteX4" fmla="*/ 61913 w 160019"/>
                <a:gd name="connsiteY4" fmla="*/ 272658 h 272657"/>
                <a:gd name="connsiteX5" fmla="*/ 0 w 160019"/>
                <a:gd name="connsiteY5" fmla="*/ 272658 h 272657"/>
                <a:gd name="connsiteX6" fmla="*/ 0 w 160019"/>
                <a:gd name="connsiteY6" fmla="*/ 5958 h 272657"/>
                <a:gd name="connsiteX7" fmla="*/ 60960 w 160019"/>
                <a:gd name="connsiteY7" fmla="*/ 5958 h 272657"/>
                <a:gd name="connsiteX8" fmla="*/ 60960 w 160019"/>
                <a:gd name="connsiteY8" fmla="*/ 40248 h 272657"/>
                <a:gd name="connsiteX9" fmla="*/ 61913 w 160019"/>
                <a:gd name="connsiteY9" fmla="*/ 40248 h 272657"/>
                <a:gd name="connsiteX10" fmla="*/ 131445 w 160019"/>
                <a:gd name="connsiteY10" fmla="*/ 243 h 272657"/>
                <a:gd name="connsiteX11" fmla="*/ 160020 w 160019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19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3" name="Freihandform: Form 112">
              <a:extLst>
                <a:ext uri="{FF2B5EF4-FFF2-40B4-BE49-F238E27FC236}">
                  <a16:creationId xmlns:a16="http://schemas.microsoft.com/office/drawing/2014/main" id="{850A92F4-5A6E-4593-B6AA-859530A02DAA}"/>
                </a:ext>
              </a:extLst>
            </p:cNvPr>
            <p:cNvSpPr/>
            <p:nvPr/>
          </p:nvSpPr>
          <p:spPr>
            <a:xfrm>
              <a:off x="7023734" y="2721291"/>
              <a:ext cx="130492" cy="59055"/>
            </a:xfrm>
            <a:custGeom>
              <a:avLst/>
              <a:gdLst>
                <a:gd name="connsiteX0" fmla="*/ 130492 w 130492"/>
                <a:gd name="connsiteY0" fmla="*/ 59055 h 59055"/>
                <a:gd name="connsiteX1" fmla="*/ 0 w 130492"/>
                <a:gd name="connsiteY1" fmla="*/ 59055 h 59055"/>
                <a:gd name="connsiteX2" fmla="*/ 0 w 130492"/>
                <a:gd name="connsiteY2" fmla="*/ 0 h 59055"/>
                <a:gd name="connsiteX3" fmla="*/ 130492 w 130492"/>
                <a:gd name="connsiteY3" fmla="*/ 0 h 59055"/>
                <a:gd name="connsiteX4" fmla="*/ 130492 w 130492"/>
                <a:gd name="connsiteY4" fmla="*/ 59055 h 59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492" h="59055">
                  <a:moveTo>
                    <a:pt x="130492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2" y="0"/>
                  </a:lnTo>
                  <a:lnTo>
                    <a:pt x="130492" y="5905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2" name="Freihandform: Form 161">
              <a:extLst>
                <a:ext uri="{FF2B5EF4-FFF2-40B4-BE49-F238E27FC236}">
                  <a16:creationId xmlns:a16="http://schemas.microsoft.com/office/drawing/2014/main" id="{BEAAE5B0-8E68-4059-9692-6EA74FCE9E8F}"/>
                </a:ext>
              </a:extLst>
            </p:cNvPr>
            <p:cNvSpPr/>
            <p:nvPr/>
          </p:nvSpPr>
          <p:spPr>
            <a:xfrm>
              <a:off x="7233284" y="2545079"/>
              <a:ext cx="288607" cy="375284"/>
            </a:xfrm>
            <a:custGeom>
              <a:avLst/>
              <a:gdLst>
                <a:gd name="connsiteX0" fmla="*/ 288607 w 288607"/>
                <a:gd name="connsiteY0" fmla="*/ 222885 h 375284"/>
                <a:gd name="connsiteX1" fmla="*/ 143827 w 288607"/>
                <a:gd name="connsiteY1" fmla="*/ 375285 h 375284"/>
                <a:gd name="connsiteX2" fmla="*/ 0 w 288607"/>
                <a:gd name="connsiteY2" fmla="*/ 222885 h 375284"/>
                <a:gd name="connsiteX3" fmla="*/ 0 w 288607"/>
                <a:gd name="connsiteY3" fmla="*/ 0 h 375284"/>
                <a:gd name="connsiteX4" fmla="*/ 66675 w 288607"/>
                <a:gd name="connsiteY4" fmla="*/ 0 h 375284"/>
                <a:gd name="connsiteX5" fmla="*/ 66675 w 288607"/>
                <a:gd name="connsiteY5" fmla="*/ 219075 h 375284"/>
                <a:gd name="connsiteX6" fmla="*/ 144780 w 288607"/>
                <a:gd name="connsiteY6" fmla="*/ 312420 h 375284"/>
                <a:gd name="connsiteX7" fmla="*/ 220980 w 288607"/>
                <a:gd name="connsiteY7" fmla="*/ 219075 h 375284"/>
                <a:gd name="connsiteX8" fmla="*/ 220980 w 288607"/>
                <a:gd name="connsiteY8" fmla="*/ 0 h 375284"/>
                <a:gd name="connsiteX9" fmla="*/ 287655 w 288607"/>
                <a:gd name="connsiteY9" fmla="*/ 0 h 375284"/>
                <a:gd name="connsiteX10" fmla="*/ 287655 w 288607"/>
                <a:gd name="connsiteY10" fmla="*/ 222885 h 375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88607" h="375284">
                  <a:moveTo>
                    <a:pt x="288607" y="222885"/>
                  </a:moveTo>
                  <a:cubicBezTo>
                    <a:pt x="288607" y="311468"/>
                    <a:pt x="242888" y="375285"/>
                    <a:pt x="143827" y="375285"/>
                  </a:cubicBezTo>
                  <a:cubicBezTo>
                    <a:pt x="45720" y="375285"/>
                    <a:pt x="0" y="312420"/>
                    <a:pt x="0" y="222885"/>
                  </a:cubicBezTo>
                  <a:lnTo>
                    <a:pt x="0" y="0"/>
                  </a:lnTo>
                  <a:lnTo>
                    <a:pt x="66675" y="0"/>
                  </a:lnTo>
                  <a:lnTo>
                    <a:pt x="66675" y="219075"/>
                  </a:lnTo>
                  <a:cubicBezTo>
                    <a:pt x="66675" y="274320"/>
                    <a:pt x="90488" y="312420"/>
                    <a:pt x="144780" y="312420"/>
                  </a:cubicBezTo>
                  <a:cubicBezTo>
                    <a:pt x="199072" y="312420"/>
                    <a:pt x="220980" y="275272"/>
                    <a:pt x="220980" y="219075"/>
                  </a:cubicBezTo>
                  <a:lnTo>
                    <a:pt x="220980" y="0"/>
                  </a:lnTo>
                  <a:lnTo>
                    <a:pt x="287655" y="0"/>
                  </a:lnTo>
                  <a:lnTo>
                    <a:pt x="287655" y="22288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3" name="Freihandform: Form 162">
              <a:extLst>
                <a:ext uri="{FF2B5EF4-FFF2-40B4-BE49-F238E27FC236}">
                  <a16:creationId xmlns:a16="http://schemas.microsoft.com/office/drawing/2014/main" id="{268B4AAB-F3FC-4A54-AE59-11D4B13AF48D}"/>
                </a:ext>
              </a:extLst>
            </p:cNvPr>
            <p:cNvSpPr/>
            <p:nvPr/>
          </p:nvSpPr>
          <p:spPr>
            <a:xfrm>
              <a:off x="7605712" y="2641281"/>
              <a:ext cx="228600" cy="273367"/>
            </a:xfrm>
            <a:custGeom>
              <a:avLst/>
              <a:gdLst>
                <a:gd name="connsiteX0" fmla="*/ 228600 w 228600"/>
                <a:gd name="connsiteY0" fmla="*/ 272415 h 273367"/>
                <a:gd name="connsiteX1" fmla="*/ 166688 w 228600"/>
                <a:gd name="connsiteY1" fmla="*/ 272415 h 273367"/>
                <a:gd name="connsiteX2" fmla="*/ 166688 w 228600"/>
                <a:gd name="connsiteY2" fmla="*/ 120015 h 273367"/>
                <a:gd name="connsiteX3" fmla="*/ 117157 w 228600"/>
                <a:gd name="connsiteY3" fmla="*/ 55245 h 273367"/>
                <a:gd name="connsiteX4" fmla="*/ 61913 w 228600"/>
                <a:gd name="connsiteY4" fmla="*/ 120015 h 273367"/>
                <a:gd name="connsiteX5" fmla="*/ 61913 w 228600"/>
                <a:gd name="connsiteY5" fmla="*/ 273368 h 273367"/>
                <a:gd name="connsiteX6" fmla="*/ 0 w 228600"/>
                <a:gd name="connsiteY6" fmla="*/ 273368 h 273367"/>
                <a:gd name="connsiteX7" fmla="*/ 0 w 228600"/>
                <a:gd name="connsiteY7" fmla="*/ 6668 h 273367"/>
                <a:gd name="connsiteX8" fmla="*/ 61913 w 228600"/>
                <a:gd name="connsiteY8" fmla="*/ 6668 h 273367"/>
                <a:gd name="connsiteX9" fmla="*/ 61913 w 228600"/>
                <a:gd name="connsiteY9" fmla="*/ 39053 h 273367"/>
                <a:gd name="connsiteX10" fmla="*/ 62865 w 228600"/>
                <a:gd name="connsiteY10" fmla="*/ 39053 h 273367"/>
                <a:gd name="connsiteX11" fmla="*/ 140970 w 228600"/>
                <a:gd name="connsiteY11" fmla="*/ 0 h 273367"/>
                <a:gd name="connsiteX12" fmla="*/ 228600 w 228600"/>
                <a:gd name="connsiteY12" fmla="*/ 107632 h 273367"/>
                <a:gd name="connsiteX13" fmla="*/ 228600 w 228600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7" y="55245"/>
                    <a:pt x="117157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8"/>
                  </a:lnTo>
                  <a:lnTo>
                    <a:pt x="0" y="273368"/>
                  </a:lnTo>
                  <a:lnTo>
                    <a:pt x="0" y="6668"/>
                  </a:lnTo>
                  <a:lnTo>
                    <a:pt x="61913" y="6668"/>
                  </a:lnTo>
                  <a:lnTo>
                    <a:pt x="61913" y="39053"/>
                  </a:lnTo>
                  <a:lnTo>
                    <a:pt x="62865" y="39053"/>
                  </a:lnTo>
                  <a:cubicBezTo>
                    <a:pt x="79057" y="15240"/>
                    <a:pt x="106680" y="0"/>
                    <a:pt x="140970" y="0"/>
                  </a:cubicBezTo>
                  <a:cubicBezTo>
                    <a:pt x="201930" y="0"/>
                    <a:pt x="228600" y="44768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4" name="Freihandform: Form 163">
              <a:extLst>
                <a:ext uri="{FF2B5EF4-FFF2-40B4-BE49-F238E27FC236}">
                  <a16:creationId xmlns:a16="http://schemas.microsoft.com/office/drawing/2014/main" id="{CE185222-A5ED-406F-996B-85DC26BD01B4}"/>
                </a:ext>
              </a:extLst>
            </p:cNvPr>
            <p:cNvSpPr/>
            <p:nvPr/>
          </p:nvSpPr>
          <p:spPr>
            <a:xfrm>
              <a:off x="7904797" y="2528887"/>
              <a:ext cx="79057" cy="384810"/>
            </a:xfrm>
            <a:custGeom>
              <a:avLst/>
              <a:gdLst>
                <a:gd name="connsiteX0" fmla="*/ 79057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7 w 79057"/>
                <a:gd name="connsiteY4" fmla="*/ 38100 h 384810"/>
                <a:gd name="connsiteX5" fmla="*/ 70485 w 79057"/>
                <a:gd name="connsiteY5" fmla="*/ 384810 h 384810"/>
                <a:gd name="connsiteX6" fmla="*/ 8572 w 79057"/>
                <a:gd name="connsiteY6" fmla="*/ 384810 h 384810"/>
                <a:gd name="connsiteX7" fmla="*/ 8572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7" y="38100"/>
                  </a:moveTo>
                  <a:cubicBezTo>
                    <a:pt x="79057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7" y="0"/>
                    <a:pt x="39052" y="0"/>
                  </a:cubicBezTo>
                  <a:cubicBezTo>
                    <a:pt x="60960" y="0"/>
                    <a:pt x="79057" y="16193"/>
                    <a:pt x="79057" y="38100"/>
                  </a:cubicBezTo>
                  <a:close/>
                  <a:moveTo>
                    <a:pt x="70485" y="384810"/>
                  </a:moveTo>
                  <a:lnTo>
                    <a:pt x="8572" y="384810"/>
                  </a:lnTo>
                  <a:lnTo>
                    <a:pt x="8572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5" name="Freihandform: Form 164">
              <a:extLst>
                <a:ext uri="{FF2B5EF4-FFF2-40B4-BE49-F238E27FC236}">
                  <a16:creationId xmlns:a16="http://schemas.microsoft.com/office/drawing/2014/main" id="{3B0202CA-7509-4877-85C8-CACDC758DC37}"/>
                </a:ext>
              </a:extLst>
            </p:cNvPr>
            <p:cNvSpPr/>
            <p:nvPr/>
          </p:nvSpPr>
          <p:spPr>
            <a:xfrm>
              <a:off x="8027669" y="2647949"/>
              <a:ext cx="259080" cy="266700"/>
            </a:xfrm>
            <a:custGeom>
              <a:avLst/>
              <a:gdLst>
                <a:gd name="connsiteX0" fmla="*/ 259080 w 259080"/>
                <a:gd name="connsiteY0" fmla="*/ 0 h 266700"/>
                <a:gd name="connsiteX1" fmla="*/ 161925 w 259080"/>
                <a:gd name="connsiteY1" fmla="*/ 266700 h 266700"/>
                <a:gd name="connsiteX2" fmla="*/ 97155 w 259080"/>
                <a:gd name="connsiteY2" fmla="*/ 266700 h 266700"/>
                <a:gd name="connsiteX3" fmla="*/ 0 w 259080"/>
                <a:gd name="connsiteY3" fmla="*/ 0 h 266700"/>
                <a:gd name="connsiteX4" fmla="*/ 68580 w 259080"/>
                <a:gd name="connsiteY4" fmla="*/ 0 h 266700"/>
                <a:gd name="connsiteX5" fmla="*/ 129540 w 259080"/>
                <a:gd name="connsiteY5" fmla="*/ 193358 h 266700"/>
                <a:gd name="connsiteX6" fmla="*/ 130493 w 259080"/>
                <a:gd name="connsiteY6" fmla="*/ 193358 h 266700"/>
                <a:gd name="connsiteX7" fmla="*/ 191453 w 259080"/>
                <a:gd name="connsiteY7" fmla="*/ 0 h 266700"/>
                <a:gd name="connsiteX8" fmla="*/ 259080 w 259080"/>
                <a:gd name="connsiteY8" fmla="*/ 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59080" h="266700">
                  <a:moveTo>
                    <a:pt x="259080" y="0"/>
                  </a:moveTo>
                  <a:lnTo>
                    <a:pt x="161925" y="266700"/>
                  </a:lnTo>
                  <a:lnTo>
                    <a:pt x="97155" y="266700"/>
                  </a:lnTo>
                  <a:lnTo>
                    <a:pt x="0" y="0"/>
                  </a:lnTo>
                  <a:lnTo>
                    <a:pt x="68580" y="0"/>
                  </a:lnTo>
                  <a:lnTo>
                    <a:pt x="129540" y="193358"/>
                  </a:lnTo>
                  <a:lnTo>
                    <a:pt x="130493" y="193358"/>
                  </a:lnTo>
                  <a:lnTo>
                    <a:pt x="191453" y="0"/>
                  </a:lnTo>
                  <a:lnTo>
                    <a:pt x="25908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6" name="Freihandform: Form 165">
              <a:extLst>
                <a:ext uri="{FF2B5EF4-FFF2-40B4-BE49-F238E27FC236}">
                  <a16:creationId xmlns:a16="http://schemas.microsoft.com/office/drawing/2014/main" id="{1547BA79-BB16-48DF-8A3E-A4E312335A44}"/>
                </a:ext>
              </a:extLst>
            </p:cNvPr>
            <p:cNvSpPr/>
            <p:nvPr/>
          </p:nvSpPr>
          <p:spPr>
            <a:xfrm>
              <a:off x="8315324" y="2641281"/>
              <a:ext cx="242887" cy="279082"/>
            </a:xfrm>
            <a:custGeom>
              <a:avLst/>
              <a:gdLst>
                <a:gd name="connsiteX0" fmla="*/ 132398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8 w 242887"/>
                <a:gd name="connsiteY6" fmla="*/ 225743 h 279082"/>
                <a:gd name="connsiteX7" fmla="*/ 198120 w 242887"/>
                <a:gd name="connsiteY7" fmla="*/ 194310 h 279082"/>
                <a:gd name="connsiteX8" fmla="*/ 237173 w 242887"/>
                <a:gd name="connsiteY8" fmla="*/ 235268 h 279082"/>
                <a:gd name="connsiteX9" fmla="*/ 132398 w 242887"/>
                <a:gd name="connsiteY9" fmla="*/ 279083 h 279082"/>
                <a:gd name="connsiteX10" fmla="*/ 62865 w 242887"/>
                <a:gd name="connsiteY10" fmla="*/ 115253 h 279082"/>
                <a:gd name="connsiteX11" fmla="*/ 183832 w 242887"/>
                <a:gd name="connsiteY11" fmla="*/ 115253 h 279082"/>
                <a:gd name="connsiteX12" fmla="*/ 124777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8" y="225743"/>
                    <a:pt x="132398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3" y="235268"/>
                  </a:lnTo>
                  <a:cubicBezTo>
                    <a:pt x="206693" y="264795"/>
                    <a:pt x="173355" y="279083"/>
                    <a:pt x="132398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90488" y="50482"/>
                    <a:pt x="68580" y="74295"/>
                    <a:pt x="62865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7" name="Freihandform: Form 166">
              <a:extLst>
                <a:ext uri="{FF2B5EF4-FFF2-40B4-BE49-F238E27FC236}">
                  <a16:creationId xmlns:a16="http://schemas.microsoft.com/office/drawing/2014/main" id="{AD9038C9-BA8B-4732-A59B-84A026AFA342}"/>
                </a:ext>
              </a:extLst>
            </p:cNvPr>
            <p:cNvSpPr/>
            <p:nvPr/>
          </p:nvSpPr>
          <p:spPr>
            <a:xfrm>
              <a:off x="8628697" y="2641039"/>
              <a:ext cx="160019" cy="272657"/>
            </a:xfrm>
            <a:custGeom>
              <a:avLst/>
              <a:gdLst>
                <a:gd name="connsiteX0" fmla="*/ 160020 w 160019"/>
                <a:gd name="connsiteY0" fmla="*/ 5005 h 272657"/>
                <a:gd name="connsiteX1" fmla="*/ 150495 w 160019"/>
                <a:gd name="connsiteY1" fmla="*/ 68823 h 272657"/>
                <a:gd name="connsiteX2" fmla="*/ 116205 w 160019"/>
                <a:gd name="connsiteY2" fmla="*/ 60250 h 272657"/>
                <a:gd name="connsiteX3" fmla="*/ 61913 w 160019"/>
                <a:gd name="connsiteY3" fmla="*/ 135498 h 272657"/>
                <a:gd name="connsiteX4" fmla="*/ 61913 w 160019"/>
                <a:gd name="connsiteY4" fmla="*/ 272658 h 272657"/>
                <a:gd name="connsiteX5" fmla="*/ 0 w 160019"/>
                <a:gd name="connsiteY5" fmla="*/ 272658 h 272657"/>
                <a:gd name="connsiteX6" fmla="*/ 0 w 160019"/>
                <a:gd name="connsiteY6" fmla="*/ 5958 h 272657"/>
                <a:gd name="connsiteX7" fmla="*/ 60960 w 160019"/>
                <a:gd name="connsiteY7" fmla="*/ 5958 h 272657"/>
                <a:gd name="connsiteX8" fmla="*/ 60960 w 160019"/>
                <a:gd name="connsiteY8" fmla="*/ 40248 h 272657"/>
                <a:gd name="connsiteX9" fmla="*/ 61913 w 160019"/>
                <a:gd name="connsiteY9" fmla="*/ 40248 h 272657"/>
                <a:gd name="connsiteX10" fmla="*/ 131445 w 160019"/>
                <a:gd name="connsiteY10" fmla="*/ 243 h 272657"/>
                <a:gd name="connsiteX11" fmla="*/ 160020 w 160019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19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2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7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8" name="Freihandform: Form 167">
              <a:extLst>
                <a:ext uri="{FF2B5EF4-FFF2-40B4-BE49-F238E27FC236}">
                  <a16:creationId xmlns:a16="http://schemas.microsoft.com/office/drawing/2014/main" id="{94B26F25-E866-4555-9CFA-54479F3BDC9B}"/>
                </a:ext>
              </a:extLst>
            </p:cNvPr>
            <p:cNvSpPr/>
            <p:nvPr/>
          </p:nvSpPr>
          <p:spPr>
            <a:xfrm>
              <a:off x="8818244" y="2640329"/>
              <a:ext cx="205740" cy="280034"/>
            </a:xfrm>
            <a:custGeom>
              <a:avLst/>
              <a:gdLst>
                <a:gd name="connsiteX0" fmla="*/ 29528 w 205740"/>
                <a:gd name="connsiteY0" fmla="*/ 198120 h 280034"/>
                <a:gd name="connsiteX1" fmla="*/ 104775 w 205740"/>
                <a:gd name="connsiteY1" fmla="*/ 227647 h 280034"/>
                <a:gd name="connsiteX2" fmla="*/ 143828 w 205740"/>
                <a:gd name="connsiteY2" fmla="*/ 200978 h 280034"/>
                <a:gd name="connsiteX3" fmla="*/ 10478 w 205740"/>
                <a:gd name="connsiteY3" fmla="*/ 82868 h 280034"/>
                <a:gd name="connsiteX4" fmla="*/ 111443 w 205740"/>
                <a:gd name="connsiteY4" fmla="*/ 0 h 280034"/>
                <a:gd name="connsiteX5" fmla="*/ 203835 w 205740"/>
                <a:gd name="connsiteY5" fmla="*/ 27622 h 280034"/>
                <a:gd name="connsiteX6" fmla="*/ 174307 w 205740"/>
                <a:gd name="connsiteY6" fmla="*/ 76200 h 280034"/>
                <a:gd name="connsiteX7" fmla="*/ 110490 w 205740"/>
                <a:gd name="connsiteY7" fmla="*/ 52387 h 280034"/>
                <a:gd name="connsiteX8" fmla="*/ 72390 w 205740"/>
                <a:gd name="connsiteY8" fmla="*/ 77153 h 280034"/>
                <a:gd name="connsiteX9" fmla="*/ 205740 w 205740"/>
                <a:gd name="connsiteY9" fmla="*/ 195262 h 280034"/>
                <a:gd name="connsiteX10" fmla="*/ 102870 w 205740"/>
                <a:gd name="connsiteY10" fmla="*/ 280035 h 280034"/>
                <a:gd name="connsiteX11" fmla="*/ 0 w 205740"/>
                <a:gd name="connsiteY11" fmla="*/ 247650 h 280034"/>
                <a:gd name="connsiteX12" fmla="*/ 29528 w 205740"/>
                <a:gd name="connsiteY12" fmla="*/ 198120 h 280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40" h="280034">
                  <a:moveTo>
                    <a:pt x="29528" y="198120"/>
                  </a:moveTo>
                  <a:cubicBezTo>
                    <a:pt x="56198" y="218122"/>
                    <a:pt x="80963" y="227647"/>
                    <a:pt x="104775" y="227647"/>
                  </a:cubicBezTo>
                  <a:cubicBezTo>
                    <a:pt x="127635" y="227647"/>
                    <a:pt x="143828" y="217170"/>
                    <a:pt x="143828" y="200978"/>
                  </a:cubicBezTo>
                  <a:cubicBezTo>
                    <a:pt x="143828" y="155258"/>
                    <a:pt x="10478" y="171450"/>
                    <a:pt x="10478" y="82868"/>
                  </a:cubicBezTo>
                  <a:cubicBezTo>
                    <a:pt x="10478" y="33338"/>
                    <a:pt x="51435" y="0"/>
                    <a:pt x="111443" y="0"/>
                  </a:cubicBezTo>
                  <a:cubicBezTo>
                    <a:pt x="143828" y="0"/>
                    <a:pt x="175260" y="9525"/>
                    <a:pt x="203835" y="27622"/>
                  </a:cubicBezTo>
                  <a:lnTo>
                    <a:pt x="174307" y="76200"/>
                  </a:lnTo>
                  <a:cubicBezTo>
                    <a:pt x="151448" y="60007"/>
                    <a:pt x="130493" y="52387"/>
                    <a:pt x="110490" y="52387"/>
                  </a:cubicBezTo>
                  <a:cubicBezTo>
                    <a:pt x="87630" y="52387"/>
                    <a:pt x="72390" y="61912"/>
                    <a:pt x="72390" y="77153"/>
                  </a:cubicBezTo>
                  <a:cubicBezTo>
                    <a:pt x="72390" y="120968"/>
                    <a:pt x="205740" y="105728"/>
                    <a:pt x="205740" y="195262"/>
                  </a:cubicBezTo>
                  <a:cubicBezTo>
                    <a:pt x="205740" y="245745"/>
                    <a:pt x="164782" y="280035"/>
                    <a:pt x="102870" y="280035"/>
                  </a:cubicBezTo>
                  <a:cubicBezTo>
                    <a:pt x="67628" y="280035"/>
                    <a:pt x="31432" y="268605"/>
                    <a:pt x="0" y="247650"/>
                  </a:cubicBezTo>
                  <a:lnTo>
                    <a:pt x="29528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9" name="Freihandform: Form 168">
              <a:extLst>
                <a:ext uri="{FF2B5EF4-FFF2-40B4-BE49-F238E27FC236}">
                  <a16:creationId xmlns:a16="http://schemas.microsoft.com/office/drawing/2014/main" id="{D13C4216-5CFC-4D30-81F4-6398173809B8}"/>
                </a:ext>
              </a:extLst>
            </p:cNvPr>
            <p:cNvSpPr/>
            <p:nvPr/>
          </p:nvSpPr>
          <p:spPr>
            <a:xfrm>
              <a:off x="9082087" y="2528887"/>
              <a:ext cx="79057" cy="384810"/>
            </a:xfrm>
            <a:custGeom>
              <a:avLst/>
              <a:gdLst>
                <a:gd name="connsiteX0" fmla="*/ 79057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7 w 79057"/>
                <a:gd name="connsiteY4" fmla="*/ 38100 h 384810"/>
                <a:gd name="connsiteX5" fmla="*/ 70485 w 79057"/>
                <a:gd name="connsiteY5" fmla="*/ 384810 h 384810"/>
                <a:gd name="connsiteX6" fmla="*/ 8573 w 79057"/>
                <a:gd name="connsiteY6" fmla="*/ 384810 h 384810"/>
                <a:gd name="connsiteX7" fmla="*/ 8573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7" y="38100"/>
                  </a:moveTo>
                  <a:cubicBezTo>
                    <a:pt x="79057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0960" y="0"/>
                    <a:pt x="79057" y="16193"/>
                    <a:pt x="79057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0" name="Freihandform: Form 169">
              <a:extLst>
                <a:ext uri="{FF2B5EF4-FFF2-40B4-BE49-F238E27FC236}">
                  <a16:creationId xmlns:a16="http://schemas.microsoft.com/office/drawing/2014/main" id="{BED719F3-A124-4E3F-B15E-D51E0B0B16B9}"/>
                </a:ext>
              </a:extLst>
            </p:cNvPr>
            <p:cNvSpPr/>
            <p:nvPr/>
          </p:nvSpPr>
          <p:spPr>
            <a:xfrm>
              <a:off x="9205912" y="2562224"/>
              <a:ext cx="165735" cy="358139"/>
            </a:xfrm>
            <a:custGeom>
              <a:avLst/>
              <a:gdLst>
                <a:gd name="connsiteX0" fmla="*/ 165735 w 165735"/>
                <a:gd name="connsiteY0" fmla="*/ 295275 h 358139"/>
                <a:gd name="connsiteX1" fmla="*/ 165735 w 165735"/>
                <a:gd name="connsiteY1" fmla="*/ 348615 h 358139"/>
                <a:gd name="connsiteX2" fmla="*/ 113348 w 165735"/>
                <a:gd name="connsiteY2" fmla="*/ 358140 h 358139"/>
                <a:gd name="connsiteX3" fmla="*/ 40957 w 165735"/>
                <a:gd name="connsiteY3" fmla="*/ 282892 h 358139"/>
                <a:gd name="connsiteX4" fmla="*/ 40957 w 165735"/>
                <a:gd name="connsiteY4" fmla="*/ 137160 h 358139"/>
                <a:gd name="connsiteX5" fmla="*/ 0 w 165735"/>
                <a:gd name="connsiteY5" fmla="*/ 137160 h 358139"/>
                <a:gd name="connsiteX6" fmla="*/ 0 w 165735"/>
                <a:gd name="connsiteY6" fmla="*/ 85725 h 358139"/>
                <a:gd name="connsiteX7" fmla="*/ 40005 w 165735"/>
                <a:gd name="connsiteY7" fmla="*/ 85725 h 358139"/>
                <a:gd name="connsiteX8" fmla="*/ 40005 w 165735"/>
                <a:gd name="connsiteY8" fmla="*/ 13335 h 358139"/>
                <a:gd name="connsiteX9" fmla="*/ 101918 w 165735"/>
                <a:gd name="connsiteY9" fmla="*/ 0 h 358139"/>
                <a:gd name="connsiteX10" fmla="*/ 101918 w 165735"/>
                <a:gd name="connsiteY10" fmla="*/ 86677 h 358139"/>
                <a:gd name="connsiteX11" fmla="*/ 165735 w 165735"/>
                <a:gd name="connsiteY11" fmla="*/ 86677 h 358139"/>
                <a:gd name="connsiteX12" fmla="*/ 165735 w 165735"/>
                <a:gd name="connsiteY12" fmla="*/ 138113 h 358139"/>
                <a:gd name="connsiteX13" fmla="*/ 101918 w 165735"/>
                <a:gd name="connsiteY13" fmla="*/ 138113 h 358139"/>
                <a:gd name="connsiteX14" fmla="*/ 101918 w 165735"/>
                <a:gd name="connsiteY14" fmla="*/ 269558 h 358139"/>
                <a:gd name="connsiteX15" fmla="*/ 130493 w 165735"/>
                <a:gd name="connsiteY15" fmla="*/ 304800 h 358139"/>
                <a:gd name="connsiteX16" fmla="*/ 165735 w 165735"/>
                <a:gd name="connsiteY16" fmla="*/ 295275 h 358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5" h="358139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8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3"/>
                    <a:pt x="110490" y="304800"/>
                    <a:pt x="130493" y="304800"/>
                  </a:cubicBezTo>
                  <a:cubicBezTo>
                    <a:pt x="141923" y="303848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1" name="Freihandform: Form 170">
              <a:extLst>
                <a:ext uri="{FF2B5EF4-FFF2-40B4-BE49-F238E27FC236}">
                  <a16:creationId xmlns:a16="http://schemas.microsoft.com/office/drawing/2014/main" id="{99FEC83F-D466-45C2-9AC2-A4F2E3C49543}"/>
                </a:ext>
              </a:extLst>
            </p:cNvPr>
            <p:cNvSpPr/>
            <p:nvPr/>
          </p:nvSpPr>
          <p:spPr>
            <a:xfrm>
              <a:off x="9420224" y="2533649"/>
              <a:ext cx="225742" cy="386714"/>
            </a:xfrm>
            <a:custGeom>
              <a:avLst/>
              <a:gdLst>
                <a:gd name="connsiteX0" fmla="*/ 114300 w 225742"/>
                <a:gd name="connsiteY0" fmla="*/ 215265 h 386714"/>
                <a:gd name="connsiteX1" fmla="*/ 164782 w 225742"/>
                <a:gd name="connsiteY1" fmla="*/ 220980 h 386714"/>
                <a:gd name="connsiteX2" fmla="*/ 164782 w 225742"/>
                <a:gd name="connsiteY2" fmla="*/ 211455 h 386714"/>
                <a:gd name="connsiteX3" fmla="*/ 105727 w 225742"/>
                <a:gd name="connsiteY3" fmla="*/ 160020 h 386714"/>
                <a:gd name="connsiteX4" fmla="*/ 38100 w 225742"/>
                <a:gd name="connsiteY4" fmla="*/ 175260 h 386714"/>
                <a:gd name="connsiteX5" fmla="*/ 24765 w 225742"/>
                <a:gd name="connsiteY5" fmla="*/ 122873 h 386714"/>
                <a:gd name="connsiteX6" fmla="*/ 112395 w 225742"/>
                <a:gd name="connsiteY6" fmla="*/ 107632 h 386714"/>
                <a:gd name="connsiteX7" fmla="*/ 225743 w 225742"/>
                <a:gd name="connsiteY7" fmla="*/ 210502 h 386714"/>
                <a:gd name="connsiteX8" fmla="*/ 225743 w 225742"/>
                <a:gd name="connsiteY8" fmla="*/ 381000 h 386714"/>
                <a:gd name="connsiteX9" fmla="*/ 166688 w 225742"/>
                <a:gd name="connsiteY9" fmla="*/ 381000 h 386714"/>
                <a:gd name="connsiteX10" fmla="*/ 166688 w 225742"/>
                <a:gd name="connsiteY10" fmla="*/ 352425 h 386714"/>
                <a:gd name="connsiteX11" fmla="*/ 165735 w 225742"/>
                <a:gd name="connsiteY11" fmla="*/ 352425 h 386714"/>
                <a:gd name="connsiteX12" fmla="*/ 87630 w 225742"/>
                <a:gd name="connsiteY12" fmla="*/ 386715 h 386714"/>
                <a:gd name="connsiteX13" fmla="*/ 0 w 225742"/>
                <a:gd name="connsiteY13" fmla="*/ 301942 h 386714"/>
                <a:gd name="connsiteX14" fmla="*/ 114300 w 225742"/>
                <a:gd name="connsiteY14" fmla="*/ 215265 h 386714"/>
                <a:gd name="connsiteX15" fmla="*/ 63818 w 225742"/>
                <a:gd name="connsiteY15" fmla="*/ 72390 h 386714"/>
                <a:gd name="connsiteX16" fmla="*/ 26670 w 225742"/>
                <a:gd name="connsiteY16" fmla="*/ 36195 h 386714"/>
                <a:gd name="connsiteX17" fmla="*/ 63818 w 225742"/>
                <a:gd name="connsiteY17" fmla="*/ 0 h 386714"/>
                <a:gd name="connsiteX18" fmla="*/ 100965 w 225742"/>
                <a:gd name="connsiteY18" fmla="*/ 36195 h 386714"/>
                <a:gd name="connsiteX19" fmla="*/ 63818 w 225742"/>
                <a:gd name="connsiteY19" fmla="*/ 72390 h 386714"/>
                <a:gd name="connsiteX20" fmla="*/ 103823 w 225742"/>
                <a:gd name="connsiteY20" fmla="*/ 340042 h 386714"/>
                <a:gd name="connsiteX21" fmla="*/ 164782 w 225742"/>
                <a:gd name="connsiteY21" fmla="*/ 307658 h 386714"/>
                <a:gd name="connsiteX22" fmla="*/ 164782 w 225742"/>
                <a:gd name="connsiteY22" fmla="*/ 261938 h 386714"/>
                <a:gd name="connsiteX23" fmla="*/ 120968 w 225742"/>
                <a:gd name="connsiteY23" fmla="*/ 257175 h 386714"/>
                <a:gd name="connsiteX24" fmla="*/ 59055 w 225742"/>
                <a:gd name="connsiteY24" fmla="*/ 300990 h 386714"/>
                <a:gd name="connsiteX25" fmla="*/ 103823 w 225742"/>
                <a:gd name="connsiteY25" fmla="*/ 340042 h 386714"/>
                <a:gd name="connsiteX26" fmla="*/ 172402 w 225742"/>
                <a:gd name="connsiteY26" fmla="*/ 72390 h 386714"/>
                <a:gd name="connsiteX27" fmla="*/ 135255 w 225742"/>
                <a:gd name="connsiteY27" fmla="*/ 36195 h 386714"/>
                <a:gd name="connsiteX28" fmla="*/ 172402 w 225742"/>
                <a:gd name="connsiteY28" fmla="*/ 0 h 386714"/>
                <a:gd name="connsiteX29" fmla="*/ 209550 w 225742"/>
                <a:gd name="connsiteY29" fmla="*/ 36195 h 386714"/>
                <a:gd name="connsiteX30" fmla="*/ 172402 w 225742"/>
                <a:gd name="connsiteY30" fmla="*/ 72390 h 386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25742" h="386714">
                  <a:moveTo>
                    <a:pt x="114300" y="215265"/>
                  </a:moveTo>
                  <a:cubicBezTo>
                    <a:pt x="131445" y="215265"/>
                    <a:pt x="147638" y="216217"/>
                    <a:pt x="164782" y="220980"/>
                  </a:cubicBezTo>
                  <a:lnTo>
                    <a:pt x="164782" y="211455"/>
                  </a:lnTo>
                  <a:cubicBezTo>
                    <a:pt x="164782" y="177165"/>
                    <a:pt x="144780" y="160020"/>
                    <a:pt x="105727" y="160020"/>
                  </a:cubicBezTo>
                  <a:cubicBezTo>
                    <a:pt x="83820" y="160020"/>
                    <a:pt x="60007" y="164783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2"/>
                    <a:pt x="112395" y="107632"/>
                  </a:cubicBezTo>
                  <a:cubicBezTo>
                    <a:pt x="187643" y="107632"/>
                    <a:pt x="225743" y="142875"/>
                    <a:pt x="225743" y="210502"/>
                  </a:cubicBezTo>
                  <a:lnTo>
                    <a:pt x="225743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8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8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8" y="72390"/>
                  </a:cubicBezTo>
                  <a:close/>
                  <a:moveTo>
                    <a:pt x="103823" y="340042"/>
                  </a:moveTo>
                  <a:cubicBezTo>
                    <a:pt x="126682" y="340042"/>
                    <a:pt x="147638" y="328613"/>
                    <a:pt x="164782" y="307658"/>
                  </a:cubicBezTo>
                  <a:lnTo>
                    <a:pt x="164782" y="261938"/>
                  </a:lnTo>
                  <a:cubicBezTo>
                    <a:pt x="150495" y="258127"/>
                    <a:pt x="135255" y="257175"/>
                    <a:pt x="120968" y="257175"/>
                  </a:cubicBezTo>
                  <a:cubicBezTo>
                    <a:pt x="81915" y="257175"/>
                    <a:pt x="59055" y="273367"/>
                    <a:pt x="59055" y="300990"/>
                  </a:cubicBezTo>
                  <a:cubicBezTo>
                    <a:pt x="59055" y="324803"/>
                    <a:pt x="77152" y="340042"/>
                    <a:pt x="103823" y="340042"/>
                  </a:cubicBezTo>
                  <a:close/>
                  <a:moveTo>
                    <a:pt x="172402" y="72390"/>
                  </a:moveTo>
                  <a:cubicBezTo>
                    <a:pt x="152400" y="72390"/>
                    <a:pt x="135255" y="55245"/>
                    <a:pt x="135255" y="36195"/>
                  </a:cubicBezTo>
                  <a:cubicBezTo>
                    <a:pt x="135255" y="17145"/>
                    <a:pt x="152400" y="0"/>
                    <a:pt x="172402" y="0"/>
                  </a:cubicBezTo>
                  <a:cubicBezTo>
                    <a:pt x="192405" y="0"/>
                    <a:pt x="209550" y="17145"/>
                    <a:pt x="209550" y="36195"/>
                  </a:cubicBezTo>
                  <a:cubicBezTo>
                    <a:pt x="209550" y="56198"/>
                    <a:pt x="192405" y="72390"/>
                    <a:pt x="172402" y="723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2" name="Freihandform: Form 171">
              <a:extLst>
                <a:ext uri="{FF2B5EF4-FFF2-40B4-BE49-F238E27FC236}">
                  <a16:creationId xmlns:a16="http://schemas.microsoft.com/office/drawing/2014/main" id="{E04CB4EC-8DC6-45C9-B808-C96E8C5508C4}"/>
                </a:ext>
              </a:extLst>
            </p:cNvPr>
            <p:cNvSpPr/>
            <p:nvPr/>
          </p:nvSpPr>
          <p:spPr>
            <a:xfrm>
              <a:off x="9694544" y="2562224"/>
              <a:ext cx="165735" cy="358139"/>
            </a:xfrm>
            <a:custGeom>
              <a:avLst/>
              <a:gdLst>
                <a:gd name="connsiteX0" fmla="*/ 165735 w 165735"/>
                <a:gd name="connsiteY0" fmla="*/ 295275 h 358139"/>
                <a:gd name="connsiteX1" fmla="*/ 165735 w 165735"/>
                <a:gd name="connsiteY1" fmla="*/ 348615 h 358139"/>
                <a:gd name="connsiteX2" fmla="*/ 113348 w 165735"/>
                <a:gd name="connsiteY2" fmla="*/ 358140 h 358139"/>
                <a:gd name="connsiteX3" fmla="*/ 40957 w 165735"/>
                <a:gd name="connsiteY3" fmla="*/ 282892 h 358139"/>
                <a:gd name="connsiteX4" fmla="*/ 40957 w 165735"/>
                <a:gd name="connsiteY4" fmla="*/ 137160 h 358139"/>
                <a:gd name="connsiteX5" fmla="*/ 0 w 165735"/>
                <a:gd name="connsiteY5" fmla="*/ 137160 h 358139"/>
                <a:gd name="connsiteX6" fmla="*/ 0 w 165735"/>
                <a:gd name="connsiteY6" fmla="*/ 85725 h 358139"/>
                <a:gd name="connsiteX7" fmla="*/ 40005 w 165735"/>
                <a:gd name="connsiteY7" fmla="*/ 85725 h 358139"/>
                <a:gd name="connsiteX8" fmla="*/ 40005 w 165735"/>
                <a:gd name="connsiteY8" fmla="*/ 13335 h 358139"/>
                <a:gd name="connsiteX9" fmla="*/ 101918 w 165735"/>
                <a:gd name="connsiteY9" fmla="*/ 0 h 358139"/>
                <a:gd name="connsiteX10" fmla="*/ 101918 w 165735"/>
                <a:gd name="connsiteY10" fmla="*/ 86677 h 358139"/>
                <a:gd name="connsiteX11" fmla="*/ 165735 w 165735"/>
                <a:gd name="connsiteY11" fmla="*/ 86677 h 358139"/>
                <a:gd name="connsiteX12" fmla="*/ 165735 w 165735"/>
                <a:gd name="connsiteY12" fmla="*/ 138113 h 358139"/>
                <a:gd name="connsiteX13" fmla="*/ 101918 w 165735"/>
                <a:gd name="connsiteY13" fmla="*/ 138113 h 358139"/>
                <a:gd name="connsiteX14" fmla="*/ 101918 w 165735"/>
                <a:gd name="connsiteY14" fmla="*/ 269558 h 358139"/>
                <a:gd name="connsiteX15" fmla="*/ 130493 w 165735"/>
                <a:gd name="connsiteY15" fmla="*/ 304800 h 358139"/>
                <a:gd name="connsiteX16" fmla="*/ 165735 w 165735"/>
                <a:gd name="connsiteY16" fmla="*/ 295275 h 358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5" h="358139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8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3"/>
                    <a:pt x="110490" y="304800"/>
                    <a:pt x="130493" y="304800"/>
                  </a:cubicBezTo>
                  <a:cubicBezTo>
                    <a:pt x="142875" y="303848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3" name="Freihandform: Form 172">
              <a:extLst>
                <a:ext uri="{FF2B5EF4-FFF2-40B4-BE49-F238E27FC236}">
                  <a16:creationId xmlns:a16="http://schemas.microsoft.com/office/drawing/2014/main" id="{558AC431-F147-488F-B059-EA67234AB074}"/>
                </a:ext>
              </a:extLst>
            </p:cNvPr>
            <p:cNvSpPr/>
            <p:nvPr/>
          </p:nvSpPr>
          <p:spPr>
            <a:xfrm>
              <a:off x="2179319" y="3121341"/>
              <a:ext cx="292417" cy="369570"/>
            </a:xfrm>
            <a:custGeom>
              <a:avLst/>
              <a:gdLst>
                <a:gd name="connsiteX0" fmla="*/ 0 w 292417"/>
                <a:gd name="connsiteY0" fmla="*/ 0 h 369570"/>
                <a:gd name="connsiteX1" fmla="*/ 66675 w 292417"/>
                <a:gd name="connsiteY1" fmla="*/ 0 h 369570"/>
                <a:gd name="connsiteX2" fmla="*/ 230505 w 292417"/>
                <a:gd name="connsiteY2" fmla="*/ 257175 h 369570"/>
                <a:gd name="connsiteX3" fmla="*/ 231458 w 292417"/>
                <a:gd name="connsiteY3" fmla="*/ 257175 h 369570"/>
                <a:gd name="connsiteX4" fmla="*/ 229553 w 292417"/>
                <a:gd name="connsiteY4" fmla="*/ 0 h 369570"/>
                <a:gd name="connsiteX5" fmla="*/ 292418 w 292417"/>
                <a:gd name="connsiteY5" fmla="*/ 0 h 369570"/>
                <a:gd name="connsiteX6" fmla="*/ 292418 w 292417"/>
                <a:gd name="connsiteY6" fmla="*/ 368617 h 369570"/>
                <a:gd name="connsiteX7" fmla="*/ 227647 w 292417"/>
                <a:gd name="connsiteY7" fmla="*/ 368617 h 369570"/>
                <a:gd name="connsiteX8" fmla="*/ 63818 w 292417"/>
                <a:gd name="connsiteY8" fmla="*/ 110490 h 369570"/>
                <a:gd name="connsiteX9" fmla="*/ 62865 w 292417"/>
                <a:gd name="connsiteY9" fmla="*/ 110490 h 369570"/>
                <a:gd name="connsiteX10" fmla="*/ 63818 w 292417"/>
                <a:gd name="connsiteY10" fmla="*/ 369570 h 369570"/>
                <a:gd name="connsiteX11" fmla="*/ 0 w 292417"/>
                <a:gd name="connsiteY11" fmla="*/ 369570 h 369570"/>
                <a:gd name="connsiteX12" fmla="*/ 0 w 292417"/>
                <a:gd name="connsiteY12" fmla="*/ 0 h 369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92417" h="369570">
                  <a:moveTo>
                    <a:pt x="0" y="0"/>
                  </a:moveTo>
                  <a:lnTo>
                    <a:pt x="66675" y="0"/>
                  </a:lnTo>
                  <a:lnTo>
                    <a:pt x="230505" y="257175"/>
                  </a:lnTo>
                  <a:lnTo>
                    <a:pt x="231458" y="257175"/>
                  </a:lnTo>
                  <a:lnTo>
                    <a:pt x="229553" y="0"/>
                  </a:lnTo>
                  <a:lnTo>
                    <a:pt x="292418" y="0"/>
                  </a:lnTo>
                  <a:lnTo>
                    <a:pt x="292418" y="368617"/>
                  </a:lnTo>
                  <a:lnTo>
                    <a:pt x="227647" y="368617"/>
                  </a:lnTo>
                  <a:lnTo>
                    <a:pt x="63818" y="110490"/>
                  </a:lnTo>
                  <a:lnTo>
                    <a:pt x="62865" y="110490"/>
                  </a:lnTo>
                  <a:lnTo>
                    <a:pt x="63818" y="369570"/>
                  </a:lnTo>
                  <a:lnTo>
                    <a:pt x="0" y="36957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4" name="Freihandform: Form 173">
              <a:extLst>
                <a:ext uri="{FF2B5EF4-FFF2-40B4-BE49-F238E27FC236}">
                  <a16:creationId xmlns:a16="http://schemas.microsoft.com/office/drawing/2014/main" id="{B11E2C39-461E-4E9E-87BB-0C375FF08B3A}"/>
                </a:ext>
              </a:extLst>
            </p:cNvPr>
            <p:cNvSpPr/>
            <p:nvPr/>
          </p:nvSpPr>
          <p:spPr>
            <a:xfrm>
              <a:off x="2543174" y="3217544"/>
              <a:ext cx="225742" cy="279082"/>
            </a:xfrm>
            <a:custGeom>
              <a:avLst/>
              <a:gdLst>
                <a:gd name="connsiteX0" fmla="*/ 114300 w 225742"/>
                <a:gd name="connsiteY0" fmla="*/ 107633 h 279082"/>
                <a:gd name="connsiteX1" fmla="*/ 164783 w 225742"/>
                <a:gd name="connsiteY1" fmla="*/ 113347 h 279082"/>
                <a:gd name="connsiteX2" fmla="*/ 164783 w 225742"/>
                <a:gd name="connsiteY2" fmla="*/ 103822 h 279082"/>
                <a:gd name="connsiteX3" fmla="*/ 105727 w 225742"/>
                <a:gd name="connsiteY3" fmla="*/ 52388 h 279082"/>
                <a:gd name="connsiteX4" fmla="*/ 38100 w 225742"/>
                <a:gd name="connsiteY4" fmla="*/ 67627 h 279082"/>
                <a:gd name="connsiteX5" fmla="*/ 24765 w 225742"/>
                <a:gd name="connsiteY5" fmla="*/ 15240 h 279082"/>
                <a:gd name="connsiteX6" fmla="*/ 112395 w 225742"/>
                <a:gd name="connsiteY6" fmla="*/ 0 h 279082"/>
                <a:gd name="connsiteX7" fmla="*/ 225742 w 225742"/>
                <a:gd name="connsiteY7" fmla="*/ 102870 h 279082"/>
                <a:gd name="connsiteX8" fmla="*/ 225742 w 225742"/>
                <a:gd name="connsiteY8" fmla="*/ 273367 h 279082"/>
                <a:gd name="connsiteX9" fmla="*/ 166688 w 225742"/>
                <a:gd name="connsiteY9" fmla="*/ 273367 h 279082"/>
                <a:gd name="connsiteX10" fmla="*/ 166688 w 225742"/>
                <a:gd name="connsiteY10" fmla="*/ 244792 h 279082"/>
                <a:gd name="connsiteX11" fmla="*/ 165735 w 225742"/>
                <a:gd name="connsiteY11" fmla="*/ 244792 h 279082"/>
                <a:gd name="connsiteX12" fmla="*/ 87630 w 225742"/>
                <a:gd name="connsiteY12" fmla="*/ 279083 h 279082"/>
                <a:gd name="connsiteX13" fmla="*/ 0 w 225742"/>
                <a:gd name="connsiteY13" fmla="*/ 194310 h 279082"/>
                <a:gd name="connsiteX14" fmla="*/ 114300 w 225742"/>
                <a:gd name="connsiteY14" fmla="*/ 107633 h 279082"/>
                <a:gd name="connsiteX15" fmla="*/ 103823 w 225742"/>
                <a:gd name="connsiteY15" fmla="*/ 232410 h 279082"/>
                <a:gd name="connsiteX16" fmla="*/ 164783 w 225742"/>
                <a:gd name="connsiteY16" fmla="*/ 200025 h 279082"/>
                <a:gd name="connsiteX17" fmla="*/ 164783 w 225742"/>
                <a:gd name="connsiteY17" fmla="*/ 153352 h 279082"/>
                <a:gd name="connsiteX18" fmla="*/ 120967 w 225742"/>
                <a:gd name="connsiteY18" fmla="*/ 148590 h 279082"/>
                <a:gd name="connsiteX19" fmla="*/ 59055 w 225742"/>
                <a:gd name="connsiteY19" fmla="*/ 192405 h 279082"/>
                <a:gd name="connsiteX20" fmla="*/ 103823 w 225742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5742" h="279082">
                  <a:moveTo>
                    <a:pt x="114300" y="107633"/>
                  </a:moveTo>
                  <a:cubicBezTo>
                    <a:pt x="131445" y="107633"/>
                    <a:pt x="147638" y="108585"/>
                    <a:pt x="164783" y="113347"/>
                  </a:cubicBezTo>
                  <a:lnTo>
                    <a:pt x="164783" y="103822"/>
                  </a:lnTo>
                  <a:cubicBezTo>
                    <a:pt x="164783" y="69532"/>
                    <a:pt x="144780" y="52388"/>
                    <a:pt x="105727" y="52388"/>
                  </a:cubicBezTo>
                  <a:cubicBezTo>
                    <a:pt x="83820" y="52388"/>
                    <a:pt x="60008" y="57150"/>
                    <a:pt x="38100" y="67627"/>
                  </a:cubicBezTo>
                  <a:lnTo>
                    <a:pt x="24765" y="15240"/>
                  </a:lnTo>
                  <a:cubicBezTo>
                    <a:pt x="49530" y="5715"/>
                    <a:pt x="81915" y="0"/>
                    <a:pt x="112395" y="0"/>
                  </a:cubicBezTo>
                  <a:cubicBezTo>
                    <a:pt x="187642" y="0"/>
                    <a:pt x="225742" y="35242"/>
                    <a:pt x="225742" y="102870"/>
                  </a:cubicBezTo>
                  <a:lnTo>
                    <a:pt x="225742" y="273367"/>
                  </a:lnTo>
                  <a:lnTo>
                    <a:pt x="166688" y="273367"/>
                  </a:lnTo>
                  <a:lnTo>
                    <a:pt x="166688" y="244792"/>
                  </a:lnTo>
                  <a:lnTo>
                    <a:pt x="165735" y="244792"/>
                  </a:lnTo>
                  <a:cubicBezTo>
                    <a:pt x="142875" y="268605"/>
                    <a:pt x="119063" y="279083"/>
                    <a:pt x="87630" y="279083"/>
                  </a:cubicBezTo>
                  <a:cubicBezTo>
                    <a:pt x="34290" y="279083"/>
                    <a:pt x="0" y="245745"/>
                    <a:pt x="0" y="194310"/>
                  </a:cubicBezTo>
                  <a:cubicBezTo>
                    <a:pt x="0" y="138113"/>
                    <a:pt x="40005" y="107633"/>
                    <a:pt x="114300" y="107633"/>
                  </a:cubicBezTo>
                  <a:close/>
                  <a:moveTo>
                    <a:pt x="103823" y="232410"/>
                  </a:moveTo>
                  <a:cubicBezTo>
                    <a:pt x="126683" y="232410"/>
                    <a:pt x="147638" y="220980"/>
                    <a:pt x="164783" y="200025"/>
                  </a:cubicBezTo>
                  <a:lnTo>
                    <a:pt x="164783" y="153352"/>
                  </a:lnTo>
                  <a:cubicBezTo>
                    <a:pt x="150495" y="149542"/>
                    <a:pt x="135255" y="148590"/>
                    <a:pt x="120967" y="148590"/>
                  </a:cubicBezTo>
                  <a:cubicBezTo>
                    <a:pt x="81915" y="148590"/>
                    <a:pt x="59055" y="164783"/>
                    <a:pt x="59055" y="192405"/>
                  </a:cubicBezTo>
                  <a:cubicBezTo>
                    <a:pt x="59055" y="217170"/>
                    <a:pt x="76200" y="232410"/>
                    <a:pt x="103823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5" name="Freihandform: Form 174">
              <a:extLst>
                <a:ext uri="{FF2B5EF4-FFF2-40B4-BE49-F238E27FC236}">
                  <a16:creationId xmlns:a16="http://schemas.microsoft.com/office/drawing/2014/main" id="{AD56B961-4367-4BC5-9ECE-62828F08D1C2}"/>
                </a:ext>
              </a:extLst>
            </p:cNvPr>
            <p:cNvSpPr/>
            <p:nvPr/>
          </p:nvSpPr>
          <p:spPr>
            <a:xfrm>
              <a:off x="2817494" y="3138487"/>
              <a:ext cx="165734" cy="358140"/>
            </a:xfrm>
            <a:custGeom>
              <a:avLst/>
              <a:gdLst>
                <a:gd name="connsiteX0" fmla="*/ 165735 w 165734"/>
                <a:gd name="connsiteY0" fmla="*/ 295275 h 358140"/>
                <a:gd name="connsiteX1" fmla="*/ 165735 w 165734"/>
                <a:gd name="connsiteY1" fmla="*/ 348615 h 358140"/>
                <a:gd name="connsiteX2" fmla="*/ 113347 w 165734"/>
                <a:gd name="connsiteY2" fmla="*/ 358140 h 358140"/>
                <a:gd name="connsiteX3" fmla="*/ 40957 w 165734"/>
                <a:gd name="connsiteY3" fmla="*/ 282892 h 358140"/>
                <a:gd name="connsiteX4" fmla="*/ 40957 w 165734"/>
                <a:gd name="connsiteY4" fmla="*/ 137160 h 358140"/>
                <a:gd name="connsiteX5" fmla="*/ 0 w 165734"/>
                <a:gd name="connsiteY5" fmla="*/ 137160 h 358140"/>
                <a:gd name="connsiteX6" fmla="*/ 0 w 165734"/>
                <a:gd name="connsiteY6" fmla="*/ 85725 h 358140"/>
                <a:gd name="connsiteX7" fmla="*/ 40005 w 165734"/>
                <a:gd name="connsiteY7" fmla="*/ 85725 h 358140"/>
                <a:gd name="connsiteX8" fmla="*/ 40005 w 165734"/>
                <a:gd name="connsiteY8" fmla="*/ 13335 h 358140"/>
                <a:gd name="connsiteX9" fmla="*/ 101917 w 165734"/>
                <a:gd name="connsiteY9" fmla="*/ 0 h 358140"/>
                <a:gd name="connsiteX10" fmla="*/ 101917 w 165734"/>
                <a:gd name="connsiteY10" fmla="*/ 86677 h 358140"/>
                <a:gd name="connsiteX11" fmla="*/ 165735 w 165734"/>
                <a:gd name="connsiteY11" fmla="*/ 86677 h 358140"/>
                <a:gd name="connsiteX12" fmla="*/ 165735 w 165734"/>
                <a:gd name="connsiteY12" fmla="*/ 138113 h 358140"/>
                <a:gd name="connsiteX13" fmla="*/ 101917 w 165734"/>
                <a:gd name="connsiteY13" fmla="*/ 138113 h 358140"/>
                <a:gd name="connsiteX14" fmla="*/ 101917 w 165734"/>
                <a:gd name="connsiteY14" fmla="*/ 269558 h 358140"/>
                <a:gd name="connsiteX15" fmla="*/ 130492 w 165734"/>
                <a:gd name="connsiteY15" fmla="*/ 304800 h 358140"/>
                <a:gd name="connsiteX16" fmla="*/ 165735 w 165734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7" y="0"/>
                  </a:lnTo>
                  <a:lnTo>
                    <a:pt x="101917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7" y="138113"/>
                  </a:lnTo>
                  <a:lnTo>
                    <a:pt x="101917" y="269558"/>
                  </a:lnTo>
                  <a:cubicBezTo>
                    <a:pt x="101917" y="294322"/>
                    <a:pt x="110490" y="304800"/>
                    <a:pt x="130492" y="304800"/>
                  </a:cubicBezTo>
                  <a:cubicBezTo>
                    <a:pt x="142875" y="303847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6" name="Freihandform: Form 175">
              <a:extLst>
                <a:ext uri="{FF2B5EF4-FFF2-40B4-BE49-F238E27FC236}">
                  <a16:creationId xmlns:a16="http://schemas.microsoft.com/office/drawing/2014/main" id="{BF0A6D61-3390-4476-8EB0-7DE9776449B1}"/>
                </a:ext>
              </a:extLst>
            </p:cNvPr>
            <p:cNvSpPr/>
            <p:nvPr/>
          </p:nvSpPr>
          <p:spPr>
            <a:xfrm>
              <a:off x="3038474" y="3224212"/>
              <a:ext cx="229552" cy="273367"/>
            </a:xfrm>
            <a:custGeom>
              <a:avLst/>
              <a:gdLst>
                <a:gd name="connsiteX0" fmla="*/ 62865 w 229552"/>
                <a:gd name="connsiteY0" fmla="*/ 160020 h 273367"/>
                <a:gd name="connsiteX1" fmla="*/ 116205 w 229552"/>
                <a:gd name="connsiteY1" fmla="*/ 216217 h 273367"/>
                <a:gd name="connsiteX2" fmla="*/ 167640 w 229552"/>
                <a:gd name="connsiteY2" fmla="*/ 160020 h 273367"/>
                <a:gd name="connsiteX3" fmla="*/ 167640 w 229552"/>
                <a:gd name="connsiteY3" fmla="*/ 0 h 273367"/>
                <a:gd name="connsiteX4" fmla="*/ 229553 w 229552"/>
                <a:gd name="connsiteY4" fmla="*/ 0 h 273367"/>
                <a:gd name="connsiteX5" fmla="*/ 229553 w 229552"/>
                <a:gd name="connsiteY5" fmla="*/ 161925 h 273367"/>
                <a:gd name="connsiteX6" fmla="*/ 117158 w 229552"/>
                <a:gd name="connsiteY6" fmla="*/ 273367 h 273367"/>
                <a:gd name="connsiteX7" fmla="*/ 0 w 229552"/>
                <a:gd name="connsiteY7" fmla="*/ 162878 h 273367"/>
                <a:gd name="connsiteX8" fmla="*/ 0 w 229552"/>
                <a:gd name="connsiteY8" fmla="*/ 952 h 273367"/>
                <a:gd name="connsiteX9" fmla="*/ 61913 w 229552"/>
                <a:gd name="connsiteY9" fmla="*/ 952 h 273367"/>
                <a:gd name="connsiteX10" fmla="*/ 61913 w 229552"/>
                <a:gd name="connsiteY10" fmla="*/ 160020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9552" h="273367">
                  <a:moveTo>
                    <a:pt x="62865" y="160020"/>
                  </a:moveTo>
                  <a:cubicBezTo>
                    <a:pt x="62865" y="196215"/>
                    <a:pt x="80963" y="216217"/>
                    <a:pt x="116205" y="216217"/>
                  </a:cubicBezTo>
                  <a:cubicBezTo>
                    <a:pt x="150495" y="216217"/>
                    <a:pt x="167640" y="197167"/>
                    <a:pt x="167640" y="160020"/>
                  </a:cubicBezTo>
                  <a:lnTo>
                    <a:pt x="167640" y="0"/>
                  </a:lnTo>
                  <a:lnTo>
                    <a:pt x="229553" y="0"/>
                  </a:lnTo>
                  <a:lnTo>
                    <a:pt x="229553" y="161925"/>
                  </a:lnTo>
                  <a:cubicBezTo>
                    <a:pt x="229553" y="232410"/>
                    <a:pt x="190500" y="273367"/>
                    <a:pt x="117158" y="273367"/>
                  </a:cubicBezTo>
                  <a:cubicBezTo>
                    <a:pt x="44767" y="273367"/>
                    <a:pt x="0" y="232410"/>
                    <a:pt x="0" y="162878"/>
                  </a:cubicBezTo>
                  <a:lnTo>
                    <a:pt x="0" y="952"/>
                  </a:lnTo>
                  <a:lnTo>
                    <a:pt x="61913" y="952"/>
                  </a:lnTo>
                  <a:lnTo>
                    <a:pt x="61913" y="1600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7" name="Freihandform: Form 176">
              <a:extLst>
                <a:ext uri="{FF2B5EF4-FFF2-40B4-BE49-F238E27FC236}">
                  <a16:creationId xmlns:a16="http://schemas.microsoft.com/office/drawing/2014/main" id="{DC2E152D-6891-4B91-B9F0-47DB3B128BBE}"/>
                </a:ext>
              </a:extLst>
            </p:cNvPr>
            <p:cNvSpPr/>
            <p:nvPr/>
          </p:nvSpPr>
          <p:spPr>
            <a:xfrm>
              <a:off x="3348989" y="3216591"/>
              <a:ext cx="160019" cy="273367"/>
            </a:xfrm>
            <a:custGeom>
              <a:avLst/>
              <a:gdLst>
                <a:gd name="connsiteX0" fmla="*/ 160020 w 160019"/>
                <a:gd name="connsiteY0" fmla="*/ 5715 h 273367"/>
                <a:gd name="connsiteX1" fmla="*/ 150495 w 160019"/>
                <a:gd name="connsiteY1" fmla="*/ 69533 h 273367"/>
                <a:gd name="connsiteX2" fmla="*/ 116205 w 160019"/>
                <a:gd name="connsiteY2" fmla="*/ 60960 h 273367"/>
                <a:gd name="connsiteX3" fmla="*/ 61913 w 160019"/>
                <a:gd name="connsiteY3" fmla="*/ 136208 h 273367"/>
                <a:gd name="connsiteX4" fmla="*/ 61913 w 160019"/>
                <a:gd name="connsiteY4" fmla="*/ 273367 h 273367"/>
                <a:gd name="connsiteX5" fmla="*/ 0 w 160019"/>
                <a:gd name="connsiteY5" fmla="*/ 273367 h 273367"/>
                <a:gd name="connsiteX6" fmla="*/ 0 w 160019"/>
                <a:gd name="connsiteY6" fmla="*/ 6668 h 273367"/>
                <a:gd name="connsiteX7" fmla="*/ 60960 w 160019"/>
                <a:gd name="connsiteY7" fmla="*/ 6668 h 273367"/>
                <a:gd name="connsiteX8" fmla="*/ 60960 w 160019"/>
                <a:gd name="connsiteY8" fmla="*/ 40005 h 273367"/>
                <a:gd name="connsiteX9" fmla="*/ 61913 w 160019"/>
                <a:gd name="connsiteY9" fmla="*/ 40005 h 273367"/>
                <a:gd name="connsiteX10" fmla="*/ 131445 w 160019"/>
                <a:gd name="connsiteY10" fmla="*/ 0 h 273367"/>
                <a:gd name="connsiteX11" fmla="*/ 160020 w 160019"/>
                <a:gd name="connsiteY11" fmla="*/ 57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19" h="273367">
                  <a:moveTo>
                    <a:pt x="160020" y="5715"/>
                  </a:moveTo>
                  <a:lnTo>
                    <a:pt x="150495" y="69533"/>
                  </a:lnTo>
                  <a:cubicBezTo>
                    <a:pt x="140970" y="64770"/>
                    <a:pt x="129540" y="60960"/>
                    <a:pt x="116205" y="60960"/>
                  </a:cubicBezTo>
                  <a:cubicBezTo>
                    <a:pt x="73342" y="60960"/>
                    <a:pt x="61913" y="95250"/>
                    <a:pt x="61913" y="136208"/>
                  </a:cubicBezTo>
                  <a:lnTo>
                    <a:pt x="61913" y="273367"/>
                  </a:lnTo>
                  <a:lnTo>
                    <a:pt x="0" y="273367"/>
                  </a:lnTo>
                  <a:lnTo>
                    <a:pt x="0" y="6668"/>
                  </a:lnTo>
                  <a:lnTo>
                    <a:pt x="60960" y="6668"/>
                  </a:lnTo>
                  <a:lnTo>
                    <a:pt x="60960" y="40005"/>
                  </a:lnTo>
                  <a:lnTo>
                    <a:pt x="61913" y="40005"/>
                  </a:lnTo>
                  <a:cubicBezTo>
                    <a:pt x="76200" y="15240"/>
                    <a:pt x="100965" y="0"/>
                    <a:pt x="131445" y="0"/>
                  </a:cubicBezTo>
                  <a:cubicBezTo>
                    <a:pt x="139065" y="0"/>
                    <a:pt x="150495" y="1905"/>
                    <a:pt x="160020" y="57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8" name="Freihandform: Form 177">
              <a:extLst>
                <a:ext uri="{FF2B5EF4-FFF2-40B4-BE49-F238E27FC236}">
                  <a16:creationId xmlns:a16="http://schemas.microsoft.com/office/drawing/2014/main" id="{1F487762-1320-482B-AA1F-A775BAF19905}"/>
                </a:ext>
              </a:extLst>
            </p:cNvPr>
            <p:cNvSpPr/>
            <p:nvPr/>
          </p:nvSpPr>
          <p:spPr>
            <a:xfrm>
              <a:off x="3548062" y="3224212"/>
              <a:ext cx="376237" cy="266700"/>
            </a:xfrm>
            <a:custGeom>
              <a:avLst/>
              <a:gdLst>
                <a:gd name="connsiteX0" fmla="*/ 376238 w 376237"/>
                <a:gd name="connsiteY0" fmla="*/ 0 h 266700"/>
                <a:gd name="connsiteX1" fmla="*/ 297180 w 376237"/>
                <a:gd name="connsiteY1" fmla="*/ 266700 h 266700"/>
                <a:gd name="connsiteX2" fmla="*/ 237172 w 376237"/>
                <a:gd name="connsiteY2" fmla="*/ 266700 h 266700"/>
                <a:gd name="connsiteX3" fmla="*/ 188595 w 376237"/>
                <a:gd name="connsiteY3" fmla="*/ 81915 h 266700"/>
                <a:gd name="connsiteX4" fmla="*/ 187642 w 376237"/>
                <a:gd name="connsiteY4" fmla="*/ 81915 h 266700"/>
                <a:gd name="connsiteX5" fmla="*/ 139065 w 376237"/>
                <a:gd name="connsiteY5" fmla="*/ 266700 h 266700"/>
                <a:gd name="connsiteX6" fmla="*/ 79058 w 376237"/>
                <a:gd name="connsiteY6" fmla="*/ 266700 h 266700"/>
                <a:gd name="connsiteX7" fmla="*/ 0 w 376237"/>
                <a:gd name="connsiteY7" fmla="*/ 0 h 266700"/>
                <a:gd name="connsiteX8" fmla="*/ 65722 w 376237"/>
                <a:gd name="connsiteY8" fmla="*/ 0 h 266700"/>
                <a:gd name="connsiteX9" fmla="*/ 111442 w 376237"/>
                <a:gd name="connsiteY9" fmla="*/ 180022 h 266700"/>
                <a:gd name="connsiteX10" fmla="*/ 112395 w 376237"/>
                <a:gd name="connsiteY10" fmla="*/ 180022 h 266700"/>
                <a:gd name="connsiteX11" fmla="*/ 160020 w 376237"/>
                <a:gd name="connsiteY11" fmla="*/ 0 h 266700"/>
                <a:gd name="connsiteX12" fmla="*/ 217170 w 376237"/>
                <a:gd name="connsiteY12" fmla="*/ 0 h 266700"/>
                <a:gd name="connsiteX13" fmla="*/ 265747 w 376237"/>
                <a:gd name="connsiteY13" fmla="*/ 180022 h 266700"/>
                <a:gd name="connsiteX14" fmla="*/ 266700 w 376237"/>
                <a:gd name="connsiteY14" fmla="*/ 180022 h 266700"/>
                <a:gd name="connsiteX15" fmla="*/ 311467 w 376237"/>
                <a:gd name="connsiteY15" fmla="*/ 0 h 266700"/>
                <a:gd name="connsiteX16" fmla="*/ 376238 w 376237"/>
                <a:gd name="connsiteY16" fmla="*/ 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76237" h="266700">
                  <a:moveTo>
                    <a:pt x="376238" y="0"/>
                  </a:moveTo>
                  <a:lnTo>
                    <a:pt x="297180" y="266700"/>
                  </a:lnTo>
                  <a:lnTo>
                    <a:pt x="237172" y="266700"/>
                  </a:lnTo>
                  <a:lnTo>
                    <a:pt x="188595" y="81915"/>
                  </a:lnTo>
                  <a:lnTo>
                    <a:pt x="187642" y="81915"/>
                  </a:lnTo>
                  <a:lnTo>
                    <a:pt x="139065" y="266700"/>
                  </a:lnTo>
                  <a:lnTo>
                    <a:pt x="79058" y="266700"/>
                  </a:lnTo>
                  <a:lnTo>
                    <a:pt x="0" y="0"/>
                  </a:lnTo>
                  <a:lnTo>
                    <a:pt x="65722" y="0"/>
                  </a:lnTo>
                  <a:lnTo>
                    <a:pt x="111442" y="180022"/>
                  </a:lnTo>
                  <a:lnTo>
                    <a:pt x="112395" y="180022"/>
                  </a:lnTo>
                  <a:lnTo>
                    <a:pt x="160020" y="0"/>
                  </a:lnTo>
                  <a:lnTo>
                    <a:pt x="217170" y="0"/>
                  </a:lnTo>
                  <a:lnTo>
                    <a:pt x="265747" y="180022"/>
                  </a:lnTo>
                  <a:lnTo>
                    <a:pt x="266700" y="180022"/>
                  </a:lnTo>
                  <a:lnTo>
                    <a:pt x="311467" y="0"/>
                  </a:lnTo>
                  <a:lnTo>
                    <a:pt x="376238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9" name="Freihandform: Form 178">
              <a:extLst>
                <a:ext uri="{FF2B5EF4-FFF2-40B4-BE49-F238E27FC236}">
                  <a16:creationId xmlns:a16="http://schemas.microsoft.com/office/drawing/2014/main" id="{B39F0DE7-3D07-4192-947C-90054D2045DE}"/>
                </a:ext>
              </a:extLst>
            </p:cNvPr>
            <p:cNvSpPr/>
            <p:nvPr/>
          </p:nvSpPr>
          <p:spPr>
            <a:xfrm>
              <a:off x="3970971" y="3105149"/>
              <a:ext cx="79057" cy="384809"/>
            </a:xfrm>
            <a:custGeom>
              <a:avLst/>
              <a:gdLst>
                <a:gd name="connsiteX0" fmla="*/ 79058 w 79057"/>
                <a:gd name="connsiteY0" fmla="*/ 38100 h 384809"/>
                <a:gd name="connsiteX1" fmla="*/ 39053 w 79057"/>
                <a:gd name="connsiteY1" fmla="*/ 76200 h 384809"/>
                <a:gd name="connsiteX2" fmla="*/ 0 w 79057"/>
                <a:gd name="connsiteY2" fmla="*/ 38100 h 384809"/>
                <a:gd name="connsiteX3" fmla="*/ 39053 w 79057"/>
                <a:gd name="connsiteY3" fmla="*/ 0 h 384809"/>
                <a:gd name="connsiteX4" fmla="*/ 79058 w 79057"/>
                <a:gd name="connsiteY4" fmla="*/ 38100 h 384809"/>
                <a:gd name="connsiteX5" fmla="*/ 70485 w 79057"/>
                <a:gd name="connsiteY5" fmla="*/ 384810 h 384809"/>
                <a:gd name="connsiteX6" fmla="*/ 8573 w 79057"/>
                <a:gd name="connsiteY6" fmla="*/ 384810 h 384809"/>
                <a:gd name="connsiteX7" fmla="*/ 8573 w 79057"/>
                <a:gd name="connsiteY7" fmla="*/ 118110 h 384809"/>
                <a:gd name="connsiteX8" fmla="*/ 70485 w 79057"/>
                <a:gd name="connsiteY8" fmla="*/ 118110 h 384809"/>
                <a:gd name="connsiteX9" fmla="*/ 70485 w 79057"/>
                <a:gd name="connsiteY9" fmla="*/ 384810 h 384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09">
                  <a:moveTo>
                    <a:pt x="79058" y="38100"/>
                  </a:moveTo>
                  <a:cubicBezTo>
                    <a:pt x="79058" y="60008"/>
                    <a:pt x="60960" y="76200"/>
                    <a:pt x="39053" y="76200"/>
                  </a:cubicBezTo>
                  <a:cubicBezTo>
                    <a:pt x="17145" y="76200"/>
                    <a:pt x="0" y="60008"/>
                    <a:pt x="0" y="38100"/>
                  </a:cubicBezTo>
                  <a:cubicBezTo>
                    <a:pt x="0" y="16192"/>
                    <a:pt x="18098" y="0"/>
                    <a:pt x="39053" y="0"/>
                  </a:cubicBezTo>
                  <a:cubicBezTo>
                    <a:pt x="60960" y="0"/>
                    <a:pt x="79058" y="16192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0" name="Freihandform: Form 179">
              <a:extLst>
                <a:ext uri="{FF2B5EF4-FFF2-40B4-BE49-F238E27FC236}">
                  <a16:creationId xmlns:a16="http://schemas.microsoft.com/office/drawing/2014/main" id="{635A2E71-4279-4C10-85D7-36329C8072A8}"/>
                </a:ext>
              </a:extLst>
            </p:cNvPr>
            <p:cNvSpPr/>
            <p:nvPr/>
          </p:nvSpPr>
          <p:spPr>
            <a:xfrm>
              <a:off x="4099559" y="3216591"/>
              <a:ext cx="205740" cy="280035"/>
            </a:xfrm>
            <a:custGeom>
              <a:avLst/>
              <a:gdLst>
                <a:gd name="connsiteX0" fmla="*/ 29528 w 205740"/>
                <a:gd name="connsiteY0" fmla="*/ 198120 h 280035"/>
                <a:gd name="connsiteX1" fmla="*/ 104775 w 205740"/>
                <a:gd name="connsiteY1" fmla="*/ 227648 h 280035"/>
                <a:gd name="connsiteX2" fmla="*/ 143828 w 205740"/>
                <a:gd name="connsiteY2" fmla="*/ 200978 h 280035"/>
                <a:gd name="connsiteX3" fmla="*/ 10478 w 205740"/>
                <a:gd name="connsiteY3" fmla="*/ 82868 h 280035"/>
                <a:gd name="connsiteX4" fmla="*/ 111443 w 205740"/>
                <a:gd name="connsiteY4" fmla="*/ 0 h 280035"/>
                <a:gd name="connsiteX5" fmla="*/ 203835 w 205740"/>
                <a:gd name="connsiteY5" fmla="*/ 27623 h 280035"/>
                <a:gd name="connsiteX6" fmla="*/ 174308 w 205740"/>
                <a:gd name="connsiteY6" fmla="*/ 76200 h 280035"/>
                <a:gd name="connsiteX7" fmla="*/ 110490 w 205740"/>
                <a:gd name="connsiteY7" fmla="*/ 52388 h 280035"/>
                <a:gd name="connsiteX8" fmla="*/ 72390 w 205740"/>
                <a:gd name="connsiteY8" fmla="*/ 77153 h 280035"/>
                <a:gd name="connsiteX9" fmla="*/ 205740 w 205740"/>
                <a:gd name="connsiteY9" fmla="*/ 195263 h 280035"/>
                <a:gd name="connsiteX10" fmla="*/ 102870 w 205740"/>
                <a:gd name="connsiteY10" fmla="*/ 280035 h 280035"/>
                <a:gd name="connsiteX11" fmla="*/ 0 w 205740"/>
                <a:gd name="connsiteY11" fmla="*/ 247650 h 280035"/>
                <a:gd name="connsiteX12" fmla="*/ 29528 w 205740"/>
                <a:gd name="connsiteY12" fmla="*/ 198120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40" h="280035">
                  <a:moveTo>
                    <a:pt x="29528" y="198120"/>
                  </a:moveTo>
                  <a:cubicBezTo>
                    <a:pt x="55245" y="218123"/>
                    <a:pt x="80963" y="227648"/>
                    <a:pt x="104775" y="227648"/>
                  </a:cubicBezTo>
                  <a:cubicBezTo>
                    <a:pt x="127635" y="227648"/>
                    <a:pt x="143828" y="217170"/>
                    <a:pt x="143828" y="200978"/>
                  </a:cubicBezTo>
                  <a:cubicBezTo>
                    <a:pt x="143828" y="155258"/>
                    <a:pt x="10478" y="171450"/>
                    <a:pt x="10478" y="82868"/>
                  </a:cubicBezTo>
                  <a:cubicBezTo>
                    <a:pt x="10478" y="33338"/>
                    <a:pt x="51435" y="0"/>
                    <a:pt x="111443" y="0"/>
                  </a:cubicBezTo>
                  <a:cubicBezTo>
                    <a:pt x="143828" y="0"/>
                    <a:pt x="175260" y="9525"/>
                    <a:pt x="203835" y="27623"/>
                  </a:cubicBezTo>
                  <a:lnTo>
                    <a:pt x="174308" y="76200"/>
                  </a:lnTo>
                  <a:cubicBezTo>
                    <a:pt x="151447" y="60008"/>
                    <a:pt x="130493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3" y="280035"/>
                    <a:pt x="102870" y="280035"/>
                  </a:cubicBezTo>
                  <a:cubicBezTo>
                    <a:pt x="67628" y="280035"/>
                    <a:pt x="31433" y="268605"/>
                    <a:pt x="0" y="247650"/>
                  </a:cubicBezTo>
                  <a:lnTo>
                    <a:pt x="29528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1" name="Freihandform: Form 180">
              <a:extLst>
                <a:ext uri="{FF2B5EF4-FFF2-40B4-BE49-F238E27FC236}">
                  <a16:creationId xmlns:a16="http://schemas.microsoft.com/office/drawing/2014/main" id="{14F6612F-7FFD-43C4-8253-5F26F2FA8205}"/>
                </a:ext>
              </a:extLst>
            </p:cNvPr>
            <p:cNvSpPr/>
            <p:nvPr/>
          </p:nvSpPr>
          <p:spPr>
            <a:xfrm>
              <a:off x="4346256" y="3216591"/>
              <a:ext cx="205740" cy="280035"/>
            </a:xfrm>
            <a:custGeom>
              <a:avLst/>
              <a:gdLst>
                <a:gd name="connsiteX0" fmla="*/ 29528 w 205740"/>
                <a:gd name="connsiteY0" fmla="*/ 198120 h 280035"/>
                <a:gd name="connsiteX1" fmla="*/ 104775 w 205740"/>
                <a:gd name="connsiteY1" fmla="*/ 227648 h 280035"/>
                <a:gd name="connsiteX2" fmla="*/ 143828 w 205740"/>
                <a:gd name="connsiteY2" fmla="*/ 200978 h 280035"/>
                <a:gd name="connsiteX3" fmla="*/ 10478 w 205740"/>
                <a:gd name="connsiteY3" fmla="*/ 82868 h 280035"/>
                <a:gd name="connsiteX4" fmla="*/ 111443 w 205740"/>
                <a:gd name="connsiteY4" fmla="*/ 0 h 280035"/>
                <a:gd name="connsiteX5" fmla="*/ 203835 w 205740"/>
                <a:gd name="connsiteY5" fmla="*/ 27623 h 280035"/>
                <a:gd name="connsiteX6" fmla="*/ 174308 w 205740"/>
                <a:gd name="connsiteY6" fmla="*/ 76200 h 280035"/>
                <a:gd name="connsiteX7" fmla="*/ 110490 w 205740"/>
                <a:gd name="connsiteY7" fmla="*/ 52388 h 280035"/>
                <a:gd name="connsiteX8" fmla="*/ 72390 w 205740"/>
                <a:gd name="connsiteY8" fmla="*/ 77153 h 280035"/>
                <a:gd name="connsiteX9" fmla="*/ 205740 w 205740"/>
                <a:gd name="connsiteY9" fmla="*/ 195263 h 280035"/>
                <a:gd name="connsiteX10" fmla="*/ 102870 w 205740"/>
                <a:gd name="connsiteY10" fmla="*/ 280035 h 280035"/>
                <a:gd name="connsiteX11" fmla="*/ 0 w 205740"/>
                <a:gd name="connsiteY11" fmla="*/ 247650 h 280035"/>
                <a:gd name="connsiteX12" fmla="*/ 29528 w 205740"/>
                <a:gd name="connsiteY12" fmla="*/ 198120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40" h="280035">
                  <a:moveTo>
                    <a:pt x="29528" y="198120"/>
                  </a:moveTo>
                  <a:cubicBezTo>
                    <a:pt x="56198" y="218123"/>
                    <a:pt x="80963" y="227648"/>
                    <a:pt x="104775" y="227648"/>
                  </a:cubicBezTo>
                  <a:cubicBezTo>
                    <a:pt x="127635" y="227648"/>
                    <a:pt x="143828" y="217170"/>
                    <a:pt x="143828" y="200978"/>
                  </a:cubicBezTo>
                  <a:cubicBezTo>
                    <a:pt x="143828" y="155258"/>
                    <a:pt x="10478" y="171450"/>
                    <a:pt x="10478" y="82868"/>
                  </a:cubicBezTo>
                  <a:cubicBezTo>
                    <a:pt x="10478" y="33338"/>
                    <a:pt x="51435" y="0"/>
                    <a:pt x="111443" y="0"/>
                  </a:cubicBezTo>
                  <a:cubicBezTo>
                    <a:pt x="143828" y="0"/>
                    <a:pt x="175260" y="9525"/>
                    <a:pt x="203835" y="27623"/>
                  </a:cubicBezTo>
                  <a:lnTo>
                    <a:pt x="174308" y="76200"/>
                  </a:lnTo>
                  <a:cubicBezTo>
                    <a:pt x="151448" y="60008"/>
                    <a:pt x="130493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3" y="280035"/>
                    <a:pt x="102870" y="280035"/>
                  </a:cubicBezTo>
                  <a:cubicBezTo>
                    <a:pt x="67628" y="280035"/>
                    <a:pt x="31433" y="268605"/>
                    <a:pt x="0" y="247650"/>
                  </a:cubicBezTo>
                  <a:lnTo>
                    <a:pt x="29528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2" name="Freihandform: Form 181">
              <a:extLst>
                <a:ext uri="{FF2B5EF4-FFF2-40B4-BE49-F238E27FC236}">
                  <a16:creationId xmlns:a16="http://schemas.microsoft.com/office/drawing/2014/main" id="{618FC839-7C8D-47CE-8EA1-08C1B33D2966}"/>
                </a:ext>
              </a:extLst>
            </p:cNvPr>
            <p:cNvSpPr/>
            <p:nvPr/>
          </p:nvSpPr>
          <p:spPr>
            <a:xfrm>
              <a:off x="4601527" y="3217544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2 h 279082"/>
                <a:gd name="connsiteX7" fmla="*/ 198120 w 242887"/>
                <a:gd name="connsiteY7" fmla="*/ 194310 h 279082"/>
                <a:gd name="connsiteX8" fmla="*/ 237172 w 242887"/>
                <a:gd name="connsiteY8" fmla="*/ 235267 h 279082"/>
                <a:gd name="connsiteX9" fmla="*/ 132397 w 242887"/>
                <a:gd name="connsiteY9" fmla="*/ 279083 h 279082"/>
                <a:gd name="connsiteX10" fmla="*/ 62865 w 242887"/>
                <a:gd name="connsiteY10" fmla="*/ 115252 h 279082"/>
                <a:gd name="connsiteX11" fmla="*/ 183832 w 242887"/>
                <a:gd name="connsiteY11" fmla="*/ 115252 h 279082"/>
                <a:gd name="connsiteX12" fmla="*/ 124778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2"/>
                    <a:pt x="132397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2" y="235267"/>
                  </a:lnTo>
                  <a:cubicBezTo>
                    <a:pt x="206692" y="264795"/>
                    <a:pt x="172403" y="279083"/>
                    <a:pt x="132397" y="279083"/>
                  </a:cubicBezTo>
                  <a:close/>
                  <a:moveTo>
                    <a:pt x="62865" y="115252"/>
                  </a:moveTo>
                  <a:lnTo>
                    <a:pt x="183832" y="115252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89535" y="50482"/>
                    <a:pt x="67628" y="74295"/>
                    <a:pt x="62865" y="115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3" name="Freihandform: Form 182">
              <a:extLst>
                <a:ext uri="{FF2B5EF4-FFF2-40B4-BE49-F238E27FC236}">
                  <a16:creationId xmlns:a16="http://schemas.microsoft.com/office/drawing/2014/main" id="{8BF38685-A8C4-4C94-89FB-0ED4A3F66456}"/>
                </a:ext>
              </a:extLst>
            </p:cNvPr>
            <p:cNvSpPr/>
            <p:nvPr/>
          </p:nvSpPr>
          <p:spPr>
            <a:xfrm>
              <a:off x="4913946" y="3217544"/>
              <a:ext cx="228600" cy="273367"/>
            </a:xfrm>
            <a:custGeom>
              <a:avLst/>
              <a:gdLst>
                <a:gd name="connsiteX0" fmla="*/ 228600 w 228600"/>
                <a:gd name="connsiteY0" fmla="*/ 272415 h 273367"/>
                <a:gd name="connsiteX1" fmla="*/ 166688 w 228600"/>
                <a:gd name="connsiteY1" fmla="*/ 272415 h 273367"/>
                <a:gd name="connsiteX2" fmla="*/ 166688 w 228600"/>
                <a:gd name="connsiteY2" fmla="*/ 120015 h 273367"/>
                <a:gd name="connsiteX3" fmla="*/ 117158 w 228600"/>
                <a:gd name="connsiteY3" fmla="*/ 55245 h 273367"/>
                <a:gd name="connsiteX4" fmla="*/ 61913 w 228600"/>
                <a:gd name="connsiteY4" fmla="*/ 120015 h 273367"/>
                <a:gd name="connsiteX5" fmla="*/ 61913 w 228600"/>
                <a:gd name="connsiteY5" fmla="*/ 273367 h 273367"/>
                <a:gd name="connsiteX6" fmla="*/ 0 w 228600"/>
                <a:gd name="connsiteY6" fmla="*/ 273367 h 273367"/>
                <a:gd name="connsiteX7" fmla="*/ 0 w 228600"/>
                <a:gd name="connsiteY7" fmla="*/ 6667 h 273367"/>
                <a:gd name="connsiteX8" fmla="*/ 61913 w 228600"/>
                <a:gd name="connsiteY8" fmla="*/ 6667 h 273367"/>
                <a:gd name="connsiteX9" fmla="*/ 61913 w 228600"/>
                <a:gd name="connsiteY9" fmla="*/ 39052 h 273367"/>
                <a:gd name="connsiteX10" fmla="*/ 62865 w 228600"/>
                <a:gd name="connsiteY10" fmla="*/ 39052 h 273367"/>
                <a:gd name="connsiteX11" fmla="*/ 140970 w 228600"/>
                <a:gd name="connsiteY11" fmla="*/ 0 h 273367"/>
                <a:gd name="connsiteX12" fmla="*/ 228600 w 228600"/>
                <a:gd name="connsiteY12" fmla="*/ 107633 h 273367"/>
                <a:gd name="connsiteX13" fmla="*/ 228600 w 228600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8" y="55245"/>
                    <a:pt x="117158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7"/>
                  </a:lnTo>
                  <a:lnTo>
                    <a:pt x="0" y="273367"/>
                  </a:lnTo>
                  <a:lnTo>
                    <a:pt x="0" y="6667"/>
                  </a:lnTo>
                  <a:lnTo>
                    <a:pt x="61913" y="6667"/>
                  </a:lnTo>
                  <a:lnTo>
                    <a:pt x="61913" y="39052"/>
                  </a:lnTo>
                  <a:lnTo>
                    <a:pt x="62865" y="39052"/>
                  </a:lnTo>
                  <a:cubicBezTo>
                    <a:pt x="79058" y="15240"/>
                    <a:pt x="106680" y="0"/>
                    <a:pt x="140970" y="0"/>
                  </a:cubicBezTo>
                  <a:cubicBezTo>
                    <a:pt x="201930" y="0"/>
                    <a:pt x="228600" y="44767"/>
                    <a:pt x="228600" y="107633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4" name="Freihandform: Form 183">
              <a:extLst>
                <a:ext uri="{FF2B5EF4-FFF2-40B4-BE49-F238E27FC236}">
                  <a16:creationId xmlns:a16="http://schemas.microsoft.com/office/drawing/2014/main" id="{BE74C300-BF3D-407C-B075-3AEC8CCABF80}"/>
                </a:ext>
              </a:extLst>
            </p:cNvPr>
            <p:cNvSpPr/>
            <p:nvPr/>
          </p:nvSpPr>
          <p:spPr>
            <a:xfrm>
              <a:off x="5198744" y="3216591"/>
              <a:ext cx="205740" cy="280035"/>
            </a:xfrm>
            <a:custGeom>
              <a:avLst/>
              <a:gdLst>
                <a:gd name="connsiteX0" fmla="*/ 29528 w 205740"/>
                <a:gd name="connsiteY0" fmla="*/ 198120 h 280035"/>
                <a:gd name="connsiteX1" fmla="*/ 104775 w 205740"/>
                <a:gd name="connsiteY1" fmla="*/ 227648 h 280035"/>
                <a:gd name="connsiteX2" fmla="*/ 143828 w 205740"/>
                <a:gd name="connsiteY2" fmla="*/ 200978 h 280035"/>
                <a:gd name="connsiteX3" fmla="*/ 10478 w 205740"/>
                <a:gd name="connsiteY3" fmla="*/ 82868 h 280035"/>
                <a:gd name="connsiteX4" fmla="*/ 111443 w 205740"/>
                <a:gd name="connsiteY4" fmla="*/ 0 h 280035"/>
                <a:gd name="connsiteX5" fmla="*/ 203835 w 205740"/>
                <a:gd name="connsiteY5" fmla="*/ 27623 h 280035"/>
                <a:gd name="connsiteX6" fmla="*/ 174308 w 205740"/>
                <a:gd name="connsiteY6" fmla="*/ 76200 h 280035"/>
                <a:gd name="connsiteX7" fmla="*/ 110490 w 205740"/>
                <a:gd name="connsiteY7" fmla="*/ 52388 h 280035"/>
                <a:gd name="connsiteX8" fmla="*/ 72390 w 205740"/>
                <a:gd name="connsiteY8" fmla="*/ 77153 h 280035"/>
                <a:gd name="connsiteX9" fmla="*/ 205740 w 205740"/>
                <a:gd name="connsiteY9" fmla="*/ 195263 h 280035"/>
                <a:gd name="connsiteX10" fmla="*/ 102870 w 205740"/>
                <a:gd name="connsiteY10" fmla="*/ 280035 h 280035"/>
                <a:gd name="connsiteX11" fmla="*/ 0 w 205740"/>
                <a:gd name="connsiteY11" fmla="*/ 247650 h 280035"/>
                <a:gd name="connsiteX12" fmla="*/ 29528 w 205740"/>
                <a:gd name="connsiteY12" fmla="*/ 198120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40" h="280035">
                  <a:moveTo>
                    <a:pt x="29528" y="198120"/>
                  </a:moveTo>
                  <a:cubicBezTo>
                    <a:pt x="56198" y="218123"/>
                    <a:pt x="80963" y="227648"/>
                    <a:pt x="104775" y="227648"/>
                  </a:cubicBezTo>
                  <a:cubicBezTo>
                    <a:pt x="127635" y="227648"/>
                    <a:pt x="143828" y="217170"/>
                    <a:pt x="143828" y="200978"/>
                  </a:cubicBezTo>
                  <a:cubicBezTo>
                    <a:pt x="143828" y="155258"/>
                    <a:pt x="10478" y="171450"/>
                    <a:pt x="10478" y="82868"/>
                  </a:cubicBezTo>
                  <a:cubicBezTo>
                    <a:pt x="10478" y="33338"/>
                    <a:pt x="51435" y="0"/>
                    <a:pt x="111443" y="0"/>
                  </a:cubicBezTo>
                  <a:cubicBezTo>
                    <a:pt x="143828" y="0"/>
                    <a:pt x="175260" y="9525"/>
                    <a:pt x="203835" y="27623"/>
                  </a:cubicBezTo>
                  <a:lnTo>
                    <a:pt x="174308" y="76200"/>
                  </a:lnTo>
                  <a:cubicBezTo>
                    <a:pt x="151448" y="60008"/>
                    <a:pt x="130493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3" y="280035"/>
                    <a:pt x="102870" y="280035"/>
                  </a:cubicBezTo>
                  <a:cubicBezTo>
                    <a:pt x="67628" y="280035"/>
                    <a:pt x="31433" y="268605"/>
                    <a:pt x="0" y="247650"/>
                  </a:cubicBezTo>
                  <a:lnTo>
                    <a:pt x="29528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5" name="Freihandform: Form 184">
              <a:extLst>
                <a:ext uri="{FF2B5EF4-FFF2-40B4-BE49-F238E27FC236}">
                  <a16:creationId xmlns:a16="http://schemas.microsoft.com/office/drawing/2014/main" id="{0694207B-F80C-48C1-95D4-851EEEE6D0F5}"/>
                </a:ext>
              </a:extLst>
            </p:cNvPr>
            <p:cNvSpPr/>
            <p:nvPr/>
          </p:nvSpPr>
          <p:spPr>
            <a:xfrm>
              <a:off x="5454967" y="3216591"/>
              <a:ext cx="224789" cy="280035"/>
            </a:xfrm>
            <a:custGeom>
              <a:avLst/>
              <a:gdLst>
                <a:gd name="connsiteX0" fmla="*/ 222885 w 224789"/>
                <a:gd name="connsiteY0" fmla="*/ 237173 h 280035"/>
                <a:gd name="connsiteX1" fmla="*/ 127635 w 224789"/>
                <a:gd name="connsiteY1" fmla="*/ 280035 h 280035"/>
                <a:gd name="connsiteX2" fmla="*/ 0 w 224789"/>
                <a:gd name="connsiteY2" fmla="*/ 140970 h 280035"/>
                <a:gd name="connsiteX3" fmla="*/ 128588 w 224789"/>
                <a:gd name="connsiteY3" fmla="*/ 0 h 280035"/>
                <a:gd name="connsiteX4" fmla="*/ 224790 w 224789"/>
                <a:gd name="connsiteY4" fmla="*/ 45720 h 280035"/>
                <a:gd name="connsiteX5" fmla="*/ 181927 w 224789"/>
                <a:gd name="connsiteY5" fmla="*/ 86678 h 280035"/>
                <a:gd name="connsiteX6" fmla="*/ 128588 w 224789"/>
                <a:gd name="connsiteY6" fmla="*/ 57150 h 280035"/>
                <a:gd name="connsiteX7" fmla="*/ 62865 w 224789"/>
                <a:gd name="connsiteY7" fmla="*/ 140017 h 280035"/>
                <a:gd name="connsiteX8" fmla="*/ 128588 w 224789"/>
                <a:gd name="connsiteY8" fmla="*/ 222885 h 280035"/>
                <a:gd name="connsiteX9" fmla="*/ 183832 w 224789"/>
                <a:gd name="connsiteY9" fmla="*/ 193358 h 280035"/>
                <a:gd name="connsiteX10" fmla="*/ 222885 w 224789"/>
                <a:gd name="connsiteY10" fmla="*/ 237173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89" h="280035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7" y="15240"/>
                    <a:pt x="224790" y="45720"/>
                  </a:cubicBezTo>
                  <a:lnTo>
                    <a:pt x="181927" y="86678"/>
                  </a:lnTo>
                  <a:cubicBezTo>
                    <a:pt x="166688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2" y="193358"/>
                  </a:cubicBezTo>
                  <a:lnTo>
                    <a:pt x="222885" y="2371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6" name="Freihandform: Form 185">
              <a:extLst>
                <a:ext uri="{FF2B5EF4-FFF2-40B4-BE49-F238E27FC236}">
                  <a16:creationId xmlns:a16="http://schemas.microsoft.com/office/drawing/2014/main" id="{A2F0F18D-4450-4104-A4C5-D960B4A1B571}"/>
                </a:ext>
              </a:extLst>
            </p:cNvPr>
            <p:cNvSpPr/>
            <p:nvPr/>
          </p:nvSpPr>
          <p:spPr>
            <a:xfrm>
              <a:off x="5733096" y="3101339"/>
              <a:ext cx="228600" cy="389572"/>
            </a:xfrm>
            <a:custGeom>
              <a:avLst/>
              <a:gdLst>
                <a:gd name="connsiteX0" fmla="*/ 228600 w 228600"/>
                <a:gd name="connsiteY0" fmla="*/ 388620 h 389572"/>
                <a:gd name="connsiteX1" fmla="*/ 166688 w 228600"/>
                <a:gd name="connsiteY1" fmla="*/ 388620 h 389572"/>
                <a:gd name="connsiteX2" fmla="*/ 166688 w 228600"/>
                <a:gd name="connsiteY2" fmla="*/ 236220 h 389572"/>
                <a:gd name="connsiteX3" fmla="*/ 117158 w 228600"/>
                <a:gd name="connsiteY3" fmla="*/ 171450 h 389572"/>
                <a:gd name="connsiteX4" fmla="*/ 61913 w 228600"/>
                <a:gd name="connsiteY4" fmla="*/ 236220 h 389572"/>
                <a:gd name="connsiteX5" fmla="*/ 61913 w 228600"/>
                <a:gd name="connsiteY5" fmla="*/ 389573 h 389572"/>
                <a:gd name="connsiteX6" fmla="*/ 0 w 228600"/>
                <a:gd name="connsiteY6" fmla="*/ 389573 h 389572"/>
                <a:gd name="connsiteX7" fmla="*/ 0 w 228600"/>
                <a:gd name="connsiteY7" fmla="*/ 15240 h 389572"/>
                <a:gd name="connsiteX8" fmla="*/ 61913 w 228600"/>
                <a:gd name="connsiteY8" fmla="*/ 0 h 389572"/>
                <a:gd name="connsiteX9" fmla="*/ 61913 w 228600"/>
                <a:gd name="connsiteY9" fmla="*/ 155258 h 389572"/>
                <a:gd name="connsiteX10" fmla="*/ 62865 w 228600"/>
                <a:gd name="connsiteY10" fmla="*/ 155258 h 389572"/>
                <a:gd name="connsiteX11" fmla="*/ 140970 w 228600"/>
                <a:gd name="connsiteY11" fmla="*/ 116205 h 389572"/>
                <a:gd name="connsiteX12" fmla="*/ 228600 w 228600"/>
                <a:gd name="connsiteY12" fmla="*/ 223838 h 389572"/>
                <a:gd name="connsiteX13" fmla="*/ 228600 w 228600"/>
                <a:gd name="connsiteY13" fmla="*/ 38862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389572">
                  <a:moveTo>
                    <a:pt x="228600" y="388620"/>
                  </a:moveTo>
                  <a:lnTo>
                    <a:pt x="166688" y="388620"/>
                  </a:lnTo>
                  <a:lnTo>
                    <a:pt x="166688" y="236220"/>
                  </a:lnTo>
                  <a:cubicBezTo>
                    <a:pt x="166688" y="197168"/>
                    <a:pt x="154305" y="171450"/>
                    <a:pt x="117158" y="171450"/>
                  </a:cubicBezTo>
                  <a:cubicBezTo>
                    <a:pt x="74295" y="171450"/>
                    <a:pt x="61913" y="205740"/>
                    <a:pt x="61913" y="236220"/>
                  </a:cubicBezTo>
                  <a:lnTo>
                    <a:pt x="61913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7" name="Freihandform: Form 186">
              <a:extLst>
                <a:ext uri="{FF2B5EF4-FFF2-40B4-BE49-F238E27FC236}">
                  <a16:creationId xmlns:a16="http://schemas.microsoft.com/office/drawing/2014/main" id="{4FBC7316-BDD7-429B-8210-6AC7F92BB84D}"/>
                </a:ext>
              </a:extLst>
            </p:cNvPr>
            <p:cNvSpPr/>
            <p:nvPr/>
          </p:nvSpPr>
          <p:spPr>
            <a:xfrm>
              <a:off x="6023609" y="3217544"/>
              <a:ext cx="225742" cy="279082"/>
            </a:xfrm>
            <a:custGeom>
              <a:avLst/>
              <a:gdLst>
                <a:gd name="connsiteX0" fmla="*/ 114300 w 225742"/>
                <a:gd name="connsiteY0" fmla="*/ 107633 h 279082"/>
                <a:gd name="connsiteX1" fmla="*/ 164783 w 225742"/>
                <a:gd name="connsiteY1" fmla="*/ 113347 h 279082"/>
                <a:gd name="connsiteX2" fmla="*/ 164783 w 225742"/>
                <a:gd name="connsiteY2" fmla="*/ 103822 h 279082"/>
                <a:gd name="connsiteX3" fmla="*/ 105728 w 225742"/>
                <a:gd name="connsiteY3" fmla="*/ 52388 h 279082"/>
                <a:gd name="connsiteX4" fmla="*/ 38100 w 225742"/>
                <a:gd name="connsiteY4" fmla="*/ 67627 h 279082"/>
                <a:gd name="connsiteX5" fmla="*/ 24765 w 225742"/>
                <a:gd name="connsiteY5" fmla="*/ 15240 h 279082"/>
                <a:gd name="connsiteX6" fmla="*/ 112395 w 225742"/>
                <a:gd name="connsiteY6" fmla="*/ 0 h 279082"/>
                <a:gd name="connsiteX7" fmla="*/ 225743 w 225742"/>
                <a:gd name="connsiteY7" fmla="*/ 102870 h 279082"/>
                <a:gd name="connsiteX8" fmla="*/ 225743 w 225742"/>
                <a:gd name="connsiteY8" fmla="*/ 273367 h 279082"/>
                <a:gd name="connsiteX9" fmla="*/ 166688 w 225742"/>
                <a:gd name="connsiteY9" fmla="*/ 273367 h 279082"/>
                <a:gd name="connsiteX10" fmla="*/ 166688 w 225742"/>
                <a:gd name="connsiteY10" fmla="*/ 244792 h 279082"/>
                <a:gd name="connsiteX11" fmla="*/ 165735 w 225742"/>
                <a:gd name="connsiteY11" fmla="*/ 244792 h 279082"/>
                <a:gd name="connsiteX12" fmla="*/ 87630 w 225742"/>
                <a:gd name="connsiteY12" fmla="*/ 279083 h 279082"/>
                <a:gd name="connsiteX13" fmla="*/ 0 w 225742"/>
                <a:gd name="connsiteY13" fmla="*/ 194310 h 279082"/>
                <a:gd name="connsiteX14" fmla="*/ 114300 w 225742"/>
                <a:gd name="connsiteY14" fmla="*/ 107633 h 279082"/>
                <a:gd name="connsiteX15" fmla="*/ 103822 w 225742"/>
                <a:gd name="connsiteY15" fmla="*/ 232410 h 279082"/>
                <a:gd name="connsiteX16" fmla="*/ 164783 w 225742"/>
                <a:gd name="connsiteY16" fmla="*/ 200025 h 279082"/>
                <a:gd name="connsiteX17" fmla="*/ 164783 w 225742"/>
                <a:gd name="connsiteY17" fmla="*/ 153352 h 279082"/>
                <a:gd name="connsiteX18" fmla="*/ 120968 w 225742"/>
                <a:gd name="connsiteY18" fmla="*/ 148590 h 279082"/>
                <a:gd name="connsiteX19" fmla="*/ 59055 w 225742"/>
                <a:gd name="connsiteY19" fmla="*/ 192405 h 279082"/>
                <a:gd name="connsiteX20" fmla="*/ 103822 w 225742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5742" h="279082">
                  <a:moveTo>
                    <a:pt x="114300" y="107633"/>
                  </a:moveTo>
                  <a:cubicBezTo>
                    <a:pt x="131445" y="107633"/>
                    <a:pt x="147638" y="108585"/>
                    <a:pt x="164783" y="113347"/>
                  </a:cubicBezTo>
                  <a:lnTo>
                    <a:pt x="164783" y="103822"/>
                  </a:lnTo>
                  <a:cubicBezTo>
                    <a:pt x="164783" y="69532"/>
                    <a:pt x="144780" y="52388"/>
                    <a:pt x="105728" y="52388"/>
                  </a:cubicBezTo>
                  <a:cubicBezTo>
                    <a:pt x="83820" y="52388"/>
                    <a:pt x="60008" y="57150"/>
                    <a:pt x="38100" y="67627"/>
                  </a:cubicBezTo>
                  <a:lnTo>
                    <a:pt x="24765" y="15240"/>
                  </a:lnTo>
                  <a:cubicBezTo>
                    <a:pt x="49530" y="5715"/>
                    <a:pt x="81915" y="0"/>
                    <a:pt x="112395" y="0"/>
                  </a:cubicBezTo>
                  <a:cubicBezTo>
                    <a:pt x="187643" y="0"/>
                    <a:pt x="225743" y="35242"/>
                    <a:pt x="225743" y="102870"/>
                  </a:cubicBezTo>
                  <a:lnTo>
                    <a:pt x="225743" y="273367"/>
                  </a:lnTo>
                  <a:lnTo>
                    <a:pt x="166688" y="273367"/>
                  </a:lnTo>
                  <a:lnTo>
                    <a:pt x="166688" y="244792"/>
                  </a:lnTo>
                  <a:lnTo>
                    <a:pt x="165735" y="244792"/>
                  </a:lnTo>
                  <a:cubicBezTo>
                    <a:pt x="142875" y="268605"/>
                    <a:pt x="119063" y="279083"/>
                    <a:pt x="87630" y="279083"/>
                  </a:cubicBezTo>
                  <a:cubicBezTo>
                    <a:pt x="34290" y="279083"/>
                    <a:pt x="0" y="245745"/>
                    <a:pt x="0" y="194310"/>
                  </a:cubicBezTo>
                  <a:cubicBezTo>
                    <a:pt x="0" y="138113"/>
                    <a:pt x="40005" y="107633"/>
                    <a:pt x="114300" y="107633"/>
                  </a:cubicBezTo>
                  <a:close/>
                  <a:moveTo>
                    <a:pt x="103822" y="232410"/>
                  </a:moveTo>
                  <a:cubicBezTo>
                    <a:pt x="126683" y="232410"/>
                    <a:pt x="147638" y="220980"/>
                    <a:pt x="164783" y="200025"/>
                  </a:cubicBezTo>
                  <a:lnTo>
                    <a:pt x="164783" y="153352"/>
                  </a:lnTo>
                  <a:cubicBezTo>
                    <a:pt x="150495" y="149542"/>
                    <a:pt x="135255" y="148590"/>
                    <a:pt x="120968" y="148590"/>
                  </a:cubicBezTo>
                  <a:cubicBezTo>
                    <a:pt x="81915" y="148590"/>
                    <a:pt x="59055" y="164783"/>
                    <a:pt x="59055" y="192405"/>
                  </a:cubicBezTo>
                  <a:cubicBezTo>
                    <a:pt x="60008" y="217170"/>
                    <a:pt x="77153" y="232410"/>
                    <a:pt x="103822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8" name="Freihandform: Form 187">
              <a:extLst>
                <a:ext uri="{FF2B5EF4-FFF2-40B4-BE49-F238E27FC236}">
                  <a16:creationId xmlns:a16="http://schemas.microsoft.com/office/drawing/2014/main" id="{93A88007-D673-4001-9BC9-61D23CFC79F4}"/>
                </a:ext>
              </a:extLst>
            </p:cNvPr>
            <p:cNvSpPr/>
            <p:nvPr/>
          </p:nvSpPr>
          <p:spPr>
            <a:xfrm>
              <a:off x="6299834" y="3097529"/>
              <a:ext cx="162877" cy="391477"/>
            </a:xfrm>
            <a:custGeom>
              <a:avLst/>
              <a:gdLst>
                <a:gd name="connsiteX0" fmla="*/ 162878 w 162877"/>
                <a:gd name="connsiteY0" fmla="*/ 58103 h 391477"/>
                <a:gd name="connsiteX1" fmla="*/ 135255 w 162877"/>
                <a:gd name="connsiteY1" fmla="*/ 52388 h 391477"/>
                <a:gd name="connsiteX2" fmla="*/ 101918 w 162877"/>
                <a:gd name="connsiteY2" fmla="*/ 89535 h 391477"/>
                <a:gd name="connsiteX3" fmla="*/ 101918 w 162877"/>
                <a:gd name="connsiteY3" fmla="*/ 125730 h 391477"/>
                <a:gd name="connsiteX4" fmla="*/ 155258 w 162877"/>
                <a:gd name="connsiteY4" fmla="*/ 125730 h 391477"/>
                <a:gd name="connsiteX5" fmla="*/ 155258 w 162877"/>
                <a:gd name="connsiteY5" fmla="*/ 177165 h 391477"/>
                <a:gd name="connsiteX6" fmla="*/ 102870 w 162877"/>
                <a:gd name="connsiteY6" fmla="*/ 177165 h 391477"/>
                <a:gd name="connsiteX7" fmla="*/ 102870 w 162877"/>
                <a:gd name="connsiteY7" fmla="*/ 391478 h 391477"/>
                <a:gd name="connsiteX8" fmla="*/ 40958 w 162877"/>
                <a:gd name="connsiteY8" fmla="*/ 391478 h 391477"/>
                <a:gd name="connsiteX9" fmla="*/ 40958 w 162877"/>
                <a:gd name="connsiteY9" fmla="*/ 177165 h 391477"/>
                <a:gd name="connsiteX10" fmla="*/ 0 w 162877"/>
                <a:gd name="connsiteY10" fmla="*/ 177165 h 391477"/>
                <a:gd name="connsiteX11" fmla="*/ 0 w 162877"/>
                <a:gd name="connsiteY11" fmla="*/ 126683 h 391477"/>
                <a:gd name="connsiteX12" fmla="*/ 40958 w 162877"/>
                <a:gd name="connsiteY12" fmla="*/ 126683 h 391477"/>
                <a:gd name="connsiteX13" fmla="*/ 40958 w 162877"/>
                <a:gd name="connsiteY13" fmla="*/ 88583 h 391477"/>
                <a:gd name="connsiteX14" fmla="*/ 125730 w 162877"/>
                <a:gd name="connsiteY14" fmla="*/ 0 h 391477"/>
                <a:gd name="connsiteX15" fmla="*/ 162878 w 162877"/>
                <a:gd name="connsiteY15" fmla="*/ 5715 h 391477"/>
                <a:gd name="connsiteX16" fmla="*/ 162878 w 162877"/>
                <a:gd name="connsiteY16" fmla="*/ 58103 h 391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2877" h="391477">
                  <a:moveTo>
                    <a:pt x="162878" y="58103"/>
                  </a:moveTo>
                  <a:cubicBezTo>
                    <a:pt x="154305" y="54293"/>
                    <a:pt x="144780" y="52388"/>
                    <a:pt x="135255" y="52388"/>
                  </a:cubicBezTo>
                  <a:cubicBezTo>
                    <a:pt x="111443" y="52388"/>
                    <a:pt x="101918" y="64770"/>
                    <a:pt x="101918" y="89535"/>
                  </a:cubicBezTo>
                  <a:lnTo>
                    <a:pt x="101918" y="125730"/>
                  </a:lnTo>
                  <a:lnTo>
                    <a:pt x="155258" y="125730"/>
                  </a:lnTo>
                  <a:lnTo>
                    <a:pt x="155258" y="177165"/>
                  </a:lnTo>
                  <a:lnTo>
                    <a:pt x="102870" y="177165"/>
                  </a:lnTo>
                  <a:lnTo>
                    <a:pt x="102870" y="391478"/>
                  </a:lnTo>
                  <a:lnTo>
                    <a:pt x="40958" y="391478"/>
                  </a:lnTo>
                  <a:lnTo>
                    <a:pt x="40958" y="177165"/>
                  </a:lnTo>
                  <a:lnTo>
                    <a:pt x="0" y="177165"/>
                  </a:lnTo>
                  <a:lnTo>
                    <a:pt x="0" y="126683"/>
                  </a:lnTo>
                  <a:lnTo>
                    <a:pt x="40958" y="126683"/>
                  </a:lnTo>
                  <a:lnTo>
                    <a:pt x="40958" y="88583"/>
                  </a:lnTo>
                  <a:cubicBezTo>
                    <a:pt x="40958" y="33338"/>
                    <a:pt x="65722" y="0"/>
                    <a:pt x="125730" y="0"/>
                  </a:cubicBezTo>
                  <a:cubicBezTo>
                    <a:pt x="139065" y="0"/>
                    <a:pt x="152400" y="1905"/>
                    <a:pt x="162878" y="5715"/>
                  </a:cubicBezTo>
                  <a:lnTo>
                    <a:pt x="162878" y="5810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9" name="Freihandform: Form 188">
              <a:extLst>
                <a:ext uri="{FF2B5EF4-FFF2-40B4-BE49-F238E27FC236}">
                  <a16:creationId xmlns:a16="http://schemas.microsoft.com/office/drawing/2014/main" id="{8DA8B809-24B2-4D90-9ED8-0EC1864BB1A6}"/>
                </a:ext>
              </a:extLst>
            </p:cNvPr>
            <p:cNvSpPr/>
            <p:nvPr/>
          </p:nvSpPr>
          <p:spPr>
            <a:xfrm>
              <a:off x="6497002" y="3138487"/>
              <a:ext cx="165734" cy="358140"/>
            </a:xfrm>
            <a:custGeom>
              <a:avLst/>
              <a:gdLst>
                <a:gd name="connsiteX0" fmla="*/ 165735 w 165734"/>
                <a:gd name="connsiteY0" fmla="*/ 295275 h 358140"/>
                <a:gd name="connsiteX1" fmla="*/ 165735 w 165734"/>
                <a:gd name="connsiteY1" fmla="*/ 348615 h 358140"/>
                <a:gd name="connsiteX2" fmla="*/ 113347 w 165734"/>
                <a:gd name="connsiteY2" fmla="*/ 358140 h 358140"/>
                <a:gd name="connsiteX3" fmla="*/ 40957 w 165734"/>
                <a:gd name="connsiteY3" fmla="*/ 282892 h 358140"/>
                <a:gd name="connsiteX4" fmla="*/ 40957 w 165734"/>
                <a:gd name="connsiteY4" fmla="*/ 137160 h 358140"/>
                <a:gd name="connsiteX5" fmla="*/ 0 w 165734"/>
                <a:gd name="connsiteY5" fmla="*/ 137160 h 358140"/>
                <a:gd name="connsiteX6" fmla="*/ 0 w 165734"/>
                <a:gd name="connsiteY6" fmla="*/ 85725 h 358140"/>
                <a:gd name="connsiteX7" fmla="*/ 40005 w 165734"/>
                <a:gd name="connsiteY7" fmla="*/ 85725 h 358140"/>
                <a:gd name="connsiteX8" fmla="*/ 40005 w 165734"/>
                <a:gd name="connsiteY8" fmla="*/ 13335 h 358140"/>
                <a:gd name="connsiteX9" fmla="*/ 101917 w 165734"/>
                <a:gd name="connsiteY9" fmla="*/ 0 h 358140"/>
                <a:gd name="connsiteX10" fmla="*/ 101917 w 165734"/>
                <a:gd name="connsiteY10" fmla="*/ 86677 h 358140"/>
                <a:gd name="connsiteX11" fmla="*/ 165735 w 165734"/>
                <a:gd name="connsiteY11" fmla="*/ 86677 h 358140"/>
                <a:gd name="connsiteX12" fmla="*/ 165735 w 165734"/>
                <a:gd name="connsiteY12" fmla="*/ 138113 h 358140"/>
                <a:gd name="connsiteX13" fmla="*/ 101917 w 165734"/>
                <a:gd name="connsiteY13" fmla="*/ 138113 h 358140"/>
                <a:gd name="connsiteX14" fmla="*/ 101917 w 165734"/>
                <a:gd name="connsiteY14" fmla="*/ 269558 h 358140"/>
                <a:gd name="connsiteX15" fmla="*/ 130492 w 165734"/>
                <a:gd name="connsiteY15" fmla="*/ 304800 h 358140"/>
                <a:gd name="connsiteX16" fmla="*/ 165735 w 165734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7" y="0"/>
                  </a:lnTo>
                  <a:lnTo>
                    <a:pt x="101917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7" y="138113"/>
                  </a:lnTo>
                  <a:lnTo>
                    <a:pt x="101917" y="269558"/>
                  </a:lnTo>
                  <a:cubicBezTo>
                    <a:pt x="101917" y="294322"/>
                    <a:pt x="110490" y="304800"/>
                    <a:pt x="130492" y="304800"/>
                  </a:cubicBezTo>
                  <a:cubicBezTo>
                    <a:pt x="141922" y="303847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0" name="Freihandform: Form 189">
              <a:extLst>
                <a:ext uri="{FF2B5EF4-FFF2-40B4-BE49-F238E27FC236}">
                  <a16:creationId xmlns:a16="http://schemas.microsoft.com/office/drawing/2014/main" id="{1D83D1A9-8840-46E3-A56E-2CA2BE14E7DE}"/>
                </a:ext>
              </a:extLst>
            </p:cNvPr>
            <p:cNvSpPr/>
            <p:nvPr/>
          </p:nvSpPr>
          <p:spPr>
            <a:xfrm>
              <a:off x="6725601" y="3100387"/>
              <a:ext cx="61912" cy="389572"/>
            </a:xfrm>
            <a:custGeom>
              <a:avLst/>
              <a:gdLst>
                <a:gd name="connsiteX0" fmla="*/ 61913 w 61912"/>
                <a:gd name="connsiteY0" fmla="*/ 389572 h 389572"/>
                <a:gd name="connsiteX1" fmla="*/ 0 w 61912"/>
                <a:gd name="connsiteY1" fmla="*/ 389572 h 389572"/>
                <a:gd name="connsiteX2" fmla="*/ 0 w 61912"/>
                <a:gd name="connsiteY2" fmla="*/ 14288 h 389572"/>
                <a:gd name="connsiteX3" fmla="*/ 61913 w 61912"/>
                <a:gd name="connsiteY3" fmla="*/ 0 h 389572"/>
                <a:gd name="connsiteX4" fmla="*/ 61913 w 61912"/>
                <a:gd name="connsiteY4" fmla="*/ 389572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912" h="389572">
                  <a:moveTo>
                    <a:pt x="61913" y="389572"/>
                  </a:moveTo>
                  <a:lnTo>
                    <a:pt x="0" y="389572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957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1" name="Freihandform: Form 190">
              <a:extLst>
                <a:ext uri="{FF2B5EF4-FFF2-40B4-BE49-F238E27FC236}">
                  <a16:creationId xmlns:a16="http://schemas.microsoft.com/office/drawing/2014/main" id="{C2CD6EC0-4F06-472B-95CC-C377820B6039}"/>
                </a:ext>
              </a:extLst>
            </p:cNvPr>
            <p:cNvSpPr/>
            <p:nvPr/>
          </p:nvSpPr>
          <p:spPr>
            <a:xfrm>
              <a:off x="6861809" y="3105149"/>
              <a:ext cx="79057" cy="384809"/>
            </a:xfrm>
            <a:custGeom>
              <a:avLst/>
              <a:gdLst>
                <a:gd name="connsiteX0" fmla="*/ 79057 w 79057"/>
                <a:gd name="connsiteY0" fmla="*/ 38100 h 384809"/>
                <a:gd name="connsiteX1" fmla="*/ 39052 w 79057"/>
                <a:gd name="connsiteY1" fmla="*/ 76200 h 384809"/>
                <a:gd name="connsiteX2" fmla="*/ 0 w 79057"/>
                <a:gd name="connsiteY2" fmla="*/ 38100 h 384809"/>
                <a:gd name="connsiteX3" fmla="*/ 39052 w 79057"/>
                <a:gd name="connsiteY3" fmla="*/ 0 h 384809"/>
                <a:gd name="connsiteX4" fmla="*/ 79057 w 79057"/>
                <a:gd name="connsiteY4" fmla="*/ 38100 h 384809"/>
                <a:gd name="connsiteX5" fmla="*/ 70485 w 79057"/>
                <a:gd name="connsiteY5" fmla="*/ 384810 h 384809"/>
                <a:gd name="connsiteX6" fmla="*/ 8572 w 79057"/>
                <a:gd name="connsiteY6" fmla="*/ 384810 h 384809"/>
                <a:gd name="connsiteX7" fmla="*/ 8572 w 79057"/>
                <a:gd name="connsiteY7" fmla="*/ 118110 h 384809"/>
                <a:gd name="connsiteX8" fmla="*/ 70485 w 79057"/>
                <a:gd name="connsiteY8" fmla="*/ 118110 h 384809"/>
                <a:gd name="connsiteX9" fmla="*/ 70485 w 79057"/>
                <a:gd name="connsiteY9" fmla="*/ 384810 h 384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09">
                  <a:moveTo>
                    <a:pt x="79057" y="38100"/>
                  </a:moveTo>
                  <a:cubicBezTo>
                    <a:pt x="79057" y="60008"/>
                    <a:pt x="60960" y="76200"/>
                    <a:pt x="39052" y="76200"/>
                  </a:cubicBezTo>
                  <a:cubicBezTo>
                    <a:pt x="17145" y="76200"/>
                    <a:pt x="0" y="60008"/>
                    <a:pt x="0" y="38100"/>
                  </a:cubicBezTo>
                  <a:cubicBezTo>
                    <a:pt x="0" y="16192"/>
                    <a:pt x="18097" y="0"/>
                    <a:pt x="39052" y="0"/>
                  </a:cubicBezTo>
                  <a:cubicBezTo>
                    <a:pt x="60960" y="0"/>
                    <a:pt x="79057" y="16192"/>
                    <a:pt x="79057" y="38100"/>
                  </a:cubicBezTo>
                  <a:close/>
                  <a:moveTo>
                    <a:pt x="70485" y="384810"/>
                  </a:moveTo>
                  <a:lnTo>
                    <a:pt x="8572" y="384810"/>
                  </a:lnTo>
                  <a:lnTo>
                    <a:pt x="8572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2" name="Freihandform: Form 191">
              <a:extLst>
                <a:ext uri="{FF2B5EF4-FFF2-40B4-BE49-F238E27FC236}">
                  <a16:creationId xmlns:a16="http://schemas.microsoft.com/office/drawing/2014/main" id="{B23C2F5C-B201-44AE-B4CD-5354E822D5AA}"/>
                </a:ext>
              </a:extLst>
            </p:cNvPr>
            <p:cNvSpPr/>
            <p:nvPr/>
          </p:nvSpPr>
          <p:spPr>
            <a:xfrm>
              <a:off x="6998969" y="3216591"/>
              <a:ext cx="224790" cy="280035"/>
            </a:xfrm>
            <a:custGeom>
              <a:avLst/>
              <a:gdLst>
                <a:gd name="connsiteX0" fmla="*/ 222885 w 224790"/>
                <a:gd name="connsiteY0" fmla="*/ 237173 h 280035"/>
                <a:gd name="connsiteX1" fmla="*/ 127635 w 224790"/>
                <a:gd name="connsiteY1" fmla="*/ 280035 h 280035"/>
                <a:gd name="connsiteX2" fmla="*/ 0 w 224790"/>
                <a:gd name="connsiteY2" fmla="*/ 140970 h 280035"/>
                <a:gd name="connsiteX3" fmla="*/ 128588 w 224790"/>
                <a:gd name="connsiteY3" fmla="*/ 0 h 280035"/>
                <a:gd name="connsiteX4" fmla="*/ 224790 w 224790"/>
                <a:gd name="connsiteY4" fmla="*/ 45720 h 280035"/>
                <a:gd name="connsiteX5" fmla="*/ 181928 w 224790"/>
                <a:gd name="connsiteY5" fmla="*/ 86678 h 280035"/>
                <a:gd name="connsiteX6" fmla="*/ 128588 w 224790"/>
                <a:gd name="connsiteY6" fmla="*/ 57150 h 280035"/>
                <a:gd name="connsiteX7" fmla="*/ 62865 w 224790"/>
                <a:gd name="connsiteY7" fmla="*/ 140017 h 280035"/>
                <a:gd name="connsiteX8" fmla="*/ 128588 w 224790"/>
                <a:gd name="connsiteY8" fmla="*/ 222885 h 280035"/>
                <a:gd name="connsiteX9" fmla="*/ 183832 w 224790"/>
                <a:gd name="connsiteY9" fmla="*/ 193358 h 280035"/>
                <a:gd name="connsiteX10" fmla="*/ 222885 w 224790"/>
                <a:gd name="connsiteY10" fmla="*/ 237173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90" h="280035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3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6688" y="66675"/>
                    <a:pt x="149543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3" y="222885"/>
                    <a:pt x="166688" y="213360"/>
                    <a:pt x="183832" y="193358"/>
                  </a:cubicBezTo>
                  <a:lnTo>
                    <a:pt x="222885" y="2371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3" name="Freihandform: Form 192">
              <a:extLst>
                <a:ext uri="{FF2B5EF4-FFF2-40B4-BE49-F238E27FC236}">
                  <a16:creationId xmlns:a16="http://schemas.microsoft.com/office/drawing/2014/main" id="{2A01C539-3230-423D-8CB5-A0C5433E0D2D}"/>
                </a:ext>
              </a:extLst>
            </p:cNvPr>
            <p:cNvSpPr/>
            <p:nvPr/>
          </p:nvSpPr>
          <p:spPr>
            <a:xfrm>
              <a:off x="7277099" y="3101339"/>
              <a:ext cx="229552" cy="389572"/>
            </a:xfrm>
            <a:custGeom>
              <a:avLst/>
              <a:gdLst>
                <a:gd name="connsiteX0" fmla="*/ 229552 w 229552"/>
                <a:gd name="connsiteY0" fmla="*/ 388620 h 389572"/>
                <a:gd name="connsiteX1" fmla="*/ 166688 w 229552"/>
                <a:gd name="connsiteY1" fmla="*/ 388620 h 389572"/>
                <a:gd name="connsiteX2" fmla="*/ 166688 w 229552"/>
                <a:gd name="connsiteY2" fmla="*/ 236220 h 389572"/>
                <a:gd name="connsiteX3" fmla="*/ 117157 w 229552"/>
                <a:gd name="connsiteY3" fmla="*/ 171450 h 389572"/>
                <a:gd name="connsiteX4" fmla="*/ 61913 w 229552"/>
                <a:gd name="connsiteY4" fmla="*/ 236220 h 389572"/>
                <a:gd name="connsiteX5" fmla="*/ 61913 w 229552"/>
                <a:gd name="connsiteY5" fmla="*/ 389573 h 389572"/>
                <a:gd name="connsiteX6" fmla="*/ 0 w 229552"/>
                <a:gd name="connsiteY6" fmla="*/ 389573 h 389572"/>
                <a:gd name="connsiteX7" fmla="*/ 0 w 229552"/>
                <a:gd name="connsiteY7" fmla="*/ 15240 h 389572"/>
                <a:gd name="connsiteX8" fmla="*/ 61913 w 229552"/>
                <a:gd name="connsiteY8" fmla="*/ 0 h 389572"/>
                <a:gd name="connsiteX9" fmla="*/ 61913 w 229552"/>
                <a:gd name="connsiteY9" fmla="*/ 155258 h 389572"/>
                <a:gd name="connsiteX10" fmla="*/ 62865 w 229552"/>
                <a:gd name="connsiteY10" fmla="*/ 155258 h 389572"/>
                <a:gd name="connsiteX11" fmla="*/ 140970 w 229552"/>
                <a:gd name="connsiteY11" fmla="*/ 116205 h 389572"/>
                <a:gd name="connsiteX12" fmla="*/ 228600 w 229552"/>
                <a:gd name="connsiteY12" fmla="*/ 223838 h 389572"/>
                <a:gd name="connsiteX13" fmla="*/ 228600 w 229552"/>
                <a:gd name="connsiteY13" fmla="*/ 38862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9552" h="389572">
                  <a:moveTo>
                    <a:pt x="229552" y="388620"/>
                  </a:moveTo>
                  <a:lnTo>
                    <a:pt x="166688" y="388620"/>
                  </a:lnTo>
                  <a:lnTo>
                    <a:pt x="166688" y="236220"/>
                  </a:lnTo>
                  <a:cubicBezTo>
                    <a:pt x="166688" y="197168"/>
                    <a:pt x="154305" y="171450"/>
                    <a:pt x="117157" y="171450"/>
                  </a:cubicBezTo>
                  <a:cubicBezTo>
                    <a:pt x="74295" y="171450"/>
                    <a:pt x="61913" y="205740"/>
                    <a:pt x="61913" y="236220"/>
                  </a:cubicBezTo>
                  <a:lnTo>
                    <a:pt x="61913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7" y="116205"/>
                    <a:pt x="140970" y="116205"/>
                  </a:cubicBezTo>
                  <a:cubicBezTo>
                    <a:pt x="202882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4" name="Freihandform: Form 193">
              <a:extLst>
                <a:ext uri="{FF2B5EF4-FFF2-40B4-BE49-F238E27FC236}">
                  <a16:creationId xmlns:a16="http://schemas.microsoft.com/office/drawing/2014/main" id="{BB47ECAD-BFE7-4710-BBB7-917B6C9A65FC}"/>
                </a:ext>
              </a:extLst>
            </p:cNvPr>
            <p:cNvSpPr/>
            <p:nvPr/>
          </p:nvSpPr>
          <p:spPr>
            <a:xfrm>
              <a:off x="7571422" y="3217544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2 h 279082"/>
                <a:gd name="connsiteX7" fmla="*/ 198120 w 242887"/>
                <a:gd name="connsiteY7" fmla="*/ 194310 h 279082"/>
                <a:gd name="connsiteX8" fmla="*/ 237172 w 242887"/>
                <a:gd name="connsiteY8" fmla="*/ 235267 h 279082"/>
                <a:gd name="connsiteX9" fmla="*/ 132397 w 242887"/>
                <a:gd name="connsiteY9" fmla="*/ 279083 h 279082"/>
                <a:gd name="connsiteX10" fmla="*/ 62865 w 242887"/>
                <a:gd name="connsiteY10" fmla="*/ 115252 h 279082"/>
                <a:gd name="connsiteX11" fmla="*/ 183832 w 242887"/>
                <a:gd name="connsiteY11" fmla="*/ 115252 h 279082"/>
                <a:gd name="connsiteX12" fmla="*/ 124777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2"/>
                    <a:pt x="132397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2" y="235267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2865" y="115252"/>
                  </a:moveTo>
                  <a:lnTo>
                    <a:pt x="183832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5" name="Freihandform: Form 194">
              <a:extLst>
                <a:ext uri="{FF2B5EF4-FFF2-40B4-BE49-F238E27FC236}">
                  <a16:creationId xmlns:a16="http://schemas.microsoft.com/office/drawing/2014/main" id="{B878E39A-661B-49C2-B48C-16FA017BAF30}"/>
                </a:ext>
              </a:extLst>
            </p:cNvPr>
            <p:cNvSpPr/>
            <p:nvPr/>
          </p:nvSpPr>
          <p:spPr>
            <a:xfrm>
              <a:off x="8041956" y="3122294"/>
              <a:ext cx="231457" cy="368617"/>
            </a:xfrm>
            <a:custGeom>
              <a:avLst/>
              <a:gdLst>
                <a:gd name="connsiteX0" fmla="*/ 231457 w 231457"/>
                <a:gd name="connsiteY0" fmla="*/ 60007 h 368617"/>
                <a:gd name="connsiteX1" fmla="*/ 65723 w 231457"/>
                <a:gd name="connsiteY1" fmla="*/ 60007 h 368617"/>
                <a:gd name="connsiteX2" fmla="*/ 65723 w 231457"/>
                <a:gd name="connsiteY2" fmla="*/ 151447 h 368617"/>
                <a:gd name="connsiteX3" fmla="*/ 189548 w 231457"/>
                <a:gd name="connsiteY3" fmla="*/ 151447 h 368617"/>
                <a:gd name="connsiteX4" fmla="*/ 189548 w 231457"/>
                <a:gd name="connsiteY4" fmla="*/ 211455 h 368617"/>
                <a:gd name="connsiteX5" fmla="*/ 65723 w 231457"/>
                <a:gd name="connsiteY5" fmla="*/ 211455 h 368617"/>
                <a:gd name="connsiteX6" fmla="*/ 65723 w 231457"/>
                <a:gd name="connsiteY6" fmla="*/ 368617 h 368617"/>
                <a:gd name="connsiteX7" fmla="*/ 0 w 231457"/>
                <a:gd name="connsiteY7" fmla="*/ 368617 h 368617"/>
                <a:gd name="connsiteX8" fmla="*/ 0 w 231457"/>
                <a:gd name="connsiteY8" fmla="*/ 0 h 368617"/>
                <a:gd name="connsiteX9" fmla="*/ 231457 w 231457"/>
                <a:gd name="connsiteY9" fmla="*/ 0 h 368617"/>
                <a:gd name="connsiteX10" fmla="*/ 231457 w 231457"/>
                <a:gd name="connsiteY10" fmla="*/ 60007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1457" h="368617">
                  <a:moveTo>
                    <a:pt x="231457" y="60007"/>
                  </a:moveTo>
                  <a:lnTo>
                    <a:pt x="65723" y="60007"/>
                  </a:lnTo>
                  <a:lnTo>
                    <a:pt x="65723" y="151447"/>
                  </a:lnTo>
                  <a:lnTo>
                    <a:pt x="189548" y="151447"/>
                  </a:lnTo>
                  <a:lnTo>
                    <a:pt x="189548" y="211455"/>
                  </a:lnTo>
                  <a:lnTo>
                    <a:pt x="65723" y="211455"/>
                  </a:lnTo>
                  <a:lnTo>
                    <a:pt x="65723" y="368617"/>
                  </a:lnTo>
                  <a:lnTo>
                    <a:pt x="0" y="368617"/>
                  </a:lnTo>
                  <a:lnTo>
                    <a:pt x="0" y="0"/>
                  </a:lnTo>
                  <a:lnTo>
                    <a:pt x="231457" y="0"/>
                  </a:lnTo>
                  <a:lnTo>
                    <a:pt x="231457" y="6000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6" name="Freihandform: Form 195">
              <a:extLst>
                <a:ext uri="{FF2B5EF4-FFF2-40B4-BE49-F238E27FC236}">
                  <a16:creationId xmlns:a16="http://schemas.microsoft.com/office/drawing/2014/main" id="{58A27F7B-B619-410F-95CC-104496B43D8A}"/>
                </a:ext>
              </a:extLst>
            </p:cNvPr>
            <p:cNvSpPr/>
            <p:nvPr/>
          </p:nvSpPr>
          <p:spPr>
            <a:xfrm>
              <a:off x="8285780" y="3217544"/>
              <a:ext cx="225758" cy="279082"/>
            </a:xfrm>
            <a:custGeom>
              <a:avLst/>
              <a:gdLst>
                <a:gd name="connsiteX0" fmla="*/ 114317 w 225758"/>
                <a:gd name="connsiteY0" fmla="*/ 107633 h 279082"/>
                <a:gd name="connsiteX1" fmla="*/ 164799 w 225758"/>
                <a:gd name="connsiteY1" fmla="*/ 113347 h 279082"/>
                <a:gd name="connsiteX2" fmla="*/ 164799 w 225758"/>
                <a:gd name="connsiteY2" fmla="*/ 103822 h 279082"/>
                <a:gd name="connsiteX3" fmla="*/ 105744 w 225758"/>
                <a:gd name="connsiteY3" fmla="*/ 52388 h 279082"/>
                <a:gd name="connsiteX4" fmla="*/ 38117 w 225758"/>
                <a:gd name="connsiteY4" fmla="*/ 67627 h 279082"/>
                <a:gd name="connsiteX5" fmla="*/ 24781 w 225758"/>
                <a:gd name="connsiteY5" fmla="*/ 15240 h 279082"/>
                <a:gd name="connsiteX6" fmla="*/ 112412 w 225758"/>
                <a:gd name="connsiteY6" fmla="*/ 0 h 279082"/>
                <a:gd name="connsiteX7" fmla="*/ 225759 w 225758"/>
                <a:gd name="connsiteY7" fmla="*/ 102870 h 279082"/>
                <a:gd name="connsiteX8" fmla="*/ 225759 w 225758"/>
                <a:gd name="connsiteY8" fmla="*/ 273367 h 279082"/>
                <a:gd name="connsiteX9" fmla="*/ 166704 w 225758"/>
                <a:gd name="connsiteY9" fmla="*/ 273367 h 279082"/>
                <a:gd name="connsiteX10" fmla="*/ 166704 w 225758"/>
                <a:gd name="connsiteY10" fmla="*/ 244792 h 279082"/>
                <a:gd name="connsiteX11" fmla="*/ 165751 w 225758"/>
                <a:gd name="connsiteY11" fmla="*/ 244792 h 279082"/>
                <a:gd name="connsiteX12" fmla="*/ 87646 w 225758"/>
                <a:gd name="connsiteY12" fmla="*/ 279083 h 279082"/>
                <a:gd name="connsiteX13" fmla="*/ 17 w 225758"/>
                <a:gd name="connsiteY13" fmla="*/ 194310 h 279082"/>
                <a:gd name="connsiteX14" fmla="*/ 114317 w 225758"/>
                <a:gd name="connsiteY14" fmla="*/ 107633 h 279082"/>
                <a:gd name="connsiteX15" fmla="*/ 103839 w 225758"/>
                <a:gd name="connsiteY15" fmla="*/ 232410 h 279082"/>
                <a:gd name="connsiteX16" fmla="*/ 164799 w 225758"/>
                <a:gd name="connsiteY16" fmla="*/ 200025 h 279082"/>
                <a:gd name="connsiteX17" fmla="*/ 164799 w 225758"/>
                <a:gd name="connsiteY17" fmla="*/ 153352 h 279082"/>
                <a:gd name="connsiteX18" fmla="*/ 120984 w 225758"/>
                <a:gd name="connsiteY18" fmla="*/ 148590 h 279082"/>
                <a:gd name="connsiteX19" fmla="*/ 59071 w 225758"/>
                <a:gd name="connsiteY19" fmla="*/ 192405 h 279082"/>
                <a:gd name="connsiteX20" fmla="*/ 103839 w 225758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5758" h="279082">
                  <a:moveTo>
                    <a:pt x="114317" y="107633"/>
                  </a:moveTo>
                  <a:cubicBezTo>
                    <a:pt x="131462" y="107633"/>
                    <a:pt x="147654" y="108585"/>
                    <a:pt x="164799" y="113347"/>
                  </a:cubicBezTo>
                  <a:lnTo>
                    <a:pt x="164799" y="103822"/>
                  </a:lnTo>
                  <a:cubicBezTo>
                    <a:pt x="164799" y="69532"/>
                    <a:pt x="144796" y="52388"/>
                    <a:pt x="105744" y="52388"/>
                  </a:cubicBezTo>
                  <a:cubicBezTo>
                    <a:pt x="83837" y="52388"/>
                    <a:pt x="60024" y="57150"/>
                    <a:pt x="38117" y="67627"/>
                  </a:cubicBezTo>
                  <a:lnTo>
                    <a:pt x="24781" y="15240"/>
                  </a:lnTo>
                  <a:cubicBezTo>
                    <a:pt x="49546" y="5715"/>
                    <a:pt x="81931" y="0"/>
                    <a:pt x="112412" y="0"/>
                  </a:cubicBezTo>
                  <a:cubicBezTo>
                    <a:pt x="187659" y="0"/>
                    <a:pt x="225759" y="35242"/>
                    <a:pt x="225759" y="102870"/>
                  </a:cubicBezTo>
                  <a:lnTo>
                    <a:pt x="225759" y="273367"/>
                  </a:lnTo>
                  <a:lnTo>
                    <a:pt x="166704" y="273367"/>
                  </a:lnTo>
                  <a:lnTo>
                    <a:pt x="166704" y="244792"/>
                  </a:lnTo>
                  <a:lnTo>
                    <a:pt x="165751" y="244792"/>
                  </a:lnTo>
                  <a:cubicBezTo>
                    <a:pt x="142892" y="268605"/>
                    <a:pt x="119079" y="279083"/>
                    <a:pt x="87646" y="279083"/>
                  </a:cubicBezTo>
                  <a:cubicBezTo>
                    <a:pt x="34306" y="279083"/>
                    <a:pt x="17" y="245745"/>
                    <a:pt x="17" y="194310"/>
                  </a:cubicBezTo>
                  <a:cubicBezTo>
                    <a:pt x="-936" y="138113"/>
                    <a:pt x="39069" y="107633"/>
                    <a:pt x="114317" y="107633"/>
                  </a:cubicBezTo>
                  <a:close/>
                  <a:moveTo>
                    <a:pt x="103839" y="232410"/>
                  </a:moveTo>
                  <a:cubicBezTo>
                    <a:pt x="126699" y="232410"/>
                    <a:pt x="147654" y="220980"/>
                    <a:pt x="164799" y="200025"/>
                  </a:cubicBezTo>
                  <a:lnTo>
                    <a:pt x="164799" y="153352"/>
                  </a:lnTo>
                  <a:cubicBezTo>
                    <a:pt x="150512" y="149542"/>
                    <a:pt x="135271" y="148590"/>
                    <a:pt x="120984" y="148590"/>
                  </a:cubicBezTo>
                  <a:cubicBezTo>
                    <a:pt x="81931" y="148590"/>
                    <a:pt x="59071" y="164783"/>
                    <a:pt x="59071" y="192405"/>
                  </a:cubicBezTo>
                  <a:cubicBezTo>
                    <a:pt x="59071" y="217170"/>
                    <a:pt x="76217" y="232410"/>
                    <a:pt x="103839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7" name="Freihandform: Form 196">
              <a:extLst>
                <a:ext uri="{FF2B5EF4-FFF2-40B4-BE49-F238E27FC236}">
                  <a16:creationId xmlns:a16="http://schemas.microsoft.com/office/drawing/2014/main" id="{F7644607-6274-4D03-90D7-71C48FCB5FB0}"/>
                </a:ext>
              </a:extLst>
            </p:cNvPr>
            <p:cNvSpPr/>
            <p:nvPr/>
          </p:nvSpPr>
          <p:spPr>
            <a:xfrm>
              <a:off x="8590597" y="3101339"/>
              <a:ext cx="234314" cy="389572"/>
            </a:xfrm>
            <a:custGeom>
              <a:avLst/>
              <a:gdLst>
                <a:gd name="connsiteX0" fmla="*/ 0 w 234314"/>
                <a:gd name="connsiteY0" fmla="*/ 15240 h 389572"/>
                <a:gd name="connsiteX1" fmla="*/ 61913 w 234314"/>
                <a:gd name="connsiteY1" fmla="*/ 0 h 389572"/>
                <a:gd name="connsiteX2" fmla="*/ 61913 w 234314"/>
                <a:gd name="connsiteY2" fmla="*/ 234315 h 389572"/>
                <a:gd name="connsiteX3" fmla="*/ 62865 w 234314"/>
                <a:gd name="connsiteY3" fmla="*/ 234315 h 389572"/>
                <a:gd name="connsiteX4" fmla="*/ 150495 w 234314"/>
                <a:gd name="connsiteY4" fmla="*/ 122873 h 389572"/>
                <a:gd name="connsiteX5" fmla="*/ 224790 w 234314"/>
                <a:gd name="connsiteY5" fmla="*/ 122873 h 389572"/>
                <a:gd name="connsiteX6" fmla="*/ 137160 w 234314"/>
                <a:gd name="connsiteY6" fmla="*/ 227648 h 389572"/>
                <a:gd name="connsiteX7" fmla="*/ 234315 w 234314"/>
                <a:gd name="connsiteY7" fmla="*/ 389573 h 389572"/>
                <a:gd name="connsiteX8" fmla="*/ 160020 w 234314"/>
                <a:gd name="connsiteY8" fmla="*/ 389573 h 389572"/>
                <a:gd name="connsiteX9" fmla="*/ 93345 w 234314"/>
                <a:gd name="connsiteY9" fmla="*/ 274320 h 389572"/>
                <a:gd name="connsiteX10" fmla="*/ 62865 w 234314"/>
                <a:gd name="connsiteY10" fmla="*/ 308610 h 389572"/>
                <a:gd name="connsiteX11" fmla="*/ 62865 w 234314"/>
                <a:gd name="connsiteY11" fmla="*/ 389573 h 389572"/>
                <a:gd name="connsiteX12" fmla="*/ 952 w 234314"/>
                <a:gd name="connsiteY12" fmla="*/ 389573 h 389572"/>
                <a:gd name="connsiteX13" fmla="*/ 952 w 234314"/>
                <a:gd name="connsiteY13" fmla="*/ 1524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4314" h="389572">
                  <a:moveTo>
                    <a:pt x="0" y="15240"/>
                  </a:moveTo>
                  <a:lnTo>
                    <a:pt x="61913" y="0"/>
                  </a:lnTo>
                  <a:lnTo>
                    <a:pt x="61913" y="234315"/>
                  </a:lnTo>
                  <a:lnTo>
                    <a:pt x="62865" y="234315"/>
                  </a:lnTo>
                  <a:lnTo>
                    <a:pt x="150495" y="122873"/>
                  </a:lnTo>
                  <a:lnTo>
                    <a:pt x="224790" y="122873"/>
                  </a:lnTo>
                  <a:lnTo>
                    <a:pt x="137160" y="227648"/>
                  </a:lnTo>
                  <a:lnTo>
                    <a:pt x="234315" y="389573"/>
                  </a:lnTo>
                  <a:lnTo>
                    <a:pt x="160020" y="389573"/>
                  </a:lnTo>
                  <a:lnTo>
                    <a:pt x="93345" y="274320"/>
                  </a:lnTo>
                  <a:lnTo>
                    <a:pt x="62865" y="308610"/>
                  </a:lnTo>
                  <a:lnTo>
                    <a:pt x="62865" y="389573"/>
                  </a:lnTo>
                  <a:lnTo>
                    <a:pt x="952" y="389573"/>
                  </a:lnTo>
                  <a:lnTo>
                    <a:pt x="952" y="1524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8" name="Freihandform: Form 197">
              <a:extLst>
                <a:ext uri="{FF2B5EF4-FFF2-40B4-BE49-F238E27FC236}">
                  <a16:creationId xmlns:a16="http://schemas.microsoft.com/office/drawing/2014/main" id="{EFC3B667-AEDC-4D5D-8AD4-793D19B406D4}"/>
                </a:ext>
              </a:extLst>
            </p:cNvPr>
            <p:cNvSpPr/>
            <p:nvPr/>
          </p:nvSpPr>
          <p:spPr>
            <a:xfrm>
              <a:off x="8870631" y="3224212"/>
              <a:ext cx="229552" cy="273367"/>
            </a:xfrm>
            <a:custGeom>
              <a:avLst/>
              <a:gdLst>
                <a:gd name="connsiteX0" fmla="*/ 62865 w 229552"/>
                <a:gd name="connsiteY0" fmla="*/ 160020 h 273367"/>
                <a:gd name="connsiteX1" fmla="*/ 116205 w 229552"/>
                <a:gd name="connsiteY1" fmla="*/ 216217 h 273367"/>
                <a:gd name="connsiteX2" fmla="*/ 167640 w 229552"/>
                <a:gd name="connsiteY2" fmla="*/ 160020 h 273367"/>
                <a:gd name="connsiteX3" fmla="*/ 167640 w 229552"/>
                <a:gd name="connsiteY3" fmla="*/ 0 h 273367"/>
                <a:gd name="connsiteX4" fmla="*/ 229553 w 229552"/>
                <a:gd name="connsiteY4" fmla="*/ 0 h 273367"/>
                <a:gd name="connsiteX5" fmla="*/ 229553 w 229552"/>
                <a:gd name="connsiteY5" fmla="*/ 161925 h 273367"/>
                <a:gd name="connsiteX6" fmla="*/ 117157 w 229552"/>
                <a:gd name="connsiteY6" fmla="*/ 273367 h 273367"/>
                <a:gd name="connsiteX7" fmla="*/ 0 w 229552"/>
                <a:gd name="connsiteY7" fmla="*/ 162878 h 273367"/>
                <a:gd name="connsiteX8" fmla="*/ 0 w 229552"/>
                <a:gd name="connsiteY8" fmla="*/ 952 h 273367"/>
                <a:gd name="connsiteX9" fmla="*/ 61913 w 229552"/>
                <a:gd name="connsiteY9" fmla="*/ 952 h 273367"/>
                <a:gd name="connsiteX10" fmla="*/ 61913 w 229552"/>
                <a:gd name="connsiteY10" fmla="*/ 160020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9552" h="273367">
                  <a:moveTo>
                    <a:pt x="62865" y="160020"/>
                  </a:moveTo>
                  <a:cubicBezTo>
                    <a:pt x="62865" y="196215"/>
                    <a:pt x="80963" y="216217"/>
                    <a:pt x="116205" y="216217"/>
                  </a:cubicBezTo>
                  <a:cubicBezTo>
                    <a:pt x="150495" y="216217"/>
                    <a:pt x="167640" y="197167"/>
                    <a:pt x="167640" y="160020"/>
                  </a:cubicBezTo>
                  <a:lnTo>
                    <a:pt x="167640" y="0"/>
                  </a:lnTo>
                  <a:lnTo>
                    <a:pt x="229553" y="0"/>
                  </a:lnTo>
                  <a:lnTo>
                    <a:pt x="229553" y="161925"/>
                  </a:lnTo>
                  <a:cubicBezTo>
                    <a:pt x="229553" y="232410"/>
                    <a:pt x="190500" y="273367"/>
                    <a:pt x="117157" y="273367"/>
                  </a:cubicBezTo>
                  <a:cubicBezTo>
                    <a:pt x="44768" y="273367"/>
                    <a:pt x="0" y="232410"/>
                    <a:pt x="0" y="162878"/>
                  </a:cubicBezTo>
                  <a:lnTo>
                    <a:pt x="0" y="952"/>
                  </a:lnTo>
                  <a:lnTo>
                    <a:pt x="61913" y="952"/>
                  </a:lnTo>
                  <a:lnTo>
                    <a:pt x="61913" y="1600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9" name="Freihandform: Form 198">
              <a:extLst>
                <a:ext uri="{FF2B5EF4-FFF2-40B4-BE49-F238E27FC236}">
                  <a16:creationId xmlns:a16="http://schemas.microsoft.com/office/drawing/2014/main" id="{6AB3C5DC-4B24-4663-BBB8-DA9B4BE7B3A6}"/>
                </a:ext>
              </a:extLst>
            </p:cNvPr>
            <p:cNvSpPr/>
            <p:nvPr/>
          </p:nvSpPr>
          <p:spPr>
            <a:xfrm>
              <a:off x="9180194" y="3100387"/>
              <a:ext cx="61912" cy="389572"/>
            </a:xfrm>
            <a:custGeom>
              <a:avLst/>
              <a:gdLst>
                <a:gd name="connsiteX0" fmla="*/ 61913 w 61912"/>
                <a:gd name="connsiteY0" fmla="*/ 389572 h 389572"/>
                <a:gd name="connsiteX1" fmla="*/ 0 w 61912"/>
                <a:gd name="connsiteY1" fmla="*/ 389572 h 389572"/>
                <a:gd name="connsiteX2" fmla="*/ 0 w 61912"/>
                <a:gd name="connsiteY2" fmla="*/ 14288 h 389572"/>
                <a:gd name="connsiteX3" fmla="*/ 61913 w 61912"/>
                <a:gd name="connsiteY3" fmla="*/ 0 h 389572"/>
                <a:gd name="connsiteX4" fmla="*/ 61913 w 61912"/>
                <a:gd name="connsiteY4" fmla="*/ 389572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912" h="389572">
                  <a:moveTo>
                    <a:pt x="61913" y="389572"/>
                  </a:moveTo>
                  <a:lnTo>
                    <a:pt x="0" y="389572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957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0" name="Freihandform: Form 199">
              <a:extLst>
                <a:ext uri="{FF2B5EF4-FFF2-40B4-BE49-F238E27FC236}">
                  <a16:creationId xmlns:a16="http://schemas.microsoft.com/office/drawing/2014/main" id="{25F25D25-8968-4D14-84F0-DCC5050A42B9}"/>
                </a:ext>
              </a:extLst>
            </p:cNvPr>
            <p:cNvSpPr/>
            <p:nvPr/>
          </p:nvSpPr>
          <p:spPr>
            <a:xfrm>
              <a:off x="9297351" y="3138487"/>
              <a:ext cx="165735" cy="358140"/>
            </a:xfrm>
            <a:custGeom>
              <a:avLst/>
              <a:gdLst>
                <a:gd name="connsiteX0" fmla="*/ 165735 w 165735"/>
                <a:gd name="connsiteY0" fmla="*/ 295275 h 358140"/>
                <a:gd name="connsiteX1" fmla="*/ 165735 w 165735"/>
                <a:gd name="connsiteY1" fmla="*/ 348615 h 358140"/>
                <a:gd name="connsiteX2" fmla="*/ 113348 w 165735"/>
                <a:gd name="connsiteY2" fmla="*/ 358140 h 358140"/>
                <a:gd name="connsiteX3" fmla="*/ 40958 w 165735"/>
                <a:gd name="connsiteY3" fmla="*/ 282892 h 358140"/>
                <a:gd name="connsiteX4" fmla="*/ 40958 w 165735"/>
                <a:gd name="connsiteY4" fmla="*/ 137160 h 358140"/>
                <a:gd name="connsiteX5" fmla="*/ 0 w 165735"/>
                <a:gd name="connsiteY5" fmla="*/ 137160 h 358140"/>
                <a:gd name="connsiteX6" fmla="*/ 0 w 165735"/>
                <a:gd name="connsiteY6" fmla="*/ 85725 h 358140"/>
                <a:gd name="connsiteX7" fmla="*/ 40005 w 165735"/>
                <a:gd name="connsiteY7" fmla="*/ 85725 h 358140"/>
                <a:gd name="connsiteX8" fmla="*/ 40005 w 165735"/>
                <a:gd name="connsiteY8" fmla="*/ 13335 h 358140"/>
                <a:gd name="connsiteX9" fmla="*/ 101918 w 165735"/>
                <a:gd name="connsiteY9" fmla="*/ 0 h 358140"/>
                <a:gd name="connsiteX10" fmla="*/ 101918 w 165735"/>
                <a:gd name="connsiteY10" fmla="*/ 86677 h 358140"/>
                <a:gd name="connsiteX11" fmla="*/ 165735 w 165735"/>
                <a:gd name="connsiteY11" fmla="*/ 86677 h 358140"/>
                <a:gd name="connsiteX12" fmla="*/ 165735 w 165735"/>
                <a:gd name="connsiteY12" fmla="*/ 138113 h 358140"/>
                <a:gd name="connsiteX13" fmla="*/ 101918 w 165735"/>
                <a:gd name="connsiteY13" fmla="*/ 138113 h 358140"/>
                <a:gd name="connsiteX14" fmla="*/ 101918 w 165735"/>
                <a:gd name="connsiteY14" fmla="*/ 269558 h 358140"/>
                <a:gd name="connsiteX15" fmla="*/ 130493 w 165735"/>
                <a:gd name="connsiteY15" fmla="*/ 304800 h 358140"/>
                <a:gd name="connsiteX16" fmla="*/ 165735 w 165735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5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8" y="358140"/>
                  </a:cubicBezTo>
                  <a:cubicBezTo>
                    <a:pt x="66675" y="358140"/>
                    <a:pt x="40958" y="331470"/>
                    <a:pt x="40958" y="282892"/>
                  </a:cubicBezTo>
                  <a:lnTo>
                    <a:pt x="40958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2"/>
                    <a:pt x="110490" y="304800"/>
                    <a:pt x="130493" y="304800"/>
                  </a:cubicBezTo>
                  <a:cubicBezTo>
                    <a:pt x="141923" y="303847"/>
                    <a:pt x="155258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1" name="Freihandform: Form 200">
              <a:extLst>
                <a:ext uri="{FF2B5EF4-FFF2-40B4-BE49-F238E27FC236}">
                  <a16:creationId xmlns:a16="http://schemas.microsoft.com/office/drawing/2014/main" id="{ED182938-751B-4CBB-8340-A6FD2C5AF3F3}"/>
                </a:ext>
              </a:extLst>
            </p:cNvPr>
            <p:cNvSpPr/>
            <p:nvPr/>
          </p:nvSpPr>
          <p:spPr>
            <a:xfrm>
              <a:off x="9511664" y="3109912"/>
              <a:ext cx="225742" cy="386715"/>
            </a:xfrm>
            <a:custGeom>
              <a:avLst/>
              <a:gdLst>
                <a:gd name="connsiteX0" fmla="*/ 114300 w 225742"/>
                <a:gd name="connsiteY0" fmla="*/ 215265 h 386715"/>
                <a:gd name="connsiteX1" fmla="*/ 164783 w 225742"/>
                <a:gd name="connsiteY1" fmla="*/ 220980 h 386715"/>
                <a:gd name="connsiteX2" fmla="*/ 164783 w 225742"/>
                <a:gd name="connsiteY2" fmla="*/ 211455 h 386715"/>
                <a:gd name="connsiteX3" fmla="*/ 105728 w 225742"/>
                <a:gd name="connsiteY3" fmla="*/ 160020 h 386715"/>
                <a:gd name="connsiteX4" fmla="*/ 38100 w 225742"/>
                <a:gd name="connsiteY4" fmla="*/ 175260 h 386715"/>
                <a:gd name="connsiteX5" fmla="*/ 24765 w 225742"/>
                <a:gd name="connsiteY5" fmla="*/ 122873 h 386715"/>
                <a:gd name="connsiteX6" fmla="*/ 112395 w 225742"/>
                <a:gd name="connsiteY6" fmla="*/ 107633 h 386715"/>
                <a:gd name="connsiteX7" fmla="*/ 225743 w 225742"/>
                <a:gd name="connsiteY7" fmla="*/ 210503 h 386715"/>
                <a:gd name="connsiteX8" fmla="*/ 225743 w 225742"/>
                <a:gd name="connsiteY8" fmla="*/ 381000 h 386715"/>
                <a:gd name="connsiteX9" fmla="*/ 166688 w 225742"/>
                <a:gd name="connsiteY9" fmla="*/ 381000 h 386715"/>
                <a:gd name="connsiteX10" fmla="*/ 166688 w 225742"/>
                <a:gd name="connsiteY10" fmla="*/ 352425 h 386715"/>
                <a:gd name="connsiteX11" fmla="*/ 165735 w 225742"/>
                <a:gd name="connsiteY11" fmla="*/ 352425 h 386715"/>
                <a:gd name="connsiteX12" fmla="*/ 87630 w 225742"/>
                <a:gd name="connsiteY12" fmla="*/ 386715 h 386715"/>
                <a:gd name="connsiteX13" fmla="*/ 0 w 225742"/>
                <a:gd name="connsiteY13" fmla="*/ 301942 h 386715"/>
                <a:gd name="connsiteX14" fmla="*/ 114300 w 225742"/>
                <a:gd name="connsiteY14" fmla="*/ 215265 h 386715"/>
                <a:gd name="connsiteX15" fmla="*/ 63818 w 225742"/>
                <a:gd name="connsiteY15" fmla="*/ 72390 h 386715"/>
                <a:gd name="connsiteX16" fmla="*/ 26670 w 225742"/>
                <a:gd name="connsiteY16" fmla="*/ 36195 h 386715"/>
                <a:gd name="connsiteX17" fmla="*/ 63818 w 225742"/>
                <a:gd name="connsiteY17" fmla="*/ 0 h 386715"/>
                <a:gd name="connsiteX18" fmla="*/ 100965 w 225742"/>
                <a:gd name="connsiteY18" fmla="*/ 36195 h 386715"/>
                <a:gd name="connsiteX19" fmla="*/ 63818 w 225742"/>
                <a:gd name="connsiteY19" fmla="*/ 72390 h 386715"/>
                <a:gd name="connsiteX20" fmla="*/ 103823 w 225742"/>
                <a:gd name="connsiteY20" fmla="*/ 340042 h 386715"/>
                <a:gd name="connsiteX21" fmla="*/ 164783 w 225742"/>
                <a:gd name="connsiteY21" fmla="*/ 307658 h 386715"/>
                <a:gd name="connsiteX22" fmla="*/ 164783 w 225742"/>
                <a:gd name="connsiteY22" fmla="*/ 260985 h 386715"/>
                <a:gd name="connsiteX23" fmla="*/ 120968 w 225742"/>
                <a:gd name="connsiteY23" fmla="*/ 256222 h 386715"/>
                <a:gd name="connsiteX24" fmla="*/ 59055 w 225742"/>
                <a:gd name="connsiteY24" fmla="*/ 300038 h 386715"/>
                <a:gd name="connsiteX25" fmla="*/ 103823 w 225742"/>
                <a:gd name="connsiteY25" fmla="*/ 340042 h 386715"/>
                <a:gd name="connsiteX26" fmla="*/ 172403 w 225742"/>
                <a:gd name="connsiteY26" fmla="*/ 72390 h 386715"/>
                <a:gd name="connsiteX27" fmla="*/ 135255 w 225742"/>
                <a:gd name="connsiteY27" fmla="*/ 36195 h 386715"/>
                <a:gd name="connsiteX28" fmla="*/ 172403 w 225742"/>
                <a:gd name="connsiteY28" fmla="*/ 0 h 386715"/>
                <a:gd name="connsiteX29" fmla="*/ 209550 w 225742"/>
                <a:gd name="connsiteY29" fmla="*/ 36195 h 386715"/>
                <a:gd name="connsiteX30" fmla="*/ 172403 w 225742"/>
                <a:gd name="connsiteY30" fmla="*/ 72390 h 38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25742" h="386715">
                  <a:moveTo>
                    <a:pt x="114300" y="215265"/>
                  </a:moveTo>
                  <a:cubicBezTo>
                    <a:pt x="131445" y="215265"/>
                    <a:pt x="147638" y="216217"/>
                    <a:pt x="164783" y="220980"/>
                  </a:cubicBezTo>
                  <a:lnTo>
                    <a:pt x="164783" y="211455"/>
                  </a:lnTo>
                  <a:cubicBezTo>
                    <a:pt x="164783" y="177165"/>
                    <a:pt x="144780" y="160020"/>
                    <a:pt x="105728" y="160020"/>
                  </a:cubicBezTo>
                  <a:cubicBezTo>
                    <a:pt x="83820" y="160020"/>
                    <a:pt x="60008" y="164783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3"/>
                    <a:pt x="112395" y="107633"/>
                  </a:cubicBezTo>
                  <a:cubicBezTo>
                    <a:pt x="187643" y="107633"/>
                    <a:pt x="225743" y="142875"/>
                    <a:pt x="225743" y="210503"/>
                  </a:cubicBezTo>
                  <a:lnTo>
                    <a:pt x="225743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8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8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8" y="72390"/>
                  </a:cubicBezTo>
                  <a:close/>
                  <a:moveTo>
                    <a:pt x="103823" y="340042"/>
                  </a:moveTo>
                  <a:cubicBezTo>
                    <a:pt x="126683" y="340042"/>
                    <a:pt x="147638" y="328613"/>
                    <a:pt x="164783" y="307658"/>
                  </a:cubicBezTo>
                  <a:lnTo>
                    <a:pt x="164783" y="260985"/>
                  </a:lnTo>
                  <a:cubicBezTo>
                    <a:pt x="150495" y="257175"/>
                    <a:pt x="135255" y="256222"/>
                    <a:pt x="120968" y="256222"/>
                  </a:cubicBezTo>
                  <a:cubicBezTo>
                    <a:pt x="81915" y="256222"/>
                    <a:pt x="59055" y="272415"/>
                    <a:pt x="59055" y="300038"/>
                  </a:cubicBezTo>
                  <a:cubicBezTo>
                    <a:pt x="59055" y="324803"/>
                    <a:pt x="76200" y="340042"/>
                    <a:pt x="103823" y="340042"/>
                  </a:cubicBezTo>
                  <a:close/>
                  <a:moveTo>
                    <a:pt x="172403" y="72390"/>
                  </a:moveTo>
                  <a:cubicBezTo>
                    <a:pt x="152400" y="72390"/>
                    <a:pt x="135255" y="55245"/>
                    <a:pt x="135255" y="36195"/>
                  </a:cubicBezTo>
                  <a:cubicBezTo>
                    <a:pt x="135255" y="17145"/>
                    <a:pt x="152400" y="0"/>
                    <a:pt x="172403" y="0"/>
                  </a:cubicBezTo>
                  <a:cubicBezTo>
                    <a:pt x="192405" y="0"/>
                    <a:pt x="209550" y="17145"/>
                    <a:pt x="209550" y="36195"/>
                  </a:cubicBezTo>
                  <a:cubicBezTo>
                    <a:pt x="209550" y="56198"/>
                    <a:pt x="192405" y="72390"/>
                    <a:pt x="172403" y="723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2" name="Freihandform: Form 201">
              <a:extLst>
                <a:ext uri="{FF2B5EF4-FFF2-40B4-BE49-F238E27FC236}">
                  <a16:creationId xmlns:a16="http://schemas.microsoft.com/office/drawing/2014/main" id="{1F386436-DD68-4971-B1BC-54269868F691}"/>
                </a:ext>
              </a:extLst>
            </p:cNvPr>
            <p:cNvSpPr/>
            <p:nvPr/>
          </p:nvSpPr>
          <p:spPr>
            <a:xfrm>
              <a:off x="9785984" y="3138487"/>
              <a:ext cx="165734" cy="358140"/>
            </a:xfrm>
            <a:custGeom>
              <a:avLst/>
              <a:gdLst>
                <a:gd name="connsiteX0" fmla="*/ 165735 w 165734"/>
                <a:gd name="connsiteY0" fmla="*/ 295275 h 358140"/>
                <a:gd name="connsiteX1" fmla="*/ 165735 w 165734"/>
                <a:gd name="connsiteY1" fmla="*/ 348615 h 358140"/>
                <a:gd name="connsiteX2" fmla="*/ 113347 w 165734"/>
                <a:gd name="connsiteY2" fmla="*/ 358140 h 358140"/>
                <a:gd name="connsiteX3" fmla="*/ 40957 w 165734"/>
                <a:gd name="connsiteY3" fmla="*/ 282892 h 358140"/>
                <a:gd name="connsiteX4" fmla="*/ 40957 w 165734"/>
                <a:gd name="connsiteY4" fmla="*/ 137160 h 358140"/>
                <a:gd name="connsiteX5" fmla="*/ 0 w 165734"/>
                <a:gd name="connsiteY5" fmla="*/ 137160 h 358140"/>
                <a:gd name="connsiteX6" fmla="*/ 0 w 165734"/>
                <a:gd name="connsiteY6" fmla="*/ 85725 h 358140"/>
                <a:gd name="connsiteX7" fmla="*/ 40005 w 165734"/>
                <a:gd name="connsiteY7" fmla="*/ 85725 h 358140"/>
                <a:gd name="connsiteX8" fmla="*/ 40005 w 165734"/>
                <a:gd name="connsiteY8" fmla="*/ 13335 h 358140"/>
                <a:gd name="connsiteX9" fmla="*/ 101917 w 165734"/>
                <a:gd name="connsiteY9" fmla="*/ 0 h 358140"/>
                <a:gd name="connsiteX10" fmla="*/ 101917 w 165734"/>
                <a:gd name="connsiteY10" fmla="*/ 86677 h 358140"/>
                <a:gd name="connsiteX11" fmla="*/ 165735 w 165734"/>
                <a:gd name="connsiteY11" fmla="*/ 86677 h 358140"/>
                <a:gd name="connsiteX12" fmla="*/ 165735 w 165734"/>
                <a:gd name="connsiteY12" fmla="*/ 138113 h 358140"/>
                <a:gd name="connsiteX13" fmla="*/ 101917 w 165734"/>
                <a:gd name="connsiteY13" fmla="*/ 138113 h 358140"/>
                <a:gd name="connsiteX14" fmla="*/ 101917 w 165734"/>
                <a:gd name="connsiteY14" fmla="*/ 269558 h 358140"/>
                <a:gd name="connsiteX15" fmla="*/ 130492 w 165734"/>
                <a:gd name="connsiteY15" fmla="*/ 304800 h 358140"/>
                <a:gd name="connsiteX16" fmla="*/ 165735 w 165734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7" y="0"/>
                  </a:lnTo>
                  <a:lnTo>
                    <a:pt x="101917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7" y="138113"/>
                  </a:lnTo>
                  <a:lnTo>
                    <a:pt x="101917" y="269558"/>
                  </a:lnTo>
                  <a:cubicBezTo>
                    <a:pt x="101917" y="294322"/>
                    <a:pt x="110490" y="304800"/>
                    <a:pt x="130492" y="304800"/>
                  </a:cubicBezTo>
                  <a:cubicBezTo>
                    <a:pt x="142875" y="303847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36973011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bil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Textplatzhalter 167">
            <a:extLst>
              <a:ext uri="{FF2B5EF4-FFF2-40B4-BE49-F238E27FC236}">
                <a16:creationId xmlns:a16="http://schemas.microsoft.com/office/drawing/2014/main" id="{91CA67B1-C872-42F5-99A5-C31B319F69A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628775"/>
            <a:ext cx="12192000" cy="5229225"/>
          </a:xfrm>
          <a:gradFill>
            <a:gsLst>
              <a:gs pos="50000">
                <a:schemeClr val="accent4">
                  <a:alpha val="50000"/>
                </a:schemeClr>
              </a:gs>
              <a:gs pos="5000">
                <a:schemeClr val="accent4"/>
              </a:gs>
              <a:gs pos="100000">
                <a:schemeClr val="accent4">
                  <a:alpha val="20000"/>
                </a:schemeClr>
              </a:gs>
            </a:gsLst>
            <a:lin ang="5400000" scaled="1"/>
          </a:gradFill>
        </p:spPr>
        <p:txBody>
          <a:bodyPr vert="horz" wrap="square" lIns="540000" tIns="1188000" rIns="0" bIns="0" rtlCol="0" anchor="t" anchorCtr="0">
            <a:noAutofit/>
          </a:bodyPr>
          <a:lstStyle>
            <a:lvl1pPr>
              <a:defRPr lang="de-DE" sz="4000" b="1" dirty="0"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de-DE" dirty="0"/>
              <a:t> </a:t>
            </a:r>
          </a:p>
        </p:txBody>
      </p:sp>
      <p:sp>
        <p:nvSpPr>
          <p:cNvPr id="165" name="Bildplatzhalter 60">
            <a:extLst>
              <a:ext uri="{FF2B5EF4-FFF2-40B4-BE49-F238E27FC236}">
                <a16:creationId xmlns:a16="http://schemas.microsoft.com/office/drawing/2014/main" id="{F018B551-27B5-4B00-BF39-7527999917A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628775"/>
            <a:ext cx="12192000" cy="5229226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C1DC1BF-B7B9-4143-AFEB-7D1D6C73E8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0163" y="2913731"/>
            <a:ext cx="4979505" cy="1030539"/>
          </a:xfrm>
        </p:spPr>
        <p:txBody>
          <a:bodyPr wrap="none" tIns="0" rIns="0"/>
          <a:lstStyle>
            <a:lvl1pPr algn="l">
              <a:lnSpc>
                <a:spcPct val="110000"/>
              </a:lnSpc>
              <a:defRPr sz="660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Willkommen</a:t>
            </a:r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929994FB-5DBF-40C3-99B7-BCB45F80FCBA}"/>
              </a:ext>
            </a:extLst>
          </p:cNvPr>
          <p:cNvSpPr/>
          <p:nvPr userDrawn="1"/>
        </p:nvSpPr>
        <p:spPr>
          <a:xfrm>
            <a:off x="518400" y="1196733"/>
            <a:ext cx="11676062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Freihandform: Form 5">
            <a:extLst>
              <a:ext uri="{FF2B5EF4-FFF2-40B4-BE49-F238E27FC236}">
                <a16:creationId xmlns:a16="http://schemas.microsoft.com/office/drawing/2014/main" id="{DB0B422D-422E-4796-8EA3-E0C93BC35646}"/>
              </a:ext>
            </a:extLst>
          </p:cNvPr>
          <p:cNvSpPr/>
          <p:nvPr/>
        </p:nvSpPr>
        <p:spPr>
          <a:xfrm>
            <a:off x="10056938" y="300703"/>
            <a:ext cx="1619125" cy="618155"/>
          </a:xfrm>
          <a:custGeom>
            <a:avLst/>
            <a:gdLst>
              <a:gd name="connsiteX0" fmla="*/ 0 w 1456912"/>
              <a:gd name="connsiteY0" fmla="*/ 51854 h 556225"/>
              <a:gd name="connsiteX1" fmla="*/ 28188 w 1456912"/>
              <a:gd name="connsiteY1" fmla="*/ 23666 h 556225"/>
              <a:gd name="connsiteX2" fmla="*/ 28188 w 1456912"/>
              <a:gd name="connsiteY2" fmla="*/ 535557 h 556225"/>
              <a:gd name="connsiteX3" fmla="*/ 0 w 1456912"/>
              <a:gd name="connsiteY3" fmla="*/ 535557 h 556225"/>
              <a:gd name="connsiteX4" fmla="*/ 0 w 1456912"/>
              <a:gd name="connsiteY4" fmla="*/ 51854 h 556225"/>
              <a:gd name="connsiteX5" fmla="*/ 84564 w 1456912"/>
              <a:gd name="connsiteY5" fmla="*/ 28188 h 556225"/>
              <a:gd name="connsiteX6" fmla="*/ 422811 w 1456912"/>
              <a:gd name="connsiteY6" fmla="*/ 28188 h 556225"/>
              <a:gd name="connsiteX7" fmla="*/ 422811 w 1456912"/>
              <a:gd name="connsiteY7" fmla="*/ 0 h 556225"/>
              <a:gd name="connsiteX8" fmla="*/ 56376 w 1456912"/>
              <a:gd name="connsiteY8" fmla="*/ 0 h 556225"/>
              <a:gd name="connsiteX9" fmla="*/ 56376 w 1456912"/>
              <a:gd name="connsiteY9" fmla="*/ 338244 h 556225"/>
              <a:gd name="connsiteX10" fmla="*/ 367711 w 1456912"/>
              <a:gd name="connsiteY10" fmla="*/ 338244 h 556225"/>
              <a:gd name="connsiteX11" fmla="*/ 367711 w 1456912"/>
              <a:gd name="connsiteY11" fmla="*/ 310062 h 556225"/>
              <a:gd name="connsiteX12" fmla="*/ 84564 w 1456912"/>
              <a:gd name="connsiteY12" fmla="*/ 310062 h 556225"/>
              <a:gd name="connsiteX13" fmla="*/ 84564 w 1456912"/>
              <a:gd name="connsiteY13" fmla="*/ 28188 h 556225"/>
              <a:gd name="connsiteX14" fmla="*/ 410152 w 1456912"/>
              <a:gd name="connsiteY14" fmla="*/ 253686 h 556225"/>
              <a:gd name="connsiteX15" fmla="*/ 140937 w 1456912"/>
              <a:gd name="connsiteY15" fmla="*/ 253686 h 556225"/>
              <a:gd name="connsiteX16" fmla="*/ 140937 w 1456912"/>
              <a:gd name="connsiteY16" fmla="*/ 140940 h 556225"/>
              <a:gd name="connsiteX17" fmla="*/ 371171 w 1456912"/>
              <a:gd name="connsiteY17" fmla="*/ 140940 h 556225"/>
              <a:gd name="connsiteX18" fmla="*/ 399359 w 1456912"/>
              <a:gd name="connsiteY18" fmla="*/ 112752 h 556225"/>
              <a:gd name="connsiteX19" fmla="*/ 140937 w 1456912"/>
              <a:gd name="connsiteY19" fmla="*/ 112752 h 556225"/>
              <a:gd name="connsiteX20" fmla="*/ 140937 w 1456912"/>
              <a:gd name="connsiteY20" fmla="*/ 84564 h 556225"/>
              <a:gd name="connsiteX21" fmla="*/ 422811 w 1456912"/>
              <a:gd name="connsiteY21" fmla="*/ 84564 h 556225"/>
              <a:gd name="connsiteX22" fmla="*/ 422811 w 1456912"/>
              <a:gd name="connsiteY22" fmla="*/ 56376 h 556225"/>
              <a:gd name="connsiteX23" fmla="*/ 112749 w 1456912"/>
              <a:gd name="connsiteY23" fmla="*/ 56376 h 556225"/>
              <a:gd name="connsiteX24" fmla="*/ 112749 w 1456912"/>
              <a:gd name="connsiteY24" fmla="*/ 281874 h 556225"/>
              <a:gd name="connsiteX25" fmla="*/ 382334 w 1456912"/>
              <a:gd name="connsiteY25" fmla="*/ 281874 h 556225"/>
              <a:gd name="connsiteX26" fmla="*/ 410152 w 1456912"/>
              <a:gd name="connsiteY26" fmla="*/ 253686 h 556225"/>
              <a:gd name="connsiteX27" fmla="*/ 56376 w 1456912"/>
              <a:gd name="connsiteY27" fmla="*/ 535557 h 556225"/>
              <a:gd name="connsiteX28" fmla="*/ 84564 w 1456912"/>
              <a:gd name="connsiteY28" fmla="*/ 535557 h 556225"/>
              <a:gd name="connsiteX29" fmla="*/ 84564 w 1456912"/>
              <a:gd name="connsiteY29" fmla="*/ 394620 h 556225"/>
              <a:gd name="connsiteX30" fmla="*/ 112752 w 1456912"/>
              <a:gd name="connsiteY30" fmla="*/ 394620 h 556225"/>
              <a:gd name="connsiteX31" fmla="*/ 112752 w 1456912"/>
              <a:gd name="connsiteY31" fmla="*/ 511890 h 556225"/>
              <a:gd name="connsiteX32" fmla="*/ 140940 w 1456912"/>
              <a:gd name="connsiteY32" fmla="*/ 483705 h 556225"/>
              <a:gd name="connsiteX33" fmla="*/ 140940 w 1456912"/>
              <a:gd name="connsiteY33" fmla="*/ 394620 h 556225"/>
              <a:gd name="connsiteX34" fmla="*/ 367714 w 1456912"/>
              <a:gd name="connsiteY34" fmla="*/ 394620 h 556225"/>
              <a:gd name="connsiteX35" fmla="*/ 367714 w 1456912"/>
              <a:gd name="connsiteY35" fmla="*/ 366435 h 556225"/>
              <a:gd name="connsiteX36" fmla="*/ 56376 w 1456912"/>
              <a:gd name="connsiteY36" fmla="*/ 366435 h 556225"/>
              <a:gd name="connsiteX37" fmla="*/ 56376 w 1456912"/>
              <a:gd name="connsiteY37" fmla="*/ 535557 h 556225"/>
              <a:gd name="connsiteX38" fmla="*/ 1428724 w 1456912"/>
              <a:gd name="connsiteY38" fmla="*/ 0 h 556225"/>
              <a:gd name="connsiteX39" fmla="*/ 1428724 w 1456912"/>
              <a:gd name="connsiteY39" fmla="*/ 324156 h 556225"/>
              <a:gd name="connsiteX40" fmla="*/ 1316539 w 1456912"/>
              <a:gd name="connsiteY40" fmla="*/ 514089 h 556225"/>
              <a:gd name="connsiteX41" fmla="*/ 1315903 w 1456912"/>
              <a:gd name="connsiteY41" fmla="*/ 513258 h 556225"/>
              <a:gd name="connsiteX42" fmla="*/ 1400536 w 1456912"/>
              <a:gd name="connsiteY42" fmla="*/ 351869 h 556225"/>
              <a:gd name="connsiteX43" fmla="*/ 1400536 w 1456912"/>
              <a:gd name="connsiteY43" fmla="*/ 3 h 556225"/>
              <a:gd name="connsiteX44" fmla="*/ 1372348 w 1456912"/>
              <a:gd name="connsiteY44" fmla="*/ 3 h 556225"/>
              <a:gd name="connsiteX45" fmla="*/ 1372348 w 1456912"/>
              <a:gd name="connsiteY45" fmla="*/ 351400 h 556225"/>
              <a:gd name="connsiteX46" fmla="*/ 1189132 w 1456912"/>
              <a:gd name="connsiteY46" fmla="*/ 528510 h 556225"/>
              <a:gd name="connsiteX47" fmla="*/ 1005916 w 1456912"/>
              <a:gd name="connsiteY47" fmla="*/ 351400 h 556225"/>
              <a:gd name="connsiteX48" fmla="*/ 1005916 w 1456912"/>
              <a:gd name="connsiteY48" fmla="*/ 23666 h 556225"/>
              <a:gd name="connsiteX49" fmla="*/ 977728 w 1456912"/>
              <a:gd name="connsiteY49" fmla="*/ 51854 h 556225"/>
              <a:gd name="connsiteX50" fmla="*/ 977728 w 1456912"/>
              <a:gd name="connsiteY50" fmla="*/ 351869 h 556225"/>
              <a:gd name="connsiteX51" fmla="*/ 1189132 w 1456912"/>
              <a:gd name="connsiteY51" fmla="*/ 556226 h 556225"/>
              <a:gd name="connsiteX52" fmla="*/ 1217320 w 1456912"/>
              <a:gd name="connsiteY52" fmla="*/ 556226 h 556225"/>
              <a:gd name="connsiteX53" fmla="*/ 1456912 w 1456912"/>
              <a:gd name="connsiteY53" fmla="*/ 324566 h 556225"/>
              <a:gd name="connsiteX54" fmla="*/ 1456912 w 1456912"/>
              <a:gd name="connsiteY54" fmla="*/ 0 h 556225"/>
              <a:gd name="connsiteX55" fmla="*/ 1428724 w 1456912"/>
              <a:gd name="connsiteY55" fmla="*/ 0 h 556225"/>
              <a:gd name="connsiteX56" fmla="*/ 1189132 w 1456912"/>
              <a:gd name="connsiteY56" fmla="*/ 500322 h 556225"/>
              <a:gd name="connsiteX57" fmla="*/ 1344160 w 1456912"/>
              <a:gd name="connsiteY57" fmla="*/ 351400 h 556225"/>
              <a:gd name="connsiteX58" fmla="*/ 1344160 w 1456912"/>
              <a:gd name="connsiteY58" fmla="*/ 351400 h 556225"/>
              <a:gd name="connsiteX59" fmla="*/ 1344160 w 1456912"/>
              <a:gd name="connsiteY59" fmla="*/ 23666 h 556225"/>
              <a:gd name="connsiteX60" fmla="*/ 1315972 w 1456912"/>
              <a:gd name="connsiteY60" fmla="*/ 51854 h 556225"/>
              <a:gd name="connsiteX61" fmla="*/ 1315972 w 1456912"/>
              <a:gd name="connsiteY61" fmla="*/ 324153 h 556225"/>
              <a:gd name="connsiteX62" fmla="*/ 1217317 w 1456912"/>
              <a:gd name="connsiteY62" fmla="*/ 415761 h 556225"/>
              <a:gd name="connsiteX63" fmla="*/ 1118662 w 1456912"/>
              <a:gd name="connsiteY63" fmla="*/ 324153 h 556225"/>
              <a:gd name="connsiteX64" fmla="*/ 1118662 w 1456912"/>
              <a:gd name="connsiteY64" fmla="*/ 3 h 556225"/>
              <a:gd name="connsiteX65" fmla="*/ 1090474 w 1456912"/>
              <a:gd name="connsiteY65" fmla="*/ 3 h 556225"/>
              <a:gd name="connsiteX66" fmla="*/ 1090474 w 1456912"/>
              <a:gd name="connsiteY66" fmla="*/ 324156 h 556225"/>
              <a:gd name="connsiteX67" fmla="*/ 1217317 w 1456912"/>
              <a:gd name="connsiteY67" fmla="*/ 443951 h 556225"/>
              <a:gd name="connsiteX68" fmla="*/ 1304349 w 1456912"/>
              <a:gd name="connsiteY68" fmla="*/ 404889 h 556225"/>
              <a:gd name="connsiteX69" fmla="*/ 1304982 w 1456912"/>
              <a:gd name="connsiteY69" fmla="*/ 405720 h 556225"/>
              <a:gd name="connsiteX70" fmla="*/ 1189129 w 1456912"/>
              <a:gd name="connsiteY70" fmla="*/ 472139 h 556225"/>
              <a:gd name="connsiteX71" fmla="*/ 1062303 w 1456912"/>
              <a:gd name="connsiteY71" fmla="*/ 352344 h 556225"/>
              <a:gd name="connsiteX72" fmla="*/ 1062286 w 1456912"/>
              <a:gd name="connsiteY72" fmla="*/ 352344 h 556225"/>
              <a:gd name="connsiteX73" fmla="*/ 1062286 w 1456912"/>
              <a:gd name="connsiteY73" fmla="*/ 3 h 556225"/>
              <a:gd name="connsiteX74" fmla="*/ 1034098 w 1456912"/>
              <a:gd name="connsiteY74" fmla="*/ 3 h 556225"/>
              <a:gd name="connsiteX75" fmla="*/ 1034098 w 1456912"/>
              <a:gd name="connsiteY75" fmla="*/ 352341 h 556225"/>
              <a:gd name="connsiteX76" fmla="*/ 1034113 w 1456912"/>
              <a:gd name="connsiteY76" fmla="*/ 352341 h 556225"/>
              <a:gd name="connsiteX77" fmla="*/ 1189132 w 1456912"/>
              <a:gd name="connsiteY77" fmla="*/ 500322 h 556225"/>
              <a:gd name="connsiteX78" fmla="*/ 562774 w 1456912"/>
              <a:gd name="connsiteY78" fmla="*/ 366435 h 556225"/>
              <a:gd name="connsiteX79" fmla="*/ 491494 w 1456912"/>
              <a:gd name="connsiteY79" fmla="*/ 535557 h 556225"/>
              <a:gd name="connsiteX80" fmla="*/ 519684 w 1456912"/>
              <a:gd name="connsiteY80" fmla="*/ 535554 h 556225"/>
              <a:gd name="connsiteX81" fmla="*/ 519682 w 1456912"/>
              <a:gd name="connsiteY81" fmla="*/ 535557 h 556225"/>
              <a:gd name="connsiteX82" fmla="*/ 519684 w 1456912"/>
              <a:gd name="connsiteY82" fmla="*/ 535557 h 556225"/>
              <a:gd name="connsiteX83" fmla="*/ 555322 w 1456912"/>
              <a:gd name="connsiteY83" fmla="*/ 450996 h 556225"/>
              <a:gd name="connsiteX84" fmla="*/ 794138 w 1456912"/>
              <a:gd name="connsiteY84" fmla="*/ 450996 h 556225"/>
              <a:gd name="connsiteX85" fmla="*/ 829744 w 1456912"/>
              <a:gd name="connsiteY85" fmla="*/ 535557 h 556225"/>
              <a:gd name="connsiteX86" fmla="*/ 857932 w 1456912"/>
              <a:gd name="connsiteY86" fmla="*/ 535557 h 556225"/>
              <a:gd name="connsiteX87" fmla="*/ 810457 w 1456912"/>
              <a:gd name="connsiteY87" fmla="*/ 422808 h 556225"/>
              <a:gd name="connsiteX88" fmla="*/ 567200 w 1456912"/>
              <a:gd name="connsiteY88" fmla="*/ 422808 h 556225"/>
              <a:gd name="connsiteX89" fmla="*/ 579078 w 1456912"/>
              <a:gd name="connsiteY89" fmla="*/ 394620 h 556225"/>
              <a:gd name="connsiteX90" fmla="*/ 826776 w 1456912"/>
              <a:gd name="connsiteY90" fmla="*/ 394620 h 556225"/>
              <a:gd name="connsiteX91" fmla="*/ 886120 w 1456912"/>
              <a:gd name="connsiteY91" fmla="*/ 535557 h 556225"/>
              <a:gd name="connsiteX92" fmla="*/ 914308 w 1456912"/>
              <a:gd name="connsiteY92" fmla="*/ 535557 h 556225"/>
              <a:gd name="connsiteX93" fmla="*/ 843097 w 1456912"/>
              <a:gd name="connsiteY93" fmla="*/ 366435 h 556225"/>
              <a:gd name="connsiteX94" fmla="*/ 562774 w 1456912"/>
              <a:gd name="connsiteY94" fmla="*/ 366435 h 556225"/>
              <a:gd name="connsiteX95" fmla="*/ 604248 w 1456912"/>
              <a:gd name="connsiteY95" fmla="*/ 0 h 556225"/>
              <a:gd name="connsiteX96" fmla="*/ 397091 w 1456912"/>
              <a:gd name="connsiteY96" fmla="*/ 491374 h 556225"/>
              <a:gd name="connsiteX97" fmla="*/ 415032 w 1456912"/>
              <a:gd name="connsiteY97" fmla="*/ 515732 h 556225"/>
              <a:gd name="connsiteX98" fmla="*/ 632437 w 1456912"/>
              <a:gd name="connsiteY98" fmla="*/ 0 h 556225"/>
              <a:gd name="connsiteX99" fmla="*/ 604248 w 1456912"/>
              <a:gd name="connsiteY99" fmla="*/ 0 h 556225"/>
              <a:gd name="connsiteX100" fmla="*/ 716998 w 1456912"/>
              <a:gd name="connsiteY100" fmla="*/ 3 h 556225"/>
              <a:gd name="connsiteX101" fmla="*/ 934130 w 1456912"/>
              <a:gd name="connsiteY101" fmla="*/ 515735 h 556225"/>
              <a:gd name="connsiteX102" fmla="*/ 952028 w 1456912"/>
              <a:gd name="connsiteY102" fmla="*/ 491377 h 556225"/>
              <a:gd name="connsiteX103" fmla="*/ 745186 w 1456912"/>
              <a:gd name="connsiteY103" fmla="*/ 3 h 556225"/>
              <a:gd name="connsiteX104" fmla="*/ 716998 w 1456912"/>
              <a:gd name="connsiteY104" fmla="*/ 3 h 556225"/>
              <a:gd name="connsiteX105" fmla="*/ 546409 w 1456912"/>
              <a:gd name="connsiteY105" fmla="*/ 338247 h 556225"/>
              <a:gd name="connsiteX106" fmla="*/ 463042 w 1456912"/>
              <a:gd name="connsiteY106" fmla="*/ 535557 h 556225"/>
              <a:gd name="connsiteX107" fmla="*/ 434854 w 1456912"/>
              <a:gd name="connsiteY107" fmla="*/ 535557 h 556225"/>
              <a:gd name="connsiteX108" fmla="*/ 646528 w 1456912"/>
              <a:gd name="connsiteY108" fmla="*/ 33467 h 556225"/>
              <a:gd name="connsiteX109" fmla="*/ 762988 w 1456912"/>
              <a:gd name="connsiteY109" fmla="*/ 310059 h 556225"/>
              <a:gd name="connsiteX110" fmla="*/ 791176 w 1456912"/>
              <a:gd name="connsiteY110" fmla="*/ 310059 h 556225"/>
              <a:gd name="connsiteX111" fmla="*/ 660624 w 1456912"/>
              <a:gd name="connsiteY111" fmla="*/ 3 h 556225"/>
              <a:gd name="connsiteX112" fmla="*/ 688812 w 1456912"/>
              <a:gd name="connsiteY112" fmla="*/ 3 h 556225"/>
              <a:gd name="connsiteX113" fmla="*/ 831231 w 1456912"/>
              <a:gd name="connsiteY113" fmla="*/ 338247 h 556225"/>
              <a:gd name="connsiteX114" fmla="*/ 546409 w 1456912"/>
              <a:gd name="connsiteY114" fmla="*/ 338247 h 556225"/>
              <a:gd name="connsiteX115" fmla="*/ 674788 w 1456912"/>
              <a:gd name="connsiteY115" fmla="*/ 167531 h 556225"/>
              <a:gd name="connsiteX116" fmla="*/ 614721 w 1456912"/>
              <a:gd name="connsiteY116" fmla="*/ 310062 h 556225"/>
              <a:gd name="connsiteX117" fmla="*/ 734800 w 1456912"/>
              <a:gd name="connsiteY117" fmla="*/ 310062 h 556225"/>
              <a:gd name="connsiteX118" fmla="*/ 674788 w 1456912"/>
              <a:gd name="connsiteY118" fmla="*/ 167531 h 556225"/>
              <a:gd name="connsiteX119" fmla="*/ 558275 w 1456912"/>
              <a:gd name="connsiteY119" fmla="*/ 310062 h 556225"/>
              <a:gd name="connsiteX120" fmla="*/ 586535 w 1456912"/>
              <a:gd name="connsiteY120" fmla="*/ 310062 h 556225"/>
              <a:gd name="connsiteX121" fmla="*/ 660703 w 1456912"/>
              <a:gd name="connsiteY121" fmla="*/ 134072 h 556225"/>
              <a:gd name="connsiteX122" fmla="*/ 646588 w 1456912"/>
              <a:gd name="connsiteY122" fmla="*/ 100553 h 556225"/>
              <a:gd name="connsiteX123" fmla="*/ 558275 w 1456912"/>
              <a:gd name="connsiteY123" fmla="*/ 310062 h 556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1456912" h="556225">
                <a:moveTo>
                  <a:pt x="0" y="51854"/>
                </a:moveTo>
                <a:lnTo>
                  <a:pt x="28188" y="23666"/>
                </a:lnTo>
                <a:lnTo>
                  <a:pt x="28188" y="535557"/>
                </a:lnTo>
                <a:lnTo>
                  <a:pt x="0" y="535557"/>
                </a:lnTo>
                <a:lnTo>
                  <a:pt x="0" y="51854"/>
                </a:lnTo>
                <a:close/>
                <a:moveTo>
                  <a:pt x="84564" y="28188"/>
                </a:moveTo>
                <a:lnTo>
                  <a:pt x="422811" y="28188"/>
                </a:lnTo>
                <a:lnTo>
                  <a:pt x="422811" y="0"/>
                </a:lnTo>
                <a:lnTo>
                  <a:pt x="56376" y="0"/>
                </a:lnTo>
                <a:lnTo>
                  <a:pt x="56376" y="338244"/>
                </a:lnTo>
                <a:lnTo>
                  <a:pt x="367711" y="338244"/>
                </a:lnTo>
                <a:lnTo>
                  <a:pt x="367711" y="310062"/>
                </a:lnTo>
                <a:lnTo>
                  <a:pt x="84564" y="310062"/>
                </a:lnTo>
                <a:lnTo>
                  <a:pt x="84564" y="28188"/>
                </a:lnTo>
                <a:close/>
                <a:moveTo>
                  <a:pt x="410152" y="253686"/>
                </a:moveTo>
                <a:lnTo>
                  <a:pt x="140937" y="253686"/>
                </a:lnTo>
                <a:lnTo>
                  <a:pt x="140937" y="140940"/>
                </a:lnTo>
                <a:lnTo>
                  <a:pt x="371171" y="140940"/>
                </a:lnTo>
                <a:lnTo>
                  <a:pt x="399359" y="112752"/>
                </a:lnTo>
                <a:lnTo>
                  <a:pt x="140937" y="112752"/>
                </a:lnTo>
                <a:lnTo>
                  <a:pt x="140937" y="84564"/>
                </a:lnTo>
                <a:lnTo>
                  <a:pt x="422811" y="84564"/>
                </a:lnTo>
                <a:lnTo>
                  <a:pt x="422811" y="56376"/>
                </a:lnTo>
                <a:lnTo>
                  <a:pt x="112749" y="56376"/>
                </a:lnTo>
                <a:lnTo>
                  <a:pt x="112749" y="281874"/>
                </a:lnTo>
                <a:lnTo>
                  <a:pt x="382334" y="281874"/>
                </a:lnTo>
                <a:lnTo>
                  <a:pt x="410152" y="253686"/>
                </a:lnTo>
                <a:close/>
                <a:moveTo>
                  <a:pt x="56376" y="535557"/>
                </a:moveTo>
                <a:lnTo>
                  <a:pt x="84564" y="535557"/>
                </a:lnTo>
                <a:lnTo>
                  <a:pt x="84564" y="394620"/>
                </a:lnTo>
                <a:lnTo>
                  <a:pt x="112752" y="394620"/>
                </a:lnTo>
                <a:lnTo>
                  <a:pt x="112752" y="511890"/>
                </a:lnTo>
                <a:lnTo>
                  <a:pt x="140940" y="483705"/>
                </a:lnTo>
                <a:lnTo>
                  <a:pt x="140940" y="394620"/>
                </a:lnTo>
                <a:lnTo>
                  <a:pt x="367714" y="394620"/>
                </a:lnTo>
                <a:lnTo>
                  <a:pt x="367714" y="366435"/>
                </a:lnTo>
                <a:lnTo>
                  <a:pt x="56376" y="366435"/>
                </a:lnTo>
                <a:lnTo>
                  <a:pt x="56376" y="535557"/>
                </a:lnTo>
                <a:close/>
                <a:moveTo>
                  <a:pt x="1428724" y="0"/>
                </a:moveTo>
                <a:lnTo>
                  <a:pt x="1428724" y="324156"/>
                </a:lnTo>
                <a:cubicBezTo>
                  <a:pt x="1428724" y="399584"/>
                  <a:pt x="1395069" y="464387"/>
                  <a:pt x="1316539" y="514089"/>
                </a:cubicBezTo>
                <a:lnTo>
                  <a:pt x="1315903" y="513258"/>
                </a:lnTo>
                <a:cubicBezTo>
                  <a:pt x="1367503" y="472336"/>
                  <a:pt x="1400536" y="419773"/>
                  <a:pt x="1400536" y="351869"/>
                </a:cubicBezTo>
                <a:lnTo>
                  <a:pt x="1400536" y="3"/>
                </a:lnTo>
                <a:lnTo>
                  <a:pt x="1372348" y="3"/>
                </a:lnTo>
                <a:lnTo>
                  <a:pt x="1372348" y="351400"/>
                </a:lnTo>
                <a:cubicBezTo>
                  <a:pt x="1372348" y="452590"/>
                  <a:pt x="1290318" y="528510"/>
                  <a:pt x="1189132" y="528510"/>
                </a:cubicBezTo>
                <a:cubicBezTo>
                  <a:pt x="1087946" y="528510"/>
                  <a:pt x="1005916" y="452587"/>
                  <a:pt x="1005916" y="351400"/>
                </a:cubicBezTo>
                <a:lnTo>
                  <a:pt x="1005916" y="23666"/>
                </a:lnTo>
                <a:lnTo>
                  <a:pt x="977728" y="51854"/>
                </a:lnTo>
                <a:lnTo>
                  <a:pt x="977728" y="351869"/>
                </a:lnTo>
                <a:cubicBezTo>
                  <a:pt x="977728" y="468625"/>
                  <a:pt x="1072376" y="556226"/>
                  <a:pt x="1189132" y="556226"/>
                </a:cubicBezTo>
                <a:cubicBezTo>
                  <a:pt x="1191834" y="556226"/>
                  <a:pt x="1217320" y="556226"/>
                  <a:pt x="1217320" y="556226"/>
                </a:cubicBezTo>
                <a:cubicBezTo>
                  <a:pt x="1332291" y="556226"/>
                  <a:pt x="1456912" y="471321"/>
                  <a:pt x="1456912" y="324566"/>
                </a:cubicBezTo>
                <a:cubicBezTo>
                  <a:pt x="1456912" y="324428"/>
                  <a:pt x="1456912" y="0"/>
                  <a:pt x="1456912" y="0"/>
                </a:cubicBezTo>
                <a:lnTo>
                  <a:pt x="1428724" y="0"/>
                </a:lnTo>
                <a:close/>
                <a:moveTo>
                  <a:pt x="1189132" y="500322"/>
                </a:moveTo>
                <a:cubicBezTo>
                  <a:pt x="1274706" y="500322"/>
                  <a:pt x="1344082" y="436948"/>
                  <a:pt x="1344160" y="351400"/>
                </a:cubicBezTo>
                <a:lnTo>
                  <a:pt x="1344160" y="351400"/>
                </a:lnTo>
                <a:lnTo>
                  <a:pt x="1344160" y="23666"/>
                </a:lnTo>
                <a:lnTo>
                  <a:pt x="1315972" y="51854"/>
                </a:lnTo>
                <a:lnTo>
                  <a:pt x="1315972" y="324153"/>
                </a:lnTo>
                <a:cubicBezTo>
                  <a:pt x="1315972" y="378637"/>
                  <a:pt x="1271801" y="415761"/>
                  <a:pt x="1217317" y="415761"/>
                </a:cubicBezTo>
                <a:cubicBezTo>
                  <a:pt x="1162833" y="415761"/>
                  <a:pt x="1118662" y="378637"/>
                  <a:pt x="1118662" y="324153"/>
                </a:cubicBezTo>
                <a:lnTo>
                  <a:pt x="1118662" y="3"/>
                </a:lnTo>
                <a:lnTo>
                  <a:pt x="1090474" y="3"/>
                </a:lnTo>
                <a:lnTo>
                  <a:pt x="1090474" y="324156"/>
                </a:lnTo>
                <a:cubicBezTo>
                  <a:pt x="1090474" y="394209"/>
                  <a:pt x="1147264" y="443951"/>
                  <a:pt x="1217317" y="443951"/>
                </a:cubicBezTo>
                <a:cubicBezTo>
                  <a:pt x="1245962" y="443951"/>
                  <a:pt x="1280732" y="429800"/>
                  <a:pt x="1304349" y="404889"/>
                </a:cubicBezTo>
                <a:lnTo>
                  <a:pt x="1304982" y="405720"/>
                </a:lnTo>
                <a:cubicBezTo>
                  <a:pt x="1282838" y="446784"/>
                  <a:pt x="1241907" y="472139"/>
                  <a:pt x="1189129" y="472139"/>
                </a:cubicBezTo>
                <a:cubicBezTo>
                  <a:pt x="1119507" y="472139"/>
                  <a:pt x="1062992" y="421734"/>
                  <a:pt x="1062303" y="352344"/>
                </a:cubicBezTo>
                <a:lnTo>
                  <a:pt x="1062286" y="352344"/>
                </a:lnTo>
                <a:lnTo>
                  <a:pt x="1062286" y="3"/>
                </a:lnTo>
                <a:lnTo>
                  <a:pt x="1034098" y="3"/>
                </a:lnTo>
                <a:lnTo>
                  <a:pt x="1034098" y="352341"/>
                </a:lnTo>
                <a:lnTo>
                  <a:pt x="1034113" y="352341"/>
                </a:lnTo>
                <a:cubicBezTo>
                  <a:pt x="1034703" y="437411"/>
                  <a:pt x="1103877" y="500322"/>
                  <a:pt x="1189132" y="500322"/>
                </a:cubicBezTo>
                <a:close/>
                <a:moveTo>
                  <a:pt x="562774" y="366435"/>
                </a:moveTo>
                <a:lnTo>
                  <a:pt x="491494" y="535557"/>
                </a:lnTo>
                <a:lnTo>
                  <a:pt x="519684" y="535554"/>
                </a:lnTo>
                <a:lnTo>
                  <a:pt x="519682" y="535557"/>
                </a:lnTo>
                <a:lnTo>
                  <a:pt x="519684" y="535557"/>
                </a:lnTo>
                <a:lnTo>
                  <a:pt x="555322" y="450996"/>
                </a:lnTo>
                <a:lnTo>
                  <a:pt x="794138" y="450996"/>
                </a:lnTo>
                <a:lnTo>
                  <a:pt x="829744" y="535557"/>
                </a:lnTo>
                <a:lnTo>
                  <a:pt x="857932" y="535557"/>
                </a:lnTo>
                <a:lnTo>
                  <a:pt x="810457" y="422808"/>
                </a:lnTo>
                <a:lnTo>
                  <a:pt x="567200" y="422808"/>
                </a:lnTo>
                <a:lnTo>
                  <a:pt x="579078" y="394620"/>
                </a:lnTo>
                <a:lnTo>
                  <a:pt x="826776" y="394620"/>
                </a:lnTo>
                <a:lnTo>
                  <a:pt x="886120" y="535557"/>
                </a:lnTo>
                <a:lnTo>
                  <a:pt x="914308" y="535557"/>
                </a:lnTo>
                <a:lnTo>
                  <a:pt x="843097" y="366435"/>
                </a:lnTo>
                <a:lnTo>
                  <a:pt x="562774" y="366435"/>
                </a:lnTo>
                <a:close/>
                <a:moveTo>
                  <a:pt x="604248" y="0"/>
                </a:moveTo>
                <a:lnTo>
                  <a:pt x="397091" y="491374"/>
                </a:lnTo>
                <a:lnTo>
                  <a:pt x="415032" y="515732"/>
                </a:lnTo>
                <a:lnTo>
                  <a:pt x="632437" y="0"/>
                </a:lnTo>
                <a:lnTo>
                  <a:pt x="604248" y="0"/>
                </a:lnTo>
                <a:close/>
                <a:moveTo>
                  <a:pt x="716998" y="3"/>
                </a:moveTo>
                <a:lnTo>
                  <a:pt x="934130" y="515735"/>
                </a:lnTo>
                <a:lnTo>
                  <a:pt x="952028" y="491377"/>
                </a:lnTo>
                <a:lnTo>
                  <a:pt x="745186" y="3"/>
                </a:lnTo>
                <a:lnTo>
                  <a:pt x="716998" y="3"/>
                </a:lnTo>
                <a:close/>
                <a:moveTo>
                  <a:pt x="546409" y="338247"/>
                </a:moveTo>
                <a:lnTo>
                  <a:pt x="463042" y="535557"/>
                </a:lnTo>
                <a:lnTo>
                  <a:pt x="434854" y="535557"/>
                </a:lnTo>
                <a:lnTo>
                  <a:pt x="646528" y="33467"/>
                </a:lnTo>
                <a:lnTo>
                  <a:pt x="762988" y="310059"/>
                </a:lnTo>
                <a:lnTo>
                  <a:pt x="791176" y="310059"/>
                </a:lnTo>
                <a:lnTo>
                  <a:pt x="660624" y="3"/>
                </a:lnTo>
                <a:lnTo>
                  <a:pt x="688812" y="3"/>
                </a:lnTo>
                <a:lnTo>
                  <a:pt x="831231" y="338247"/>
                </a:lnTo>
                <a:lnTo>
                  <a:pt x="546409" y="338247"/>
                </a:lnTo>
                <a:close/>
                <a:moveTo>
                  <a:pt x="674788" y="167531"/>
                </a:moveTo>
                <a:lnTo>
                  <a:pt x="614721" y="310062"/>
                </a:lnTo>
                <a:lnTo>
                  <a:pt x="734800" y="310062"/>
                </a:lnTo>
                <a:lnTo>
                  <a:pt x="674788" y="167531"/>
                </a:lnTo>
                <a:close/>
                <a:moveTo>
                  <a:pt x="558275" y="310062"/>
                </a:moveTo>
                <a:lnTo>
                  <a:pt x="586535" y="310062"/>
                </a:lnTo>
                <a:lnTo>
                  <a:pt x="660703" y="134072"/>
                </a:lnTo>
                <a:lnTo>
                  <a:pt x="646588" y="100553"/>
                </a:lnTo>
                <a:lnTo>
                  <a:pt x="558275" y="310062"/>
                </a:lnTo>
                <a:close/>
              </a:path>
            </a:pathLst>
          </a:custGeom>
          <a:solidFill>
            <a:schemeClr val="tx1"/>
          </a:solidFill>
          <a:ln w="2892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grpSp>
        <p:nvGrpSpPr>
          <p:cNvPr id="57" name="Gruppieren 56">
            <a:extLst>
              <a:ext uri="{FF2B5EF4-FFF2-40B4-BE49-F238E27FC236}">
                <a16:creationId xmlns:a16="http://schemas.microsoft.com/office/drawing/2014/main" id="{A67BB0E1-5E7F-46E5-9D87-74249FA80151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58" name="Gerader Verbinder 57">
              <a:extLst>
                <a:ext uri="{FF2B5EF4-FFF2-40B4-BE49-F238E27FC236}">
                  <a16:creationId xmlns:a16="http://schemas.microsoft.com/office/drawing/2014/main" id="{735EC3F0-D52F-43D8-9D20-FC4F70B1922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feld 58">
              <a:extLst>
                <a:ext uri="{FF2B5EF4-FFF2-40B4-BE49-F238E27FC236}">
                  <a16:creationId xmlns:a16="http://schemas.microsoft.com/office/drawing/2014/main" id="{D73E6E84-A759-4118-9971-2B614D3FE504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60" name="Gruppieren 59">
            <a:extLst>
              <a:ext uri="{FF2B5EF4-FFF2-40B4-BE49-F238E27FC236}">
                <a16:creationId xmlns:a16="http://schemas.microsoft.com/office/drawing/2014/main" id="{F1FCC803-A93B-423F-B835-B52876B2721B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61" name="Gerader Verbinder 60">
              <a:extLst>
                <a:ext uri="{FF2B5EF4-FFF2-40B4-BE49-F238E27FC236}">
                  <a16:creationId xmlns:a16="http://schemas.microsoft.com/office/drawing/2014/main" id="{94D29247-DB20-40F1-888F-155F9E5ABC8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feld 61">
              <a:extLst>
                <a:ext uri="{FF2B5EF4-FFF2-40B4-BE49-F238E27FC236}">
                  <a16:creationId xmlns:a16="http://schemas.microsoft.com/office/drawing/2014/main" id="{5E32A3F3-E989-43F3-A16F-94173C632533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63" name="Gruppieren 62">
            <a:extLst>
              <a:ext uri="{FF2B5EF4-FFF2-40B4-BE49-F238E27FC236}">
                <a16:creationId xmlns:a16="http://schemas.microsoft.com/office/drawing/2014/main" id="{44D22F83-A0F5-4FE2-9D6C-012542F7E2B8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64" name="Gerader Verbinder 63">
              <a:extLst>
                <a:ext uri="{FF2B5EF4-FFF2-40B4-BE49-F238E27FC236}">
                  <a16:creationId xmlns:a16="http://schemas.microsoft.com/office/drawing/2014/main" id="{BA2BC1BF-6FE4-4475-BE69-6D37CBD5164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Textfeld 64">
              <a:extLst>
                <a:ext uri="{FF2B5EF4-FFF2-40B4-BE49-F238E27FC236}">
                  <a16:creationId xmlns:a16="http://schemas.microsoft.com/office/drawing/2014/main" id="{88D7DDBE-C865-4F05-B6F5-3E2BBB15FDA7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66" name="Gruppieren 65">
            <a:extLst>
              <a:ext uri="{FF2B5EF4-FFF2-40B4-BE49-F238E27FC236}">
                <a16:creationId xmlns:a16="http://schemas.microsoft.com/office/drawing/2014/main" id="{5BF365C6-4DF1-469F-A081-5BB981472333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67" name="Gerader Verbinder 66">
              <a:extLst>
                <a:ext uri="{FF2B5EF4-FFF2-40B4-BE49-F238E27FC236}">
                  <a16:creationId xmlns:a16="http://schemas.microsoft.com/office/drawing/2014/main" id="{9CA1C573-E95F-4CC5-A4BE-0E74960DBC2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Textfeld 67">
              <a:extLst>
                <a:ext uri="{FF2B5EF4-FFF2-40B4-BE49-F238E27FC236}">
                  <a16:creationId xmlns:a16="http://schemas.microsoft.com/office/drawing/2014/main" id="{02A35681-195F-407A-BB6C-7E3B4E241132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69" name="Gruppieren 68">
            <a:extLst>
              <a:ext uri="{FF2B5EF4-FFF2-40B4-BE49-F238E27FC236}">
                <a16:creationId xmlns:a16="http://schemas.microsoft.com/office/drawing/2014/main" id="{BF6DC0B3-1B79-4824-B73B-DC9B7AA77A08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70" name="Gerader Verbinder 69">
              <a:extLst>
                <a:ext uri="{FF2B5EF4-FFF2-40B4-BE49-F238E27FC236}">
                  <a16:creationId xmlns:a16="http://schemas.microsoft.com/office/drawing/2014/main" id="{439D9EA3-D6F8-4D8A-8C91-B7BCDD4883C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Textfeld 70">
              <a:extLst>
                <a:ext uri="{FF2B5EF4-FFF2-40B4-BE49-F238E27FC236}">
                  <a16:creationId xmlns:a16="http://schemas.microsoft.com/office/drawing/2014/main" id="{EF8776E0-353D-4DBE-918C-2BE4D9ED22C0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72" name="Gruppieren 71">
            <a:extLst>
              <a:ext uri="{FF2B5EF4-FFF2-40B4-BE49-F238E27FC236}">
                <a16:creationId xmlns:a16="http://schemas.microsoft.com/office/drawing/2014/main" id="{EB1A981A-C15F-48BC-856D-45BFDE402164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73" name="Gerader Verbinder 72">
              <a:extLst>
                <a:ext uri="{FF2B5EF4-FFF2-40B4-BE49-F238E27FC236}">
                  <a16:creationId xmlns:a16="http://schemas.microsoft.com/office/drawing/2014/main" id="{CA1B7D91-52B4-4C4E-9872-DAE627C5BDA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Textfeld 73">
              <a:extLst>
                <a:ext uri="{FF2B5EF4-FFF2-40B4-BE49-F238E27FC236}">
                  <a16:creationId xmlns:a16="http://schemas.microsoft.com/office/drawing/2014/main" id="{DD5301F3-CDC0-4F62-A7F3-64DF1FAFB6C3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75" name="Gruppieren 74">
            <a:extLst>
              <a:ext uri="{FF2B5EF4-FFF2-40B4-BE49-F238E27FC236}">
                <a16:creationId xmlns:a16="http://schemas.microsoft.com/office/drawing/2014/main" id="{C5363AC9-A7FE-4ED9-A4AE-BF1F41479440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76" name="Gerader Verbinder 75">
              <a:extLst>
                <a:ext uri="{FF2B5EF4-FFF2-40B4-BE49-F238E27FC236}">
                  <a16:creationId xmlns:a16="http://schemas.microsoft.com/office/drawing/2014/main" id="{A5C058E5-1B77-4F37-8A90-6C2DB0C9F0D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Textfeld 76">
              <a:extLst>
                <a:ext uri="{FF2B5EF4-FFF2-40B4-BE49-F238E27FC236}">
                  <a16:creationId xmlns:a16="http://schemas.microsoft.com/office/drawing/2014/main" id="{3F3FD432-7B0C-441D-887D-260F088129D6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78" name="Gruppieren 77">
            <a:extLst>
              <a:ext uri="{FF2B5EF4-FFF2-40B4-BE49-F238E27FC236}">
                <a16:creationId xmlns:a16="http://schemas.microsoft.com/office/drawing/2014/main" id="{11D3348D-CD05-48E5-89ED-528A62DA8118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79" name="Gerader Verbinder 78">
              <a:extLst>
                <a:ext uri="{FF2B5EF4-FFF2-40B4-BE49-F238E27FC236}">
                  <a16:creationId xmlns:a16="http://schemas.microsoft.com/office/drawing/2014/main" id="{8C904B9B-CFB8-4878-BE89-64B7783A68C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Textfeld 79">
              <a:extLst>
                <a:ext uri="{FF2B5EF4-FFF2-40B4-BE49-F238E27FC236}">
                  <a16:creationId xmlns:a16="http://schemas.microsoft.com/office/drawing/2014/main" id="{C15810B6-1DFF-43DE-849F-E24988A1AC21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81" name="Gruppieren 80">
            <a:extLst>
              <a:ext uri="{FF2B5EF4-FFF2-40B4-BE49-F238E27FC236}">
                <a16:creationId xmlns:a16="http://schemas.microsoft.com/office/drawing/2014/main" id="{CFDE3FDD-B76C-49E7-81B4-7302EAE01430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82" name="Gerader Verbinder 81">
              <a:extLst>
                <a:ext uri="{FF2B5EF4-FFF2-40B4-BE49-F238E27FC236}">
                  <a16:creationId xmlns:a16="http://schemas.microsoft.com/office/drawing/2014/main" id="{CC2966EC-F4C0-41FC-88ED-2E5F725EA0B2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Textfeld 82">
              <a:extLst>
                <a:ext uri="{FF2B5EF4-FFF2-40B4-BE49-F238E27FC236}">
                  <a16:creationId xmlns:a16="http://schemas.microsoft.com/office/drawing/2014/main" id="{92230FDE-430C-429C-A396-DFCEF2CE147E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84" name="Gerader Verbinder 83">
            <a:extLst>
              <a:ext uri="{FF2B5EF4-FFF2-40B4-BE49-F238E27FC236}">
                <a16:creationId xmlns:a16="http://schemas.microsoft.com/office/drawing/2014/main" id="{53056242-C21F-4347-8E6E-305C959935E8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5" name="Gruppieren 84">
            <a:extLst>
              <a:ext uri="{FF2B5EF4-FFF2-40B4-BE49-F238E27FC236}">
                <a16:creationId xmlns:a16="http://schemas.microsoft.com/office/drawing/2014/main" id="{A954A2AB-7A1B-4F20-8556-0C283B584BE2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86" name="Gerader Verbinder 85">
              <a:extLst>
                <a:ext uri="{FF2B5EF4-FFF2-40B4-BE49-F238E27FC236}">
                  <a16:creationId xmlns:a16="http://schemas.microsoft.com/office/drawing/2014/main" id="{C31D32E9-A207-4C49-AAE0-5A541EE5B56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Textfeld 86">
              <a:extLst>
                <a:ext uri="{FF2B5EF4-FFF2-40B4-BE49-F238E27FC236}">
                  <a16:creationId xmlns:a16="http://schemas.microsoft.com/office/drawing/2014/main" id="{0027A521-04C3-4807-A55B-38087BBBA705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139" name="Grafik 3">
            <a:extLst>
              <a:ext uri="{FF2B5EF4-FFF2-40B4-BE49-F238E27FC236}">
                <a16:creationId xmlns:a16="http://schemas.microsoft.com/office/drawing/2014/main" id="{3B98EDFF-F45C-45BF-AC94-A3A356851F18}"/>
              </a:ext>
            </a:extLst>
          </p:cNvPr>
          <p:cNvGrpSpPr/>
          <p:nvPr userDrawn="1"/>
        </p:nvGrpSpPr>
        <p:grpSpPr>
          <a:xfrm>
            <a:off x="510639" y="293688"/>
            <a:ext cx="2594512" cy="327278"/>
            <a:chOff x="2242184" y="2525076"/>
            <a:chExt cx="7709534" cy="972502"/>
          </a:xfrm>
          <a:solidFill>
            <a:schemeClr val="tx1"/>
          </a:solidFill>
        </p:grpSpPr>
        <p:sp>
          <p:nvSpPr>
            <p:cNvPr id="140" name="Freihandform: Form 139">
              <a:extLst>
                <a:ext uri="{FF2B5EF4-FFF2-40B4-BE49-F238E27FC236}">
                  <a16:creationId xmlns:a16="http://schemas.microsoft.com/office/drawing/2014/main" id="{437E43AF-FE61-4974-AF5C-89AC3C8150FD}"/>
                </a:ext>
              </a:extLst>
            </p:cNvPr>
            <p:cNvSpPr/>
            <p:nvPr/>
          </p:nvSpPr>
          <p:spPr>
            <a:xfrm>
              <a:off x="2269806" y="2545079"/>
              <a:ext cx="232409" cy="369569"/>
            </a:xfrm>
            <a:custGeom>
              <a:avLst/>
              <a:gdLst>
                <a:gd name="connsiteX0" fmla="*/ 232410 w 232409"/>
                <a:gd name="connsiteY0" fmla="*/ 60960 h 369569"/>
                <a:gd name="connsiteX1" fmla="*/ 65723 w 232409"/>
                <a:gd name="connsiteY1" fmla="*/ 60960 h 369569"/>
                <a:gd name="connsiteX2" fmla="*/ 65723 w 232409"/>
                <a:gd name="connsiteY2" fmla="*/ 152400 h 369569"/>
                <a:gd name="connsiteX3" fmla="*/ 189547 w 232409"/>
                <a:gd name="connsiteY3" fmla="*/ 152400 h 369569"/>
                <a:gd name="connsiteX4" fmla="*/ 189547 w 232409"/>
                <a:gd name="connsiteY4" fmla="*/ 212408 h 369569"/>
                <a:gd name="connsiteX5" fmla="*/ 65723 w 232409"/>
                <a:gd name="connsiteY5" fmla="*/ 212408 h 369569"/>
                <a:gd name="connsiteX6" fmla="*/ 65723 w 232409"/>
                <a:gd name="connsiteY6" fmla="*/ 369570 h 369569"/>
                <a:gd name="connsiteX7" fmla="*/ 0 w 232409"/>
                <a:gd name="connsiteY7" fmla="*/ 369570 h 369569"/>
                <a:gd name="connsiteX8" fmla="*/ 0 w 232409"/>
                <a:gd name="connsiteY8" fmla="*/ 0 h 369569"/>
                <a:gd name="connsiteX9" fmla="*/ 231458 w 232409"/>
                <a:gd name="connsiteY9" fmla="*/ 0 h 369569"/>
                <a:gd name="connsiteX10" fmla="*/ 231458 w 232409"/>
                <a:gd name="connsiteY10" fmla="*/ 60960 h 36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2409" h="369569">
                  <a:moveTo>
                    <a:pt x="232410" y="60960"/>
                  </a:moveTo>
                  <a:lnTo>
                    <a:pt x="65723" y="60960"/>
                  </a:lnTo>
                  <a:lnTo>
                    <a:pt x="65723" y="152400"/>
                  </a:lnTo>
                  <a:lnTo>
                    <a:pt x="189547" y="152400"/>
                  </a:lnTo>
                  <a:lnTo>
                    <a:pt x="189547" y="212408"/>
                  </a:lnTo>
                  <a:lnTo>
                    <a:pt x="65723" y="212408"/>
                  </a:lnTo>
                  <a:lnTo>
                    <a:pt x="65723" y="369570"/>
                  </a:lnTo>
                  <a:lnTo>
                    <a:pt x="0" y="369570"/>
                  </a:lnTo>
                  <a:lnTo>
                    <a:pt x="0" y="0"/>
                  </a:lnTo>
                  <a:lnTo>
                    <a:pt x="231458" y="0"/>
                  </a:lnTo>
                  <a:lnTo>
                    <a:pt x="231458" y="6096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1" name="Freihandform: Form 140">
              <a:extLst>
                <a:ext uri="{FF2B5EF4-FFF2-40B4-BE49-F238E27FC236}">
                  <a16:creationId xmlns:a16="http://schemas.microsoft.com/office/drawing/2014/main" id="{B5C643AC-A2D8-483C-9099-467ED404B78A}"/>
                </a:ext>
              </a:extLst>
            </p:cNvPr>
            <p:cNvSpPr/>
            <p:nvPr/>
          </p:nvSpPr>
          <p:spPr>
            <a:xfrm>
              <a:off x="2538412" y="2641039"/>
              <a:ext cx="160020" cy="272657"/>
            </a:xfrm>
            <a:custGeom>
              <a:avLst/>
              <a:gdLst>
                <a:gd name="connsiteX0" fmla="*/ 160020 w 160020"/>
                <a:gd name="connsiteY0" fmla="*/ 5005 h 272657"/>
                <a:gd name="connsiteX1" fmla="*/ 150495 w 160020"/>
                <a:gd name="connsiteY1" fmla="*/ 68823 h 272657"/>
                <a:gd name="connsiteX2" fmla="*/ 116205 w 160020"/>
                <a:gd name="connsiteY2" fmla="*/ 60250 h 272657"/>
                <a:gd name="connsiteX3" fmla="*/ 61913 w 160020"/>
                <a:gd name="connsiteY3" fmla="*/ 135498 h 272657"/>
                <a:gd name="connsiteX4" fmla="*/ 61913 w 160020"/>
                <a:gd name="connsiteY4" fmla="*/ 272658 h 272657"/>
                <a:gd name="connsiteX5" fmla="*/ 0 w 160020"/>
                <a:gd name="connsiteY5" fmla="*/ 272658 h 272657"/>
                <a:gd name="connsiteX6" fmla="*/ 0 w 160020"/>
                <a:gd name="connsiteY6" fmla="*/ 5958 h 272657"/>
                <a:gd name="connsiteX7" fmla="*/ 60960 w 160020"/>
                <a:gd name="connsiteY7" fmla="*/ 5958 h 272657"/>
                <a:gd name="connsiteX8" fmla="*/ 60960 w 160020"/>
                <a:gd name="connsiteY8" fmla="*/ 40248 h 272657"/>
                <a:gd name="connsiteX9" fmla="*/ 61913 w 160020"/>
                <a:gd name="connsiteY9" fmla="*/ 40248 h 272657"/>
                <a:gd name="connsiteX10" fmla="*/ 131445 w 160020"/>
                <a:gd name="connsiteY10" fmla="*/ 243 h 272657"/>
                <a:gd name="connsiteX11" fmla="*/ 160020 w 160020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2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7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2" name="Freihandform: Form 141">
              <a:extLst>
                <a:ext uri="{FF2B5EF4-FFF2-40B4-BE49-F238E27FC236}">
                  <a16:creationId xmlns:a16="http://schemas.microsoft.com/office/drawing/2014/main" id="{DC1A9518-9882-4BEE-9042-98771FD22461}"/>
                </a:ext>
              </a:extLst>
            </p:cNvPr>
            <p:cNvSpPr/>
            <p:nvPr/>
          </p:nvSpPr>
          <p:spPr>
            <a:xfrm>
              <a:off x="2743199" y="2528887"/>
              <a:ext cx="79057" cy="384810"/>
            </a:xfrm>
            <a:custGeom>
              <a:avLst/>
              <a:gdLst>
                <a:gd name="connsiteX0" fmla="*/ 79058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8 w 79057"/>
                <a:gd name="connsiteY4" fmla="*/ 38100 h 384810"/>
                <a:gd name="connsiteX5" fmla="*/ 70485 w 79057"/>
                <a:gd name="connsiteY5" fmla="*/ 384810 h 384810"/>
                <a:gd name="connsiteX6" fmla="*/ 8573 w 79057"/>
                <a:gd name="connsiteY6" fmla="*/ 384810 h 384810"/>
                <a:gd name="connsiteX7" fmla="*/ 8573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8" y="38100"/>
                  </a:moveTo>
                  <a:cubicBezTo>
                    <a:pt x="79058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3" name="Freihandform: Form 142">
              <a:extLst>
                <a:ext uri="{FF2B5EF4-FFF2-40B4-BE49-F238E27FC236}">
                  <a16:creationId xmlns:a16="http://schemas.microsoft.com/office/drawing/2014/main" id="{CB6A9836-D16F-4BD4-B96F-43DCD4A1ADD1}"/>
                </a:ext>
              </a:extLst>
            </p:cNvPr>
            <p:cNvSpPr/>
            <p:nvPr/>
          </p:nvSpPr>
          <p:spPr>
            <a:xfrm>
              <a:off x="2879407" y="2641281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1913 w 242887"/>
                <a:gd name="connsiteY10" fmla="*/ 115253 h 279082"/>
                <a:gd name="connsiteX11" fmla="*/ 182880 w 242887"/>
                <a:gd name="connsiteY11" fmla="*/ 115253 h 279082"/>
                <a:gd name="connsiteX12" fmla="*/ 123825 w 242887"/>
                <a:gd name="connsiteY12" fmla="*/ 50482 h 279082"/>
                <a:gd name="connsiteX13" fmla="*/ 61913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1913" y="115253"/>
                  </a:moveTo>
                  <a:lnTo>
                    <a:pt x="182880" y="115253"/>
                  </a:lnTo>
                  <a:cubicBezTo>
                    <a:pt x="180022" y="74295"/>
                    <a:pt x="159067" y="50482"/>
                    <a:pt x="123825" y="50482"/>
                  </a:cubicBezTo>
                  <a:cubicBezTo>
                    <a:pt x="89535" y="50482"/>
                    <a:pt x="67627" y="74295"/>
                    <a:pt x="61913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4" name="Freihandform: Form 143">
              <a:extLst>
                <a:ext uri="{FF2B5EF4-FFF2-40B4-BE49-F238E27FC236}">
                  <a16:creationId xmlns:a16="http://schemas.microsoft.com/office/drawing/2014/main" id="{ABBE1A7C-C42E-43DA-AC68-19B53213BFEA}"/>
                </a:ext>
              </a:extLst>
            </p:cNvPr>
            <p:cNvSpPr/>
            <p:nvPr/>
          </p:nvSpPr>
          <p:spPr>
            <a:xfrm>
              <a:off x="3177539" y="2525076"/>
              <a:ext cx="248602" cy="396239"/>
            </a:xfrm>
            <a:custGeom>
              <a:avLst/>
              <a:gdLst>
                <a:gd name="connsiteX0" fmla="*/ 0 w 248602"/>
                <a:gd name="connsiteY0" fmla="*/ 255270 h 396239"/>
                <a:gd name="connsiteX1" fmla="*/ 108585 w 248602"/>
                <a:gd name="connsiteY1" fmla="*/ 116205 h 396239"/>
                <a:gd name="connsiteX2" fmla="*/ 185738 w 248602"/>
                <a:gd name="connsiteY2" fmla="*/ 152400 h 396239"/>
                <a:gd name="connsiteX3" fmla="*/ 186690 w 248602"/>
                <a:gd name="connsiteY3" fmla="*/ 152400 h 396239"/>
                <a:gd name="connsiteX4" fmla="*/ 186690 w 248602"/>
                <a:gd name="connsiteY4" fmla="*/ 15240 h 396239"/>
                <a:gd name="connsiteX5" fmla="*/ 248602 w 248602"/>
                <a:gd name="connsiteY5" fmla="*/ 0 h 396239"/>
                <a:gd name="connsiteX6" fmla="*/ 248602 w 248602"/>
                <a:gd name="connsiteY6" fmla="*/ 389573 h 396239"/>
                <a:gd name="connsiteX7" fmla="*/ 187642 w 248602"/>
                <a:gd name="connsiteY7" fmla="*/ 389573 h 396239"/>
                <a:gd name="connsiteX8" fmla="*/ 187642 w 248602"/>
                <a:gd name="connsiteY8" fmla="*/ 358140 h 396239"/>
                <a:gd name="connsiteX9" fmla="*/ 186690 w 248602"/>
                <a:gd name="connsiteY9" fmla="*/ 358140 h 396239"/>
                <a:gd name="connsiteX10" fmla="*/ 106680 w 248602"/>
                <a:gd name="connsiteY10" fmla="*/ 396240 h 396239"/>
                <a:gd name="connsiteX11" fmla="*/ 0 w 248602"/>
                <a:gd name="connsiteY11" fmla="*/ 255270 h 396239"/>
                <a:gd name="connsiteX12" fmla="*/ 60960 w 248602"/>
                <a:gd name="connsiteY12" fmla="*/ 255270 h 396239"/>
                <a:gd name="connsiteX13" fmla="*/ 122872 w 248602"/>
                <a:gd name="connsiteY13" fmla="*/ 340995 h 396239"/>
                <a:gd name="connsiteX14" fmla="*/ 186690 w 248602"/>
                <a:gd name="connsiteY14" fmla="*/ 305753 h 396239"/>
                <a:gd name="connsiteX15" fmla="*/ 186690 w 248602"/>
                <a:gd name="connsiteY15" fmla="*/ 207645 h 396239"/>
                <a:gd name="connsiteX16" fmla="*/ 122872 w 248602"/>
                <a:gd name="connsiteY16" fmla="*/ 172402 h 396239"/>
                <a:gd name="connsiteX17" fmla="*/ 60960 w 248602"/>
                <a:gd name="connsiteY17" fmla="*/ 255270 h 39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8602" h="396239">
                  <a:moveTo>
                    <a:pt x="0" y="255270"/>
                  </a:moveTo>
                  <a:cubicBezTo>
                    <a:pt x="0" y="169545"/>
                    <a:pt x="43815" y="116205"/>
                    <a:pt x="108585" y="116205"/>
                  </a:cubicBezTo>
                  <a:cubicBezTo>
                    <a:pt x="141922" y="116205"/>
                    <a:pt x="168592" y="130493"/>
                    <a:pt x="185738" y="152400"/>
                  </a:cubicBezTo>
                  <a:lnTo>
                    <a:pt x="186690" y="152400"/>
                  </a:lnTo>
                  <a:lnTo>
                    <a:pt x="186690" y="15240"/>
                  </a:lnTo>
                  <a:lnTo>
                    <a:pt x="248602" y="0"/>
                  </a:lnTo>
                  <a:lnTo>
                    <a:pt x="248602" y="389573"/>
                  </a:lnTo>
                  <a:lnTo>
                    <a:pt x="187642" y="389573"/>
                  </a:lnTo>
                  <a:lnTo>
                    <a:pt x="187642" y="358140"/>
                  </a:lnTo>
                  <a:lnTo>
                    <a:pt x="186690" y="358140"/>
                  </a:lnTo>
                  <a:cubicBezTo>
                    <a:pt x="167640" y="381953"/>
                    <a:pt x="140017" y="396240"/>
                    <a:pt x="106680" y="396240"/>
                  </a:cubicBezTo>
                  <a:cubicBezTo>
                    <a:pt x="43815" y="395288"/>
                    <a:pt x="0" y="340995"/>
                    <a:pt x="0" y="255270"/>
                  </a:cubicBezTo>
                  <a:close/>
                  <a:moveTo>
                    <a:pt x="60960" y="255270"/>
                  </a:moveTo>
                  <a:cubicBezTo>
                    <a:pt x="60960" y="309563"/>
                    <a:pt x="83820" y="340995"/>
                    <a:pt x="122872" y="340995"/>
                  </a:cubicBezTo>
                  <a:cubicBezTo>
                    <a:pt x="146685" y="340995"/>
                    <a:pt x="166688" y="329565"/>
                    <a:pt x="186690" y="305753"/>
                  </a:cubicBezTo>
                  <a:lnTo>
                    <a:pt x="186690" y="207645"/>
                  </a:lnTo>
                  <a:cubicBezTo>
                    <a:pt x="168592" y="183833"/>
                    <a:pt x="148590" y="172402"/>
                    <a:pt x="122872" y="172402"/>
                  </a:cubicBezTo>
                  <a:cubicBezTo>
                    <a:pt x="82867" y="172402"/>
                    <a:pt x="60960" y="201930"/>
                    <a:pt x="60960" y="2552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5" name="Freihandform: Form 144">
              <a:extLst>
                <a:ext uri="{FF2B5EF4-FFF2-40B4-BE49-F238E27FC236}">
                  <a16:creationId xmlns:a16="http://schemas.microsoft.com/office/drawing/2014/main" id="{36C1CDBB-E0C9-4C76-AEE4-24D676B22582}"/>
                </a:ext>
              </a:extLst>
            </p:cNvPr>
            <p:cNvSpPr/>
            <p:nvPr/>
          </p:nvSpPr>
          <p:spPr>
            <a:xfrm>
              <a:off x="3509009" y="2641039"/>
              <a:ext cx="160020" cy="272657"/>
            </a:xfrm>
            <a:custGeom>
              <a:avLst/>
              <a:gdLst>
                <a:gd name="connsiteX0" fmla="*/ 160020 w 160020"/>
                <a:gd name="connsiteY0" fmla="*/ 5005 h 272657"/>
                <a:gd name="connsiteX1" fmla="*/ 150495 w 160020"/>
                <a:gd name="connsiteY1" fmla="*/ 68823 h 272657"/>
                <a:gd name="connsiteX2" fmla="*/ 116205 w 160020"/>
                <a:gd name="connsiteY2" fmla="*/ 60250 h 272657"/>
                <a:gd name="connsiteX3" fmla="*/ 61913 w 160020"/>
                <a:gd name="connsiteY3" fmla="*/ 135498 h 272657"/>
                <a:gd name="connsiteX4" fmla="*/ 61913 w 160020"/>
                <a:gd name="connsiteY4" fmla="*/ 272658 h 272657"/>
                <a:gd name="connsiteX5" fmla="*/ 0 w 160020"/>
                <a:gd name="connsiteY5" fmla="*/ 272658 h 272657"/>
                <a:gd name="connsiteX6" fmla="*/ 0 w 160020"/>
                <a:gd name="connsiteY6" fmla="*/ 5958 h 272657"/>
                <a:gd name="connsiteX7" fmla="*/ 60960 w 160020"/>
                <a:gd name="connsiteY7" fmla="*/ 5958 h 272657"/>
                <a:gd name="connsiteX8" fmla="*/ 60960 w 160020"/>
                <a:gd name="connsiteY8" fmla="*/ 40248 h 272657"/>
                <a:gd name="connsiteX9" fmla="*/ 61913 w 160020"/>
                <a:gd name="connsiteY9" fmla="*/ 40248 h 272657"/>
                <a:gd name="connsiteX10" fmla="*/ 131445 w 160020"/>
                <a:gd name="connsiteY10" fmla="*/ 243 h 272657"/>
                <a:gd name="connsiteX11" fmla="*/ 160020 w 160020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6" name="Freihandform: Form 145">
              <a:extLst>
                <a:ext uri="{FF2B5EF4-FFF2-40B4-BE49-F238E27FC236}">
                  <a16:creationId xmlns:a16="http://schemas.microsoft.com/office/drawing/2014/main" id="{867D40B8-3DC0-48CD-8C10-83ACD74CC070}"/>
                </a:ext>
              </a:extLst>
            </p:cNvPr>
            <p:cNvSpPr/>
            <p:nvPr/>
          </p:nvSpPr>
          <p:spPr>
            <a:xfrm>
              <a:off x="3712844" y="2528887"/>
              <a:ext cx="79057" cy="384810"/>
            </a:xfrm>
            <a:custGeom>
              <a:avLst/>
              <a:gdLst>
                <a:gd name="connsiteX0" fmla="*/ 79058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8 w 79057"/>
                <a:gd name="connsiteY4" fmla="*/ 38100 h 384810"/>
                <a:gd name="connsiteX5" fmla="*/ 71438 w 79057"/>
                <a:gd name="connsiteY5" fmla="*/ 384810 h 384810"/>
                <a:gd name="connsiteX6" fmla="*/ 9525 w 79057"/>
                <a:gd name="connsiteY6" fmla="*/ 384810 h 384810"/>
                <a:gd name="connsiteX7" fmla="*/ 9525 w 79057"/>
                <a:gd name="connsiteY7" fmla="*/ 118110 h 384810"/>
                <a:gd name="connsiteX8" fmla="*/ 71438 w 79057"/>
                <a:gd name="connsiteY8" fmla="*/ 118110 h 384810"/>
                <a:gd name="connsiteX9" fmla="*/ 71438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8" y="38100"/>
                  </a:moveTo>
                  <a:cubicBezTo>
                    <a:pt x="79058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7" y="0"/>
                    <a:pt x="39052" y="0"/>
                  </a:cubicBezTo>
                  <a:cubicBezTo>
                    <a:pt x="61913" y="0"/>
                    <a:pt x="79058" y="16193"/>
                    <a:pt x="79058" y="38100"/>
                  </a:cubicBezTo>
                  <a:close/>
                  <a:moveTo>
                    <a:pt x="71438" y="384810"/>
                  </a:moveTo>
                  <a:lnTo>
                    <a:pt x="9525" y="384810"/>
                  </a:lnTo>
                  <a:lnTo>
                    <a:pt x="9525" y="118110"/>
                  </a:lnTo>
                  <a:lnTo>
                    <a:pt x="71438" y="118110"/>
                  </a:lnTo>
                  <a:lnTo>
                    <a:pt x="71438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7" name="Freihandform: Form 146">
              <a:extLst>
                <a:ext uri="{FF2B5EF4-FFF2-40B4-BE49-F238E27FC236}">
                  <a16:creationId xmlns:a16="http://schemas.microsoft.com/office/drawing/2014/main" id="{5E72B66D-AA60-4159-88C6-253B8BCA5544}"/>
                </a:ext>
              </a:extLst>
            </p:cNvPr>
            <p:cNvSpPr/>
            <p:nvPr/>
          </p:nvSpPr>
          <p:spPr>
            <a:xfrm>
              <a:off x="3850957" y="2640329"/>
              <a:ext cx="224789" cy="280034"/>
            </a:xfrm>
            <a:custGeom>
              <a:avLst/>
              <a:gdLst>
                <a:gd name="connsiteX0" fmla="*/ 222885 w 224789"/>
                <a:gd name="connsiteY0" fmla="*/ 237172 h 280034"/>
                <a:gd name="connsiteX1" fmla="*/ 127635 w 224789"/>
                <a:gd name="connsiteY1" fmla="*/ 280035 h 280034"/>
                <a:gd name="connsiteX2" fmla="*/ 0 w 224789"/>
                <a:gd name="connsiteY2" fmla="*/ 140970 h 280034"/>
                <a:gd name="connsiteX3" fmla="*/ 128588 w 224789"/>
                <a:gd name="connsiteY3" fmla="*/ 0 h 280034"/>
                <a:gd name="connsiteX4" fmla="*/ 224790 w 224789"/>
                <a:gd name="connsiteY4" fmla="*/ 45720 h 280034"/>
                <a:gd name="connsiteX5" fmla="*/ 181927 w 224789"/>
                <a:gd name="connsiteY5" fmla="*/ 86678 h 280034"/>
                <a:gd name="connsiteX6" fmla="*/ 128588 w 224789"/>
                <a:gd name="connsiteY6" fmla="*/ 57150 h 280034"/>
                <a:gd name="connsiteX7" fmla="*/ 62865 w 224789"/>
                <a:gd name="connsiteY7" fmla="*/ 140018 h 280034"/>
                <a:gd name="connsiteX8" fmla="*/ 128588 w 224789"/>
                <a:gd name="connsiteY8" fmla="*/ 222885 h 280034"/>
                <a:gd name="connsiteX9" fmla="*/ 183833 w 224789"/>
                <a:gd name="connsiteY9" fmla="*/ 193358 h 280034"/>
                <a:gd name="connsiteX10" fmla="*/ 222885 w 224789"/>
                <a:gd name="connsiteY10" fmla="*/ 237172 h 280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89" h="280034">
                  <a:moveTo>
                    <a:pt x="222885" y="237172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7" y="15240"/>
                    <a:pt x="224790" y="45720"/>
                  </a:cubicBezTo>
                  <a:lnTo>
                    <a:pt x="181927" y="86678"/>
                  </a:lnTo>
                  <a:cubicBezTo>
                    <a:pt x="166688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8"/>
                  </a:cubicBezTo>
                  <a:cubicBezTo>
                    <a:pt x="62865" y="189547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3" y="193358"/>
                  </a:cubicBezTo>
                  <a:lnTo>
                    <a:pt x="222885" y="23717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8" name="Freihandform: Form 147">
              <a:extLst>
                <a:ext uri="{FF2B5EF4-FFF2-40B4-BE49-F238E27FC236}">
                  <a16:creationId xmlns:a16="http://schemas.microsoft.com/office/drawing/2014/main" id="{F4BEF0C1-E2DD-43FB-8B64-132092CB0783}"/>
                </a:ext>
              </a:extLst>
            </p:cNvPr>
            <p:cNvSpPr/>
            <p:nvPr/>
          </p:nvSpPr>
          <p:spPr>
            <a:xfrm>
              <a:off x="4129087" y="2525076"/>
              <a:ext cx="229552" cy="389572"/>
            </a:xfrm>
            <a:custGeom>
              <a:avLst/>
              <a:gdLst>
                <a:gd name="connsiteX0" fmla="*/ 229553 w 229552"/>
                <a:gd name="connsiteY0" fmla="*/ 388620 h 389572"/>
                <a:gd name="connsiteX1" fmla="*/ 167640 w 229552"/>
                <a:gd name="connsiteY1" fmla="*/ 388620 h 389572"/>
                <a:gd name="connsiteX2" fmla="*/ 167640 w 229552"/>
                <a:gd name="connsiteY2" fmla="*/ 236220 h 389572"/>
                <a:gd name="connsiteX3" fmla="*/ 118110 w 229552"/>
                <a:gd name="connsiteY3" fmla="*/ 171450 h 389572"/>
                <a:gd name="connsiteX4" fmla="*/ 62865 w 229552"/>
                <a:gd name="connsiteY4" fmla="*/ 236220 h 389572"/>
                <a:gd name="connsiteX5" fmla="*/ 62865 w 229552"/>
                <a:gd name="connsiteY5" fmla="*/ 389573 h 389572"/>
                <a:gd name="connsiteX6" fmla="*/ 0 w 229552"/>
                <a:gd name="connsiteY6" fmla="*/ 389573 h 389572"/>
                <a:gd name="connsiteX7" fmla="*/ 0 w 229552"/>
                <a:gd name="connsiteY7" fmla="*/ 15240 h 389572"/>
                <a:gd name="connsiteX8" fmla="*/ 61913 w 229552"/>
                <a:gd name="connsiteY8" fmla="*/ 0 h 389572"/>
                <a:gd name="connsiteX9" fmla="*/ 61913 w 229552"/>
                <a:gd name="connsiteY9" fmla="*/ 155258 h 389572"/>
                <a:gd name="connsiteX10" fmla="*/ 62865 w 229552"/>
                <a:gd name="connsiteY10" fmla="*/ 155258 h 389572"/>
                <a:gd name="connsiteX11" fmla="*/ 140970 w 229552"/>
                <a:gd name="connsiteY11" fmla="*/ 116205 h 389572"/>
                <a:gd name="connsiteX12" fmla="*/ 228600 w 229552"/>
                <a:gd name="connsiteY12" fmla="*/ 223838 h 389572"/>
                <a:gd name="connsiteX13" fmla="*/ 228600 w 229552"/>
                <a:gd name="connsiteY13" fmla="*/ 38862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9552" h="389572">
                  <a:moveTo>
                    <a:pt x="229553" y="388620"/>
                  </a:moveTo>
                  <a:lnTo>
                    <a:pt x="167640" y="388620"/>
                  </a:lnTo>
                  <a:lnTo>
                    <a:pt x="167640" y="236220"/>
                  </a:lnTo>
                  <a:cubicBezTo>
                    <a:pt x="167640" y="197168"/>
                    <a:pt x="155257" y="171450"/>
                    <a:pt x="118110" y="171450"/>
                  </a:cubicBezTo>
                  <a:cubicBezTo>
                    <a:pt x="75247" y="171450"/>
                    <a:pt x="62865" y="205740"/>
                    <a:pt x="62865" y="236220"/>
                  </a:cubicBezTo>
                  <a:lnTo>
                    <a:pt x="62865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2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9" name="Freihandform: Form 148">
              <a:extLst>
                <a:ext uri="{FF2B5EF4-FFF2-40B4-BE49-F238E27FC236}">
                  <a16:creationId xmlns:a16="http://schemas.microsoft.com/office/drawing/2014/main" id="{7943A356-FF21-4F42-A98E-DC40CF938137}"/>
                </a:ext>
              </a:extLst>
            </p:cNvPr>
            <p:cNvSpPr/>
            <p:nvPr/>
          </p:nvSpPr>
          <p:spPr>
            <a:xfrm>
              <a:off x="4430077" y="2721291"/>
              <a:ext cx="130492" cy="59055"/>
            </a:xfrm>
            <a:custGeom>
              <a:avLst/>
              <a:gdLst>
                <a:gd name="connsiteX0" fmla="*/ 130492 w 130492"/>
                <a:gd name="connsiteY0" fmla="*/ 59055 h 59055"/>
                <a:gd name="connsiteX1" fmla="*/ 0 w 130492"/>
                <a:gd name="connsiteY1" fmla="*/ 59055 h 59055"/>
                <a:gd name="connsiteX2" fmla="*/ 0 w 130492"/>
                <a:gd name="connsiteY2" fmla="*/ 0 h 59055"/>
                <a:gd name="connsiteX3" fmla="*/ 130492 w 130492"/>
                <a:gd name="connsiteY3" fmla="*/ 0 h 59055"/>
                <a:gd name="connsiteX4" fmla="*/ 130492 w 130492"/>
                <a:gd name="connsiteY4" fmla="*/ 59055 h 59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492" h="59055">
                  <a:moveTo>
                    <a:pt x="130492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2" y="0"/>
                  </a:lnTo>
                  <a:lnTo>
                    <a:pt x="130492" y="5905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0" name="Freihandform: Form 149">
              <a:extLst>
                <a:ext uri="{FF2B5EF4-FFF2-40B4-BE49-F238E27FC236}">
                  <a16:creationId xmlns:a16="http://schemas.microsoft.com/office/drawing/2014/main" id="{5414F293-7400-4F17-8C14-513181D5C558}"/>
                </a:ext>
              </a:extLst>
            </p:cNvPr>
            <p:cNvSpPr/>
            <p:nvPr/>
          </p:nvSpPr>
          <p:spPr>
            <a:xfrm>
              <a:off x="4593906" y="2545079"/>
              <a:ext cx="342900" cy="368617"/>
            </a:xfrm>
            <a:custGeom>
              <a:avLst/>
              <a:gdLst>
                <a:gd name="connsiteX0" fmla="*/ 136208 w 342900"/>
                <a:gd name="connsiteY0" fmla="*/ 0 h 368617"/>
                <a:gd name="connsiteX1" fmla="*/ 205740 w 342900"/>
                <a:gd name="connsiteY1" fmla="*/ 0 h 368617"/>
                <a:gd name="connsiteX2" fmla="*/ 342900 w 342900"/>
                <a:gd name="connsiteY2" fmla="*/ 368618 h 368617"/>
                <a:gd name="connsiteX3" fmla="*/ 271463 w 342900"/>
                <a:gd name="connsiteY3" fmla="*/ 368618 h 368617"/>
                <a:gd name="connsiteX4" fmla="*/ 244793 w 342900"/>
                <a:gd name="connsiteY4" fmla="*/ 290512 h 368617"/>
                <a:gd name="connsiteX5" fmla="*/ 96203 w 342900"/>
                <a:gd name="connsiteY5" fmla="*/ 290512 h 368617"/>
                <a:gd name="connsiteX6" fmla="*/ 69533 w 342900"/>
                <a:gd name="connsiteY6" fmla="*/ 368618 h 368617"/>
                <a:gd name="connsiteX7" fmla="*/ 0 w 342900"/>
                <a:gd name="connsiteY7" fmla="*/ 368618 h 368617"/>
                <a:gd name="connsiteX8" fmla="*/ 136208 w 342900"/>
                <a:gd name="connsiteY8" fmla="*/ 0 h 368617"/>
                <a:gd name="connsiteX9" fmla="*/ 116205 w 342900"/>
                <a:gd name="connsiteY9" fmla="*/ 231458 h 368617"/>
                <a:gd name="connsiteX10" fmla="*/ 223838 w 342900"/>
                <a:gd name="connsiteY10" fmla="*/ 231458 h 368617"/>
                <a:gd name="connsiteX11" fmla="*/ 170498 w 342900"/>
                <a:gd name="connsiteY11" fmla="*/ 75247 h 368617"/>
                <a:gd name="connsiteX12" fmla="*/ 169545 w 342900"/>
                <a:gd name="connsiteY12" fmla="*/ 75247 h 368617"/>
                <a:gd name="connsiteX13" fmla="*/ 116205 w 342900"/>
                <a:gd name="connsiteY13" fmla="*/ 231458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42900" h="368617">
                  <a:moveTo>
                    <a:pt x="136208" y="0"/>
                  </a:moveTo>
                  <a:lnTo>
                    <a:pt x="205740" y="0"/>
                  </a:lnTo>
                  <a:lnTo>
                    <a:pt x="342900" y="368618"/>
                  </a:lnTo>
                  <a:lnTo>
                    <a:pt x="271463" y="368618"/>
                  </a:lnTo>
                  <a:lnTo>
                    <a:pt x="244793" y="290512"/>
                  </a:lnTo>
                  <a:lnTo>
                    <a:pt x="96203" y="290512"/>
                  </a:lnTo>
                  <a:lnTo>
                    <a:pt x="69533" y="368618"/>
                  </a:lnTo>
                  <a:lnTo>
                    <a:pt x="0" y="368618"/>
                  </a:lnTo>
                  <a:lnTo>
                    <a:pt x="136208" y="0"/>
                  </a:lnTo>
                  <a:close/>
                  <a:moveTo>
                    <a:pt x="116205" y="231458"/>
                  </a:moveTo>
                  <a:lnTo>
                    <a:pt x="223838" y="231458"/>
                  </a:lnTo>
                  <a:lnTo>
                    <a:pt x="170498" y="75247"/>
                  </a:lnTo>
                  <a:lnTo>
                    <a:pt x="169545" y="75247"/>
                  </a:lnTo>
                  <a:lnTo>
                    <a:pt x="116205" y="231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1" name="Freihandform: Form 150">
              <a:extLst>
                <a:ext uri="{FF2B5EF4-FFF2-40B4-BE49-F238E27FC236}">
                  <a16:creationId xmlns:a16="http://schemas.microsoft.com/office/drawing/2014/main" id="{DF9046FE-F7DE-4669-A7FF-9C4BB6220EF1}"/>
                </a:ext>
              </a:extLst>
            </p:cNvPr>
            <p:cNvSpPr/>
            <p:nvPr/>
          </p:nvSpPr>
          <p:spPr>
            <a:xfrm>
              <a:off x="4992052" y="2525076"/>
              <a:ext cx="61912" cy="388620"/>
            </a:xfrm>
            <a:custGeom>
              <a:avLst/>
              <a:gdLst>
                <a:gd name="connsiteX0" fmla="*/ 61913 w 61912"/>
                <a:gd name="connsiteY0" fmla="*/ 388620 h 388620"/>
                <a:gd name="connsiteX1" fmla="*/ 0 w 61912"/>
                <a:gd name="connsiteY1" fmla="*/ 388620 h 388620"/>
                <a:gd name="connsiteX2" fmla="*/ 0 w 61912"/>
                <a:gd name="connsiteY2" fmla="*/ 14288 h 388620"/>
                <a:gd name="connsiteX3" fmla="*/ 61913 w 61912"/>
                <a:gd name="connsiteY3" fmla="*/ 0 h 388620"/>
                <a:gd name="connsiteX4" fmla="*/ 61913 w 61912"/>
                <a:gd name="connsiteY4" fmla="*/ 388620 h 388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912" h="388620">
                  <a:moveTo>
                    <a:pt x="61913" y="388620"/>
                  </a:moveTo>
                  <a:lnTo>
                    <a:pt x="0" y="388620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2" name="Freihandform: Form 151">
              <a:extLst>
                <a:ext uri="{FF2B5EF4-FFF2-40B4-BE49-F238E27FC236}">
                  <a16:creationId xmlns:a16="http://schemas.microsoft.com/office/drawing/2014/main" id="{17E9EBD2-1308-471A-9C37-29FF027D0A14}"/>
                </a:ext>
              </a:extLst>
            </p:cNvPr>
            <p:cNvSpPr/>
            <p:nvPr/>
          </p:nvSpPr>
          <p:spPr>
            <a:xfrm>
              <a:off x="5120639" y="2641281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2865 w 242887"/>
                <a:gd name="connsiteY10" fmla="*/ 115253 h 279082"/>
                <a:gd name="connsiteX11" fmla="*/ 183832 w 242887"/>
                <a:gd name="connsiteY11" fmla="*/ 115253 h 279082"/>
                <a:gd name="connsiteX12" fmla="*/ 124778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2" y="264795"/>
                    <a:pt x="173355" y="279083"/>
                    <a:pt x="132397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8580" y="74295"/>
                    <a:pt x="62865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3" name="Freihandform: Form 152">
              <a:extLst>
                <a:ext uri="{FF2B5EF4-FFF2-40B4-BE49-F238E27FC236}">
                  <a16:creationId xmlns:a16="http://schemas.microsoft.com/office/drawing/2014/main" id="{84D6E57D-0E5B-43A4-8081-53B3E5629513}"/>
                </a:ext>
              </a:extLst>
            </p:cNvPr>
            <p:cNvSpPr/>
            <p:nvPr/>
          </p:nvSpPr>
          <p:spPr>
            <a:xfrm>
              <a:off x="5397817" y="2646997"/>
              <a:ext cx="255269" cy="266700"/>
            </a:xfrm>
            <a:custGeom>
              <a:avLst/>
              <a:gdLst>
                <a:gd name="connsiteX0" fmla="*/ 255270 w 255269"/>
                <a:gd name="connsiteY0" fmla="*/ 266700 h 266700"/>
                <a:gd name="connsiteX1" fmla="*/ 183832 w 255269"/>
                <a:gd name="connsiteY1" fmla="*/ 266700 h 266700"/>
                <a:gd name="connsiteX2" fmla="*/ 126682 w 255269"/>
                <a:gd name="connsiteY2" fmla="*/ 174307 h 266700"/>
                <a:gd name="connsiteX3" fmla="*/ 125730 w 255269"/>
                <a:gd name="connsiteY3" fmla="*/ 174307 h 266700"/>
                <a:gd name="connsiteX4" fmla="*/ 70485 w 255269"/>
                <a:gd name="connsiteY4" fmla="*/ 266700 h 266700"/>
                <a:gd name="connsiteX5" fmla="*/ 0 w 255269"/>
                <a:gd name="connsiteY5" fmla="*/ 266700 h 266700"/>
                <a:gd name="connsiteX6" fmla="*/ 91440 w 255269"/>
                <a:gd name="connsiteY6" fmla="*/ 128588 h 266700"/>
                <a:gd name="connsiteX7" fmla="*/ 6667 w 255269"/>
                <a:gd name="connsiteY7" fmla="*/ 0 h 266700"/>
                <a:gd name="connsiteX8" fmla="*/ 77152 w 255269"/>
                <a:gd name="connsiteY8" fmla="*/ 0 h 266700"/>
                <a:gd name="connsiteX9" fmla="*/ 127635 w 255269"/>
                <a:gd name="connsiteY9" fmla="*/ 81915 h 266700"/>
                <a:gd name="connsiteX10" fmla="*/ 128588 w 255269"/>
                <a:gd name="connsiteY10" fmla="*/ 81915 h 266700"/>
                <a:gd name="connsiteX11" fmla="*/ 178117 w 255269"/>
                <a:gd name="connsiteY11" fmla="*/ 0 h 266700"/>
                <a:gd name="connsiteX12" fmla="*/ 247650 w 255269"/>
                <a:gd name="connsiteY12" fmla="*/ 0 h 266700"/>
                <a:gd name="connsiteX13" fmla="*/ 163830 w 255269"/>
                <a:gd name="connsiteY13" fmla="*/ 127635 h 266700"/>
                <a:gd name="connsiteX14" fmla="*/ 255270 w 255269"/>
                <a:gd name="connsiteY14" fmla="*/ 26670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55269" h="266700">
                  <a:moveTo>
                    <a:pt x="255270" y="266700"/>
                  </a:moveTo>
                  <a:lnTo>
                    <a:pt x="183832" y="266700"/>
                  </a:lnTo>
                  <a:lnTo>
                    <a:pt x="126682" y="174307"/>
                  </a:lnTo>
                  <a:lnTo>
                    <a:pt x="125730" y="174307"/>
                  </a:lnTo>
                  <a:lnTo>
                    <a:pt x="70485" y="266700"/>
                  </a:lnTo>
                  <a:lnTo>
                    <a:pt x="0" y="266700"/>
                  </a:lnTo>
                  <a:lnTo>
                    <a:pt x="91440" y="128588"/>
                  </a:lnTo>
                  <a:lnTo>
                    <a:pt x="6667" y="0"/>
                  </a:lnTo>
                  <a:lnTo>
                    <a:pt x="77152" y="0"/>
                  </a:lnTo>
                  <a:lnTo>
                    <a:pt x="127635" y="81915"/>
                  </a:lnTo>
                  <a:lnTo>
                    <a:pt x="128588" y="81915"/>
                  </a:lnTo>
                  <a:lnTo>
                    <a:pt x="178117" y="0"/>
                  </a:lnTo>
                  <a:lnTo>
                    <a:pt x="247650" y="0"/>
                  </a:lnTo>
                  <a:lnTo>
                    <a:pt x="163830" y="127635"/>
                  </a:lnTo>
                  <a:lnTo>
                    <a:pt x="255270" y="26670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4" name="Freihandform: Form 153">
              <a:extLst>
                <a:ext uri="{FF2B5EF4-FFF2-40B4-BE49-F238E27FC236}">
                  <a16:creationId xmlns:a16="http://schemas.microsoft.com/office/drawing/2014/main" id="{0A41A31B-8432-4CD9-B0E9-2DA62432F17C}"/>
                </a:ext>
              </a:extLst>
            </p:cNvPr>
            <p:cNvSpPr/>
            <p:nvPr/>
          </p:nvSpPr>
          <p:spPr>
            <a:xfrm>
              <a:off x="5686407" y="2641281"/>
              <a:ext cx="225759" cy="279082"/>
            </a:xfrm>
            <a:custGeom>
              <a:avLst/>
              <a:gdLst>
                <a:gd name="connsiteX0" fmla="*/ 114317 w 225759"/>
                <a:gd name="connsiteY0" fmla="*/ 107632 h 279082"/>
                <a:gd name="connsiteX1" fmla="*/ 164799 w 225759"/>
                <a:gd name="connsiteY1" fmla="*/ 113347 h 279082"/>
                <a:gd name="connsiteX2" fmla="*/ 164799 w 225759"/>
                <a:gd name="connsiteY2" fmla="*/ 103822 h 279082"/>
                <a:gd name="connsiteX3" fmla="*/ 105744 w 225759"/>
                <a:gd name="connsiteY3" fmla="*/ 52388 h 279082"/>
                <a:gd name="connsiteX4" fmla="*/ 38117 w 225759"/>
                <a:gd name="connsiteY4" fmla="*/ 67628 h 279082"/>
                <a:gd name="connsiteX5" fmla="*/ 24782 w 225759"/>
                <a:gd name="connsiteY5" fmla="*/ 15240 h 279082"/>
                <a:gd name="connsiteX6" fmla="*/ 112412 w 225759"/>
                <a:gd name="connsiteY6" fmla="*/ 0 h 279082"/>
                <a:gd name="connsiteX7" fmla="*/ 225759 w 225759"/>
                <a:gd name="connsiteY7" fmla="*/ 102870 h 279082"/>
                <a:gd name="connsiteX8" fmla="*/ 225759 w 225759"/>
                <a:gd name="connsiteY8" fmla="*/ 273368 h 279082"/>
                <a:gd name="connsiteX9" fmla="*/ 166704 w 225759"/>
                <a:gd name="connsiteY9" fmla="*/ 273368 h 279082"/>
                <a:gd name="connsiteX10" fmla="*/ 166704 w 225759"/>
                <a:gd name="connsiteY10" fmla="*/ 244793 h 279082"/>
                <a:gd name="connsiteX11" fmla="*/ 165752 w 225759"/>
                <a:gd name="connsiteY11" fmla="*/ 244793 h 279082"/>
                <a:gd name="connsiteX12" fmla="*/ 87647 w 225759"/>
                <a:gd name="connsiteY12" fmla="*/ 279083 h 279082"/>
                <a:gd name="connsiteX13" fmla="*/ 17 w 225759"/>
                <a:gd name="connsiteY13" fmla="*/ 194310 h 279082"/>
                <a:gd name="connsiteX14" fmla="*/ 114317 w 225759"/>
                <a:gd name="connsiteY14" fmla="*/ 107632 h 279082"/>
                <a:gd name="connsiteX15" fmla="*/ 103839 w 225759"/>
                <a:gd name="connsiteY15" fmla="*/ 232410 h 279082"/>
                <a:gd name="connsiteX16" fmla="*/ 164799 w 225759"/>
                <a:gd name="connsiteY16" fmla="*/ 200025 h 279082"/>
                <a:gd name="connsiteX17" fmla="*/ 164799 w 225759"/>
                <a:gd name="connsiteY17" fmla="*/ 154305 h 279082"/>
                <a:gd name="connsiteX18" fmla="*/ 120984 w 225759"/>
                <a:gd name="connsiteY18" fmla="*/ 149543 h 279082"/>
                <a:gd name="connsiteX19" fmla="*/ 59072 w 225759"/>
                <a:gd name="connsiteY19" fmla="*/ 193358 h 279082"/>
                <a:gd name="connsiteX20" fmla="*/ 103839 w 225759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5759" h="279082">
                  <a:moveTo>
                    <a:pt x="114317" y="107632"/>
                  </a:moveTo>
                  <a:cubicBezTo>
                    <a:pt x="131462" y="107632"/>
                    <a:pt x="147654" y="108585"/>
                    <a:pt x="164799" y="113347"/>
                  </a:cubicBezTo>
                  <a:lnTo>
                    <a:pt x="164799" y="103822"/>
                  </a:lnTo>
                  <a:cubicBezTo>
                    <a:pt x="164799" y="69532"/>
                    <a:pt x="144797" y="52388"/>
                    <a:pt x="105744" y="52388"/>
                  </a:cubicBezTo>
                  <a:cubicBezTo>
                    <a:pt x="83837" y="52388"/>
                    <a:pt x="60024" y="57150"/>
                    <a:pt x="38117" y="67628"/>
                  </a:cubicBezTo>
                  <a:lnTo>
                    <a:pt x="24782" y="15240"/>
                  </a:lnTo>
                  <a:cubicBezTo>
                    <a:pt x="49547" y="5715"/>
                    <a:pt x="81932" y="0"/>
                    <a:pt x="112412" y="0"/>
                  </a:cubicBezTo>
                  <a:cubicBezTo>
                    <a:pt x="187659" y="0"/>
                    <a:pt x="225759" y="35243"/>
                    <a:pt x="225759" y="102870"/>
                  </a:cubicBezTo>
                  <a:lnTo>
                    <a:pt x="225759" y="273368"/>
                  </a:lnTo>
                  <a:lnTo>
                    <a:pt x="166704" y="273368"/>
                  </a:lnTo>
                  <a:lnTo>
                    <a:pt x="166704" y="244793"/>
                  </a:lnTo>
                  <a:lnTo>
                    <a:pt x="165752" y="244793"/>
                  </a:lnTo>
                  <a:cubicBezTo>
                    <a:pt x="142892" y="268605"/>
                    <a:pt x="119079" y="279083"/>
                    <a:pt x="87647" y="279083"/>
                  </a:cubicBezTo>
                  <a:cubicBezTo>
                    <a:pt x="34307" y="279083"/>
                    <a:pt x="17" y="245745"/>
                    <a:pt x="17" y="194310"/>
                  </a:cubicBezTo>
                  <a:cubicBezTo>
                    <a:pt x="-936" y="138113"/>
                    <a:pt x="39069" y="107632"/>
                    <a:pt x="114317" y="107632"/>
                  </a:cubicBezTo>
                  <a:close/>
                  <a:moveTo>
                    <a:pt x="103839" y="232410"/>
                  </a:moveTo>
                  <a:cubicBezTo>
                    <a:pt x="126699" y="232410"/>
                    <a:pt x="147654" y="220980"/>
                    <a:pt x="164799" y="200025"/>
                  </a:cubicBezTo>
                  <a:lnTo>
                    <a:pt x="164799" y="154305"/>
                  </a:lnTo>
                  <a:cubicBezTo>
                    <a:pt x="150512" y="150495"/>
                    <a:pt x="135272" y="149543"/>
                    <a:pt x="120984" y="149543"/>
                  </a:cubicBezTo>
                  <a:cubicBezTo>
                    <a:pt x="81932" y="149543"/>
                    <a:pt x="59072" y="164783"/>
                    <a:pt x="59072" y="193358"/>
                  </a:cubicBezTo>
                  <a:cubicBezTo>
                    <a:pt x="59072" y="217170"/>
                    <a:pt x="76217" y="232410"/>
                    <a:pt x="103839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5" name="Freihandform: Form 154">
              <a:extLst>
                <a:ext uri="{FF2B5EF4-FFF2-40B4-BE49-F238E27FC236}">
                  <a16:creationId xmlns:a16="http://schemas.microsoft.com/office/drawing/2014/main" id="{46FF8D8D-5FE8-43E4-A552-F9B3C3353B29}"/>
                </a:ext>
              </a:extLst>
            </p:cNvPr>
            <p:cNvSpPr/>
            <p:nvPr/>
          </p:nvSpPr>
          <p:spPr>
            <a:xfrm>
              <a:off x="5991224" y="2641281"/>
              <a:ext cx="229552" cy="273367"/>
            </a:xfrm>
            <a:custGeom>
              <a:avLst/>
              <a:gdLst>
                <a:gd name="connsiteX0" fmla="*/ 229553 w 229552"/>
                <a:gd name="connsiteY0" fmla="*/ 272415 h 273367"/>
                <a:gd name="connsiteX1" fmla="*/ 166688 w 229552"/>
                <a:gd name="connsiteY1" fmla="*/ 272415 h 273367"/>
                <a:gd name="connsiteX2" fmla="*/ 166688 w 229552"/>
                <a:gd name="connsiteY2" fmla="*/ 120015 h 273367"/>
                <a:gd name="connsiteX3" fmla="*/ 117157 w 229552"/>
                <a:gd name="connsiteY3" fmla="*/ 55245 h 273367"/>
                <a:gd name="connsiteX4" fmla="*/ 61913 w 229552"/>
                <a:gd name="connsiteY4" fmla="*/ 120015 h 273367"/>
                <a:gd name="connsiteX5" fmla="*/ 61913 w 229552"/>
                <a:gd name="connsiteY5" fmla="*/ 273368 h 273367"/>
                <a:gd name="connsiteX6" fmla="*/ 0 w 229552"/>
                <a:gd name="connsiteY6" fmla="*/ 273368 h 273367"/>
                <a:gd name="connsiteX7" fmla="*/ 0 w 229552"/>
                <a:gd name="connsiteY7" fmla="*/ 6668 h 273367"/>
                <a:gd name="connsiteX8" fmla="*/ 61913 w 229552"/>
                <a:gd name="connsiteY8" fmla="*/ 6668 h 273367"/>
                <a:gd name="connsiteX9" fmla="*/ 61913 w 229552"/>
                <a:gd name="connsiteY9" fmla="*/ 39053 h 273367"/>
                <a:gd name="connsiteX10" fmla="*/ 62865 w 229552"/>
                <a:gd name="connsiteY10" fmla="*/ 39053 h 273367"/>
                <a:gd name="connsiteX11" fmla="*/ 140970 w 229552"/>
                <a:gd name="connsiteY11" fmla="*/ 0 h 273367"/>
                <a:gd name="connsiteX12" fmla="*/ 228600 w 229552"/>
                <a:gd name="connsiteY12" fmla="*/ 107632 h 273367"/>
                <a:gd name="connsiteX13" fmla="*/ 228600 w 229552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9552" h="273367">
                  <a:moveTo>
                    <a:pt x="229553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7" y="55245"/>
                    <a:pt x="117157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8"/>
                  </a:lnTo>
                  <a:lnTo>
                    <a:pt x="0" y="273368"/>
                  </a:lnTo>
                  <a:lnTo>
                    <a:pt x="0" y="6668"/>
                  </a:lnTo>
                  <a:lnTo>
                    <a:pt x="61913" y="6668"/>
                  </a:lnTo>
                  <a:lnTo>
                    <a:pt x="61913" y="39053"/>
                  </a:lnTo>
                  <a:lnTo>
                    <a:pt x="62865" y="39053"/>
                  </a:lnTo>
                  <a:cubicBezTo>
                    <a:pt x="79057" y="15240"/>
                    <a:pt x="106680" y="0"/>
                    <a:pt x="140970" y="0"/>
                  </a:cubicBezTo>
                  <a:cubicBezTo>
                    <a:pt x="201930" y="0"/>
                    <a:pt x="228600" y="44768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6" name="Freihandform: Form 155">
              <a:extLst>
                <a:ext uri="{FF2B5EF4-FFF2-40B4-BE49-F238E27FC236}">
                  <a16:creationId xmlns:a16="http://schemas.microsoft.com/office/drawing/2014/main" id="{7AA2D936-8A2E-448A-A3FE-121C90D55E4E}"/>
                </a:ext>
              </a:extLst>
            </p:cNvPr>
            <p:cNvSpPr/>
            <p:nvPr/>
          </p:nvSpPr>
          <p:spPr>
            <a:xfrm>
              <a:off x="6286499" y="2525076"/>
              <a:ext cx="248602" cy="396239"/>
            </a:xfrm>
            <a:custGeom>
              <a:avLst/>
              <a:gdLst>
                <a:gd name="connsiteX0" fmla="*/ 0 w 248602"/>
                <a:gd name="connsiteY0" fmla="*/ 255270 h 396239"/>
                <a:gd name="connsiteX1" fmla="*/ 108585 w 248602"/>
                <a:gd name="connsiteY1" fmla="*/ 116205 h 396239"/>
                <a:gd name="connsiteX2" fmla="*/ 185738 w 248602"/>
                <a:gd name="connsiteY2" fmla="*/ 152400 h 396239"/>
                <a:gd name="connsiteX3" fmla="*/ 186690 w 248602"/>
                <a:gd name="connsiteY3" fmla="*/ 152400 h 396239"/>
                <a:gd name="connsiteX4" fmla="*/ 186690 w 248602"/>
                <a:gd name="connsiteY4" fmla="*/ 15240 h 396239"/>
                <a:gd name="connsiteX5" fmla="*/ 248603 w 248602"/>
                <a:gd name="connsiteY5" fmla="*/ 0 h 396239"/>
                <a:gd name="connsiteX6" fmla="*/ 248603 w 248602"/>
                <a:gd name="connsiteY6" fmla="*/ 389573 h 396239"/>
                <a:gd name="connsiteX7" fmla="*/ 187643 w 248602"/>
                <a:gd name="connsiteY7" fmla="*/ 389573 h 396239"/>
                <a:gd name="connsiteX8" fmla="*/ 187643 w 248602"/>
                <a:gd name="connsiteY8" fmla="*/ 358140 h 396239"/>
                <a:gd name="connsiteX9" fmla="*/ 186690 w 248602"/>
                <a:gd name="connsiteY9" fmla="*/ 358140 h 396239"/>
                <a:gd name="connsiteX10" fmla="*/ 106680 w 248602"/>
                <a:gd name="connsiteY10" fmla="*/ 396240 h 396239"/>
                <a:gd name="connsiteX11" fmla="*/ 0 w 248602"/>
                <a:gd name="connsiteY11" fmla="*/ 255270 h 396239"/>
                <a:gd name="connsiteX12" fmla="*/ 61913 w 248602"/>
                <a:gd name="connsiteY12" fmla="*/ 255270 h 396239"/>
                <a:gd name="connsiteX13" fmla="*/ 123825 w 248602"/>
                <a:gd name="connsiteY13" fmla="*/ 340995 h 396239"/>
                <a:gd name="connsiteX14" fmla="*/ 187643 w 248602"/>
                <a:gd name="connsiteY14" fmla="*/ 305753 h 396239"/>
                <a:gd name="connsiteX15" fmla="*/ 187643 w 248602"/>
                <a:gd name="connsiteY15" fmla="*/ 207645 h 396239"/>
                <a:gd name="connsiteX16" fmla="*/ 123825 w 248602"/>
                <a:gd name="connsiteY16" fmla="*/ 172402 h 396239"/>
                <a:gd name="connsiteX17" fmla="*/ 61913 w 248602"/>
                <a:gd name="connsiteY17" fmla="*/ 255270 h 39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8602" h="396239">
                  <a:moveTo>
                    <a:pt x="0" y="255270"/>
                  </a:moveTo>
                  <a:cubicBezTo>
                    <a:pt x="0" y="169545"/>
                    <a:pt x="43815" y="116205"/>
                    <a:pt x="108585" y="116205"/>
                  </a:cubicBezTo>
                  <a:cubicBezTo>
                    <a:pt x="141922" y="116205"/>
                    <a:pt x="168593" y="130493"/>
                    <a:pt x="185738" y="152400"/>
                  </a:cubicBezTo>
                  <a:lnTo>
                    <a:pt x="186690" y="152400"/>
                  </a:lnTo>
                  <a:lnTo>
                    <a:pt x="186690" y="15240"/>
                  </a:lnTo>
                  <a:lnTo>
                    <a:pt x="248603" y="0"/>
                  </a:lnTo>
                  <a:lnTo>
                    <a:pt x="248603" y="389573"/>
                  </a:lnTo>
                  <a:lnTo>
                    <a:pt x="187643" y="389573"/>
                  </a:lnTo>
                  <a:lnTo>
                    <a:pt x="187643" y="358140"/>
                  </a:lnTo>
                  <a:lnTo>
                    <a:pt x="186690" y="358140"/>
                  </a:lnTo>
                  <a:cubicBezTo>
                    <a:pt x="167640" y="381953"/>
                    <a:pt x="140018" y="396240"/>
                    <a:pt x="106680" y="396240"/>
                  </a:cubicBezTo>
                  <a:cubicBezTo>
                    <a:pt x="43815" y="395288"/>
                    <a:pt x="0" y="340995"/>
                    <a:pt x="0" y="255270"/>
                  </a:cubicBezTo>
                  <a:close/>
                  <a:moveTo>
                    <a:pt x="61913" y="255270"/>
                  </a:moveTo>
                  <a:cubicBezTo>
                    <a:pt x="61913" y="309563"/>
                    <a:pt x="84772" y="340995"/>
                    <a:pt x="123825" y="340995"/>
                  </a:cubicBezTo>
                  <a:cubicBezTo>
                    <a:pt x="147638" y="340995"/>
                    <a:pt x="167640" y="329565"/>
                    <a:pt x="187643" y="305753"/>
                  </a:cubicBezTo>
                  <a:lnTo>
                    <a:pt x="187643" y="207645"/>
                  </a:lnTo>
                  <a:cubicBezTo>
                    <a:pt x="169545" y="183833"/>
                    <a:pt x="149543" y="172402"/>
                    <a:pt x="123825" y="172402"/>
                  </a:cubicBezTo>
                  <a:cubicBezTo>
                    <a:pt x="82868" y="172402"/>
                    <a:pt x="61913" y="201930"/>
                    <a:pt x="61913" y="2552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7" name="Freihandform: Form 156">
              <a:extLst>
                <a:ext uri="{FF2B5EF4-FFF2-40B4-BE49-F238E27FC236}">
                  <a16:creationId xmlns:a16="http://schemas.microsoft.com/office/drawing/2014/main" id="{7D614E3F-8E38-48A8-A892-90F1BE5DFC41}"/>
                </a:ext>
              </a:extLst>
            </p:cNvPr>
            <p:cNvSpPr/>
            <p:nvPr/>
          </p:nvSpPr>
          <p:spPr>
            <a:xfrm>
              <a:off x="6602729" y="2641281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2865 w 242887"/>
                <a:gd name="connsiteY10" fmla="*/ 115253 h 279082"/>
                <a:gd name="connsiteX11" fmla="*/ 183832 w 242887"/>
                <a:gd name="connsiteY11" fmla="*/ 115253 h 279082"/>
                <a:gd name="connsiteX12" fmla="*/ 124777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3" y="264795"/>
                    <a:pt x="172402" y="279083"/>
                    <a:pt x="132397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90488" y="50482"/>
                    <a:pt x="67627" y="74295"/>
                    <a:pt x="62865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8" name="Freihandform: Form 157">
              <a:extLst>
                <a:ext uri="{FF2B5EF4-FFF2-40B4-BE49-F238E27FC236}">
                  <a16:creationId xmlns:a16="http://schemas.microsoft.com/office/drawing/2014/main" id="{EB14B71E-9496-43D9-A4EC-B717F5048611}"/>
                </a:ext>
              </a:extLst>
            </p:cNvPr>
            <p:cNvSpPr/>
            <p:nvPr/>
          </p:nvSpPr>
          <p:spPr>
            <a:xfrm>
              <a:off x="6916101" y="2641039"/>
              <a:ext cx="160020" cy="272657"/>
            </a:xfrm>
            <a:custGeom>
              <a:avLst/>
              <a:gdLst>
                <a:gd name="connsiteX0" fmla="*/ 160020 w 160020"/>
                <a:gd name="connsiteY0" fmla="*/ 5005 h 272657"/>
                <a:gd name="connsiteX1" fmla="*/ 150495 w 160020"/>
                <a:gd name="connsiteY1" fmla="*/ 68823 h 272657"/>
                <a:gd name="connsiteX2" fmla="*/ 116205 w 160020"/>
                <a:gd name="connsiteY2" fmla="*/ 60250 h 272657"/>
                <a:gd name="connsiteX3" fmla="*/ 61913 w 160020"/>
                <a:gd name="connsiteY3" fmla="*/ 135498 h 272657"/>
                <a:gd name="connsiteX4" fmla="*/ 61913 w 160020"/>
                <a:gd name="connsiteY4" fmla="*/ 272658 h 272657"/>
                <a:gd name="connsiteX5" fmla="*/ 0 w 160020"/>
                <a:gd name="connsiteY5" fmla="*/ 272658 h 272657"/>
                <a:gd name="connsiteX6" fmla="*/ 0 w 160020"/>
                <a:gd name="connsiteY6" fmla="*/ 5958 h 272657"/>
                <a:gd name="connsiteX7" fmla="*/ 60960 w 160020"/>
                <a:gd name="connsiteY7" fmla="*/ 5958 h 272657"/>
                <a:gd name="connsiteX8" fmla="*/ 60960 w 160020"/>
                <a:gd name="connsiteY8" fmla="*/ 40248 h 272657"/>
                <a:gd name="connsiteX9" fmla="*/ 61913 w 160020"/>
                <a:gd name="connsiteY9" fmla="*/ 40248 h 272657"/>
                <a:gd name="connsiteX10" fmla="*/ 131445 w 160020"/>
                <a:gd name="connsiteY10" fmla="*/ 243 h 272657"/>
                <a:gd name="connsiteX11" fmla="*/ 160020 w 160020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9" name="Freihandform: Form 158">
              <a:extLst>
                <a:ext uri="{FF2B5EF4-FFF2-40B4-BE49-F238E27FC236}">
                  <a16:creationId xmlns:a16="http://schemas.microsoft.com/office/drawing/2014/main" id="{790BD971-8810-42D7-9C91-5E31E7DE2C4E}"/>
                </a:ext>
              </a:extLst>
            </p:cNvPr>
            <p:cNvSpPr/>
            <p:nvPr/>
          </p:nvSpPr>
          <p:spPr>
            <a:xfrm>
              <a:off x="7115174" y="2721291"/>
              <a:ext cx="130492" cy="59055"/>
            </a:xfrm>
            <a:custGeom>
              <a:avLst/>
              <a:gdLst>
                <a:gd name="connsiteX0" fmla="*/ 130493 w 130492"/>
                <a:gd name="connsiteY0" fmla="*/ 59055 h 59055"/>
                <a:gd name="connsiteX1" fmla="*/ 0 w 130492"/>
                <a:gd name="connsiteY1" fmla="*/ 59055 h 59055"/>
                <a:gd name="connsiteX2" fmla="*/ 0 w 130492"/>
                <a:gd name="connsiteY2" fmla="*/ 0 h 59055"/>
                <a:gd name="connsiteX3" fmla="*/ 130493 w 130492"/>
                <a:gd name="connsiteY3" fmla="*/ 0 h 59055"/>
                <a:gd name="connsiteX4" fmla="*/ 130493 w 130492"/>
                <a:gd name="connsiteY4" fmla="*/ 59055 h 59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492" h="59055">
                  <a:moveTo>
                    <a:pt x="130493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3" y="0"/>
                  </a:lnTo>
                  <a:lnTo>
                    <a:pt x="130493" y="5905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0" name="Freihandform: Form 159">
              <a:extLst>
                <a:ext uri="{FF2B5EF4-FFF2-40B4-BE49-F238E27FC236}">
                  <a16:creationId xmlns:a16="http://schemas.microsoft.com/office/drawing/2014/main" id="{32DC33CF-54F4-4299-82CD-B2375462167E}"/>
                </a:ext>
              </a:extLst>
            </p:cNvPr>
            <p:cNvSpPr/>
            <p:nvPr/>
          </p:nvSpPr>
          <p:spPr>
            <a:xfrm>
              <a:off x="7324724" y="2545079"/>
              <a:ext cx="288607" cy="375284"/>
            </a:xfrm>
            <a:custGeom>
              <a:avLst/>
              <a:gdLst>
                <a:gd name="connsiteX0" fmla="*/ 288607 w 288607"/>
                <a:gd name="connsiteY0" fmla="*/ 222885 h 375284"/>
                <a:gd name="connsiteX1" fmla="*/ 143827 w 288607"/>
                <a:gd name="connsiteY1" fmla="*/ 375285 h 375284"/>
                <a:gd name="connsiteX2" fmla="*/ 0 w 288607"/>
                <a:gd name="connsiteY2" fmla="*/ 222885 h 375284"/>
                <a:gd name="connsiteX3" fmla="*/ 0 w 288607"/>
                <a:gd name="connsiteY3" fmla="*/ 0 h 375284"/>
                <a:gd name="connsiteX4" fmla="*/ 66675 w 288607"/>
                <a:gd name="connsiteY4" fmla="*/ 0 h 375284"/>
                <a:gd name="connsiteX5" fmla="*/ 66675 w 288607"/>
                <a:gd name="connsiteY5" fmla="*/ 219075 h 375284"/>
                <a:gd name="connsiteX6" fmla="*/ 144780 w 288607"/>
                <a:gd name="connsiteY6" fmla="*/ 312420 h 375284"/>
                <a:gd name="connsiteX7" fmla="*/ 220980 w 288607"/>
                <a:gd name="connsiteY7" fmla="*/ 219075 h 375284"/>
                <a:gd name="connsiteX8" fmla="*/ 220980 w 288607"/>
                <a:gd name="connsiteY8" fmla="*/ 0 h 375284"/>
                <a:gd name="connsiteX9" fmla="*/ 287655 w 288607"/>
                <a:gd name="connsiteY9" fmla="*/ 0 h 375284"/>
                <a:gd name="connsiteX10" fmla="*/ 287655 w 288607"/>
                <a:gd name="connsiteY10" fmla="*/ 222885 h 375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88607" h="375284">
                  <a:moveTo>
                    <a:pt x="288607" y="222885"/>
                  </a:moveTo>
                  <a:cubicBezTo>
                    <a:pt x="288607" y="311468"/>
                    <a:pt x="242888" y="375285"/>
                    <a:pt x="143827" y="375285"/>
                  </a:cubicBezTo>
                  <a:cubicBezTo>
                    <a:pt x="45720" y="375285"/>
                    <a:pt x="0" y="312420"/>
                    <a:pt x="0" y="222885"/>
                  </a:cubicBezTo>
                  <a:lnTo>
                    <a:pt x="0" y="0"/>
                  </a:lnTo>
                  <a:lnTo>
                    <a:pt x="66675" y="0"/>
                  </a:lnTo>
                  <a:lnTo>
                    <a:pt x="66675" y="219075"/>
                  </a:lnTo>
                  <a:cubicBezTo>
                    <a:pt x="66675" y="274320"/>
                    <a:pt x="90488" y="312420"/>
                    <a:pt x="144780" y="312420"/>
                  </a:cubicBezTo>
                  <a:cubicBezTo>
                    <a:pt x="199073" y="312420"/>
                    <a:pt x="220980" y="275272"/>
                    <a:pt x="220980" y="219075"/>
                  </a:cubicBezTo>
                  <a:lnTo>
                    <a:pt x="220980" y="0"/>
                  </a:lnTo>
                  <a:lnTo>
                    <a:pt x="287655" y="0"/>
                  </a:lnTo>
                  <a:lnTo>
                    <a:pt x="287655" y="22288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1" name="Freihandform: Form 160">
              <a:extLst>
                <a:ext uri="{FF2B5EF4-FFF2-40B4-BE49-F238E27FC236}">
                  <a16:creationId xmlns:a16="http://schemas.microsoft.com/office/drawing/2014/main" id="{28E7B4C3-0E3A-4A63-A15B-FBBF0A790C9D}"/>
                </a:ext>
              </a:extLst>
            </p:cNvPr>
            <p:cNvSpPr/>
            <p:nvPr/>
          </p:nvSpPr>
          <p:spPr>
            <a:xfrm>
              <a:off x="7697151" y="2641281"/>
              <a:ext cx="228600" cy="273367"/>
            </a:xfrm>
            <a:custGeom>
              <a:avLst/>
              <a:gdLst>
                <a:gd name="connsiteX0" fmla="*/ 228600 w 228600"/>
                <a:gd name="connsiteY0" fmla="*/ 272415 h 273367"/>
                <a:gd name="connsiteX1" fmla="*/ 166688 w 228600"/>
                <a:gd name="connsiteY1" fmla="*/ 272415 h 273367"/>
                <a:gd name="connsiteX2" fmla="*/ 166688 w 228600"/>
                <a:gd name="connsiteY2" fmla="*/ 120015 h 273367"/>
                <a:gd name="connsiteX3" fmla="*/ 117158 w 228600"/>
                <a:gd name="connsiteY3" fmla="*/ 55245 h 273367"/>
                <a:gd name="connsiteX4" fmla="*/ 61913 w 228600"/>
                <a:gd name="connsiteY4" fmla="*/ 120015 h 273367"/>
                <a:gd name="connsiteX5" fmla="*/ 61913 w 228600"/>
                <a:gd name="connsiteY5" fmla="*/ 273368 h 273367"/>
                <a:gd name="connsiteX6" fmla="*/ 0 w 228600"/>
                <a:gd name="connsiteY6" fmla="*/ 273368 h 273367"/>
                <a:gd name="connsiteX7" fmla="*/ 0 w 228600"/>
                <a:gd name="connsiteY7" fmla="*/ 6668 h 273367"/>
                <a:gd name="connsiteX8" fmla="*/ 61913 w 228600"/>
                <a:gd name="connsiteY8" fmla="*/ 6668 h 273367"/>
                <a:gd name="connsiteX9" fmla="*/ 61913 w 228600"/>
                <a:gd name="connsiteY9" fmla="*/ 39053 h 273367"/>
                <a:gd name="connsiteX10" fmla="*/ 62865 w 228600"/>
                <a:gd name="connsiteY10" fmla="*/ 39053 h 273367"/>
                <a:gd name="connsiteX11" fmla="*/ 140970 w 228600"/>
                <a:gd name="connsiteY11" fmla="*/ 0 h 273367"/>
                <a:gd name="connsiteX12" fmla="*/ 228600 w 228600"/>
                <a:gd name="connsiteY12" fmla="*/ 107632 h 273367"/>
                <a:gd name="connsiteX13" fmla="*/ 228600 w 228600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8" y="55245"/>
                    <a:pt x="117158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8"/>
                  </a:lnTo>
                  <a:lnTo>
                    <a:pt x="0" y="273368"/>
                  </a:lnTo>
                  <a:lnTo>
                    <a:pt x="0" y="6668"/>
                  </a:lnTo>
                  <a:lnTo>
                    <a:pt x="61913" y="6668"/>
                  </a:lnTo>
                  <a:lnTo>
                    <a:pt x="61913" y="39053"/>
                  </a:lnTo>
                  <a:lnTo>
                    <a:pt x="62865" y="39053"/>
                  </a:lnTo>
                  <a:cubicBezTo>
                    <a:pt x="79058" y="15240"/>
                    <a:pt x="106680" y="0"/>
                    <a:pt x="140970" y="0"/>
                  </a:cubicBezTo>
                  <a:cubicBezTo>
                    <a:pt x="201930" y="0"/>
                    <a:pt x="228600" y="44768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2" name="Freihandform: Form 161">
              <a:extLst>
                <a:ext uri="{FF2B5EF4-FFF2-40B4-BE49-F238E27FC236}">
                  <a16:creationId xmlns:a16="http://schemas.microsoft.com/office/drawing/2014/main" id="{DE83242C-3DAB-4186-A2CF-ABC5CE556834}"/>
                </a:ext>
              </a:extLst>
            </p:cNvPr>
            <p:cNvSpPr/>
            <p:nvPr/>
          </p:nvSpPr>
          <p:spPr>
            <a:xfrm>
              <a:off x="7996237" y="2528887"/>
              <a:ext cx="79057" cy="384810"/>
            </a:xfrm>
            <a:custGeom>
              <a:avLst/>
              <a:gdLst>
                <a:gd name="connsiteX0" fmla="*/ 79057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7 w 79057"/>
                <a:gd name="connsiteY4" fmla="*/ 38100 h 384810"/>
                <a:gd name="connsiteX5" fmla="*/ 70485 w 79057"/>
                <a:gd name="connsiteY5" fmla="*/ 384810 h 384810"/>
                <a:gd name="connsiteX6" fmla="*/ 8573 w 79057"/>
                <a:gd name="connsiteY6" fmla="*/ 384810 h 384810"/>
                <a:gd name="connsiteX7" fmla="*/ 8573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7" y="38100"/>
                  </a:moveTo>
                  <a:cubicBezTo>
                    <a:pt x="79057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0960" y="0"/>
                    <a:pt x="79057" y="16193"/>
                    <a:pt x="79057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3" name="Freihandform: Form 162">
              <a:extLst>
                <a:ext uri="{FF2B5EF4-FFF2-40B4-BE49-F238E27FC236}">
                  <a16:creationId xmlns:a16="http://schemas.microsoft.com/office/drawing/2014/main" id="{CE94665A-1959-4E8D-8843-30D9AA88A120}"/>
                </a:ext>
              </a:extLst>
            </p:cNvPr>
            <p:cNvSpPr/>
            <p:nvPr/>
          </p:nvSpPr>
          <p:spPr>
            <a:xfrm>
              <a:off x="8119109" y="2647949"/>
              <a:ext cx="259079" cy="266700"/>
            </a:xfrm>
            <a:custGeom>
              <a:avLst/>
              <a:gdLst>
                <a:gd name="connsiteX0" fmla="*/ 259080 w 259079"/>
                <a:gd name="connsiteY0" fmla="*/ 0 h 266700"/>
                <a:gd name="connsiteX1" fmla="*/ 161925 w 259079"/>
                <a:gd name="connsiteY1" fmla="*/ 266700 h 266700"/>
                <a:gd name="connsiteX2" fmla="*/ 97155 w 259079"/>
                <a:gd name="connsiteY2" fmla="*/ 266700 h 266700"/>
                <a:gd name="connsiteX3" fmla="*/ 0 w 259079"/>
                <a:gd name="connsiteY3" fmla="*/ 0 h 266700"/>
                <a:gd name="connsiteX4" fmla="*/ 68580 w 259079"/>
                <a:gd name="connsiteY4" fmla="*/ 0 h 266700"/>
                <a:gd name="connsiteX5" fmla="*/ 129540 w 259079"/>
                <a:gd name="connsiteY5" fmla="*/ 193358 h 266700"/>
                <a:gd name="connsiteX6" fmla="*/ 130492 w 259079"/>
                <a:gd name="connsiteY6" fmla="*/ 193358 h 266700"/>
                <a:gd name="connsiteX7" fmla="*/ 191452 w 259079"/>
                <a:gd name="connsiteY7" fmla="*/ 0 h 266700"/>
                <a:gd name="connsiteX8" fmla="*/ 259080 w 259079"/>
                <a:gd name="connsiteY8" fmla="*/ 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59079" h="266700">
                  <a:moveTo>
                    <a:pt x="259080" y="0"/>
                  </a:moveTo>
                  <a:lnTo>
                    <a:pt x="161925" y="266700"/>
                  </a:lnTo>
                  <a:lnTo>
                    <a:pt x="97155" y="266700"/>
                  </a:lnTo>
                  <a:lnTo>
                    <a:pt x="0" y="0"/>
                  </a:lnTo>
                  <a:lnTo>
                    <a:pt x="68580" y="0"/>
                  </a:lnTo>
                  <a:lnTo>
                    <a:pt x="129540" y="193358"/>
                  </a:lnTo>
                  <a:lnTo>
                    <a:pt x="130492" y="193358"/>
                  </a:lnTo>
                  <a:lnTo>
                    <a:pt x="191452" y="0"/>
                  </a:lnTo>
                  <a:lnTo>
                    <a:pt x="25908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4" name="Freihandform: Form 163">
              <a:extLst>
                <a:ext uri="{FF2B5EF4-FFF2-40B4-BE49-F238E27FC236}">
                  <a16:creationId xmlns:a16="http://schemas.microsoft.com/office/drawing/2014/main" id="{6D37DE7E-42BD-43AE-AD54-7C9257288F34}"/>
                </a:ext>
              </a:extLst>
            </p:cNvPr>
            <p:cNvSpPr/>
            <p:nvPr/>
          </p:nvSpPr>
          <p:spPr>
            <a:xfrm>
              <a:off x="8406764" y="2641281"/>
              <a:ext cx="242887" cy="279082"/>
            </a:xfrm>
            <a:custGeom>
              <a:avLst/>
              <a:gdLst>
                <a:gd name="connsiteX0" fmla="*/ 132398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8 w 242887"/>
                <a:gd name="connsiteY6" fmla="*/ 225743 h 279082"/>
                <a:gd name="connsiteX7" fmla="*/ 198120 w 242887"/>
                <a:gd name="connsiteY7" fmla="*/ 194310 h 279082"/>
                <a:gd name="connsiteX8" fmla="*/ 237173 w 242887"/>
                <a:gd name="connsiteY8" fmla="*/ 235268 h 279082"/>
                <a:gd name="connsiteX9" fmla="*/ 132398 w 242887"/>
                <a:gd name="connsiteY9" fmla="*/ 279083 h 279082"/>
                <a:gd name="connsiteX10" fmla="*/ 62865 w 242887"/>
                <a:gd name="connsiteY10" fmla="*/ 115253 h 279082"/>
                <a:gd name="connsiteX11" fmla="*/ 183833 w 242887"/>
                <a:gd name="connsiteY11" fmla="*/ 115253 h 279082"/>
                <a:gd name="connsiteX12" fmla="*/ 124778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3" y="201930"/>
                    <a:pt x="94298" y="225743"/>
                    <a:pt x="132398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3" y="235268"/>
                  </a:lnTo>
                  <a:cubicBezTo>
                    <a:pt x="206693" y="264795"/>
                    <a:pt x="173355" y="279083"/>
                    <a:pt x="132398" y="279083"/>
                  </a:cubicBezTo>
                  <a:close/>
                  <a:moveTo>
                    <a:pt x="62865" y="115253"/>
                  </a:moveTo>
                  <a:lnTo>
                    <a:pt x="183833" y="115253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8580" y="74295"/>
                    <a:pt x="62865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6" name="Freihandform: Form 165">
              <a:extLst>
                <a:ext uri="{FF2B5EF4-FFF2-40B4-BE49-F238E27FC236}">
                  <a16:creationId xmlns:a16="http://schemas.microsoft.com/office/drawing/2014/main" id="{EA89A64B-C979-45EC-B4F6-949EB2001B5D}"/>
                </a:ext>
              </a:extLst>
            </p:cNvPr>
            <p:cNvSpPr/>
            <p:nvPr/>
          </p:nvSpPr>
          <p:spPr>
            <a:xfrm>
              <a:off x="8720137" y="2641039"/>
              <a:ext cx="160019" cy="272657"/>
            </a:xfrm>
            <a:custGeom>
              <a:avLst/>
              <a:gdLst>
                <a:gd name="connsiteX0" fmla="*/ 160020 w 160019"/>
                <a:gd name="connsiteY0" fmla="*/ 5005 h 272657"/>
                <a:gd name="connsiteX1" fmla="*/ 150495 w 160019"/>
                <a:gd name="connsiteY1" fmla="*/ 68823 h 272657"/>
                <a:gd name="connsiteX2" fmla="*/ 116205 w 160019"/>
                <a:gd name="connsiteY2" fmla="*/ 60250 h 272657"/>
                <a:gd name="connsiteX3" fmla="*/ 61913 w 160019"/>
                <a:gd name="connsiteY3" fmla="*/ 135498 h 272657"/>
                <a:gd name="connsiteX4" fmla="*/ 61913 w 160019"/>
                <a:gd name="connsiteY4" fmla="*/ 272658 h 272657"/>
                <a:gd name="connsiteX5" fmla="*/ 0 w 160019"/>
                <a:gd name="connsiteY5" fmla="*/ 272658 h 272657"/>
                <a:gd name="connsiteX6" fmla="*/ 0 w 160019"/>
                <a:gd name="connsiteY6" fmla="*/ 5958 h 272657"/>
                <a:gd name="connsiteX7" fmla="*/ 60960 w 160019"/>
                <a:gd name="connsiteY7" fmla="*/ 5958 h 272657"/>
                <a:gd name="connsiteX8" fmla="*/ 60960 w 160019"/>
                <a:gd name="connsiteY8" fmla="*/ 40248 h 272657"/>
                <a:gd name="connsiteX9" fmla="*/ 61913 w 160019"/>
                <a:gd name="connsiteY9" fmla="*/ 40248 h 272657"/>
                <a:gd name="connsiteX10" fmla="*/ 131445 w 160019"/>
                <a:gd name="connsiteY10" fmla="*/ 243 h 272657"/>
                <a:gd name="connsiteX11" fmla="*/ 160020 w 160019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19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7" name="Freihandform: Form 166">
              <a:extLst>
                <a:ext uri="{FF2B5EF4-FFF2-40B4-BE49-F238E27FC236}">
                  <a16:creationId xmlns:a16="http://schemas.microsoft.com/office/drawing/2014/main" id="{D8F4E6F5-DCF7-4013-87A5-43A2566A3AD9}"/>
                </a:ext>
              </a:extLst>
            </p:cNvPr>
            <p:cNvSpPr/>
            <p:nvPr/>
          </p:nvSpPr>
          <p:spPr>
            <a:xfrm>
              <a:off x="8909684" y="2640329"/>
              <a:ext cx="205739" cy="280034"/>
            </a:xfrm>
            <a:custGeom>
              <a:avLst/>
              <a:gdLst>
                <a:gd name="connsiteX0" fmla="*/ 29527 w 205739"/>
                <a:gd name="connsiteY0" fmla="*/ 198120 h 280034"/>
                <a:gd name="connsiteX1" fmla="*/ 104775 w 205739"/>
                <a:gd name="connsiteY1" fmla="*/ 227647 h 280034"/>
                <a:gd name="connsiteX2" fmla="*/ 143827 w 205739"/>
                <a:gd name="connsiteY2" fmla="*/ 200978 h 280034"/>
                <a:gd name="connsiteX3" fmla="*/ 10477 w 205739"/>
                <a:gd name="connsiteY3" fmla="*/ 82868 h 280034"/>
                <a:gd name="connsiteX4" fmla="*/ 111442 w 205739"/>
                <a:gd name="connsiteY4" fmla="*/ 0 h 280034"/>
                <a:gd name="connsiteX5" fmla="*/ 203835 w 205739"/>
                <a:gd name="connsiteY5" fmla="*/ 27622 h 280034"/>
                <a:gd name="connsiteX6" fmla="*/ 174307 w 205739"/>
                <a:gd name="connsiteY6" fmla="*/ 76200 h 280034"/>
                <a:gd name="connsiteX7" fmla="*/ 110490 w 205739"/>
                <a:gd name="connsiteY7" fmla="*/ 52387 h 280034"/>
                <a:gd name="connsiteX8" fmla="*/ 72390 w 205739"/>
                <a:gd name="connsiteY8" fmla="*/ 77153 h 280034"/>
                <a:gd name="connsiteX9" fmla="*/ 205740 w 205739"/>
                <a:gd name="connsiteY9" fmla="*/ 195262 h 280034"/>
                <a:gd name="connsiteX10" fmla="*/ 102870 w 205739"/>
                <a:gd name="connsiteY10" fmla="*/ 280035 h 280034"/>
                <a:gd name="connsiteX11" fmla="*/ 0 w 205739"/>
                <a:gd name="connsiteY11" fmla="*/ 247650 h 280034"/>
                <a:gd name="connsiteX12" fmla="*/ 29527 w 205739"/>
                <a:gd name="connsiteY12" fmla="*/ 198120 h 280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39" h="280034">
                  <a:moveTo>
                    <a:pt x="29527" y="198120"/>
                  </a:moveTo>
                  <a:cubicBezTo>
                    <a:pt x="56197" y="218122"/>
                    <a:pt x="80963" y="227647"/>
                    <a:pt x="104775" y="227647"/>
                  </a:cubicBezTo>
                  <a:cubicBezTo>
                    <a:pt x="127635" y="227647"/>
                    <a:pt x="143827" y="217170"/>
                    <a:pt x="143827" y="200978"/>
                  </a:cubicBezTo>
                  <a:cubicBezTo>
                    <a:pt x="143827" y="155258"/>
                    <a:pt x="10477" y="171450"/>
                    <a:pt x="10477" y="82868"/>
                  </a:cubicBezTo>
                  <a:cubicBezTo>
                    <a:pt x="10477" y="33338"/>
                    <a:pt x="51435" y="0"/>
                    <a:pt x="111442" y="0"/>
                  </a:cubicBezTo>
                  <a:cubicBezTo>
                    <a:pt x="143827" y="0"/>
                    <a:pt x="175260" y="9525"/>
                    <a:pt x="203835" y="27622"/>
                  </a:cubicBezTo>
                  <a:lnTo>
                    <a:pt x="174307" y="76200"/>
                  </a:lnTo>
                  <a:cubicBezTo>
                    <a:pt x="151447" y="60960"/>
                    <a:pt x="130492" y="52387"/>
                    <a:pt x="110490" y="52387"/>
                  </a:cubicBezTo>
                  <a:cubicBezTo>
                    <a:pt x="87630" y="52387"/>
                    <a:pt x="72390" y="61912"/>
                    <a:pt x="72390" y="77153"/>
                  </a:cubicBezTo>
                  <a:cubicBezTo>
                    <a:pt x="72390" y="120968"/>
                    <a:pt x="205740" y="105728"/>
                    <a:pt x="205740" y="195262"/>
                  </a:cubicBezTo>
                  <a:cubicBezTo>
                    <a:pt x="205740" y="245745"/>
                    <a:pt x="164782" y="280035"/>
                    <a:pt x="102870" y="280035"/>
                  </a:cubicBezTo>
                  <a:cubicBezTo>
                    <a:pt x="67627" y="280035"/>
                    <a:pt x="31432" y="268605"/>
                    <a:pt x="0" y="247650"/>
                  </a:cubicBezTo>
                  <a:lnTo>
                    <a:pt x="29527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9" name="Freihandform: Form 168">
              <a:extLst>
                <a:ext uri="{FF2B5EF4-FFF2-40B4-BE49-F238E27FC236}">
                  <a16:creationId xmlns:a16="http://schemas.microsoft.com/office/drawing/2014/main" id="{08B40D83-75AF-478E-9E62-44910A1F67F1}"/>
                </a:ext>
              </a:extLst>
            </p:cNvPr>
            <p:cNvSpPr/>
            <p:nvPr/>
          </p:nvSpPr>
          <p:spPr>
            <a:xfrm>
              <a:off x="9173526" y="2528887"/>
              <a:ext cx="79057" cy="384810"/>
            </a:xfrm>
            <a:custGeom>
              <a:avLst/>
              <a:gdLst>
                <a:gd name="connsiteX0" fmla="*/ 79058 w 79057"/>
                <a:gd name="connsiteY0" fmla="*/ 38100 h 384810"/>
                <a:gd name="connsiteX1" fmla="*/ 39053 w 79057"/>
                <a:gd name="connsiteY1" fmla="*/ 76200 h 384810"/>
                <a:gd name="connsiteX2" fmla="*/ 0 w 79057"/>
                <a:gd name="connsiteY2" fmla="*/ 38100 h 384810"/>
                <a:gd name="connsiteX3" fmla="*/ 39053 w 79057"/>
                <a:gd name="connsiteY3" fmla="*/ 0 h 384810"/>
                <a:gd name="connsiteX4" fmla="*/ 79058 w 79057"/>
                <a:gd name="connsiteY4" fmla="*/ 38100 h 384810"/>
                <a:gd name="connsiteX5" fmla="*/ 70485 w 79057"/>
                <a:gd name="connsiteY5" fmla="*/ 384810 h 384810"/>
                <a:gd name="connsiteX6" fmla="*/ 8573 w 79057"/>
                <a:gd name="connsiteY6" fmla="*/ 384810 h 384810"/>
                <a:gd name="connsiteX7" fmla="*/ 8573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8" y="38100"/>
                  </a:moveTo>
                  <a:cubicBezTo>
                    <a:pt x="79058" y="60007"/>
                    <a:pt x="60960" y="76200"/>
                    <a:pt x="39053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3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0" name="Freihandform: Form 169">
              <a:extLst>
                <a:ext uri="{FF2B5EF4-FFF2-40B4-BE49-F238E27FC236}">
                  <a16:creationId xmlns:a16="http://schemas.microsoft.com/office/drawing/2014/main" id="{4450C88D-A2CC-4995-B198-B8121FB36D4E}"/>
                </a:ext>
              </a:extLst>
            </p:cNvPr>
            <p:cNvSpPr/>
            <p:nvPr/>
          </p:nvSpPr>
          <p:spPr>
            <a:xfrm>
              <a:off x="9297351" y="2562224"/>
              <a:ext cx="165735" cy="358139"/>
            </a:xfrm>
            <a:custGeom>
              <a:avLst/>
              <a:gdLst>
                <a:gd name="connsiteX0" fmla="*/ 165735 w 165735"/>
                <a:gd name="connsiteY0" fmla="*/ 295275 h 358139"/>
                <a:gd name="connsiteX1" fmla="*/ 165735 w 165735"/>
                <a:gd name="connsiteY1" fmla="*/ 348615 h 358139"/>
                <a:gd name="connsiteX2" fmla="*/ 113348 w 165735"/>
                <a:gd name="connsiteY2" fmla="*/ 358140 h 358139"/>
                <a:gd name="connsiteX3" fmla="*/ 40958 w 165735"/>
                <a:gd name="connsiteY3" fmla="*/ 282892 h 358139"/>
                <a:gd name="connsiteX4" fmla="*/ 40958 w 165735"/>
                <a:gd name="connsiteY4" fmla="*/ 137160 h 358139"/>
                <a:gd name="connsiteX5" fmla="*/ 0 w 165735"/>
                <a:gd name="connsiteY5" fmla="*/ 137160 h 358139"/>
                <a:gd name="connsiteX6" fmla="*/ 0 w 165735"/>
                <a:gd name="connsiteY6" fmla="*/ 85725 h 358139"/>
                <a:gd name="connsiteX7" fmla="*/ 40005 w 165735"/>
                <a:gd name="connsiteY7" fmla="*/ 85725 h 358139"/>
                <a:gd name="connsiteX8" fmla="*/ 40005 w 165735"/>
                <a:gd name="connsiteY8" fmla="*/ 13335 h 358139"/>
                <a:gd name="connsiteX9" fmla="*/ 101918 w 165735"/>
                <a:gd name="connsiteY9" fmla="*/ 0 h 358139"/>
                <a:gd name="connsiteX10" fmla="*/ 101918 w 165735"/>
                <a:gd name="connsiteY10" fmla="*/ 86677 h 358139"/>
                <a:gd name="connsiteX11" fmla="*/ 165735 w 165735"/>
                <a:gd name="connsiteY11" fmla="*/ 86677 h 358139"/>
                <a:gd name="connsiteX12" fmla="*/ 165735 w 165735"/>
                <a:gd name="connsiteY12" fmla="*/ 138113 h 358139"/>
                <a:gd name="connsiteX13" fmla="*/ 101918 w 165735"/>
                <a:gd name="connsiteY13" fmla="*/ 138113 h 358139"/>
                <a:gd name="connsiteX14" fmla="*/ 101918 w 165735"/>
                <a:gd name="connsiteY14" fmla="*/ 269558 h 358139"/>
                <a:gd name="connsiteX15" fmla="*/ 130493 w 165735"/>
                <a:gd name="connsiteY15" fmla="*/ 304800 h 358139"/>
                <a:gd name="connsiteX16" fmla="*/ 165735 w 165735"/>
                <a:gd name="connsiteY16" fmla="*/ 295275 h 358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5" h="358139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8" y="358140"/>
                  </a:cubicBezTo>
                  <a:cubicBezTo>
                    <a:pt x="66675" y="358140"/>
                    <a:pt x="40958" y="331470"/>
                    <a:pt x="40958" y="282892"/>
                  </a:cubicBezTo>
                  <a:lnTo>
                    <a:pt x="40958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3"/>
                    <a:pt x="110490" y="304800"/>
                    <a:pt x="130493" y="304800"/>
                  </a:cubicBezTo>
                  <a:cubicBezTo>
                    <a:pt x="141923" y="303848"/>
                    <a:pt x="155258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1" name="Freihandform: Form 170">
              <a:extLst>
                <a:ext uri="{FF2B5EF4-FFF2-40B4-BE49-F238E27FC236}">
                  <a16:creationId xmlns:a16="http://schemas.microsoft.com/office/drawing/2014/main" id="{170097FC-1C77-4FDF-AEC4-E77CD945C51D}"/>
                </a:ext>
              </a:extLst>
            </p:cNvPr>
            <p:cNvSpPr/>
            <p:nvPr/>
          </p:nvSpPr>
          <p:spPr>
            <a:xfrm>
              <a:off x="9511664" y="2533649"/>
              <a:ext cx="225742" cy="386714"/>
            </a:xfrm>
            <a:custGeom>
              <a:avLst/>
              <a:gdLst>
                <a:gd name="connsiteX0" fmla="*/ 114300 w 225742"/>
                <a:gd name="connsiteY0" fmla="*/ 215265 h 386714"/>
                <a:gd name="connsiteX1" fmla="*/ 164783 w 225742"/>
                <a:gd name="connsiteY1" fmla="*/ 220980 h 386714"/>
                <a:gd name="connsiteX2" fmla="*/ 164783 w 225742"/>
                <a:gd name="connsiteY2" fmla="*/ 211455 h 386714"/>
                <a:gd name="connsiteX3" fmla="*/ 105728 w 225742"/>
                <a:gd name="connsiteY3" fmla="*/ 160020 h 386714"/>
                <a:gd name="connsiteX4" fmla="*/ 38100 w 225742"/>
                <a:gd name="connsiteY4" fmla="*/ 175260 h 386714"/>
                <a:gd name="connsiteX5" fmla="*/ 24765 w 225742"/>
                <a:gd name="connsiteY5" fmla="*/ 122873 h 386714"/>
                <a:gd name="connsiteX6" fmla="*/ 112395 w 225742"/>
                <a:gd name="connsiteY6" fmla="*/ 107632 h 386714"/>
                <a:gd name="connsiteX7" fmla="*/ 225743 w 225742"/>
                <a:gd name="connsiteY7" fmla="*/ 210502 h 386714"/>
                <a:gd name="connsiteX8" fmla="*/ 225743 w 225742"/>
                <a:gd name="connsiteY8" fmla="*/ 381000 h 386714"/>
                <a:gd name="connsiteX9" fmla="*/ 166688 w 225742"/>
                <a:gd name="connsiteY9" fmla="*/ 381000 h 386714"/>
                <a:gd name="connsiteX10" fmla="*/ 166688 w 225742"/>
                <a:gd name="connsiteY10" fmla="*/ 352425 h 386714"/>
                <a:gd name="connsiteX11" fmla="*/ 165735 w 225742"/>
                <a:gd name="connsiteY11" fmla="*/ 352425 h 386714"/>
                <a:gd name="connsiteX12" fmla="*/ 87630 w 225742"/>
                <a:gd name="connsiteY12" fmla="*/ 386715 h 386714"/>
                <a:gd name="connsiteX13" fmla="*/ 0 w 225742"/>
                <a:gd name="connsiteY13" fmla="*/ 301942 h 386714"/>
                <a:gd name="connsiteX14" fmla="*/ 114300 w 225742"/>
                <a:gd name="connsiteY14" fmla="*/ 215265 h 386714"/>
                <a:gd name="connsiteX15" fmla="*/ 63818 w 225742"/>
                <a:gd name="connsiteY15" fmla="*/ 72390 h 386714"/>
                <a:gd name="connsiteX16" fmla="*/ 26670 w 225742"/>
                <a:gd name="connsiteY16" fmla="*/ 36195 h 386714"/>
                <a:gd name="connsiteX17" fmla="*/ 63818 w 225742"/>
                <a:gd name="connsiteY17" fmla="*/ 0 h 386714"/>
                <a:gd name="connsiteX18" fmla="*/ 100965 w 225742"/>
                <a:gd name="connsiteY18" fmla="*/ 36195 h 386714"/>
                <a:gd name="connsiteX19" fmla="*/ 63818 w 225742"/>
                <a:gd name="connsiteY19" fmla="*/ 72390 h 386714"/>
                <a:gd name="connsiteX20" fmla="*/ 103823 w 225742"/>
                <a:gd name="connsiteY20" fmla="*/ 340042 h 386714"/>
                <a:gd name="connsiteX21" fmla="*/ 164783 w 225742"/>
                <a:gd name="connsiteY21" fmla="*/ 307658 h 386714"/>
                <a:gd name="connsiteX22" fmla="*/ 164783 w 225742"/>
                <a:gd name="connsiteY22" fmla="*/ 261938 h 386714"/>
                <a:gd name="connsiteX23" fmla="*/ 120968 w 225742"/>
                <a:gd name="connsiteY23" fmla="*/ 257175 h 386714"/>
                <a:gd name="connsiteX24" fmla="*/ 59055 w 225742"/>
                <a:gd name="connsiteY24" fmla="*/ 300990 h 386714"/>
                <a:gd name="connsiteX25" fmla="*/ 103823 w 225742"/>
                <a:gd name="connsiteY25" fmla="*/ 340042 h 386714"/>
                <a:gd name="connsiteX26" fmla="*/ 172403 w 225742"/>
                <a:gd name="connsiteY26" fmla="*/ 72390 h 386714"/>
                <a:gd name="connsiteX27" fmla="*/ 135255 w 225742"/>
                <a:gd name="connsiteY27" fmla="*/ 36195 h 386714"/>
                <a:gd name="connsiteX28" fmla="*/ 172403 w 225742"/>
                <a:gd name="connsiteY28" fmla="*/ 0 h 386714"/>
                <a:gd name="connsiteX29" fmla="*/ 209550 w 225742"/>
                <a:gd name="connsiteY29" fmla="*/ 36195 h 386714"/>
                <a:gd name="connsiteX30" fmla="*/ 172403 w 225742"/>
                <a:gd name="connsiteY30" fmla="*/ 72390 h 386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25742" h="386714">
                  <a:moveTo>
                    <a:pt x="114300" y="215265"/>
                  </a:moveTo>
                  <a:cubicBezTo>
                    <a:pt x="131445" y="215265"/>
                    <a:pt x="147638" y="216217"/>
                    <a:pt x="164783" y="220980"/>
                  </a:cubicBezTo>
                  <a:lnTo>
                    <a:pt x="164783" y="211455"/>
                  </a:lnTo>
                  <a:cubicBezTo>
                    <a:pt x="164783" y="177165"/>
                    <a:pt x="144780" y="160020"/>
                    <a:pt x="105728" y="160020"/>
                  </a:cubicBezTo>
                  <a:cubicBezTo>
                    <a:pt x="83820" y="160020"/>
                    <a:pt x="60008" y="164783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2"/>
                    <a:pt x="112395" y="107632"/>
                  </a:cubicBezTo>
                  <a:cubicBezTo>
                    <a:pt x="187643" y="107632"/>
                    <a:pt x="225743" y="142875"/>
                    <a:pt x="225743" y="210502"/>
                  </a:cubicBezTo>
                  <a:lnTo>
                    <a:pt x="225743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8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8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8" y="72390"/>
                  </a:cubicBezTo>
                  <a:close/>
                  <a:moveTo>
                    <a:pt x="103823" y="340042"/>
                  </a:moveTo>
                  <a:cubicBezTo>
                    <a:pt x="126683" y="340042"/>
                    <a:pt x="147638" y="328613"/>
                    <a:pt x="164783" y="307658"/>
                  </a:cubicBezTo>
                  <a:lnTo>
                    <a:pt x="164783" y="261938"/>
                  </a:lnTo>
                  <a:cubicBezTo>
                    <a:pt x="150495" y="258127"/>
                    <a:pt x="135255" y="257175"/>
                    <a:pt x="120968" y="257175"/>
                  </a:cubicBezTo>
                  <a:cubicBezTo>
                    <a:pt x="81915" y="257175"/>
                    <a:pt x="59055" y="272415"/>
                    <a:pt x="59055" y="300990"/>
                  </a:cubicBezTo>
                  <a:cubicBezTo>
                    <a:pt x="59055" y="324803"/>
                    <a:pt x="76200" y="340042"/>
                    <a:pt x="103823" y="340042"/>
                  </a:cubicBezTo>
                  <a:close/>
                  <a:moveTo>
                    <a:pt x="172403" y="72390"/>
                  </a:moveTo>
                  <a:cubicBezTo>
                    <a:pt x="152400" y="72390"/>
                    <a:pt x="135255" y="55245"/>
                    <a:pt x="135255" y="36195"/>
                  </a:cubicBezTo>
                  <a:cubicBezTo>
                    <a:pt x="135255" y="17145"/>
                    <a:pt x="152400" y="0"/>
                    <a:pt x="172403" y="0"/>
                  </a:cubicBezTo>
                  <a:cubicBezTo>
                    <a:pt x="192405" y="0"/>
                    <a:pt x="209550" y="17145"/>
                    <a:pt x="209550" y="36195"/>
                  </a:cubicBezTo>
                  <a:cubicBezTo>
                    <a:pt x="209550" y="56198"/>
                    <a:pt x="192405" y="72390"/>
                    <a:pt x="172403" y="723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2" name="Freihandform: Form 171">
              <a:extLst>
                <a:ext uri="{FF2B5EF4-FFF2-40B4-BE49-F238E27FC236}">
                  <a16:creationId xmlns:a16="http://schemas.microsoft.com/office/drawing/2014/main" id="{D9C6AC2B-710E-4330-AC9D-A8316145CCED}"/>
                </a:ext>
              </a:extLst>
            </p:cNvPr>
            <p:cNvSpPr/>
            <p:nvPr/>
          </p:nvSpPr>
          <p:spPr>
            <a:xfrm>
              <a:off x="9785984" y="2562224"/>
              <a:ext cx="165734" cy="358139"/>
            </a:xfrm>
            <a:custGeom>
              <a:avLst/>
              <a:gdLst>
                <a:gd name="connsiteX0" fmla="*/ 165735 w 165734"/>
                <a:gd name="connsiteY0" fmla="*/ 295275 h 358139"/>
                <a:gd name="connsiteX1" fmla="*/ 165735 w 165734"/>
                <a:gd name="connsiteY1" fmla="*/ 348615 h 358139"/>
                <a:gd name="connsiteX2" fmla="*/ 113347 w 165734"/>
                <a:gd name="connsiteY2" fmla="*/ 358140 h 358139"/>
                <a:gd name="connsiteX3" fmla="*/ 40957 w 165734"/>
                <a:gd name="connsiteY3" fmla="*/ 282892 h 358139"/>
                <a:gd name="connsiteX4" fmla="*/ 40957 w 165734"/>
                <a:gd name="connsiteY4" fmla="*/ 137160 h 358139"/>
                <a:gd name="connsiteX5" fmla="*/ 0 w 165734"/>
                <a:gd name="connsiteY5" fmla="*/ 137160 h 358139"/>
                <a:gd name="connsiteX6" fmla="*/ 0 w 165734"/>
                <a:gd name="connsiteY6" fmla="*/ 85725 h 358139"/>
                <a:gd name="connsiteX7" fmla="*/ 40005 w 165734"/>
                <a:gd name="connsiteY7" fmla="*/ 85725 h 358139"/>
                <a:gd name="connsiteX8" fmla="*/ 40005 w 165734"/>
                <a:gd name="connsiteY8" fmla="*/ 13335 h 358139"/>
                <a:gd name="connsiteX9" fmla="*/ 101917 w 165734"/>
                <a:gd name="connsiteY9" fmla="*/ 0 h 358139"/>
                <a:gd name="connsiteX10" fmla="*/ 101917 w 165734"/>
                <a:gd name="connsiteY10" fmla="*/ 86677 h 358139"/>
                <a:gd name="connsiteX11" fmla="*/ 165735 w 165734"/>
                <a:gd name="connsiteY11" fmla="*/ 86677 h 358139"/>
                <a:gd name="connsiteX12" fmla="*/ 165735 w 165734"/>
                <a:gd name="connsiteY12" fmla="*/ 138113 h 358139"/>
                <a:gd name="connsiteX13" fmla="*/ 101917 w 165734"/>
                <a:gd name="connsiteY13" fmla="*/ 138113 h 358139"/>
                <a:gd name="connsiteX14" fmla="*/ 101917 w 165734"/>
                <a:gd name="connsiteY14" fmla="*/ 269558 h 358139"/>
                <a:gd name="connsiteX15" fmla="*/ 130492 w 165734"/>
                <a:gd name="connsiteY15" fmla="*/ 304800 h 358139"/>
                <a:gd name="connsiteX16" fmla="*/ 165735 w 165734"/>
                <a:gd name="connsiteY16" fmla="*/ 295275 h 358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39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7" y="0"/>
                  </a:lnTo>
                  <a:lnTo>
                    <a:pt x="101917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7" y="138113"/>
                  </a:lnTo>
                  <a:lnTo>
                    <a:pt x="101917" y="269558"/>
                  </a:lnTo>
                  <a:cubicBezTo>
                    <a:pt x="101917" y="294323"/>
                    <a:pt x="110490" y="304800"/>
                    <a:pt x="130492" y="304800"/>
                  </a:cubicBezTo>
                  <a:cubicBezTo>
                    <a:pt x="142875" y="303848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3" name="Freihandform: Form 172">
              <a:extLst>
                <a:ext uri="{FF2B5EF4-FFF2-40B4-BE49-F238E27FC236}">
                  <a16:creationId xmlns:a16="http://schemas.microsoft.com/office/drawing/2014/main" id="{A44EACAA-23D2-4B0E-A7A5-160CBF43FAA6}"/>
                </a:ext>
              </a:extLst>
            </p:cNvPr>
            <p:cNvSpPr/>
            <p:nvPr/>
          </p:nvSpPr>
          <p:spPr>
            <a:xfrm>
              <a:off x="2242184" y="3122294"/>
              <a:ext cx="275272" cy="368617"/>
            </a:xfrm>
            <a:custGeom>
              <a:avLst/>
              <a:gdLst>
                <a:gd name="connsiteX0" fmla="*/ 275273 w 275272"/>
                <a:gd name="connsiteY0" fmla="*/ 60960 h 368617"/>
                <a:gd name="connsiteX1" fmla="*/ 170498 w 275272"/>
                <a:gd name="connsiteY1" fmla="*/ 60960 h 368617"/>
                <a:gd name="connsiteX2" fmla="*/ 170498 w 275272"/>
                <a:gd name="connsiteY2" fmla="*/ 368617 h 368617"/>
                <a:gd name="connsiteX3" fmla="*/ 104775 w 275272"/>
                <a:gd name="connsiteY3" fmla="*/ 368617 h 368617"/>
                <a:gd name="connsiteX4" fmla="*/ 104775 w 275272"/>
                <a:gd name="connsiteY4" fmla="*/ 60960 h 368617"/>
                <a:gd name="connsiteX5" fmla="*/ 0 w 275272"/>
                <a:gd name="connsiteY5" fmla="*/ 60960 h 368617"/>
                <a:gd name="connsiteX6" fmla="*/ 0 w 275272"/>
                <a:gd name="connsiteY6" fmla="*/ 0 h 368617"/>
                <a:gd name="connsiteX7" fmla="*/ 275273 w 275272"/>
                <a:gd name="connsiteY7" fmla="*/ 0 h 368617"/>
                <a:gd name="connsiteX8" fmla="*/ 275273 w 275272"/>
                <a:gd name="connsiteY8" fmla="*/ 60960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272" h="368617">
                  <a:moveTo>
                    <a:pt x="275273" y="60960"/>
                  </a:moveTo>
                  <a:lnTo>
                    <a:pt x="170498" y="60960"/>
                  </a:lnTo>
                  <a:lnTo>
                    <a:pt x="170498" y="368617"/>
                  </a:lnTo>
                  <a:lnTo>
                    <a:pt x="104775" y="368617"/>
                  </a:lnTo>
                  <a:lnTo>
                    <a:pt x="104775" y="60960"/>
                  </a:lnTo>
                  <a:lnTo>
                    <a:pt x="0" y="60960"/>
                  </a:lnTo>
                  <a:lnTo>
                    <a:pt x="0" y="0"/>
                  </a:lnTo>
                  <a:lnTo>
                    <a:pt x="275273" y="0"/>
                  </a:lnTo>
                  <a:lnTo>
                    <a:pt x="275273" y="6096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4" name="Freihandform: Form 173">
              <a:extLst>
                <a:ext uri="{FF2B5EF4-FFF2-40B4-BE49-F238E27FC236}">
                  <a16:creationId xmlns:a16="http://schemas.microsoft.com/office/drawing/2014/main" id="{C1445E99-D980-4FC1-8219-60CB5C0DAA20}"/>
                </a:ext>
              </a:extLst>
            </p:cNvPr>
            <p:cNvSpPr/>
            <p:nvPr/>
          </p:nvSpPr>
          <p:spPr>
            <a:xfrm>
              <a:off x="2519362" y="3217544"/>
              <a:ext cx="242887" cy="279082"/>
            </a:xfrm>
            <a:custGeom>
              <a:avLst/>
              <a:gdLst>
                <a:gd name="connsiteX0" fmla="*/ 132398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3817 w 242887"/>
                <a:gd name="connsiteY5" fmla="*/ 160972 h 279082"/>
                <a:gd name="connsiteX6" fmla="*/ 133350 w 242887"/>
                <a:gd name="connsiteY6" fmla="*/ 225742 h 279082"/>
                <a:gd name="connsiteX7" fmla="*/ 199073 w 242887"/>
                <a:gd name="connsiteY7" fmla="*/ 194310 h 279082"/>
                <a:gd name="connsiteX8" fmla="*/ 238125 w 242887"/>
                <a:gd name="connsiteY8" fmla="*/ 235267 h 279082"/>
                <a:gd name="connsiteX9" fmla="*/ 132398 w 242887"/>
                <a:gd name="connsiteY9" fmla="*/ 279083 h 279082"/>
                <a:gd name="connsiteX10" fmla="*/ 62865 w 242887"/>
                <a:gd name="connsiteY10" fmla="*/ 115252 h 279082"/>
                <a:gd name="connsiteX11" fmla="*/ 183833 w 242887"/>
                <a:gd name="connsiteY11" fmla="*/ 115252 h 279082"/>
                <a:gd name="connsiteX12" fmla="*/ 124777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3817" y="160972"/>
                  </a:lnTo>
                  <a:cubicBezTo>
                    <a:pt x="70485" y="201930"/>
                    <a:pt x="95250" y="225742"/>
                    <a:pt x="133350" y="225742"/>
                  </a:cubicBezTo>
                  <a:cubicBezTo>
                    <a:pt x="158115" y="225742"/>
                    <a:pt x="178117" y="216217"/>
                    <a:pt x="199073" y="194310"/>
                  </a:cubicBezTo>
                  <a:lnTo>
                    <a:pt x="238125" y="235267"/>
                  </a:lnTo>
                  <a:cubicBezTo>
                    <a:pt x="206692" y="264795"/>
                    <a:pt x="172402" y="279083"/>
                    <a:pt x="132398" y="279083"/>
                  </a:cubicBezTo>
                  <a:close/>
                  <a:moveTo>
                    <a:pt x="62865" y="115252"/>
                  </a:moveTo>
                  <a:lnTo>
                    <a:pt x="183833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5" name="Freihandform: Form 174">
              <a:extLst>
                <a:ext uri="{FF2B5EF4-FFF2-40B4-BE49-F238E27FC236}">
                  <a16:creationId xmlns:a16="http://schemas.microsoft.com/office/drawing/2014/main" id="{8F5B513C-3EB1-4F96-AE3F-FA2E5E55A045}"/>
                </a:ext>
              </a:extLst>
            </p:cNvPr>
            <p:cNvSpPr/>
            <p:nvPr/>
          </p:nvSpPr>
          <p:spPr>
            <a:xfrm>
              <a:off x="2816541" y="3216591"/>
              <a:ext cx="224790" cy="280035"/>
            </a:xfrm>
            <a:custGeom>
              <a:avLst/>
              <a:gdLst>
                <a:gd name="connsiteX0" fmla="*/ 222885 w 224790"/>
                <a:gd name="connsiteY0" fmla="*/ 237173 h 280035"/>
                <a:gd name="connsiteX1" fmla="*/ 127635 w 224790"/>
                <a:gd name="connsiteY1" fmla="*/ 280035 h 280035"/>
                <a:gd name="connsiteX2" fmla="*/ 0 w 224790"/>
                <a:gd name="connsiteY2" fmla="*/ 140970 h 280035"/>
                <a:gd name="connsiteX3" fmla="*/ 128588 w 224790"/>
                <a:gd name="connsiteY3" fmla="*/ 0 h 280035"/>
                <a:gd name="connsiteX4" fmla="*/ 224790 w 224790"/>
                <a:gd name="connsiteY4" fmla="*/ 45720 h 280035"/>
                <a:gd name="connsiteX5" fmla="*/ 181928 w 224790"/>
                <a:gd name="connsiteY5" fmla="*/ 86678 h 280035"/>
                <a:gd name="connsiteX6" fmla="*/ 128588 w 224790"/>
                <a:gd name="connsiteY6" fmla="*/ 57150 h 280035"/>
                <a:gd name="connsiteX7" fmla="*/ 62865 w 224790"/>
                <a:gd name="connsiteY7" fmla="*/ 140017 h 280035"/>
                <a:gd name="connsiteX8" fmla="*/ 128588 w 224790"/>
                <a:gd name="connsiteY8" fmla="*/ 222885 h 280035"/>
                <a:gd name="connsiteX9" fmla="*/ 183833 w 224790"/>
                <a:gd name="connsiteY9" fmla="*/ 193358 h 280035"/>
                <a:gd name="connsiteX10" fmla="*/ 222885 w 224790"/>
                <a:gd name="connsiteY10" fmla="*/ 237173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90" h="280035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3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6688" y="66675"/>
                    <a:pt x="149543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3" y="222885"/>
                    <a:pt x="166688" y="213360"/>
                    <a:pt x="183833" y="193358"/>
                  </a:cubicBezTo>
                  <a:lnTo>
                    <a:pt x="222885" y="2371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6" name="Freihandform: Form 175">
              <a:extLst>
                <a:ext uri="{FF2B5EF4-FFF2-40B4-BE49-F238E27FC236}">
                  <a16:creationId xmlns:a16="http://schemas.microsoft.com/office/drawing/2014/main" id="{60BC311B-E1F4-4DE2-B87A-9DAD7B90EA03}"/>
                </a:ext>
              </a:extLst>
            </p:cNvPr>
            <p:cNvSpPr/>
            <p:nvPr/>
          </p:nvSpPr>
          <p:spPr>
            <a:xfrm>
              <a:off x="3095624" y="3101339"/>
              <a:ext cx="228600" cy="389572"/>
            </a:xfrm>
            <a:custGeom>
              <a:avLst/>
              <a:gdLst>
                <a:gd name="connsiteX0" fmla="*/ 228600 w 228600"/>
                <a:gd name="connsiteY0" fmla="*/ 388620 h 389572"/>
                <a:gd name="connsiteX1" fmla="*/ 166688 w 228600"/>
                <a:gd name="connsiteY1" fmla="*/ 388620 h 389572"/>
                <a:gd name="connsiteX2" fmla="*/ 166688 w 228600"/>
                <a:gd name="connsiteY2" fmla="*/ 236220 h 389572"/>
                <a:gd name="connsiteX3" fmla="*/ 117158 w 228600"/>
                <a:gd name="connsiteY3" fmla="*/ 171450 h 389572"/>
                <a:gd name="connsiteX4" fmla="*/ 61913 w 228600"/>
                <a:gd name="connsiteY4" fmla="*/ 236220 h 389572"/>
                <a:gd name="connsiteX5" fmla="*/ 61913 w 228600"/>
                <a:gd name="connsiteY5" fmla="*/ 389573 h 389572"/>
                <a:gd name="connsiteX6" fmla="*/ 0 w 228600"/>
                <a:gd name="connsiteY6" fmla="*/ 389573 h 389572"/>
                <a:gd name="connsiteX7" fmla="*/ 0 w 228600"/>
                <a:gd name="connsiteY7" fmla="*/ 15240 h 389572"/>
                <a:gd name="connsiteX8" fmla="*/ 61913 w 228600"/>
                <a:gd name="connsiteY8" fmla="*/ 0 h 389572"/>
                <a:gd name="connsiteX9" fmla="*/ 61913 w 228600"/>
                <a:gd name="connsiteY9" fmla="*/ 155258 h 389572"/>
                <a:gd name="connsiteX10" fmla="*/ 62865 w 228600"/>
                <a:gd name="connsiteY10" fmla="*/ 155258 h 389572"/>
                <a:gd name="connsiteX11" fmla="*/ 140970 w 228600"/>
                <a:gd name="connsiteY11" fmla="*/ 116205 h 389572"/>
                <a:gd name="connsiteX12" fmla="*/ 228600 w 228600"/>
                <a:gd name="connsiteY12" fmla="*/ 223838 h 389572"/>
                <a:gd name="connsiteX13" fmla="*/ 228600 w 228600"/>
                <a:gd name="connsiteY13" fmla="*/ 38862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389572">
                  <a:moveTo>
                    <a:pt x="228600" y="388620"/>
                  </a:moveTo>
                  <a:lnTo>
                    <a:pt x="166688" y="388620"/>
                  </a:lnTo>
                  <a:lnTo>
                    <a:pt x="166688" y="236220"/>
                  </a:lnTo>
                  <a:cubicBezTo>
                    <a:pt x="166688" y="197168"/>
                    <a:pt x="154305" y="171450"/>
                    <a:pt x="117158" y="171450"/>
                  </a:cubicBezTo>
                  <a:cubicBezTo>
                    <a:pt x="74295" y="171450"/>
                    <a:pt x="61913" y="205740"/>
                    <a:pt x="61913" y="236220"/>
                  </a:cubicBezTo>
                  <a:lnTo>
                    <a:pt x="61913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7" name="Freihandform: Form 176">
              <a:extLst>
                <a:ext uri="{FF2B5EF4-FFF2-40B4-BE49-F238E27FC236}">
                  <a16:creationId xmlns:a16="http://schemas.microsoft.com/office/drawing/2014/main" id="{6D220A37-F8FD-4C97-B886-3789AD45A1C3}"/>
                </a:ext>
              </a:extLst>
            </p:cNvPr>
            <p:cNvSpPr/>
            <p:nvPr/>
          </p:nvSpPr>
          <p:spPr>
            <a:xfrm>
              <a:off x="3404234" y="3217544"/>
              <a:ext cx="228600" cy="273367"/>
            </a:xfrm>
            <a:custGeom>
              <a:avLst/>
              <a:gdLst>
                <a:gd name="connsiteX0" fmla="*/ 228600 w 228600"/>
                <a:gd name="connsiteY0" fmla="*/ 272415 h 273367"/>
                <a:gd name="connsiteX1" fmla="*/ 166688 w 228600"/>
                <a:gd name="connsiteY1" fmla="*/ 272415 h 273367"/>
                <a:gd name="connsiteX2" fmla="*/ 166688 w 228600"/>
                <a:gd name="connsiteY2" fmla="*/ 120015 h 273367"/>
                <a:gd name="connsiteX3" fmla="*/ 117158 w 228600"/>
                <a:gd name="connsiteY3" fmla="*/ 55245 h 273367"/>
                <a:gd name="connsiteX4" fmla="*/ 61913 w 228600"/>
                <a:gd name="connsiteY4" fmla="*/ 120015 h 273367"/>
                <a:gd name="connsiteX5" fmla="*/ 61913 w 228600"/>
                <a:gd name="connsiteY5" fmla="*/ 273367 h 273367"/>
                <a:gd name="connsiteX6" fmla="*/ 0 w 228600"/>
                <a:gd name="connsiteY6" fmla="*/ 273367 h 273367"/>
                <a:gd name="connsiteX7" fmla="*/ 0 w 228600"/>
                <a:gd name="connsiteY7" fmla="*/ 6667 h 273367"/>
                <a:gd name="connsiteX8" fmla="*/ 61913 w 228600"/>
                <a:gd name="connsiteY8" fmla="*/ 6667 h 273367"/>
                <a:gd name="connsiteX9" fmla="*/ 61913 w 228600"/>
                <a:gd name="connsiteY9" fmla="*/ 39052 h 273367"/>
                <a:gd name="connsiteX10" fmla="*/ 62865 w 228600"/>
                <a:gd name="connsiteY10" fmla="*/ 39052 h 273367"/>
                <a:gd name="connsiteX11" fmla="*/ 140970 w 228600"/>
                <a:gd name="connsiteY11" fmla="*/ 0 h 273367"/>
                <a:gd name="connsiteX12" fmla="*/ 228600 w 228600"/>
                <a:gd name="connsiteY12" fmla="*/ 107633 h 273367"/>
                <a:gd name="connsiteX13" fmla="*/ 228600 w 228600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8" y="55245"/>
                    <a:pt x="117158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7"/>
                  </a:lnTo>
                  <a:lnTo>
                    <a:pt x="0" y="273367"/>
                  </a:lnTo>
                  <a:lnTo>
                    <a:pt x="0" y="6667"/>
                  </a:lnTo>
                  <a:lnTo>
                    <a:pt x="61913" y="6667"/>
                  </a:lnTo>
                  <a:lnTo>
                    <a:pt x="61913" y="39052"/>
                  </a:lnTo>
                  <a:lnTo>
                    <a:pt x="62865" y="39052"/>
                  </a:lnTo>
                  <a:cubicBezTo>
                    <a:pt x="78105" y="15240"/>
                    <a:pt x="106680" y="0"/>
                    <a:pt x="140970" y="0"/>
                  </a:cubicBezTo>
                  <a:cubicBezTo>
                    <a:pt x="201930" y="0"/>
                    <a:pt x="228600" y="44767"/>
                    <a:pt x="228600" y="107633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8" name="Freihandform: Form 177">
              <a:extLst>
                <a:ext uri="{FF2B5EF4-FFF2-40B4-BE49-F238E27FC236}">
                  <a16:creationId xmlns:a16="http://schemas.microsoft.com/office/drawing/2014/main" id="{7618119C-41E9-43BA-92E1-7139F37520B7}"/>
                </a:ext>
              </a:extLst>
            </p:cNvPr>
            <p:cNvSpPr/>
            <p:nvPr/>
          </p:nvSpPr>
          <p:spPr>
            <a:xfrm>
              <a:off x="3703319" y="3105149"/>
              <a:ext cx="79057" cy="384809"/>
            </a:xfrm>
            <a:custGeom>
              <a:avLst/>
              <a:gdLst>
                <a:gd name="connsiteX0" fmla="*/ 79058 w 79057"/>
                <a:gd name="connsiteY0" fmla="*/ 38100 h 384809"/>
                <a:gd name="connsiteX1" fmla="*/ 39052 w 79057"/>
                <a:gd name="connsiteY1" fmla="*/ 76200 h 384809"/>
                <a:gd name="connsiteX2" fmla="*/ 0 w 79057"/>
                <a:gd name="connsiteY2" fmla="*/ 38100 h 384809"/>
                <a:gd name="connsiteX3" fmla="*/ 39052 w 79057"/>
                <a:gd name="connsiteY3" fmla="*/ 0 h 384809"/>
                <a:gd name="connsiteX4" fmla="*/ 79058 w 79057"/>
                <a:gd name="connsiteY4" fmla="*/ 38100 h 384809"/>
                <a:gd name="connsiteX5" fmla="*/ 70485 w 79057"/>
                <a:gd name="connsiteY5" fmla="*/ 384810 h 384809"/>
                <a:gd name="connsiteX6" fmla="*/ 8572 w 79057"/>
                <a:gd name="connsiteY6" fmla="*/ 384810 h 384809"/>
                <a:gd name="connsiteX7" fmla="*/ 8572 w 79057"/>
                <a:gd name="connsiteY7" fmla="*/ 118110 h 384809"/>
                <a:gd name="connsiteX8" fmla="*/ 70485 w 79057"/>
                <a:gd name="connsiteY8" fmla="*/ 118110 h 384809"/>
                <a:gd name="connsiteX9" fmla="*/ 70485 w 79057"/>
                <a:gd name="connsiteY9" fmla="*/ 384810 h 384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09">
                  <a:moveTo>
                    <a:pt x="79058" y="38100"/>
                  </a:moveTo>
                  <a:cubicBezTo>
                    <a:pt x="79058" y="60008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2"/>
                    <a:pt x="18097" y="0"/>
                    <a:pt x="39052" y="0"/>
                  </a:cubicBezTo>
                  <a:cubicBezTo>
                    <a:pt x="60960" y="0"/>
                    <a:pt x="79058" y="16192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2" y="384810"/>
                  </a:lnTo>
                  <a:lnTo>
                    <a:pt x="8572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9" name="Freihandform: Form 178">
              <a:extLst>
                <a:ext uri="{FF2B5EF4-FFF2-40B4-BE49-F238E27FC236}">
                  <a16:creationId xmlns:a16="http://schemas.microsoft.com/office/drawing/2014/main" id="{A5F874B1-F5C4-402C-9749-2AB3C2EAFCFC}"/>
                </a:ext>
              </a:extLst>
            </p:cNvPr>
            <p:cNvSpPr/>
            <p:nvPr/>
          </p:nvSpPr>
          <p:spPr>
            <a:xfrm>
              <a:off x="3830954" y="3216591"/>
              <a:ext cx="205740" cy="280035"/>
            </a:xfrm>
            <a:custGeom>
              <a:avLst/>
              <a:gdLst>
                <a:gd name="connsiteX0" fmla="*/ 29528 w 205740"/>
                <a:gd name="connsiteY0" fmla="*/ 198120 h 280035"/>
                <a:gd name="connsiteX1" fmla="*/ 104775 w 205740"/>
                <a:gd name="connsiteY1" fmla="*/ 227648 h 280035"/>
                <a:gd name="connsiteX2" fmla="*/ 143828 w 205740"/>
                <a:gd name="connsiteY2" fmla="*/ 200978 h 280035"/>
                <a:gd name="connsiteX3" fmla="*/ 10478 w 205740"/>
                <a:gd name="connsiteY3" fmla="*/ 82868 h 280035"/>
                <a:gd name="connsiteX4" fmla="*/ 111442 w 205740"/>
                <a:gd name="connsiteY4" fmla="*/ 0 h 280035"/>
                <a:gd name="connsiteX5" fmla="*/ 203835 w 205740"/>
                <a:gd name="connsiteY5" fmla="*/ 27623 h 280035"/>
                <a:gd name="connsiteX6" fmla="*/ 174308 w 205740"/>
                <a:gd name="connsiteY6" fmla="*/ 76200 h 280035"/>
                <a:gd name="connsiteX7" fmla="*/ 110490 w 205740"/>
                <a:gd name="connsiteY7" fmla="*/ 52388 h 280035"/>
                <a:gd name="connsiteX8" fmla="*/ 72390 w 205740"/>
                <a:gd name="connsiteY8" fmla="*/ 77153 h 280035"/>
                <a:gd name="connsiteX9" fmla="*/ 205740 w 205740"/>
                <a:gd name="connsiteY9" fmla="*/ 195263 h 280035"/>
                <a:gd name="connsiteX10" fmla="*/ 102870 w 205740"/>
                <a:gd name="connsiteY10" fmla="*/ 280035 h 280035"/>
                <a:gd name="connsiteX11" fmla="*/ 0 w 205740"/>
                <a:gd name="connsiteY11" fmla="*/ 247650 h 280035"/>
                <a:gd name="connsiteX12" fmla="*/ 29528 w 205740"/>
                <a:gd name="connsiteY12" fmla="*/ 198120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40" h="280035">
                  <a:moveTo>
                    <a:pt x="29528" y="198120"/>
                  </a:moveTo>
                  <a:cubicBezTo>
                    <a:pt x="55245" y="218123"/>
                    <a:pt x="80963" y="227648"/>
                    <a:pt x="104775" y="227648"/>
                  </a:cubicBezTo>
                  <a:cubicBezTo>
                    <a:pt x="127635" y="227648"/>
                    <a:pt x="143828" y="217170"/>
                    <a:pt x="143828" y="200978"/>
                  </a:cubicBezTo>
                  <a:cubicBezTo>
                    <a:pt x="143828" y="155258"/>
                    <a:pt x="10478" y="171450"/>
                    <a:pt x="10478" y="82868"/>
                  </a:cubicBezTo>
                  <a:cubicBezTo>
                    <a:pt x="10478" y="33338"/>
                    <a:pt x="51435" y="0"/>
                    <a:pt x="111442" y="0"/>
                  </a:cubicBezTo>
                  <a:cubicBezTo>
                    <a:pt x="143828" y="0"/>
                    <a:pt x="175260" y="9525"/>
                    <a:pt x="203835" y="27623"/>
                  </a:cubicBezTo>
                  <a:lnTo>
                    <a:pt x="174308" y="76200"/>
                  </a:lnTo>
                  <a:cubicBezTo>
                    <a:pt x="151448" y="60960"/>
                    <a:pt x="130492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3" y="280035"/>
                    <a:pt x="102870" y="280035"/>
                  </a:cubicBezTo>
                  <a:cubicBezTo>
                    <a:pt x="67628" y="280035"/>
                    <a:pt x="31433" y="268605"/>
                    <a:pt x="0" y="247650"/>
                  </a:cubicBezTo>
                  <a:lnTo>
                    <a:pt x="29528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0" name="Freihandform: Form 179">
              <a:extLst>
                <a:ext uri="{FF2B5EF4-FFF2-40B4-BE49-F238E27FC236}">
                  <a16:creationId xmlns:a16="http://schemas.microsoft.com/office/drawing/2014/main" id="{169F6428-4F5D-4675-B468-7AAA6EA2A8D9}"/>
                </a:ext>
              </a:extLst>
            </p:cNvPr>
            <p:cNvSpPr/>
            <p:nvPr/>
          </p:nvSpPr>
          <p:spPr>
            <a:xfrm>
              <a:off x="4087177" y="3216591"/>
              <a:ext cx="224790" cy="280035"/>
            </a:xfrm>
            <a:custGeom>
              <a:avLst/>
              <a:gdLst>
                <a:gd name="connsiteX0" fmla="*/ 222885 w 224790"/>
                <a:gd name="connsiteY0" fmla="*/ 237173 h 280035"/>
                <a:gd name="connsiteX1" fmla="*/ 127635 w 224790"/>
                <a:gd name="connsiteY1" fmla="*/ 280035 h 280035"/>
                <a:gd name="connsiteX2" fmla="*/ 0 w 224790"/>
                <a:gd name="connsiteY2" fmla="*/ 140970 h 280035"/>
                <a:gd name="connsiteX3" fmla="*/ 128588 w 224790"/>
                <a:gd name="connsiteY3" fmla="*/ 0 h 280035"/>
                <a:gd name="connsiteX4" fmla="*/ 224790 w 224790"/>
                <a:gd name="connsiteY4" fmla="*/ 45720 h 280035"/>
                <a:gd name="connsiteX5" fmla="*/ 181928 w 224790"/>
                <a:gd name="connsiteY5" fmla="*/ 86678 h 280035"/>
                <a:gd name="connsiteX6" fmla="*/ 128588 w 224790"/>
                <a:gd name="connsiteY6" fmla="*/ 57150 h 280035"/>
                <a:gd name="connsiteX7" fmla="*/ 62865 w 224790"/>
                <a:gd name="connsiteY7" fmla="*/ 140017 h 280035"/>
                <a:gd name="connsiteX8" fmla="*/ 128588 w 224790"/>
                <a:gd name="connsiteY8" fmla="*/ 222885 h 280035"/>
                <a:gd name="connsiteX9" fmla="*/ 183832 w 224790"/>
                <a:gd name="connsiteY9" fmla="*/ 193358 h 280035"/>
                <a:gd name="connsiteX10" fmla="*/ 222885 w 224790"/>
                <a:gd name="connsiteY10" fmla="*/ 237173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90" h="280035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5735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2" y="193358"/>
                  </a:cubicBezTo>
                  <a:lnTo>
                    <a:pt x="222885" y="2371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1" name="Freihandform: Form 180">
              <a:extLst>
                <a:ext uri="{FF2B5EF4-FFF2-40B4-BE49-F238E27FC236}">
                  <a16:creationId xmlns:a16="http://schemas.microsoft.com/office/drawing/2014/main" id="{6ECA4213-C333-492A-8271-46DBC688C852}"/>
                </a:ext>
              </a:extLst>
            </p:cNvPr>
            <p:cNvSpPr/>
            <p:nvPr/>
          </p:nvSpPr>
          <p:spPr>
            <a:xfrm>
              <a:off x="4366259" y="3101339"/>
              <a:ext cx="228600" cy="389572"/>
            </a:xfrm>
            <a:custGeom>
              <a:avLst/>
              <a:gdLst>
                <a:gd name="connsiteX0" fmla="*/ 228600 w 228600"/>
                <a:gd name="connsiteY0" fmla="*/ 388620 h 389572"/>
                <a:gd name="connsiteX1" fmla="*/ 166688 w 228600"/>
                <a:gd name="connsiteY1" fmla="*/ 388620 h 389572"/>
                <a:gd name="connsiteX2" fmla="*/ 166688 w 228600"/>
                <a:gd name="connsiteY2" fmla="*/ 236220 h 389572"/>
                <a:gd name="connsiteX3" fmla="*/ 117158 w 228600"/>
                <a:gd name="connsiteY3" fmla="*/ 171450 h 389572"/>
                <a:gd name="connsiteX4" fmla="*/ 61913 w 228600"/>
                <a:gd name="connsiteY4" fmla="*/ 236220 h 389572"/>
                <a:gd name="connsiteX5" fmla="*/ 61913 w 228600"/>
                <a:gd name="connsiteY5" fmla="*/ 389573 h 389572"/>
                <a:gd name="connsiteX6" fmla="*/ 0 w 228600"/>
                <a:gd name="connsiteY6" fmla="*/ 389573 h 389572"/>
                <a:gd name="connsiteX7" fmla="*/ 0 w 228600"/>
                <a:gd name="connsiteY7" fmla="*/ 15240 h 389572"/>
                <a:gd name="connsiteX8" fmla="*/ 61913 w 228600"/>
                <a:gd name="connsiteY8" fmla="*/ 0 h 389572"/>
                <a:gd name="connsiteX9" fmla="*/ 61913 w 228600"/>
                <a:gd name="connsiteY9" fmla="*/ 155258 h 389572"/>
                <a:gd name="connsiteX10" fmla="*/ 62865 w 228600"/>
                <a:gd name="connsiteY10" fmla="*/ 155258 h 389572"/>
                <a:gd name="connsiteX11" fmla="*/ 140970 w 228600"/>
                <a:gd name="connsiteY11" fmla="*/ 116205 h 389572"/>
                <a:gd name="connsiteX12" fmla="*/ 228600 w 228600"/>
                <a:gd name="connsiteY12" fmla="*/ 223838 h 389572"/>
                <a:gd name="connsiteX13" fmla="*/ 228600 w 228600"/>
                <a:gd name="connsiteY13" fmla="*/ 38862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389572">
                  <a:moveTo>
                    <a:pt x="228600" y="388620"/>
                  </a:moveTo>
                  <a:lnTo>
                    <a:pt x="166688" y="388620"/>
                  </a:lnTo>
                  <a:lnTo>
                    <a:pt x="166688" y="236220"/>
                  </a:lnTo>
                  <a:cubicBezTo>
                    <a:pt x="166688" y="197168"/>
                    <a:pt x="154305" y="171450"/>
                    <a:pt x="117158" y="171450"/>
                  </a:cubicBezTo>
                  <a:cubicBezTo>
                    <a:pt x="74295" y="171450"/>
                    <a:pt x="61913" y="205740"/>
                    <a:pt x="61913" y="236220"/>
                  </a:cubicBezTo>
                  <a:lnTo>
                    <a:pt x="61913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2" name="Freihandform: Form 181">
              <a:extLst>
                <a:ext uri="{FF2B5EF4-FFF2-40B4-BE49-F238E27FC236}">
                  <a16:creationId xmlns:a16="http://schemas.microsoft.com/office/drawing/2014/main" id="{CA31CA87-30A7-4449-9783-8DC969F2EACE}"/>
                </a:ext>
              </a:extLst>
            </p:cNvPr>
            <p:cNvSpPr/>
            <p:nvPr/>
          </p:nvSpPr>
          <p:spPr>
            <a:xfrm>
              <a:off x="4659629" y="3217544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2 h 279082"/>
                <a:gd name="connsiteX7" fmla="*/ 198120 w 242887"/>
                <a:gd name="connsiteY7" fmla="*/ 194310 h 279082"/>
                <a:gd name="connsiteX8" fmla="*/ 237172 w 242887"/>
                <a:gd name="connsiteY8" fmla="*/ 235267 h 279082"/>
                <a:gd name="connsiteX9" fmla="*/ 132397 w 242887"/>
                <a:gd name="connsiteY9" fmla="*/ 279083 h 279082"/>
                <a:gd name="connsiteX10" fmla="*/ 62865 w 242887"/>
                <a:gd name="connsiteY10" fmla="*/ 115252 h 279082"/>
                <a:gd name="connsiteX11" fmla="*/ 183832 w 242887"/>
                <a:gd name="connsiteY11" fmla="*/ 115252 h 279082"/>
                <a:gd name="connsiteX12" fmla="*/ 124777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2"/>
                    <a:pt x="132397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2" y="235267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2865" y="115252"/>
                  </a:moveTo>
                  <a:lnTo>
                    <a:pt x="183832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3" name="Freihandform: Form 182">
              <a:extLst>
                <a:ext uri="{FF2B5EF4-FFF2-40B4-BE49-F238E27FC236}">
                  <a16:creationId xmlns:a16="http://schemas.microsoft.com/office/drawing/2014/main" id="{7C37FD0D-D89F-431F-9478-9D2638DB850F}"/>
                </a:ext>
              </a:extLst>
            </p:cNvPr>
            <p:cNvSpPr/>
            <p:nvPr/>
          </p:nvSpPr>
          <p:spPr>
            <a:xfrm>
              <a:off x="5130164" y="3122294"/>
              <a:ext cx="231457" cy="368617"/>
            </a:xfrm>
            <a:custGeom>
              <a:avLst/>
              <a:gdLst>
                <a:gd name="connsiteX0" fmla="*/ 231457 w 231457"/>
                <a:gd name="connsiteY0" fmla="*/ 60007 h 368617"/>
                <a:gd name="connsiteX1" fmla="*/ 65722 w 231457"/>
                <a:gd name="connsiteY1" fmla="*/ 60007 h 368617"/>
                <a:gd name="connsiteX2" fmla="*/ 65722 w 231457"/>
                <a:gd name="connsiteY2" fmla="*/ 151447 h 368617"/>
                <a:gd name="connsiteX3" fmla="*/ 189547 w 231457"/>
                <a:gd name="connsiteY3" fmla="*/ 151447 h 368617"/>
                <a:gd name="connsiteX4" fmla="*/ 189547 w 231457"/>
                <a:gd name="connsiteY4" fmla="*/ 211455 h 368617"/>
                <a:gd name="connsiteX5" fmla="*/ 65722 w 231457"/>
                <a:gd name="connsiteY5" fmla="*/ 211455 h 368617"/>
                <a:gd name="connsiteX6" fmla="*/ 65722 w 231457"/>
                <a:gd name="connsiteY6" fmla="*/ 368617 h 368617"/>
                <a:gd name="connsiteX7" fmla="*/ 0 w 231457"/>
                <a:gd name="connsiteY7" fmla="*/ 368617 h 368617"/>
                <a:gd name="connsiteX8" fmla="*/ 0 w 231457"/>
                <a:gd name="connsiteY8" fmla="*/ 0 h 368617"/>
                <a:gd name="connsiteX9" fmla="*/ 231457 w 231457"/>
                <a:gd name="connsiteY9" fmla="*/ 0 h 368617"/>
                <a:gd name="connsiteX10" fmla="*/ 231457 w 231457"/>
                <a:gd name="connsiteY10" fmla="*/ 60007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1457" h="368617">
                  <a:moveTo>
                    <a:pt x="231457" y="60007"/>
                  </a:moveTo>
                  <a:lnTo>
                    <a:pt x="65722" y="60007"/>
                  </a:lnTo>
                  <a:lnTo>
                    <a:pt x="65722" y="151447"/>
                  </a:lnTo>
                  <a:lnTo>
                    <a:pt x="189547" y="151447"/>
                  </a:lnTo>
                  <a:lnTo>
                    <a:pt x="189547" y="211455"/>
                  </a:lnTo>
                  <a:lnTo>
                    <a:pt x="65722" y="211455"/>
                  </a:lnTo>
                  <a:lnTo>
                    <a:pt x="65722" y="368617"/>
                  </a:lnTo>
                  <a:lnTo>
                    <a:pt x="0" y="368617"/>
                  </a:lnTo>
                  <a:lnTo>
                    <a:pt x="0" y="0"/>
                  </a:lnTo>
                  <a:lnTo>
                    <a:pt x="231457" y="0"/>
                  </a:lnTo>
                  <a:lnTo>
                    <a:pt x="231457" y="6000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4" name="Freihandform: Form 183">
              <a:extLst>
                <a:ext uri="{FF2B5EF4-FFF2-40B4-BE49-F238E27FC236}">
                  <a16:creationId xmlns:a16="http://schemas.microsoft.com/office/drawing/2014/main" id="{9A1255C6-12A9-459B-843F-7294ADDC1C1B}"/>
                </a:ext>
              </a:extLst>
            </p:cNvPr>
            <p:cNvSpPr/>
            <p:nvPr/>
          </p:nvSpPr>
          <p:spPr>
            <a:xfrm>
              <a:off x="5373052" y="3217544"/>
              <a:ext cx="226694" cy="279082"/>
            </a:xfrm>
            <a:custGeom>
              <a:avLst/>
              <a:gdLst>
                <a:gd name="connsiteX0" fmla="*/ 115253 w 226694"/>
                <a:gd name="connsiteY0" fmla="*/ 107633 h 279082"/>
                <a:gd name="connsiteX1" fmla="*/ 165735 w 226694"/>
                <a:gd name="connsiteY1" fmla="*/ 113347 h 279082"/>
                <a:gd name="connsiteX2" fmla="*/ 165735 w 226694"/>
                <a:gd name="connsiteY2" fmla="*/ 103822 h 279082"/>
                <a:gd name="connsiteX3" fmla="*/ 106680 w 226694"/>
                <a:gd name="connsiteY3" fmla="*/ 52388 h 279082"/>
                <a:gd name="connsiteX4" fmla="*/ 39053 w 226694"/>
                <a:gd name="connsiteY4" fmla="*/ 67627 h 279082"/>
                <a:gd name="connsiteX5" fmla="*/ 25717 w 226694"/>
                <a:gd name="connsiteY5" fmla="*/ 15240 h 279082"/>
                <a:gd name="connsiteX6" fmla="*/ 113347 w 226694"/>
                <a:gd name="connsiteY6" fmla="*/ 0 h 279082"/>
                <a:gd name="connsiteX7" fmla="*/ 226695 w 226694"/>
                <a:gd name="connsiteY7" fmla="*/ 102870 h 279082"/>
                <a:gd name="connsiteX8" fmla="*/ 226695 w 226694"/>
                <a:gd name="connsiteY8" fmla="*/ 273367 h 279082"/>
                <a:gd name="connsiteX9" fmla="*/ 167640 w 226694"/>
                <a:gd name="connsiteY9" fmla="*/ 273367 h 279082"/>
                <a:gd name="connsiteX10" fmla="*/ 167640 w 226694"/>
                <a:gd name="connsiteY10" fmla="*/ 244792 h 279082"/>
                <a:gd name="connsiteX11" fmla="*/ 165735 w 226694"/>
                <a:gd name="connsiteY11" fmla="*/ 244792 h 279082"/>
                <a:gd name="connsiteX12" fmla="*/ 87630 w 226694"/>
                <a:gd name="connsiteY12" fmla="*/ 279083 h 279082"/>
                <a:gd name="connsiteX13" fmla="*/ 0 w 226694"/>
                <a:gd name="connsiteY13" fmla="*/ 194310 h 279082"/>
                <a:gd name="connsiteX14" fmla="*/ 115253 w 226694"/>
                <a:gd name="connsiteY14" fmla="*/ 107633 h 279082"/>
                <a:gd name="connsiteX15" fmla="*/ 104775 w 226694"/>
                <a:gd name="connsiteY15" fmla="*/ 232410 h 279082"/>
                <a:gd name="connsiteX16" fmla="*/ 165735 w 226694"/>
                <a:gd name="connsiteY16" fmla="*/ 200025 h 279082"/>
                <a:gd name="connsiteX17" fmla="*/ 165735 w 226694"/>
                <a:gd name="connsiteY17" fmla="*/ 153352 h 279082"/>
                <a:gd name="connsiteX18" fmla="*/ 121920 w 226694"/>
                <a:gd name="connsiteY18" fmla="*/ 148590 h 279082"/>
                <a:gd name="connsiteX19" fmla="*/ 60007 w 226694"/>
                <a:gd name="connsiteY19" fmla="*/ 192405 h 279082"/>
                <a:gd name="connsiteX20" fmla="*/ 104775 w 226694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6694" h="279082">
                  <a:moveTo>
                    <a:pt x="115253" y="107633"/>
                  </a:moveTo>
                  <a:cubicBezTo>
                    <a:pt x="132397" y="107633"/>
                    <a:pt x="148590" y="108585"/>
                    <a:pt x="165735" y="113347"/>
                  </a:cubicBezTo>
                  <a:lnTo>
                    <a:pt x="165735" y="103822"/>
                  </a:lnTo>
                  <a:cubicBezTo>
                    <a:pt x="165735" y="69532"/>
                    <a:pt x="145732" y="52388"/>
                    <a:pt x="106680" y="52388"/>
                  </a:cubicBezTo>
                  <a:cubicBezTo>
                    <a:pt x="84772" y="52388"/>
                    <a:pt x="60960" y="57150"/>
                    <a:pt x="39053" y="67627"/>
                  </a:cubicBezTo>
                  <a:lnTo>
                    <a:pt x="25717" y="15240"/>
                  </a:lnTo>
                  <a:cubicBezTo>
                    <a:pt x="50482" y="5715"/>
                    <a:pt x="82867" y="0"/>
                    <a:pt x="113347" y="0"/>
                  </a:cubicBezTo>
                  <a:cubicBezTo>
                    <a:pt x="188595" y="0"/>
                    <a:pt x="226695" y="35242"/>
                    <a:pt x="226695" y="102870"/>
                  </a:cubicBezTo>
                  <a:lnTo>
                    <a:pt x="226695" y="273367"/>
                  </a:lnTo>
                  <a:lnTo>
                    <a:pt x="167640" y="273367"/>
                  </a:lnTo>
                  <a:lnTo>
                    <a:pt x="167640" y="244792"/>
                  </a:lnTo>
                  <a:lnTo>
                    <a:pt x="165735" y="244792"/>
                  </a:lnTo>
                  <a:cubicBezTo>
                    <a:pt x="142875" y="268605"/>
                    <a:pt x="119063" y="279083"/>
                    <a:pt x="87630" y="279083"/>
                  </a:cubicBezTo>
                  <a:cubicBezTo>
                    <a:pt x="34290" y="279083"/>
                    <a:pt x="0" y="245745"/>
                    <a:pt x="0" y="194310"/>
                  </a:cubicBezTo>
                  <a:cubicBezTo>
                    <a:pt x="0" y="138113"/>
                    <a:pt x="40005" y="107633"/>
                    <a:pt x="115253" y="107633"/>
                  </a:cubicBezTo>
                  <a:close/>
                  <a:moveTo>
                    <a:pt x="104775" y="232410"/>
                  </a:moveTo>
                  <a:cubicBezTo>
                    <a:pt x="127635" y="232410"/>
                    <a:pt x="148590" y="220980"/>
                    <a:pt x="165735" y="200025"/>
                  </a:cubicBezTo>
                  <a:lnTo>
                    <a:pt x="165735" y="153352"/>
                  </a:lnTo>
                  <a:cubicBezTo>
                    <a:pt x="151447" y="149542"/>
                    <a:pt x="136207" y="148590"/>
                    <a:pt x="121920" y="148590"/>
                  </a:cubicBezTo>
                  <a:cubicBezTo>
                    <a:pt x="82867" y="148590"/>
                    <a:pt x="60007" y="163830"/>
                    <a:pt x="60007" y="192405"/>
                  </a:cubicBezTo>
                  <a:cubicBezTo>
                    <a:pt x="60007" y="217170"/>
                    <a:pt x="77153" y="232410"/>
                    <a:pt x="104775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5" name="Freihandform: Form 184">
              <a:extLst>
                <a:ext uri="{FF2B5EF4-FFF2-40B4-BE49-F238E27FC236}">
                  <a16:creationId xmlns:a16="http://schemas.microsoft.com/office/drawing/2014/main" id="{BD88DE7C-655E-4731-99FA-B7E34983ECB8}"/>
                </a:ext>
              </a:extLst>
            </p:cNvPr>
            <p:cNvSpPr/>
            <p:nvPr/>
          </p:nvSpPr>
          <p:spPr>
            <a:xfrm>
              <a:off x="5678804" y="3101339"/>
              <a:ext cx="234314" cy="389572"/>
            </a:xfrm>
            <a:custGeom>
              <a:avLst/>
              <a:gdLst>
                <a:gd name="connsiteX0" fmla="*/ 0 w 234314"/>
                <a:gd name="connsiteY0" fmla="*/ 15240 h 389572"/>
                <a:gd name="connsiteX1" fmla="*/ 61913 w 234314"/>
                <a:gd name="connsiteY1" fmla="*/ 0 h 389572"/>
                <a:gd name="connsiteX2" fmla="*/ 61913 w 234314"/>
                <a:gd name="connsiteY2" fmla="*/ 234315 h 389572"/>
                <a:gd name="connsiteX3" fmla="*/ 62865 w 234314"/>
                <a:gd name="connsiteY3" fmla="*/ 234315 h 389572"/>
                <a:gd name="connsiteX4" fmla="*/ 150495 w 234314"/>
                <a:gd name="connsiteY4" fmla="*/ 122873 h 389572"/>
                <a:gd name="connsiteX5" fmla="*/ 224790 w 234314"/>
                <a:gd name="connsiteY5" fmla="*/ 122873 h 389572"/>
                <a:gd name="connsiteX6" fmla="*/ 137160 w 234314"/>
                <a:gd name="connsiteY6" fmla="*/ 227648 h 389572"/>
                <a:gd name="connsiteX7" fmla="*/ 234315 w 234314"/>
                <a:gd name="connsiteY7" fmla="*/ 389573 h 389572"/>
                <a:gd name="connsiteX8" fmla="*/ 160020 w 234314"/>
                <a:gd name="connsiteY8" fmla="*/ 389573 h 389572"/>
                <a:gd name="connsiteX9" fmla="*/ 93345 w 234314"/>
                <a:gd name="connsiteY9" fmla="*/ 274320 h 389572"/>
                <a:gd name="connsiteX10" fmla="*/ 62865 w 234314"/>
                <a:gd name="connsiteY10" fmla="*/ 308610 h 389572"/>
                <a:gd name="connsiteX11" fmla="*/ 62865 w 234314"/>
                <a:gd name="connsiteY11" fmla="*/ 389573 h 389572"/>
                <a:gd name="connsiteX12" fmla="*/ 952 w 234314"/>
                <a:gd name="connsiteY12" fmla="*/ 389573 h 389572"/>
                <a:gd name="connsiteX13" fmla="*/ 952 w 234314"/>
                <a:gd name="connsiteY13" fmla="*/ 1524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4314" h="389572">
                  <a:moveTo>
                    <a:pt x="0" y="15240"/>
                  </a:moveTo>
                  <a:lnTo>
                    <a:pt x="61913" y="0"/>
                  </a:lnTo>
                  <a:lnTo>
                    <a:pt x="61913" y="234315"/>
                  </a:lnTo>
                  <a:lnTo>
                    <a:pt x="62865" y="234315"/>
                  </a:lnTo>
                  <a:lnTo>
                    <a:pt x="150495" y="122873"/>
                  </a:lnTo>
                  <a:lnTo>
                    <a:pt x="224790" y="122873"/>
                  </a:lnTo>
                  <a:lnTo>
                    <a:pt x="137160" y="227648"/>
                  </a:lnTo>
                  <a:lnTo>
                    <a:pt x="234315" y="389573"/>
                  </a:lnTo>
                  <a:lnTo>
                    <a:pt x="160020" y="389573"/>
                  </a:lnTo>
                  <a:lnTo>
                    <a:pt x="93345" y="274320"/>
                  </a:lnTo>
                  <a:lnTo>
                    <a:pt x="62865" y="308610"/>
                  </a:lnTo>
                  <a:lnTo>
                    <a:pt x="62865" y="389573"/>
                  </a:lnTo>
                  <a:lnTo>
                    <a:pt x="952" y="389573"/>
                  </a:lnTo>
                  <a:lnTo>
                    <a:pt x="952" y="1524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6" name="Freihandform: Form 185">
              <a:extLst>
                <a:ext uri="{FF2B5EF4-FFF2-40B4-BE49-F238E27FC236}">
                  <a16:creationId xmlns:a16="http://schemas.microsoft.com/office/drawing/2014/main" id="{F31C4EAF-8B93-4132-872E-D12B732A4099}"/>
                </a:ext>
              </a:extLst>
            </p:cNvPr>
            <p:cNvSpPr/>
            <p:nvPr/>
          </p:nvSpPr>
          <p:spPr>
            <a:xfrm>
              <a:off x="5958839" y="3224212"/>
              <a:ext cx="229552" cy="273367"/>
            </a:xfrm>
            <a:custGeom>
              <a:avLst/>
              <a:gdLst>
                <a:gd name="connsiteX0" fmla="*/ 62865 w 229552"/>
                <a:gd name="connsiteY0" fmla="*/ 160020 h 273367"/>
                <a:gd name="connsiteX1" fmla="*/ 116205 w 229552"/>
                <a:gd name="connsiteY1" fmla="*/ 216217 h 273367"/>
                <a:gd name="connsiteX2" fmla="*/ 167640 w 229552"/>
                <a:gd name="connsiteY2" fmla="*/ 160020 h 273367"/>
                <a:gd name="connsiteX3" fmla="*/ 167640 w 229552"/>
                <a:gd name="connsiteY3" fmla="*/ 0 h 273367"/>
                <a:gd name="connsiteX4" fmla="*/ 229553 w 229552"/>
                <a:gd name="connsiteY4" fmla="*/ 0 h 273367"/>
                <a:gd name="connsiteX5" fmla="*/ 229553 w 229552"/>
                <a:gd name="connsiteY5" fmla="*/ 161925 h 273367"/>
                <a:gd name="connsiteX6" fmla="*/ 117157 w 229552"/>
                <a:gd name="connsiteY6" fmla="*/ 273367 h 273367"/>
                <a:gd name="connsiteX7" fmla="*/ 0 w 229552"/>
                <a:gd name="connsiteY7" fmla="*/ 162878 h 273367"/>
                <a:gd name="connsiteX8" fmla="*/ 0 w 229552"/>
                <a:gd name="connsiteY8" fmla="*/ 952 h 273367"/>
                <a:gd name="connsiteX9" fmla="*/ 61913 w 229552"/>
                <a:gd name="connsiteY9" fmla="*/ 952 h 273367"/>
                <a:gd name="connsiteX10" fmla="*/ 61913 w 229552"/>
                <a:gd name="connsiteY10" fmla="*/ 160020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9552" h="273367">
                  <a:moveTo>
                    <a:pt x="62865" y="160020"/>
                  </a:moveTo>
                  <a:cubicBezTo>
                    <a:pt x="62865" y="196215"/>
                    <a:pt x="80963" y="216217"/>
                    <a:pt x="116205" y="216217"/>
                  </a:cubicBezTo>
                  <a:cubicBezTo>
                    <a:pt x="150495" y="216217"/>
                    <a:pt x="167640" y="197167"/>
                    <a:pt x="167640" y="160020"/>
                  </a:cubicBezTo>
                  <a:lnTo>
                    <a:pt x="167640" y="0"/>
                  </a:lnTo>
                  <a:lnTo>
                    <a:pt x="229553" y="0"/>
                  </a:lnTo>
                  <a:lnTo>
                    <a:pt x="229553" y="161925"/>
                  </a:lnTo>
                  <a:cubicBezTo>
                    <a:pt x="229553" y="232410"/>
                    <a:pt x="190500" y="273367"/>
                    <a:pt x="117157" y="273367"/>
                  </a:cubicBezTo>
                  <a:cubicBezTo>
                    <a:pt x="44767" y="273367"/>
                    <a:pt x="0" y="232410"/>
                    <a:pt x="0" y="162878"/>
                  </a:cubicBezTo>
                  <a:lnTo>
                    <a:pt x="0" y="952"/>
                  </a:lnTo>
                  <a:lnTo>
                    <a:pt x="61913" y="952"/>
                  </a:lnTo>
                  <a:lnTo>
                    <a:pt x="61913" y="1600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7" name="Freihandform: Form 186">
              <a:extLst>
                <a:ext uri="{FF2B5EF4-FFF2-40B4-BE49-F238E27FC236}">
                  <a16:creationId xmlns:a16="http://schemas.microsoft.com/office/drawing/2014/main" id="{02DF8183-C86A-43FA-8D36-ACC72C3197B3}"/>
                </a:ext>
              </a:extLst>
            </p:cNvPr>
            <p:cNvSpPr/>
            <p:nvPr/>
          </p:nvSpPr>
          <p:spPr>
            <a:xfrm>
              <a:off x="6268402" y="3100387"/>
              <a:ext cx="61912" cy="389572"/>
            </a:xfrm>
            <a:custGeom>
              <a:avLst/>
              <a:gdLst>
                <a:gd name="connsiteX0" fmla="*/ 61913 w 61912"/>
                <a:gd name="connsiteY0" fmla="*/ 389572 h 389572"/>
                <a:gd name="connsiteX1" fmla="*/ 0 w 61912"/>
                <a:gd name="connsiteY1" fmla="*/ 389572 h 389572"/>
                <a:gd name="connsiteX2" fmla="*/ 0 w 61912"/>
                <a:gd name="connsiteY2" fmla="*/ 14288 h 389572"/>
                <a:gd name="connsiteX3" fmla="*/ 61913 w 61912"/>
                <a:gd name="connsiteY3" fmla="*/ 0 h 389572"/>
                <a:gd name="connsiteX4" fmla="*/ 61913 w 61912"/>
                <a:gd name="connsiteY4" fmla="*/ 389572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912" h="389572">
                  <a:moveTo>
                    <a:pt x="61913" y="389572"/>
                  </a:moveTo>
                  <a:lnTo>
                    <a:pt x="0" y="389572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957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8" name="Freihandform: Form 187">
              <a:extLst>
                <a:ext uri="{FF2B5EF4-FFF2-40B4-BE49-F238E27FC236}">
                  <a16:creationId xmlns:a16="http://schemas.microsoft.com/office/drawing/2014/main" id="{E6503672-A51F-4F6C-A4CF-65F4050E558B}"/>
                </a:ext>
              </a:extLst>
            </p:cNvPr>
            <p:cNvSpPr/>
            <p:nvPr/>
          </p:nvSpPr>
          <p:spPr>
            <a:xfrm>
              <a:off x="6385559" y="3138487"/>
              <a:ext cx="165734" cy="358140"/>
            </a:xfrm>
            <a:custGeom>
              <a:avLst/>
              <a:gdLst>
                <a:gd name="connsiteX0" fmla="*/ 165735 w 165734"/>
                <a:gd name="connsiteY0" fmla="*/ 295275 h 358140"/>
                <a:gd name="connsiteX1" fmla="*/ 165735 w 165734"/>
                <a:gd name="connsiteY1" fmla="*/ 348615 h 358140"/>
                <a:gd name="connsiteX2" fmla="*/ 113347 w 165734"/>
                <a:gd name="connsiteY2" fmla="*/ 358140 h 358140"/>
                <a:gd name="connsiteX3" fmla="*/ 40958 w 165734"/>
                <a:gd name="connsiteY3" fmla="*/ 282892 h 358140"/>
                <a:gd name="connsiteX4" fmla="*/ 40958 w 165734"/>
                <a:gd name="connsiteY4" fmla="*/ 137160 h 358140"/>
                <a:gd name="connsiteX5" fmla="*/ 0 w 165734"/>
                <a:gd name="connsiteY5" fmla="*/ 137160 h 358140"/>
                <a:gd name="connsiteX6" fmla="*/ 0 w 165734"/>
                <a:gd name="connsiteY6" fmla="*/ 85725 h 358140"/>
                <a:gd name="connsiteX7" fmla="*/ 40005 w 165734"/>
                <a:gd name="connsiteY7" fmla="*/ 85725 h 358140"/>
                <a:gd name="connsiteX8" fmla="*/ 40005 w 165734"/>
                <a:gd name="connsiteY8" fmla="*/ 13335 h 358140"/>
                <a:gd name="connsiteX9" fmla="*/ 101918 w 165734"/>
                <a:gd name="connsiteY9" fmla="*/ 0 h 358140"/>
                <a:gd name="connsiteX10" fmla="*/ 101918 w 165734"/>
                <a:gd name="connsiteY10" fmla="*/ 86677 h 358140"/>
                <a:gd name="connsiteX11" fmla="*/ 165735 w 165734"/>
                <a:gd name="connsiteY11" fmla="*/ 86677 h 358140"/>
                <a:gd name="connsiteX12" fmla="*/ 165735 w 165734"/>
                <a:gd name="connsiteY12" fmla="*/ 138113 h 358140"/>
                <a:gd name="connsiteX13" fmla="*/ 101918 w 165734"/>
                <a:gd name="connsiteY13" fmla="*/ 138113 h 358140"/>
                <a:gd name="connsiteX14" fmla="*/ 101918 w 165734"/>
                <a:gd name="connsiteY14" fmla="*/ 269558 h 358140"/>
                <a:gd name="connsiteX15" fmla="*/ 130493 w 165734"/>
                <a:gd name="connsiteY15" fmla="*/ 304800 h 358140"/>
                <a:gd name="connsiteX16" fmla="*/ 165735 w 165734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8" y="331470"/>
                    <a:pt x="40958" y="282892"/>
                  </a:cubicBezTo>
                  <a:lnTo>
                    <a:pt x="40958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2"/>
                    <a:pt x="110490" y="304800"/>
                    <a:pt x="130493" y="304800"/>
                  </a:cubicBezTo>
                  <a:cubicBezTo>
                    <a:pt x="141922" y="303847"/>
                    <a:pt x="155258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9" name="Freihandform: Form 188">
              <a:extLst>
                <a:ext uri="{FF2B5EF4-FFF2-40B4-BE49-F238E27FC236}">
                  <a16:creationId xmlns:a16="http://schemas.microsoft.com/office/drawing/2014/main" id="{96BAB337-D064-4F11-8A5E-31DBC2E4704B}"/>
                </a:ext>
              </a:extLst>
            </p:cNvPr>
            <p:cNvSpPr/>
            <p:nvPr/>
          </p:nvSpPr>
          <p:spPr>
            <a:xfrm>
              <a:off x="6599871" y="3109912"/>
              <a:ext cx="225742" cy="386715"/>
            </a:xfrm>
            <a:custGeom>
              <a:avLst/>
              <a:gdLst>
                <a:gd name="connsiteX0" fmla="*/ 114300 w 225742"/>
                <a:gd name="connsiteY0" fmla="*/ 215265 h 386715"/>
                <a:gd name="connsiteX1" fmla="*/ 164783 w 225742"/>
                <a:gd name="connsiteY1" fmla="*/ 220980 h 386715"/>
                <a:gd name="connsiteX2" fmla="*/ 164783 w 225742"/>
                <a:gd name="connsiteY2" fmla="*/ 211455 h 386715"/>
                <a:gd name="connsiteX3" fmla="*/ 105728 w 225742"/>
                <a:gd name="connsiteY3" fmla="*/ 160020 h 386715"/>
                <a:gd name="connsiteX4" fmla="*/ 38100 w 225742"/>
                <a:gd name="connsiteY4" fmla="*/ 175260 h 386715"/>
                <a:gd name="connsiteX5" fmla="*/ 24765 w 225742"/>
                <a:gd name="connsiteY5" fmla="*/ 122873 h 386715"/>
                <a:gd name="connsiteX6" fmla="*/ 112395 w 225742"/>
                <a:gd name="connsiteY6" fmla="*/ 107633 h 386715"/>
                <a:gd name="connsiteX7" fmla="*/ 225742 w 225742"/>
                <a:gd name="connsiteY7" fmla="*/ 210503 h 386715"/>
                <a:gd name="connsiteX8" fmla="*/ 225742 w 225742"/>
                <a:gd name="connsiteY8" fmla="*/ 381000 h 386715"/>
                <a:gd name="connsiteX9" fmla="*/ 166688 w 225742"/>
                <a:gd name="connsiteY9" fmla="*/ 381000 h 386715"/>
                <a:gd name="connsiteX10" fmla="*/ 166688 w 225742"/>
                <a:gd name="connsiteY10" fmla="*/ 352425 h 386715"/>
                <a:gd name="connsiteX11" fmla="*/ 165735 w 225742"/>
                <a:gd name="connsiteY11" fmla="*/ 352425 h 386715"/>
                <a:gd name="connsiteX12" fmla="*/ 87630 w 225742"/>
                <a:gd name="connsiteY12" fmla="*/ 386715 h 386715"/>
                <a:gd name="connsiteX13" fmla="*/ 0 w 225742"/>
                <a:gd name="connsiteY13" fmla="*/ 301942 h 386715"/>
                <a:gd name="connsiteX14" fmla="*/ 114300 w 225742"/>
                <a:gd name="connsiteY14" fmla="*/ 215265 h 386715"/>
                <a:gd name="connsiteX15" fmla="*/ 63817 w 225742"/>
                <a:gd name="connsiteY15" fmla="*/ 72390 h 386715"/>
                <a:gd name="connsiteX16" fmla="*/ 26670 w 225742"/>
                <a:gd name="connsiteY16" fmla="*/ 36195 h 386715"/>
                <a:gd name="connsiteX17" fmla="*/ 63817 w 225742"/>
                <a:gd name="connsiteY17" fmla="*/ 0 h 386715"/>
                <a:gd name="connsiteX18" fmla="*/ 100965 w 225742"/>
                <a:gd name="connsiteY18" fmla="*/ 36195 h 386715"/>
                <a:gd name="connsiteX19" fmla="*/ 63817 w 225742"/>
                <a:gd name="connsiteY19" fmla="*/ 72390 h 386715"/>
                <a:gd name="connsiteX20" fmla="*/ 103822 w 225742"/>
                <a:gd name="connsiteY20" fmla="*/ 340042 h 386715"/>
                <a:gd name="connsiteX21" fmla="*/ 164783 w 225742"/>
                <a:gd name="connsiteY21" fmla="*/ 307658 h 386715"/>
                <a:gd name="connsiteX22" fmla="*/ 164783 w 225742"/>
                <a:gd name="connsiteY22" fmla="*/ 260985 h 386715"/>
                <a:gd name="connsiteX23" fmla="*/ 120967 w 225742"/>
                <a:gd name="connsiteY23" fmla="*/ 256222 h 386715"/>
                <a:gd name="connsiteX24" fmla="*/ 59055 w 225742"/>
                <a:gd name="connsiteY24" fmla="*/ 300038 h 386715"/>
                <a:gd name="connsiteX25" fmla="*/ 103822 w 225742"/>
                <a:gd name="connsiteY25" fmla="*/ 340042 h 386715"/>
                <a:gd name="connsiteX26" fmla="*/ 172403 w 225742"/>
                <a:gd name="connsiteY26" fmla="*/ 72390 h 386715"/>
                <a:gd name="connsiteX27" fmla="*/ 135255 w 225742"/>
                <a:gd name="connsiteY27" fmla="*/ 36195 h 386715"/>
                <a:gd name="connsiteX28" fmla="*/ 172403 w 225742"/>
                <a:gd name="connsiteY28" fmla="*/ 0 h 386715"/>
                <a:gd name="connsiteX29" fmla="*/ 209550 w 225742"/>
                <a:gd name="connsiteY29" fmla="*/ 36195 h 386715"/>
                <a:gd name="connsiteX30" fmla="*/ 172403 w 225742"/>
                <a:gd name="connsiteY30" fmla="*/ 72390 h 38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25742" h="386715">
                  <a:moveTo>
                    <a:pt x="114300" y="215265"/>
                  </a:moveTo>
                  <a:cubicBezTo>
                    <a:pt x="131445" y="215265"/>
                    <a:pt x="147638" y="216217"/>
                    <a:pt x="164783" y="220980"/>
                  </a:cubicBezTo>
                  <a:lnTo>
                    <a:pt x="164783" y="211455"/>
                  </a:lnTo>
                  <a:cubicBezTo>
                    <a:pt x="164783" y="177165"/>
                    <a:pt x="144780" y="160020"/>
                    <a:pt x="105728" y="160020"/>
                  </a:cubicBezTo>
                  <a:cubicBezTo>
                    <a:pt x="83820" y="160020"/>
                    <a:pt x="60008" y="164783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3"/>
                    <a:pt x="112395" y="107633"/>
                  </a:cubicBezTo>
                  <a:cubicBezTo>
                    <a:pt x="187642" y="107633"/>
                    <a:pt x="225742" y="142875"/>
                    <a:pt x="225742" y="210503"/>
                  </a:cubicBezTo>
                  <a:lnTo>
                    <a:pt x="225742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7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7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7" y="72390"/>
                  </a:cubicBezTo>
                  <a:close/>
                  <a:moveTo>
                    <a:pt x="103822" y="340042"/>
                  </a:moveTo>
                  <a:cubicBezTo>
                    <a:pt x="126683" y="340042"/>
                    <a:pt x="147638" y="328613"/>
                    <a:pt x="164783" y="307658"/>
                  </a:cubicBezTo>
                  <a:lnTo>
                    <a:pt x="164783" y="260985"/>
                  </a:lnTo>
                  <a:cubicBezTo>
                    <a:pt x="150495" y="257175"/>
                    <a:pt x="135255" y="256222"/>
                    <a:pt x="120967" y="256222"/>
                  </a:cubicBezTo>
                  <a:cubicBezTo>
                    <a:pt x="81915" y="256222"/>
                    <a:pt x="59055" y="271463"/>
                    <a:pt x="59055" y="300038"/>
                  </a:cubicBezTo>
                  <a:cubicBezTo>
                    <a:pt x="59055" y="324803"/>
                    <a:pt x="76200" y="340042"/>
                    <a:pt x="103822" y="340042"/>
                  </a:cubicBezTo>
                  <a:close/>
                  <a:moveTo>
                    <a:pt x="172403" y="72390"/>
                  </a:moveTo>
                  <a:cubicBezTo>
                    <a:pt x="152400" y="72390"/>
                    <a:pt x="135255" y="55245"/>
                    <a:pt x="135255" y="36195"/>
                  </a:cubicBezTo>
                  <a:cubicBezTo>
                    <a:pt x="135255" y="17145"/>
                    <a:pt x="152400" y="0"/>
                    <a:pt x="172403" y="0"/>
                  </a:cubicBezTo>
                  <a:cubicBezTo>
                    <a:pt x="192405" y="0"/>
                    <a:pt x="209550" y="17145"/>
                    <a:pt x="209550" y="36195"/>
                  </a:cubicBezTo>
                  <a:cubicBezTo>
                    <a:pt x="209550" y="56198"/>
                    <a:pt x="192405" y="72390"/>
                    <a:pt x="172403" y="723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0" name="Freihandform: Form 189">
              <a:extLst>
                <a:ext uri="{FF2B5EF4-FFF2-40B4-BE49-F238E27FC236}">
                  <a16:creationId xmlns:a16="http://schemas.microsoft.com/office/drawing/2014/main" id="{1AE128CD-EB21-4D9D-BBA0-37A4055A2285}"/>
                </a:ext>
              </a:extLst>
            </p:cNvPr>
            <p:cNvSpPr/>
            <p:nvPr/>
          </p:nvSpPr>
          <p:spPr>
            <a:xfrm>
              <a:off x="6874192" y="3138487"/>
              <a:ext cx="165734" cy="358140"/>
            </a:xfrm>
            <a:custGeom>
              <a:avLst/>
              <a:gdLst>
                <a:gd name="connsiteX0" fmla="*/ 165735 w 165734"/>
                <a:gd name="connsiteY0" fmla="*/ 295275 h 358140"/>
                <a:gd name="connsiteX1" fmla="*/ 165735 w 165734"/>
                <a:gd name="connsiteY1" fmla="*/ 348615 h 358140"/>
                <a:gd name="connsiteX2" fmla="*/ 113347 w 165734"/>
                <a:gd name="connsiteY2" fmla="*/ 358140 h 358140"/>
                <a:gd name="connsiteX3" fmla="*/ 40957 w 165734"/>
                <a:gd name="connsiteY3" fmla="*/ 282892 h 358140"/>
                <a:gd name="connsiteX4" fmla="*/ 40957 w 165734"/>
                <a:gd name="connsiteY4" fmla="*/ 137160 h 358140"/>
                <a:gd name="connsiteX5" fmla="*/ 0 w 165734"/>
                <a:gd name="connsiteY5" fmla="*/ 137160 h 358140"/>
                <a:gd name="connsiteX6" fmla="*/ 0 w 165734"/>
                <a:gd name="connsiteY6" fmla="*/ 85725 h 358140"/>
                <a:gd name="connsiteX7" fmla="*/ 40005 w 165734"/>
                <a:gd name="connsiteY7" fmla="*/ 85725 h 358140"/>
                <a:gd name="connsiteX8" fmla="*/ 40005 w 165734"/>
                <a:gd name="connsiteY8" fmla="*/ 13335 h 358140"/>
                <a:gd name="connsiteX9" fmla="*/ 101918 w 165734"/>
                <a:gd name="connsiteY9" fmla="*/ 0 h 358140"/>
                <a:gd name="connsiteX10" fmla="*/ 101918 w 165734"/>
                <a:gd name="connsiteY10" fmla="*/ 86677 h 358140"/>
                <a:gd name="connsiteX11" fmla="*/ 165735 w 165734"/>
                <a:gd name="connsiteY11" fmla="*/ 86677 h 358140"/>
                <a:gd name="connsiteX12" fmla="*/ 165735 w 165734"/>
                <a:gd name="connsiteY12" fmla="*/ 138113 h 358140"/>
                <a:gd name="connsiteX13" fmla="*/ 102870 w 165734"/>
                <a:gd name="connsiteY13" fmla="*/ 138113 h 358140"/>
                <a:gd name="connsiteX14" fmla="*/ 102870 w 165734"/>
                <a:gd name="connsiteY14" fmla="*/ 269558 h 358140"/>
                <a:gd name="connsiteX15" fmla="*/ 131445 w 165734"/>
                <a:gd name="connsiteY15" fmla="*/ 304800 h 358140"/>
                <a:gd name="connsiteX16" fmla="*/ 165735 w 165734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2870" y="138113"/>
                  </a:lnTo>
                  <a:lnTo>
                    <a:pt x="102870" y="269558"/>
                  </a:lnTo>
                  <a:cubicBezTo>
                    <a:pt x="102870" y="294322"/>
                    <a:pt x="111443" y="304800"/>
                    <a:pt x="131445" y="304800"/>
                  </a:cubicBezTo>
                  <a:cubicBezTo>
                    <a:pt x="142875" y="303847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sp>
        <p:nvSpPr>
          <p:cNvPr id="88" name="Textfeld 87">
            <a:extLst>
              <a:ext uri="{FF2B5EF4-FFF2-40B4-BE49-F238E27FC236}">
                <a16:creationId xmlns:a16="http://schemas.microsoft.com/office/drawing/2014/main" id="{97A466B4-16EE-624D-969F-9C5983BA8F4D}"/>
              </a:ext>
            </a:extLst>
          </p:cNvPr>
          <p:cNvSpPr txBox="1"/>
          <p:nvPr userDrawn="1"/>
        </p:nvSpPr>
        <p:spPr>
          <a:xfrm>
            <a:off x="489167" y="5497323"/>
            <a:ext cx="571015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b="1" dirty="0"/>
              <a:t>Lehrstuhl Elektrische Smart City Systeme</a:t>
            </a:r>
          </a:p>
          <a:p>
            <a:r>
              <a:rPr lang="de-DE" sz="1400" dirty="0" err="1"/>
              <a:t>Nuremberg</a:t>
            </a:r>
            <a:r>
              <a:rPr lang="de-DE" sz="1400" dirty="0"/>
              <a:t> Campus </a:t>
            </a:r>
            <a:r>
              <a:rPr lang="de-DE" sz="1400" dirty="0" err="1"/>
              <a:t>of</a:t>
            </a:r>
            <a:r>
              <a:rPr lang="de-DE" sz="1400" dirty="0"/>
              <a:t> Technology (NCT)</a:t>
            </a:r>
          </a:p>
          <a:p>
            <a:endParaRPr lang="de-DE" sz="1400" b="1" dirty="0"/>
          </a:p>
          <a:p>
            <a:r>
              <a:rPr lang="de-DE" sz="1400" dirty="0"/>
              <a:t>Prof. Dr.-Ing. </a:t>
            </a:r>
            <a:r>
              <a:rPr lang="de-DE" sz="1400" b="1" dirty="0"/>
              <a:t>Norman Franchi</a:t>
            </a:r>
          </a:p>
        </p:txBody>
      </p:sp>
      <p:grpSp>
        <p:nvGrpSpPr>
          <p:cNvPr id="89" name="Gruppieren 88">
            <a:extLst>
              <a:ext uri="{FF2B5EF4-FFF2-40B4-BE49-F238E27FC236}">
                <a16:creationId xmlns:a16="http://schemas.microsoft.com/office/drawing/2014/main" id="{1F0BB388-FF23-8A41-894E-605379C0E29B}"/>
              </a:ext>
            </a:extLst>
          </p:cNvPr>
          <p:cNvGrpSpPr/>
          <p:nvPr userDrawn="1"/>
        </p:nvGrpSpPr>
        <p:grpSpPr>
          <a:xfrm>
            <a:off x="9642270" y="5662678"/>
            <a:ext cx="2341086" cy="874857"/>
            <a:chOff x="4284919" y="3959163"/>
            <a:chExt cx="2341086" cy="874857"/>
          </a:xfrm>
        </p:grpSpPr>
        <p:pic>
          <p:nvPicPr>
            <p:cNvPr id="90" name="Grafik 89">
              <a:extLst>
                <a:ext uri="{FF2B5EF4-FFF2-40B4-BE49-F238E27FC236}">
                  <a16:creationId xmlns:a16="http://schemas.microsoft.com/office/drawing/2014/main" id="{76C79E60-E686-294E-BF3A-B46EC9EAAC2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biLevel thresh="2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516158" y="3959163"/>
              <a:ext cx="2109847" cy="615793"/>
            </a:xfrm>
            <a:prstGeom prst="rect">
              <a:avLst/>
            </a:prstGeom>
          </p:spPr>
        </p:pic>
        <p:sp>
          <p:nvSpPr>
            <p:cNvPr id="91" name="Textfeld 90">
              <a:extLst>
                <a:ext uri="{FF2B5EF4-FFF2-40B4-BE49-F238E27FC236}">
                  <a16:creationId xmlns:a16="http://schemas.microsoft.com/office/drawing/2014/main" id="{4883705B-B651-F44D-AFFC-E45CD04AD063}"/>
                </a:ext>
              </a:extLst>
            </p:cNvPr>
            <p:cNvSpPr txBox="1"/>
            <p:nvPr/>
          </p:nvSpPr>
          <p:spPr>
            <a:xfrm>
              <a:off x="4284919" y="4603188"/>
              <a:ext cx="1742785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de-DE" sz="900" b="1" dirty="0">
                  <a:latin typeface="Arial" panose="020B0604020202020204" pitchFamily="34" charset="0"/>
                  <a:cs typeface="Arial" panose="020B0604020202020204" pitchFamily="34" charset="0"/>
                </a:rPr>
                <a:t>Engineering </a:t>
              </a:r>
              <a:r>
                <a:rPr lang="de-DE" sz="9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for</a:t>
              </a:r>
              <a:r>
                <a:rPr lang="de-DE" sz="900" b="1" dirty="0">
                  <a:latin typeface="Arial" panose="020B0604020202020204" pitchFamily="34" charset="0"/>
                  <a:cs typeface="Arial" panose="020B0604020202020204" pitchFamily="34" charset="0"/>
                </a:rPr>
                <a:t> Smart Cities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23606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8431E-932F-2344-87BD-EE52D6989E8A}" type="datetime4">
              <a:rPr lang="de-DE" smtClean="0"/>
              <a:t>8.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0" name="Textplatzhalter 6">
            <a:extLst>
              <a:ext uri="{FF2B5EF4-FFF2-40B4-BE49-F238E27FC236}">
                <a16:creationId xmlns:a16="http://schemas.microsoft.com/office/drawing/2014/main" id="{BF8056C4-F1A1-4860-B863-70A38CCE20D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48060" y="2354711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A4B92765-C038-4DB7-B6CF-33827BB8741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8318" y="2354711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02 </a:t>
            </a:r>
          </a:p>
        </p:txBody>
      </p:sp>
      <p:sp>
        <p:nvSpPr>
          <p:cNvPr id="12" name="Textplatzhalter 6">
            <a:extLst>
              <a:ext uri="{FF2B5EF4-FFF2-40B4-BE49-F238E27FC236}">
                <a16:creationId xmlns:a16="http://schemas.microsoft.com/office/drawing/2014/main" id="{B48DD939-0764-4598-B8A8-5EF7FD589AF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48060" y="452537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13" name="Textplatzhalter 6">
            <a:extLst>
              <a:ext uri="{FF2B5EF4-FFF2-40B4-BE49-F238E27FC236}">
                <a16:creationId xmlns:a16="http://schemas.microsoft.com/office/drawing/2014/main" id="{0169AC75-2D8F-414A-A2F5-470DEC8B533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8318" y="452537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05 </a:t>
            </a:r>
          </a:p>
        </p:txBody>
      </p:sp>
      <p:sp>
        <p:nvSpPr>
          <p:cNvPr id="17" name="Textplatzhalter 6">
            <a:extLst>
              <a:ext uri="{FF2B5EF4-FFF2-40B4-BE49-F238E27FC236}">
                <a16:creationId xmlns:a16="http://schemas.microsoft.com/office/drawing/2014/main" id="{78F9E3F2-C660-4ABB-83AF-3F5B3E2F770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48060" y="307826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18" name="Textplatzhalter 6">
            <a:extLst>
              <a:ext uri="{FF2B5EF4-FFF2-40B4-BE49-F238E27FC236}">
                <a16:creationId xmlns:a16="http://schemas.microsoft.com/office/drawing/2014/main" id="{CAB2683D-D5E7-45B9-9133-F4CFD483FA9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8318" y="307826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03 </a:t>
            </a:r>
          </a:p>
        </p:txBody>
      </p:sp>
      <p:sp>
        <p:nvSpPr>
          <p:cNvPr id="20" name="Textplatzhalter 6">
            <a:extLst>
              <a:ext uri="{FF2B5EF4-FFF2-40B4-BE49-F238E27FC236}">
                <a16:creationId xmlns:a16="http://schemas.microsoft.com/office/drawing/2014/main" id="{952E3AD3-9675-4713-A437-FEFA1B54002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48060" y="3801821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21" name="Textplatzhalter 6">
            <a:extLst>
              <a:ext uri="{FF2B5EF4-FFF2-40B4-BE49-F238E27FC236}">
                <a16:creationId xmlns:a16="http://schemas.microsoft.com/office/drawing/2014/main" id="{1852432A-5FDF-42C2-BC07-F1752012B84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8318" y="3801821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04 </a:t>
            </a:r>
          </a:p>
        </p:txBody>
      </p:sp>
      <p:sp>
        <p:nvSpPr>
          <p:cNvPr id="24" name="Textplatzhalter 6">
            <a:extLst>
              <a:ext uri="{FF2B5EF4-FFF2-40B4-BE49-F238E27FC236}">
                <a16:creationId xmlns:a16="http://schemas.microsoft.com/office/drawing/2014/main" id="{B2468A8B-4816-458C-AEB6-53AB9CF88AF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48060" y="5248930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25" name="Textplatzhalter 6">
            <a:extLst>
              <a:ext uri="{FF2B5EF4-FFF2-40B4-BE49-F238E27FC236}">
                <a16:creationId xmlns:a16="http://schemas.microsoft.com/office/drawing/2014/main" id="{F92C0AC2-BCD1-47F5-99DB-35823E79AB9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18318" y="5248930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06 </a:t>
            </a:r>
          </a:p>
        </p:txBody>
      </p:sp>
      <p:sp>
        <p:nvSpPr>
          <p:cNvPr id="26" name="Textplatzhalter 6">
            <a:extLst>
              <a:ext uri="{FF2B5EF4-FFF2-40B4-BE49-F238E27FC236}">
                <a16:creationId xmlns:a16="http://schemas.microsoft.com/office/drawing/2014/main" id="{6E5C8951-ED83-4B8D-A041-11DC6291DD8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636190" y="1632184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27" name="Textplatzhalter 6">
            <a:extLst>
              <a:ext uri="{FF2B5EF4-FFF2-40B4-BE49-F238E27FC236}">
                <a16:creationId xmlns:a16="http://schemas.microsoft.com/office/drawing/2014/main" id="{7D6B79FA-8C76-4CA9-AF55-F7541503ECB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06332" y="1632184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07 </a:t>
            </a:r>
          </a:p>
        </p:txBody>
      </p:sp>
      <p:sp>
        <p:nvSpPr>
          <p:cNvPr id="28" name="Textplatzhalter 6">
            <a:extLst>
              <a:ext uri="{FF2B5EF4-FFF2-40B4-BE49-F238E27FC236}">
                <a16:creationId xmlns:a16="http://schemas.microsoft.com/office/drawing/2014/main" id="{89249A36-CB58-4007-8E81-30FA75194BA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636190" y="2355533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29" name="Textplatzhalter 6">
            <a:extLst>
              <a:ext uri="{FF2B5EF4-FFF2-40B4-BE49-F238E27FC236}">
                <a16:creationId xmlns:a16="http://schemas.microsoft.com/office/drawing/2014/main" id="{953A9A61-99D0-44B5-89EB-1D1035F914B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06332" y="2355533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08 </a:t>
            </a:r>
          </a:p>
        </p:txBody>
      </p:sp>
      <p:sp>
        <p:nvSpPr>
          <p:cNvPr id="30" name="Textplatzhalter 6">
            <a:extLst>
              <a:ext uri="{FF2B5EF4-FFF2-40B4-BE49-F238E27FC236}">
                <a16:creationId xmlns:a16="http://schemas.microsoft.com/office/drawing/2014/main" id="{E80B7F99-D2A6-486E-BB92-8192AB563EF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636190" y="4525580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31" name="Textplatzhalter 6">
            <a:extLst>
              <a:ext uri="{FF2B5EF4-FFF2-40B4-BE49-F238E27FC236}">
                <a16:creationId xmlns:a16="http://schemas.microsoft.com/office/drawing/2014/main" id="{C08D70F6-D151-42E1-8F5E-DD5ADD0927D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206332" y="4525580"/>
            <a:ext cx="30784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11 </a:t>
            </a:r>
          </a:p>
        </p:txBody>
      </p:sp>
      <p:sp>
        <p:nvSpPr>
          <p:cNvPr id="32" name="Textplatzhalter 6">
            <a:extLst>
              <a:ext uri="{FF2B5EF4-FFF2-40B4-BE49-F238E27FC236}">
                <a16:creationId xmlns:a16="http://schemas.microsoft.com/office/drawing/2014/main" id="{34991AD2-EBFD-4358-9611-2BE7F693C7F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636190" y="3078882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33" name="Textplatzhalter 6">
            <a:extLst>
              <a:ext uri="{FF2B5EF4-FFF2-40B4-BE49-F238E27FC236}">
                <a16:creationId xmlns:a16="http://schemas.microsoft.com/office/drawing/2014/main" id="{E6132B6E-46AD-4F19-ACEF-FC5E2EBEEE7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206332" y="3078882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09 </a:t>
            </a:r>
          </a:p>
        </p:txBody>
      </p:sp>
      <p:sp>
        <p:nvSpPr>
          <p:cNvPr id="34" name="Textplatzhalter 6">
            <a:extLst>
              <a:ext uri="{FF2B5EF4-FFF2-40B4-BE49-F238E27FC236}">
                <a16:creationId xmlns:a16="http://schemas.microsoft.com/office/drawing/2014/main" id="{5B29B58B-9C14-4145-95A8-C62AC51F1A6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636190" y="3802231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35" name="Textplatzhalter 6">
            <a:extLst>
              <a:ext uri="{FF2B5EF4-FFF2-40B4-BE49-F238E27FC236}">
                <a16:creationId xmlns:a16="http://schemas.microsoft.com/office/drawing/2014/main" id="{5E6DB4F9-1F61-4B1E-8694-CF32F6ABEB8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06332" y="3802231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10 </a:t>
            </a:r>
          </a:p>
        </p:txBody>
      </p:sp>
      <p:sp>
        <p:nvSpPr>
          <p:cNvPr id="36" name="Textplatzhalter 6">
            <a:extLst>
              <a:ext uri="{FF2B5EF4-FFF2-40B4-BE49-F238E27FC236}">
                <a16:creationId xmlns:a16="http://schemas.microsoft.com/office/drawing/2014/main" id="{F139CCA6-FA40-4FAD-991E-8F0D932F40B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636190" y="5248930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37" name="Textplatzhalter 6">
            <a:extLst>
              <a:ext uri="{FF2B5EF4-FFF2-40B4-BE49-F238E27FC236}">
                <a16:creationId xmlns:a16="http://schemas.microsoft.com/office/drawing/2014/main" id="{4ABC58A4-2FF6-4DD6-B7CE-07D57A9854B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206332" y="5248930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12 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B83D1D4D-3108-48AF-9002-E2787CA11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18" y="301185"/>
            <a:ext cx="6844385" cy="332399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8" name="Textplatzhalter 9">
            <a:extLst>
              <a:ext uri="{FF2B5EF4-FFF2-40B4-BE49-F238E27FC236}">
                <a16:creationId xmlns:a16="http://schemas.microsoft.com/office/drawing/2014/main" id="{37A4DE60-6537-42AA-B80E-663634EF66B9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39" name="Textplatzhalter 6">
            <a:extLst>
              <a:ext uri="{FF2B5EF4-FFF2-40B4-BE49-F238E27FC236}">
                <a16:creationId xmlns:a16="http://schemas.microsoft.com/office/drawing/2014/main" id="{D6F3326C-A71E-4096-84A9-CBF2623C8CD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48060" y="163115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40" name="Textplatzhalter 6">
            <a:extLst>
              <a:ext uri="{FF2B5EF4-FFF2-40B4-BE49-F238E27FC236}">
                <a16:creationId xmlns:a16="http://schemas.microsoft.com/office/drawing/2014/main" id="{E6C7796D-6ED1-4B91-AD58-8FB5EA6F6F8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8318" y="163115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01 </a:t>
            </a:r>
          </a:p>
        </p:txBody>
      </p:sp>
      <p:pic>
        <p:nvPicPr>
          <p:cNvPr id="2" name="Grafik 1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1095" y="247920"/>
            <a:ext cx="993966" cy="647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1016721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|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A704F-9F24-FE42-9772-3896FEF1675B}" type="datetime4">
              <a:rPr lang="de-DE" smtClean="0"/>
              <a:t>8.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39" name="Bildplatzhalter 8">
            <a:extLst>
              <a:ext uri="{FF2B5EF4-FFF2-40B4-BE49-F238E27FC236}">
                <a16:creationId xmlns:a16="http://schemas.microsoft.com/office/drawing/2014/main" id="{C307E1A8-BB91-4A01-9481-49FD8B5663F9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6206329" y="1631156"/>
            <a:ext cx="5469732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40" name="Textplatzhalter 10">
            <a:extLst>
              <a:ext uri="{FF2B5EF4-FFF2-40B4-BE49-F238E27FC236}">
                <a16:creationId xmlns:a16="http://schemas.microsoft.com/office/drawing/2014/main" id="{7ADEC47A-086D-40D0-ACA4-69135933812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206329" y="5690271"/>
            <a:ext cx="5469732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3" name="Textplatzhalter 6">
            <a:extLst>
              <a:ext uri="{FF2B5EF4-FFF2-40B4-BE49-F238E27FC236}">
                <a16:creationId xmlns:a16="http://schemas.microsoft.com/office/drawing/2014/main" id="{814385D7-3CBE-40E3-B67F-C8C515F3C0E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48060" y="2354711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26" name="Textplatzhalter 6">
            <a:extLst>
              <a:ext uri="{FF2B5EF4-FFF2-40B4-BE49-F238E27FC236}">
                <a16:creationId xmlns:a16="http://schemas.microsoft.com/office/drawing/2014/main" id="{BF0108A6-83E5-4EB1-9FFE-599D1B8CC32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8318" y="2354711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02 </a:t>
            </a:r>
          </a:p>
        </p:txBody>
      </p:sp>
      <p:sp>
        <p:nvSpPr>
          <p:cNvPr id="27" name="Textplatzhalter 6">
            <a:extLst>
              <a:ext uri="{FF2B5EF4-FFF2-40B4-BE49-F238E27FC236}">
                <a16:creationId xmlns:a16="http://schemas.microsoft.com/office/drawing/2014/main" id="{267C2477-3228-475F-AFD7-A441A08AAE5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48060" y="452537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28" name="Textplatzhalter 6">
            <a:extLst>
              <a:ext uri="{FF2B5EF4-FFF2-40B4-BE49-F238E27FC236}">
                <a16:creationId xmlns:a16="http://schemas.microsoft.com/office/drawing/2014/main" id="{372EDABB-0CB3-495E-B38E-EBB187C3F00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8318" y="452537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05 </a:t>
            </a:r>
          </a:p>
        </p:txBody>
      </p:sp>
      <p:sp>
        <p:nvSpPr>
          <p:cNvPr id="29" name="Textplatzhalter 6">
            <a:extLst>
              <a:ext uri="{FF2B5EF4-FFF2-40B4-BE49-F238E27FC236}">
                <a16:creationId xmlns:a16="http://schemas.microsoft.com/office/drawing/2014/main" id="{F8DE391A-D3CD-46A0-9DA6-BE18B632C97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48060" y="307826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30" name="Textplatzhalter 6">
            <a:extLst>
              <a:ext uri="{FF2B5EF4-FFF2-40B4-BE49-F238E27FC236}">
                <a16:creationId xmlns:a16="http://schemas.microsoft.com/office/drawing/2014/main" id="{6D22FFA5-3E37-4F35-A696-49186B6B111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8318" y="307826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03 </a:t>
            </a:r>
          </a:p>
        </p:txBody>
      </p:sp>
      <p:sp>
        <p:nvSpPr>
          <p:cNvPr id="31" name="Textplatzhalter 6">
            <a:extLst>
              <a:ext uri="{FF2B5EF4-FFF2-40B4-BE49-F238E27FC236}">
                <a16:creationId xmlns:a16="http://schemas.microsoft.com/office/drawing/2014/main" id="{BFD50D54-7BD1-4F76-8C9C-C2D77E59243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48060" y="3801821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32" name="Textplatzhalter 6">
            <a:extLst>
              <a:ext uri="{FF2B5EF4-FFF2-40B4-BE49-F238E27FC236}">
                <a16:creationId xmlns:a16="http://schemas.microsoft.com/office/drawing/2014/main" id="{1CB17604-E112-4197-B54C-292891529DF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8318" y="3801821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04 </a:t>
            </a:r>
          </a:p>
        </p:txBody>
      </p:sp>
      <p:sp>
        <p:nvSpPr>
          <p:cNvPr id="33" name="Textplatzhalter 6">
            <a:extLst>
              <a:ext uri="{FF2B5EF4-FFF2-40B4-BE49-F238E27FC236}">
                <a16:creationId xmlns:a16="http://schemas.microsoft.com/office/drawing/2014/main" id="{D30B4D90-1B5E-403E-AD31-C3200403209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48060" y="5248930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34" name="Textplatzhalter 6">
            <a:extLst>
              <a:ext uri="{FF2B5EF4-FFF2-40B4-BE49-F238E27FC236}">
                <a16:creationId xmlns:a16="http://schemas.microsoft.com/office/drawing/2014/main" id="{72B1944A-640B-4200-A785-CFA163F7181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18318" y="5248930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06 </a:t>
            </a:r>
          </a:p>
        </p:txBody>
      </p:sp>
      <p:sp>
        <p:nvSpPr>
          <p:cNvPr id="35" name="Textplatzhalter 6">
            <a:extLst>
              <a:ext uri="{FF2B5EF4-FFF2-40B4-BE49-F238E27FC236}">
                <a16:creationId xmlns:a16="http://schemas.microsoft.com/office/drawing/2014/main" id="{5ECB7BBA-6A53-45DD-882E-1DF6A99780C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48060" y="163115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36" name="Textplatzhalter 6">
            <a:extLst>
              <a:ext uri="{FF2B5EF4-FFF2-40B4-BE49-F238E27FC236}">
                <a16:creationId xmlns:a16="http://schemas.microsoft.com/office/drawing/2014/main" id="{FE56B6C1-047C-44D7-B1DD-8B723581E08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8318" y="163115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01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65D3C98-AF8F-400F-858D-1D6CD4B95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24" name="Textplatzhalter 9">
            <a:extLst>
              <a:ext uri="{FF2B5EF4-FFF2-40B4-BE49-F238E27FC236}">
                <a16:creationId xmlns:a16="http://schemas.microsoft.com/office/drawing/2014/main" id="{E94ED47E-AE0F-46CF-A861-AA42DCC1736C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pic>
        <p:nvPicPr>
          <p:cNvPr id="25" name="Grafik 24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1095" y="247920"/>
            <a:ext cx="993966" cy="647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1590938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trenn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E4048C-0B54-437F-B99C-D178004746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318" y="2875002"/>
            <a:ext cx="11157743" cy="1107996"/>
          </a:xfrm>
        </p:spPr>
        <p:txBody>
          <a:bodyPr anchor="ctr" anchorCtr="0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Kapiteltrenner</a:t>
            </a:r>
            <a:br>
              <a:rPr lang="de-DE" dirty="0"/>
            </a:br>
            <a:r>
              <a:rPr lang="de-DE" dirty="0"/>
              <a:t>Mehrzeilig möglich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763151F-1944-594E-849F-BF838536C415}" type="datetime4">
              <a:rPr lang="de-DE" smtClean="0"/>
              <a:t>8.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57" name="Rechteck 56">
            <a:extLst>
              <a:ext uri="{FF2B5EF4-FFF2-40B4-BE49-F238E27FC236}">
                <a16:creationId xmlns:a16="http://schemas.microsoft.com/office/drawing/2014/main" id="{87F00BE4-512D-4F35-B132-4E5C5CF1413D}"/>
              </a:ext>
            </a:extLst>
          </p:cNvPr>
          <p:cNvSpPr/>
          <p:nvPr userDrawn="1"/>
        </p:nvSpPr>
        <p:spPr>
          <a:xfrm>
            <a:off x="517200" y="6538526"/>
            <a:ext cx="11674800" cy="10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9" name="Rechteck 58">
            <a:extLst>
              <a:ext uri="{FF2B5EF4-FFF2-40B4-BE49-F238E27FC236}">
                <a16:creationId xmlns:a16="http://schemas.microsoft.com/office/drawing/2014/main" id="{F7987594-F169-42FB-8839-77BF8D405E37}"/>
              </a:ext>
            </a:extLst>
          </p:cNvPr>
          <p:cNvSpPr/>
          <p:nvPr userDrawn="1"/>
        </p:nvSpPr>
        <p:spPr>
          <a:xfrm>
            <a:off x="518400" y="1196733"/>
            <a:ext cx="11676062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0" name="Freihandform: Form 59">
            <a:extLst>
              <a:ext uri="{FF2B5EF4-FFF2-40B4-BE49-F238E27FC236}">
                <a16:creationId xmlns:a16="http://schemas.microsoft.com/office/drawing/2014/main" id="{40F781E3-735A-4333-AF8D-7842FE86295B}"/>
              </a:ext>
            </a:extLst>
          </p:cNvPr>
          <p:cNvSpPr/>
          <p:nvPr userDrawn="1"/>
        </p:nvSpPr>
        <p:spPr>
          <a:xfrm>
            <a:off x="10056938" y="300703"/>
            <a:ext cx="1619125" cy="618155"/>
          </a:xfrm>
          <a:custGeom>
            <a:avLst/>
            <a:gdLst>
              <a:gd name="connsiteX0" fmla="*/ 0 w 1456912"/>
              <a:gd name="connsiteY0" fmla="*/ 51854 h 556225"/>
              <a:gd name="connsiteX1" fmla="*/ 28188 w 1456912"/>
              <a:gd name="connsiteY1" fmla="*/ 23666 h 556225"/>
              <a:gd name="connsiteX2" fmla="*/ 28188 w 1456912"/>
              <a:gd name="connsiteY2" fmla="*/ 535557 h 556225"/>
              <a:gd name="connsiteX3" fmla="*/ 0 w 1456912"/>
              <a:gd name="connsiteY3" fmla="*/ 535557 h 556225"/>
              <a:gd name="connsiteX4" fmla="*/ 0 w 1456912"/>
              <a:gd name="connsiteY4" fmla="*/ 51854 h 556225"/>
              <a:gd name="connsiteX5" fmla="*/ 84564 w 1456912"/>
              <a:gd name="connsiteY5" fmla="*/ 28188 h 556225"/>
              <a:gd name="connsiteX6" fmla="*/ 422811 w 1456912"/>
              <a:gd name="connsiteY6" fmla="*/ 28188 h 556225"/>
              <a:gd name="connsiteX7" fmla="*/ 422811 w 1456912"/>
              <a:gd name="connsiteY7" fmla="*/ 0 h 556225"/>
              <a:gd name="connsiteX8" fmla="*/ 56376 w 1456912"/>
              <a:gd name="connsiteY8" fmla="*/ 0 h 556225"/>
              <a:gd name="connsiteX9" fmla="*/ 56376 w 1456912"/>
              <a:gd name="connsiteY9" fmla="*/ 338244 h 556225"/>
              <a:gd name="connsiteX10" fmla="*/ 367711 w 1456912"/>
              <a:gd name="connsiteY10" fmla="*/ 338244 h 556225"/>
              <a:gd name="connsiteX11" fmla="*/ 367711 w 1456912"/>
              <a:gd name="connsiteY11" fmla="*/ 310062 h 556225"/>
              <a:gd name="connsiteX12" fmla="*/ 84564 w 1456912"/>
              <a:gd name="connsiteY12" fmla="*/ 310062 h 556225"/>
              <a:gd name="connsiteX13" fmla="*/ 84564 w 1456912"/>
              <a:gd name="connsiteY13" fmla="*/ 28188 h 556225"/>
              <a:gd name="connsiteX14" fmla="*/ 410152 w 1456912"/>
              <a:gd name="connsiteY14" fmla="*/ 253686 h 556225"/>
              <a:gd name="connsiteX15" fmla="*/ 140937 w 1456912"/>
              <a:gd name="connsiteY15" fmla="*/ 253686 h 556225"/>
              <a:gd name="connsiteX16" fmla="*/ 140937 w 1456912"/>
              <a:gd name="connsiteY16" fmla="*/ 140940 h 556225"/>
              <a:gd name="connsiteX17" fmla="*/ 371171 w 1456912"/>
              <a:gd name="connsiteY17" fmla="*/ 140940 h 556225"/>
              <a:gd name="connsiteX18" fmla="*/ 399359 w 1456912"/>
              <a:gd name="connsiteY18" fmla="*/ 112752 h 556225"/>
              <a:gd name="connsiteX19" fmla="*/ 140937 w 1456912"/>
              <a:gd name="connsiteY19" fmla="*/ 112752 h 556225"/>
              <a:gd name="connsiteX20" fmla="*/ 140937 w 1456912"/>
              <a:gd name="connsiteY20" fmla="*/ 84564 h 556225"/>
              <a:gd name="connsiteX21" fmla="*/ 422811 w 1456912"/>
              <a:gd name="connsiteY21" fmla="*/ 84564 h 556225"/>
              <a:gd name="connsiteX22" fmla="*/ 422811 w 1456912"/>
              <a:gd name="connsiteY22" fmla="*/ 56376 h 556225"/>
              <a:gd name="connsiteX23" fmla="*/ 112749 w 1456912"/>
              <a:gd name="connsiteY23" fmla="*/ 56376 h 556225"/>
              <a:gd name="connsiteX24" fmla="*/ 112749 w 1456912"/>
              <a:gd name="connsiteY24" fmla="*/ 281874 h 556225"/>
              <a:gd name="connsiteX25" fmla="*/ 382334 w 1456912"/>
              <a:gd name="connsiteY25" fmla="*/ 281874 h 556225"/>
              <a:gd name="connsiteX26" fmla="*/ 410152 w 1456912"/>
              <a:gd name="connsiteY26" fmla="*/ 253686 h 556225"/>
              <a:gd name="connsiteX27" fmla="*/ 56376 w 1456912"/>
              <a:gd name="connsiteY27" fmla="*/ 535557 h 556225"/>
              <a:gd name="connsiteX28" fmla="*/ 84564 w 1456912"/>
              <a:gd name="connsiteY28" fmla="*/ 535557 h 556225"/>
              <a:gd name="connsiteX29" fmla="*/ 84564 w 1456912"/>
              <a:gd name="connsiteY29" fmla="*/ 394620 h 556225"/>
              <a:gd name="connsiteX30" fmla="*/ 112752 w 1456912"/>
              <a:gd name="connsiteY30" fmla="*/ 394620 h 556225"/>
              <a:gd name="connsiteX31" fmla="*/ 112752 w 1456912"/>
              <a:gd name="connsiteY31" fmla="*/ 511890 h 556225"/>
              <a:gd name="connsiteX32" fmla="*/ 140940 w 1456912"/>
              <a:gd name="connsiteY32" fmla="*/ 483705 h 556225"/>
              <a:gd name="connsiteX33" fmla="*/ 140940 w 1456912"/>
              <a:gd name="connsiteY33" fmla="*/ 394620 h 556225"/>
              <a:gd name="connsiteX34" fmla="*/ 367714 w 1456912"/>
              <a:gd name="connsiteY34" fmla="*/ 394620 h 556225"/>
              <a:gd name="connsiteX35" fmla="*/ 367714 w 1456912"/>
              <a:gd name="connsiteY35" fmla="*/ 366435 h 556225"/>
              <a:gd name="connsiteX36" fmla="*/ 56376 w 1456912"/>
              <a:gd name="connsiteY36" fmla="*/ 366435 h 556225"/>
              <a:gd name="connsiteX37" fmla="*/ 56376 w 1456912"/>
              <a:gd name="connsiteY37" fmla="*/ 535557 h 556225"/>
              <a:gd name="connsiteX38" fmla="*/ 1428724 w 1456912"/>
              <a:gd name="connsiteY38" fmla="*/ 0 h 556225"/>
              <a:gd name="connsiteX39" fmla="*/ 1428724 w 1456912"/>
              <a:gd name="connsiteY39" fmla="*/ 324156 h 556225"/>
              <a:gd name="connsiteX40" fmla="*/ 1316539 w 1456912"/>
              <a:gd name="connsiteY40" fmla="*/ 514089 h 556225"/>
              <a:gd name="connsiteX41" fmla="*/ 1315903 w 1456912"/>
              <a:gd name="connsiteY41" fmla="*/ 513258 h 556225"/>
              <a:gd name="connsiteX42" fmla="*/ 1400536 w 1456912"/>
              <a:gd name="connsiteY42" fmla="*/ 351869 h 556225"/>
              <a:gd name="connsiteX43" fmla="*/ 1400536 w 1456912"/>
              <a:gd name="connsiteY43" fmla="*/ 3 h 556225"/>
              <a:gd name="connsiteX44" fmla="*/ 1372348 w 1456912"/>
              <a:gd name="connsiteY44" fmla="*/ 3 h 556225"/>
              <a:gd name="connsiteX45" fmla="*/ 1372348 w 1456912"/>
              <a:gd name="connsiteY45" fmla="*/ 351400 h 556225"/>
              <a:gd name="connsiteX46" fmla="*/ 1189132 w 1456912"/>
              <a:gd name="connsiteY46" fmla="*/ 528510 h 556225"/>
              <a:gd name="connsiteX47" fmla="*/ 1005916 w 1456912"/>
              <a:gd name="connsiteY47" fmla="*/ 351400 h 556225"/>
              <a:gd name="connsiteX48" fmla="*/ 1005916 w 1456912"/>
              <a:gd name="connsiteY48" fmla="*/ 23666 h 556225"/>
              <a:gd name="connsiteX49" fmla="*/ 977728 w 1456912"/>
              <a:gd name="connsiteY49" fmla="*/ 51854 h 556225"/>
              <a:gd name="connsiteX50" fmla="*/ 977728 w 1456912"/>
              <a:gd name="connsiteY50" fmla="*/ 351869 h 556225"/>
              <a:gd name="connsiteX51" fmla="*/ 1189132 w 1456912"/>
              <a:gd name="connsiteY51" fmla="*/ 556226 h 556225"/>
              <a:gd name="connsiteX52" fmla="*/ 1217320 w 1456912"/>
              <a:gd name="connsiteY52" fmla="*/ 556226 h 556225"/>
              <a:gd name="connsiteX53" fmla="*/ 1456912 w 1456912"/>
              <a:gd name="connsiteY53" fmla="*/ 324566 h 556225"/>
              <a:gd name="connsiteX54" fmla="*/ 1456912 w 1456912"/>
              <a:gd name="connsiteY54" fmla="*/ 0 h 556225"/>
              <a:gd name="connsiteX55" fmla="*/ 1428724 w 1456912"/>
              <a:gd name="connsiteY55" fmla="*/ 0 h 556225"/>
              <a:gd name="connsiteX56" fmla="*/ 1189132 w 1456912"/>
              <a:gd name="connsiteY56" fmla="*/ 500322 h 556225"/>
              <a:gd name="connsiteX57" fmla="*/ 1344160 w 1456912"/>
              <a:gd name="connsiteY57" fmla="*/ 351400 h 556225"/>
              <a:gd name="connsiteX58" fmla="*/ 1344160 w 1456912"/>
              <a:gd name="connsiteY58" fmla="*/ 351400 h 556225"/>
              <a:gd name="connsiteX59" fmla="*/ 1344160 w 1456912"/>
              <a:gd name="connsiteY59" fmla="*/ 23666 h 556225"/>
              <a:gd name="connsiteX60" fmla="*/ 1315972 w 1456912"/>
              <a:gd name="connsiteY60" fmla="*/ 51854 h 556225"/>
              <a:gd name="connsiteX61" fmla="*/ 1315972 w 1456912"/>
              <a:gd name="connsiteY61" fmla="*/ 324153 h 556225"/>
              <a:gd name="connsiteX62" fmla="*/ 1217317 w 1456912"/>
              <a:gd name="connsiteY62" fmla="*/ 415761 h 556225"/>
              <a:gd name="connsiteX63" fmla="*/ 1118662 w 1456912"/>
              <a:gd name="connsiteY63" fmla="*/ 324153 h 556225"/>
              <a:gd name="connsiteX64" fmla="*/ 1118662 w 1456912"/>
              <a:gd name="connsiteY64" fmla="*/ 3 h 556225"/>
              <a:gd name="connsiteX65" fmla="*/ 1090474 w 1456912"/>
              <a:gd name="connsiteY65" fmla="*/ 3 h 556225"/>
              <a:gd name="connsiteX66" fmla="*/ 1090474 w 1456912"/>
              <a:gd name="connsiteY66" fmla="*/ 324156 h 556225"/>
              <a:gd name="connsiteX67" fmla="*/ 1217317 w 1456912"/>
              <a:gd name="connsiteY67" fmla="*/ 443951 h 556225"/>
              <a:gd name="connsiteX68" fmla="*/ 1304349 w 1456912"/>
              <a:gd name="connsiteY68" fmla="*/ 404889 h 556225"/>
              <a:gd name="connsiteX69" fmla="*/ 1304982 w 1456912"/>
              <a:gd name="connsiteY69" fmla="*/ 405720 h 556225"/>
              <a:gd name="connsiteX70" fmla="*/ 1189129 w 1456912"/>
              <a:gd name="connsiteY70" fmla="*/ 472139 h 556225"/>
              <a:gd name="connsiteX71" fmla="*/ 1062303 w 1456912"/>
              <a:gd name="connsiteY71" fmla="*/ 352344 h 556225"/>
              <a:gd name="connsiteX72" fmla="*/ 1062286 w 1456912"/>
              <a:gd name="connsiteY72" fmla="*/ 352344 h 556225"/>
              <a:gd name="connsiteX73" fmla="*/ 1062286 w 1456912"/>
              <a:gd name="connsiteY73" fmla="*/ 3 h 556225"/>
              <a:gd name="connsiteX74" fmla="*/ 1034098 w 1456912"/>
              <a:gd name="connsiteY74" fmla="*/ 3 h 556225"/>
              <a:gd name="connsiteX75" fmla="*/ 1034098 w 1456912"/>
              <a:gd name="connsiteY75" fmla="*/ 352341 h 556225"/>
              <a:gd name="connsiteX76" fmla="*/ 1034113 w 1456912"/>
              <a:gd name="connsiteY76" fmla="*/ 352341 h 556225"/>
              <a:gd name="connsiteX77" fmla="*/ 1189132 w 1456912"/>
              <a:gd name="connsiteY77" fmla="*/ 500322 h 556225"/>
              <a:gd name="connsiteX78" fmla="*/ 562774 w 1456912"/>
              <a:gd name="connsiteY78" fmla="*/ 366435 h 556225"/>
              <a:gd name="connsiteX79" fmla="*/ 491494 w 1456912"/>
              <a:gd name="connsiteY79" fmla="*/ 535557 h 556225"/>
              <a:gd name="connsiteX80" fmla="*/ 519684 w 1456912"/>
              <a:gd name="connsiteY80" fmla="*/ 535554 h 556225"/>
              <a:gd name="connsiteX81" fmla="*/ 519682 w 1456912"/>
              <a:gd name="connsiteY81" fmla="*/ 535557 h 556225"/>
              <a:gd name="connsiteX82" fmla="*/ 519684 w 1456912"/>
              <a:gd name="connsiteY82" fmla="*/ 535557 h 556225"/>
              <a:gd name="connsiteX83" fmla="*/ 555322 w 1456912"/>
              <a:gd name="connsiteY83" fmla="*/ 450996 h 556225"/>
              <a:gd name="connsiteX84" fmla="*/ 794138 w 1456912"/>
              <a:gd name="connsiteY84" fmla="*/ 450996 h 556225"/>
              <a:gd name="connsiteX85" fmla="*/ 829744 w 1456912"/>
              <a:gd name="connsiteY85" fmla="*/ 535557 h 556225"/>
              <a:gd name="connsiteX86" fmla="*/ 857932 w 1456912"/>
              <a:gd name="connsiteY86" fmla="*/ 535557 h 556225"/>
              <a:gd name="connsiteX87" fmla="*/ 810457 w 1456912"/>
              <a:gd name="connsiteY87" fmla="*/ 422808 h 556225"/>
              <a:gd name="connsiteX88" fmla="*/ 567200 w 1456912"/>
              <a:gd name="connsiteY88" fmla="*/ 422808 h 556225"/>
              <a:gd name="connsiteX89" fmla="*/ 579078 w 1456912"/>
              <a:gd name="connsiteY89" fmla="*/ 394620 h 556225"/>
              <a:gd name="connsiteX90" fmla="*/ 826776 w 1456912"/>
              <a:gd name="connsiteY90" fmla="*/ 394620 h 556225"/>
              <a:gd name="connsiteX91" fmla="*/ 886120 w 1456912"/>
              <a:gd name="connsiteY91" fmla="*/ 535557 h 556225"/>
              <a:gd name="connsiteX92" fmla="*/ 914308 w 1456912"/>
              <a:gd name="connsiteY92" fmla="*/ 535557 h 556225"/>
              <a:gd name="connsiteX93" fmla="*/ 843097 w 1456912"/>
              <a:gd name="connsiteY93" fmla="*/ 366435 h 556225"/>
              <a:gd name="connsiteX94" fmla="*/ 562774 w 1456912"/>
              <a:gd name="connsiteY94" fmla="*/ 366435 h 556225"/>
              <a:gd name="connsiteX95" fmla="*/ 604248 w 1456912"/>
              <a:gd name="connsiteY95" fmla="*/ 0 h 556225"/>
              <a:gd name="connsiteX96" fmla="*/ 397091 w 1456912"/>
              <a:gd name="connsiteY96" fmla="*/ 491374 h 556225"/>
              <a:gd name="connsiteX97" fmla="*/ 415032 w 1456912"/>
              <a:gd name="connsiteY97" fmla="*/ 515732 h 556225"/>
              <a:gd name="connsiteX98" fmla="*/ 632437 w 1456912"/>
              <a:gd name="connsiteY98" fmla="*/ 0 h 556225"/>
              <a:gd name="connsiteX99" fmla="*/ 604248 w 1456912"/>
              <a:gd name="connsiteY99" fmla="*/ 0 h 556225"/>
              <a:gd name="connsiteX100" fmla="*/ 716998 w 1456912"/>
              <a:gd name="connsiteY100" fmla="*/ 3 h 556225"/>
              <a:gd name="connsiteX101" fmla="*/ 934130 w 1456912"/>
              <a:gd name="connsiteY101" fmla="*/ 515735 h 556225"/>
              <a:gd name="connsiteX102" fmla="*/ 952028 w 1456912"/>
              <a:gd name="connsiteY102" fmla="*/ 491377 h 556225"/>
              <a:gd name="connsiteX103" fmla="*/ 745186 w 1456912"/>
              <a:gd name="connsiteY103" fmla="*/ 3 h 556225"/>
              <a:gd name="connsiteX104" fmla="*/ 716998 w 1456912"/>
              <a:gd name="connsiteY104" fmla="*/ 3 h 556225"/>
              <a:gd name="connsiteX105" fmla="*/ 546409 w 1456912"/>
              <a:gd name="connsiteY105" fmla="*/ 338247 h 556225"/>
              <a:gd name="connsiteX106" fmla="*/ 463042 w 1456912"/>
              <a:gd name="connsiteY106" fmla="*/ 535557 h 556225"/>
              <a:gd name="connsiteX107" fmla="*/ 434854 w 1456912"/>
              <a:gd name="connsiteY107" fmla="*/ 535557 h 556225"/>
              <a:gd name="connsiteX108" fmla="*/ 646528 w 1456912"/>
              <a:gd name="connsiteY108" fmla="*/ 33467 h 556225"/>
              <a:gd name="connsiteX109" fmla="*/ 762988 w 1456912"/>
              <a:gd name="connsiteY109" fmla="*/ 310059 h 556225"/>
              <a:gd name="connsiteX110" fmla="*/ 791176 w 1456912"/>
              <a:gd name="connsiteY110" fmla="*/ 310059 h 556225"/>
              <a:gd name="connsiteX111" fmla="*/ 660624 w 1456912"/>
              <a:gd name="connsiteY111" fmla="*/ 3 h 556225"/>
              <a:gd name="connsiteX112" fmla="*/ 688812 w 1456912"/>
              <a:gd name="connsiteY112" fmla="*/ 3 h 556225"/>
              <a:gd name="connsiteX113" fmla="*/ 831231 w 1456912"/>
              <a:gd name="connsiteY113" fmla="*/ 338247 h 556225"/>
              <a:gd name="connsiteX114" fmla="*/ 546409 w 1456912"/>
              <a:gd name="connsiteY114" fmla="*/ 338247 h 556225"/>
              <a:gd name="connsiteX115" fmla="*/ 674788 w 1456912"/>
              <a:gd name="connsiteY115" fmla="*/ 167531 h 556225"/>
              <a:gd name="connsiteX116" fmla="*/ 614721 w 1456912"/>
              <a:gd name="connsiteY116" fmla="*/ 310062 h 556225"/>
              <a:gd name="connsiteX117" fmla="*/ 734800 w 1456912"/>
              <a:gd name="connsiteY117" fmla="*/ 310062 h 556225"/>
              <a:gd name="connsiteX118" fmla="*/ 674788 w 1456912"/>
              <a:gd name="connsiteY118" fmla="*/ 167531 h 556225"/>
              <a:gd name="connsiteX119" fmla="*/ 558275 w 1456912"/>
              <a:gd name="connsiteY119" fmla="*/ 310062 h 556225"/>
              <a:gd name="connsiteX120" fmla="*/ 586535 w 1456912"/>
              <a:gd name="connsiteY120" fmla="*/ 310062 h 556225"/>
              <a:gd name="connsiteX121" fmla="*/ 660703 w 1456912"/>
              <a:gd name="connsiteY121" fmla="*/ 134072 h 556225"/>
              <a:gd name="connsiteX122" fmla="*/ 646588 w 1456912"/>
              <a:gd name="connsiteY122" fmla="*/ 100553 h 556225"/>
              <a:gd name="connsiteX123" fmla="*/ 558275 w 1456912"/>
              <a:gd name="connsiteY123" fmla="*/ 310062 h 556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1456912" h="556225">
                <a:moveTo>
                  <a:pt x="0" y="51854"/>
                </a:moveTo>
                <a:lnTo>
                  <a:pt x="28188" y="23666"/>
                </a:lnTo>
                <a:lnTo>
                  <a:pt x="28188" y="535557"/>
                </a:lnTo>
                <a:lnTo>
                  <a:pt x="0" y="535557"/>
                </a:lnTo>
                <a:lnTo>
                  <a:pt x="0" y="51854"/>
                </a:lnTo>
                <a:close/>
                <a:moveTo>
                  <a:pt x="84564" y="28188"/>
                </a:moveTo>
                <a:lnTo>
                  <a:pt x="422811" y="28188"/>
                </a:lnTo>
                <a:lnTo>
                  <a:pt x="422811" y="0"/>
                </a:lnTo>
                <a:lnTo>
                  <a:pt x="56376" y="0"/>
                </a:lnTo>
                <a:lnTo>
                  <a:pt x="56376" y="338244"/>
                </a:lnTo>
                <a:lnTo>
                  <a:pt x="367711" y="338244"/>
                </a:lnTo>
                <a:lnTo>
                  <a:pt x="367711" y="310062"/>
                </a:lnTo>
                <a:lnTo>
                  <a:pt x="84564" y="310062"/>
                </a:lnTo>
                <a:lnTo>
                  <a:pt x="84564" y="28188"/>
                </a:lnTo>
                <a:close/>
                <a:moveTo>
                  <a:pt x="410152" y="253686"/>
                </a:moveTo>
                <a:lnTo>
                  <a:pt x="140937" y="253686"/>
                </a:lnTo>
                <a:lnTo>
                  <a:pt x="140937" y="140940"/>
                </a:lnTo>
                <a:lnTo>
                  <a:pt x="371171" y="140940"/>
                </a:lnTo>
                <a:lnTo>
                  <a:pt x="399359" y="112752"/>
                </a:lnTo>
                <a:lnTo>
                  <a:pt x="140937" y="112752"/>
                </a:lnTo>
                <a:lnTo>
                  <a:pt x="140937" y="84564"/>
                </a:lnTo>
                <a:lnTo>
                  <a:pt x="422811" y="84564"/>
                </a:lnTo>
                <a:lnTo>
                  <a:pt x="422811" y="56376"/>
                </a:lnTo>
                <a:lnTo>
                  <a:pt x="112749" y="56376"/>
                </a:lnTo>
                <a:lnTo>
                  <a:pt x="112749" y="281874"/>
                </a:lnTo>
                <a:lnTo>
                  <a:pt x="382334" y="281874"/>
                </a:lnTo>
                <a:lnTo>
                  <a:pt x="410152" y="253686"/>
                </a:lnTo>
                <a:close/>
                <a:moveTo>
                  <a:pt x="56376" y="535557"/>
                </a:moveTo>
                <a:lnTo>
                  <a:pt x="84564" y="535557"/>
                </a:lnTo>
                <a:lnTo>
                  <a:pt x="84564" y="394620"/>
                </a:lnTo>
                <a:lnTo>
                  <a:pt x="112752" y="394620"/>
                </a:lnTo>
                <a:lnTo>
                  <a:pt x="112752" y="511890"/>
                </a:lnTo>
                <a:lnTo>
                  <a:pt x="140940" y="483705"/>
                </a:lnTo>
                <a:lnTo>
                  <a:pt x="140940" y="394620"/>
                </a:lnTo>
                <a:lnTo>
                  <a:pt x="367714" y="394620"/>
                </a:lnTo>
                <a:lnTo>
                  <a:pt x="367714" y="366435"/>
                </a:lnTo>
                <a:lnTo>
                  <a:pt x="56376" y="366435"/>
                </a:lnTo>
                <a:lnTo>
                  <a:pt x="56376" y="535557"/>
                </a:lnTo>
                <a:close/>
                <a:moveTo>
                  <a:pt x="1428724" y="0"/>
                </a:moveTo>
                <a:lnTo>
                  <a:pt x="1428724" y="324156"/>
                </a:lnTo>
                <a:cubicBezTo>
                  <a:pt x="1428724" y="399584"/>
                  <a:pt x="1395069" y="464387"/>
                  <a:pt x="1316539" y="514089"/>
                </a:cubicBezTo>
                <a:lnTo>
                  <a:pt x="1315903" y="513258"/>
                </a:lnTo>
                <a:cubicBezTo>
                  <a:pt x="1367503" y="472336"/>
                  <a:pt x="1400536" y="419773"/>
                  <a:pt x="1400536" y="351869"/>
                </a:cubicBezTo>
                <a:lnTo>
                  <a:pt x="1400536" y="3"/>
                </a:lnTo>
                <a:lnTo>
                  <a:pt x="1372348" y="3"/>
                </a:lnTo>
                <a:lnTo>
                  <a:pt x="1372348" y="351400"/>
                </a:lnTo>
                <a:cubicBezTo>
                  <a:pt x="1372348" y="452590"/>
                  <a:pt x="1290318" y="528510"/>
                  <a:pt x="1189132" y="528510"/>
                </a:cubicBezTo>
                <a:cubicBezTo>
                  <a:pt x="1087946" y="528510"/>
                  <a:pt x="1005916" y="452587"/>
                  <a:pt x="1005916" y="351400"/>
                </a:cubicBezTo>
                <a:lnTo>
                  <a:pt x="1005916" y="23666"/>
                </a:lnTo>
                <a:lnTo>
                  <a:pt x="977728" y="51854"/>
                </a:lnTo>
                <a:lnTo>
                  <a:pt x="977728" y="351869"/>
                </a:lnTo>
                <a:cubicBezTo>
                  <a:pt x="977728" y="468625"/>
                  <a:pt x="1072376" y="556226"/>
                  <a:pt x="1189132" y="556226"/>
                </a:cubicBezTo>
                <a:cubicBezTo>
                  <a:pt x="1191834" y="556226"/>
                  <a:pt x="1217320" y="556226"/>
                  <a:pt x="1217320" y="556226"/>
                </a:cubicBezTo>
                <a:cubicBezTo>
                  <a:pt x="1332291" y="556226"/>
                  <a:pt x="1456912" y="471321"/>
                  <a:pt x="1456912" y="324566"/>
                </a:cubicBezTo>
                <a:cubicBezTo>
                  <a:pt x="1456912" y="324428"/>
                  <a:pt x="1456912" y="0"/>
                  <a:pt x="1456912" y="0"/>
                </a:cubicBezTo>
                <a:lnTo>
                  <a:pt x="1428724" y="0"/>
                </a:lnTo>
                <a:close/>
                <a:moveTo>
                  <a:pt x="1189132" y="500322"/>
                </a:moveTo>
                <a:cubicBezTo>
                  <a:pt x="1274706" y="500322"/>
                  <a:pt x="1344082" y="436948"/>
                  <a:pt x="1344160" y="351400"/>
                </a:cubicBezTo>
                <a:lnTo>
                  <a:pt x="1344160" y="351400"/>
                </a:lnTo>
                <a:lnTo>
                  <a:pt x="1344160" y="23666"/>
                </a:lnTo>
                <a:lnTo>
                  <a:pt x="1315972" y="51854"/>
                </a:lnTo>
                <a:lnTo>
                  <a:pt x="1315972" y="324153"/>
                </a:lnTo>
                <a:cubicBezTo>
                  <a:pt x="1315972" y="378637"/>
                  <a:pt x="1271801" y="415761"/>
                  <a:pt x="1217317" y="415761"/>
                </a:cubicBezTo>
                <a:cubicBezTo>
                  <a:pt x="1162833" y="415761"/>
                  <a:pt x="1118662" y="378637"/>
                  <a:pt x="1118662" y="324153"/>
                </a:cubicBezTo>
                <a:lnTo>
                  <a:pt x="1118662" y="3"/>
                </a:lnTo>
                <a:lnTo>
                  <a:pt x="1090474" y="3"/>
                </a:lnTo>
                <a:lnTo>
                  <a:pt x="1090474" y="324156"/>
                </a:lnTo>
                <a:cubicBezTo>
                  <a:pt x="1090474" y="394209"/>
                  <a:pt x="1147264" y="443951"/>
                  <a:pt x="1217317" y="443951"/>
                </a:cubicBezTo>
                <a:cubicBezTo>
                  <a:pt x="1245962" y="443951"/>
                  <a:pt x="1280732" y="429800"/>
                  <a:pt x="1304349" y="404889"/>
                </a:cubicBezTo>
                <a:lnTo>
                  <a:pt x="1304982" y="405720"/>
                </a:lnTo>
                <a:cubicBezTo>
                  <a:pt x="1282838" y="446784"/>
                  <a:pt x="1241907" y="472139"/>
                  <a:pt x="1189129" y="472139"/>
                </a:cubicBezTo>
                <a:cubicBezTo>
                  <a:pt x="1119507" y="472139"/>
                  <a:pt x="1062992" y="421734"/>
                  <a:pt x="1062303" y="352344"/>
                </a:cubicBezTo>
                <a:lnTo>
                  <a:pt x="1062286" y="352344"/>
                </a:lnTo>
                <a:lnTo>
                  <a:pt x="1062286" y="3"/>
                </a:lnTo>
                <a:lnTo>
                  <a:pt x="1034098" y="3"/>
                </a:lnTo>
                <a:lnTo>
                  <a:pt x="1034098" y="352341"/>
                </a:lnTo>
                <a:lnTo>
                  <a:pt x="1034113" y="352341"/>
                </a:lnTo>
                <a:cubicBezTo>
                  <a:pt x="1034703" y="437411"/>
                  <a:pt x="1103877" y="500322"/>
                  <a:pt x="1189132" y="500322"/>
                </a:cubicBezTo>
                <a:close/>
                <a:moveTo>
                  <a:pt x="562774" y="366435"/>
                </a:moveTo>
                <a:lnTo>
                  <a:pt x="491494" y="535557"/>
                </a:lnTo>
                <a:lnTo>
                  <a:pt x="519684" y="535554"/>
                </a:lnTo>
                <a:lnTo>
                  <a:pt x="519682" y="535557"/>
                </a:lnTo>
                <a:lnTo>
                  <a:pt x="519684" y="535557"/>
                </a:lnTo>
                <a:lnTo>
                  <a:pt x="555322" y="450996"/>
                </a:lnTo>
                <a:lnTo>
                  <a:pt x="794138" y="450996"/>
                </a:lnTo>
                <a:lnTo>
                  <a:pt x="829744" y="535557"/>
                </a:lnTo>
                <a:lnTo>
                  <a:pt x="857932" y="535557"/>
                </a:lnTo>
                <a:lnTo>
                  <a:pt x="810457" y="422808"/>
                </a:lnTo>
                <a:lnTo>
                  <a:pt x="567200" y="422808"/>
                </a:lnTo>
                <a:lnTo>
                  <a:pt x="579078" y="394620"/>
                </a:lnTo>
                <a:lnTo>
                  <a:pt x="826776" y="394620"/>
                </a:lnTo>
                <a:lnTo>
                  <a:pt x="886120" y="535557"/>
                </a:lnTo>
                <a:lnTo>
                  <a:pt x="914308" y="535557"/>
                </a:lnTo>
                <a:lnTo>
                  <a:pt x="843097" y="366435"/>
                </a:lnTo>
                <a:lnTo>
                  <a:pt x="562774" y="366435"/>
                </a:lnTo>
                <a:close/>
                <a:moveTo>
                  <a:pt x="604248" y="0"/>
                </a:moveTo>
                <a:lnTo>
                  <a:pt x="397091" y="491374"/>
                </a:lnTo>
                <a:lnTo>
                  <a:pt x="415032" y="515732"/>
                </a:lnTo>
                <a:lnTo>
                  <a:pt x="632437" y="0"/>
                </a:lnTo>
                <a:lnTo>
                  <a:pt x="604248" y="0"/>
                </a:lnTo>
                <a:close/>
                <a:moveTo>
                  <a:pt x="716998" y="3"/>
                </a:moveTo>
                <a:lnTo>
                  <a:pt x="934130" y="515735"/>
                </a:lnTo>
                <a:lnTo>
                  <a:pt x="952028" y="491377"/>
                </a:lnTo>
                <a:lnTo>
                  <a:pt x="745186" y="3"/>
                </a:lnTo>
                <a:lnTo>
                  <a:pt x="716998" y="3"/>
                </a:lnTo>
                <a:close/>
                <a:moveTo>
                  <a:pt x="546409" y="338247"/>
                </a:moveTo>
                <a:lnTo>
                  <a:pt x="463042" y="535557"/>
                </a:lnTo>
                <a:lnTo>
                  <a:pt x="434854" y="535557"/>
                </a:lnTo>
                <a:lnTo>
                  <a:pt x="646528" y="33467"/>
                </a:lnTo>
                <a:lnTo>
                  <a:pt x="762988" y="310059"/>
                </a:lnTo>
                <a:lnTo>
                  <a:pt x="791176" y="310059"/>
                </a:lnTo>
                <a:lnTo>
                  <a:pt x="660624" y="3"/>
                </a:lnTo>
                <a:lnTo>
                  <a:pt x="688812" y="3"/>
                </a:lnTo>
                <a:lnTo>
                  <a:pt x="831231" y="338247"/>
                </a:lnTo>
                <a:lnTo>
                  <a:pt x="546409" y="338247"/>
                </a:lnTo>
                <a:close/>
                <a:moveTo>
                  <a:pt x="674788" y="167531"/>
                </a:moveTo>
                <a:lnTo>
                  <a:pt x="614721" y="310062"/>
                </a:lnTo>
                <a:lnTo>
                  <a:pt x="734800" y="310062"/>
                </a:lnTo>
                <a:lnTo>
                  <a:pt x="674788" y="167531"/>
                </a:lnTo>
                <a:close/>
                <a:moveTo>
                  <a:pt x="558275" y="310062"/>
                </a:moveTo>
                <a:lnTo>
                  <a:pt x="586535" y="310062"/>
                </a:lnTo>
                <a:lnTo>
                  <a:pt x="660703" y="134072"/>
                </a:lnTo>
                <a:lnTo>
                  <a:pt x="646588" y="100553"/>
                </a:lnTo>
                <a:lnTo>
                  <a:pt x="558275" y="310062"/>
                </a:lnTo>
                <a:close/>
              </a:path>
            </a:pathLst>
          </a:custGeom>
          <a:solidFill>
            <a:schemeClr val="tx1"/>
          </a:solidFill>
          <a:ln w="2892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grpSp>
        <p:nvGrpSpPr>
          <p:cNvPr id="58" name="Gruppieren 57">
            <a:extLst>
              <a:ext uri="{FF2B5EF4-FFF2-40B4-BE49-F238E27FC236}">
                <a16:creationId xmlns:a16="http://schemas.microsoft.com/office/drawing/2014/main" id="{9A6E8BA9-5951-4163-8A80-4621C65DA816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61" name="Gerader Verbinder 60">
              <a:extLst>
                <a:ext uri="{FF2B5EF4-FFF2-40B4-BE49-F238E27FC236}">
                  <a16:creationId xmlns:a16="http://schemas.microsoft.com/office/drawing/2014/main" id="{59DAB7DF-1308-4B09-91FE-7DF38D6584E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feld 61">
              <a:extLst>
                <a:ext uri="{FF2B5EF4-FFF2-40B4-BE49-F238E27FC236}">
                  <a16:creationId xmlns:a16="http://schemas.microsoft.com/office/drawing/2014/main" id="{87654828-5D94-4A05-BD5F-25792A149E05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63" name="Gruppieren 62">
            <a:extLst>
              <a:ext uri="{FF2B5EF4-FFF2-40B4-BE49-F238E27FC236}">
                <a16:creationId xmlns:a16="http://schemas.microsoft.com/office/drawing/2014/main" id="{9D3F2F75-1623-4F64-97FE-EA0C4D9FABDC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64" name="Gerader Verbinder 63">
              <a:extLst>
                <a:ext uri="{FF2B5EF4-FFF2-40B4-BE49-F238E27FC236}">
                  <a16:creationId xmlns:a16="http://schemas.microsoft.com/office/drawing/2014/main" id="{B042E0F0-49A6-465F-A607-A4C2EFB5486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Textfeld 64">
              <a:extLst>
                <a:ext uri="{FF2B5EF4-FFF2-40B4-BE49-F238E27FC236}">
                  <a16:creationId xmlns:a16="http://schemas.microsoft.com/office/drawing/2014/main" id="{9D612980-2A2D-4E94-8238-9C67C608554C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66" name="Gruppieren 65">
            <a:extLst>
              <a:ext uri="{FF2B5EF4-FFF2-40B4-BE49-F238E27FC236}">
                <a16:creationId xmlns:a16="http://schemas.microsoft.com/office/drawing/2014/main" id="{2CE76F8C-9B22-4BB3-B2D6-15EC2A58C7A7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67" name="Gerader Verbinder 66">
              <a:extLst>
                <a:ext uri="{FF2B5EF4-FFF2-40B4-BE49-F238E27FC236}">
                  <a16:creationId xmlns:a16="http://schemas.microsoft.com/office/drawing/2014/main" id="{9C843E82-BEFA-4CF2-BA2F-3C80060D316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Textfeld 67">
              <a:extLst>
                <a:ext uri="{FF2B5EF4-FFF2-40B4-BE49-F238E27FC236}">
                  <a16:creationId xmlns:a16="http://schemas.microsoft.com/office/drawing/2014/main" id="{4762BE88-2459-479F-84FF-4DF483AA142C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69" name="Gruppieren 68">
            <a:extLst>
              <a:ext uri="{FF2B5EF4-FFF2-40B4-BE49-F238E27FC236}">
                <a16:creationId xmlns:a16="http://schemas.microsoft.com/office/drawing/2014/main" id="{104E26F8-EA1A-4C6F-92E1-8F6F98ABFA13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70" name="Gerader Verbinder 69">
              <a:extLst>
                <a:ext uri="{FF2B5EF4-FFF2-40B4-BE49-F238E27FC236}">
                  <a16:creationId xmlns:a16="http://schemas.microsoft.com/office/drawing/2014/main" id="{1A8A854C-301D-4327-AEA2-BCC20A88724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Textfeld 70">
              <a:extLst>
                <a:ext uri="{FF2B5EF4-FFF2-40B4-BE49-F238E27FC236}">
                  <a16:creationId xmlns:a16="http://schemas.microsoft.com/office/drawing/2014/main" id="{5A547124-456E-49C6-8FC8-111D0AAFEB7F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72" name="Gruppieren 71">
            <a:extLst>
              <a:ext uri="{FF2B5EF4-FFF2-40B4-BE49-F238E27FC236}">
                <a16:creationId xmlns:a16="http://schemas.microsoft.com/office/drawing/2014/main" id="{73B26B5D-1FEC-45B5-B34A-6A1B50955F0E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73" name="Gerader Verbinder 72">
              <a:extLst>
                <a:ext uri="{FF2B5EF4-FFF2-40B4-BE49-F238E27FC236}">
                  <a16:creationId xmlns:a16="http://schemas.microsoft.com/office/drawing/2014/main" id="{3423A679-4F5C-456E-AB6C-7A18EA3E5BA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Textfeld 73">
              <a:extLst>
                <a:ext uri="{FF2B5EF4-FFF2-40B4-BE49-F238E27FC236}">
                  <a16:creationId xmlns:a16="http://schemas.microsoft.com/office/drawing/2014/main" id="{69754FAD-5E71-4087-B3E8-0FEC37E0D864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75" name="Gruppieren 74">
            <a:extLst>
              <a:ext uri="{FF2B5EF4-FFF2-40B4-BE49-F238E27FC236}">
                <a16:creationId xmlns:a16="http://schemas.microsoft.com/office/drawing/2014/main" id="{7C156EC4-BDB3-4DEA-9B78-E98FCFD2F54B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76" name="Gerader Verbinder 75">
              <a:extLst>
                <a:ext uri="{FF2B5EF4-FFF2-40B4-BE49-F238E27FC236}">
                  <a16:creationId xmlns:a16="http://schemas.microsoft.com/office/drawing/2014/main" id="{9E9C384D-D46B-429F-9A97-86F6E3560FE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Textfeld 76">
              <a:extLst>
                <a:ext uri="{FF2B5EF4-FFF2-40B4-BE49-F238E27FC236}">
                  <a16:creationId xmlns:a16="http://schemas.microsoft.com/office/drawing/2014/main" id="{64B7918E-86D1-49EB-8917-1468D42A6E25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78" name="Gruppieren 77">
            <a:extLst>
              <a:ext uri="{FF2B5EF4-FFF2-40B4-BE49-F238E27FC236}">
                <a16:creationId xmlns:a16="http://schemas.microsoft.com/office/drawing/2014/main" id="{750A6733-FD78-4442-98B4-E2BED64B460F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79" name="Gerader Verbinder 78">
              <a:extLst>
                <a:ext uri="{FF2B5EF4-FFF2-40B4-BE49-F238E27FC236}">
                  <a16:creationId xmlns:a16="http://schemas.microsoft.com/office/drawing/2014/main" id="{77BB574D-D198-49E4-874D-732C0CBD5BF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Textfeld 79">
              <a:extLst>
                <a:ext uri="{FF2B5EF4-FFF2-40B4-BE49-F238E27FC236}">
                  <a16:creationId xmlns:a16="http://schemas.microsoft.com/office/drawing/2014/main" id="{67A72ACB-A6A0-450F-A8F3-9CA35EFC5560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81" name="Gruppieren 80">
            <a:extLst>
              <a:ext uri="{FF2B5EF4-FFF2-40B4-BE49-F238E27FC236}">
                <a16:creationId xmlns:a16="http://schemas.microsoft.com/office/drawing/2014/main" id="{C4970FA2-8D2D-462F-BD21-BDE052DC5824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82" name="Gerader Verbinder 81">
              <a:extLst>
                <a:ext uri="{FF2B5EF4-FFF2-40B4-BE49-F238E27FC236}">
                  <a16:creationId xmlns:a16="http://schemas.microsoft.com/office/drawing/2014/main" id="{A7C30986-FB99-416E-BC3E-3BAEC067C11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Textfeld 82">
              <a:extLst>
                <a:ext uri="{FF2B5EF4-FFF2-40B4-BE49-F238E27FC236}">
                  <a16:creationId xmlns:a16="http://schemas.microsoft.com/office/drawing/2014/main" id="{4CE018F4-A860-49B3-B4CD-A328759F15C6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84" name="Gruppieren 83">
            <a:extLst>
              <a:ext uri="{FF2B5EF4-FFF2-40B4-BE49-F238E27FC236}">
                <a16:creationId xmlns:a16="http://schemas.microsoft.com/office/drawing/2014/main" id="{7C2BACBD-0A67-4A9A-B5DC-10C76F5DE4C2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85" name="Gerader Verbinder 84">
              <a:extLst>
                <a:ext uri="{FF2B5EF4-FFF2-40B4-BE49-F238E27FC236}">
                  <a16:creationId xmlns:a16="http://schemas.microsoft.com/office/drawing/2014/main" id="{65F81584-9968-42FA-B3A9-1C13CEAE92A8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Textfeld 85">
              <a:extLst>
                <a:ext uri="{FF2B5EF4-FFF2-40B4-BE49-F238E27FC236}">
                  <a16:creationId xmlns:a16="http://schemas.microsoft.com/office/drawing/2014/main" id="{B6D353C6-61DE-4475-8AC6-6D8AF12D49FB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87" name="Gerader Verbinder 86">
            <a:extLst>
              <a:ext uri="{FF2B5EF4-FFF2-40B4-BE49-F238E27FC236}">
                <a16:creationId xmlns:a16="http://schemas.microsoft.com/office/drawing/2014/main" id="{935008F2-D1D5-498F-9932-727B677C0ADE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8" name="Gruppieren 87">
            <a:extLst>
              <a:ext uri="{FF2B5EF4-FFF2-40B4-BE49-F238E27FC236}">
                <a16:creationId xmlns:a16="http://schemas.microsoft.com/office/drawing/2014/main" id="{9E72FA59-B055-4F1F-8F32-E797C18F96F9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89" name="Gerader Verbinder 88">
              <a:extLst>
                <a:ext uri="{FF2B5EF4-FFF2-40B4-BE49-F238E27FC236}">
                  <a16:creationId xmlns:a16="http://schemas.microsoft.com/office/drawing/2014/main" id="{B89FA96C-C88D-4C6A-BE88-F3E3083BC51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Textfeld 89">
              <a:extLst>
                <a:ext uri="{FF2B5EF4-FFF2-40B4-BE49-F238E27FC236}">
                  <a16:creationId xmlns:a16="http://schemas.microsoft.com/office/drawing/2014/main" id="{CD67028C-ACEA-4E1C-BF3F-B09177D4335E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91" name="Grafik 3">
            <a:extLst>
              <a:ext uri="{FF2B5EF4-FFF2-40B4-BE49-F238E27FC236}">
                <a16:creationId xmlns:a16="http://schemas.microsoft.com/office/drawing/2014/main" id="{63B15E59-1DC8-4E69-A2E3-B7C301F85A74}"/>
              </a:ext>
            </a:extLst>
          </p:cNvPr>
          <p:cNvGrpSpPr/>
          <p:nvPr userDrawn="1"/>
        </p:nvGrpSpPr>
        <p:grpSpPr>
          <a:xfrm>
            <a:off x="510639" y="293688"/>
            <a:ext cx="2594512" cy="327278"/>
            <a:chOff x="2242184" y="2525076"/>
            <a:chExt cx="7709534" cy="972502"/>
          </a:xfrm>
          <a:solidFill>
            <a:schemeClr val="tx1"/>
          </a:solidFill>
        </p:grpSpPr>
        <p:sp>
          <p:nvSpPr>
            <p:cNvPr id="92" name="Freihandform: Form 91">
              <a:extLst>
                <a:ext uri="{FF2B5EF4-FFF2-40B4-BE49-F238E27FC236}">
                  <a16:creationId xmlns:a16="http://schemas.microsoft.com/office/drawing/2014/main" id="{31479838-9F74-4673-9EBF-71D7160465DB}"/>
                </a:ext>
              </a:extLst>
            </p:cNvPr>
            <p:cNvSpPr/>
            <p:nvPr/>
          </p:nvSpPr>
          <p:spPr>
            <a:xfrm>
              <a:off x="2269806" y="2545079"/>
              <a:ext cx="232409" cy="369569"/>
            </a:xfrm>
            <a:custGeom>
              <a:avLst/>
              <a:gdLst>
                <a:gd name="connsiteX0" fmla="*/ 232410 w 232409"/>
                <a:gd name="connsiteY0" fmla="*/ 60960 h 369569"/>
                <a:gd name="connsiteX1" fmla="*/ 65723 w 232409"/>
                <a:gd name="connsiteY1" fmla="*/ 60960 h 369569"/>
                <a:gd name="connsiteX2" fmla="*/ 65723 w 232409"/>
                <a:gd name="connsiteY2" fmla="*/ 152400 h 369569"/>
                <a:gd name="connsiteX3" fmla="*/ 189547 w 232409"/>
                <a:gd name="connsiteY3" fmla="*/ 152400 h 369569"/>
                <a:gd name="connsiteX4" fmla="*/ 189547 w 232409"/>
                <a:gd name="connsiteY4" fmla="*/ 212408 h 369569"/>
                <a:gd name="connsiteX5" fmla="*/ 65723 w 232409"/>
                <a:gd name="connsiteY5" fmla="*/ 212408 h 369569"/>
                <a:gd name="connsiteX6" fmla="*/ 65723 w 232409"/>
                <a:gd name="connsiteY6" fmla="*/ 369570 h 369569"/>
                <a:gd name="connsiteX7" fmla="*/ 0 w 232409"/>
                <a:gd name="connsiteY7" fmla="*/ 369570 h 369569"/>
                <a:gd name="connsiteX8" fmla="*/ 0 w 232409"/>
                <a:gd name="connsiteY8" fmla="*/ 0 h 369569"/>
                <a:gd name="connsiteX9" fmla="*/ 231458 w 232409"/>
                <a:gd name="connsiteY9" fmla="*/ 0 h 369569"/>
                <a:gd name="connsiteX10" fmla="*/ 231458 w 232409"/>
                <a:gd name="connsiteY10" fmla="*/ 60960 h 36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2409" h="369569">
                  <a:moveTo>
                    <a:pt x="232410" y="60960"/>
                  </a:moveTo>
                  <a:lnTo>
                    <a:pt x="65723" y="60960"/>
                  </a:lnTo>
                  <a:lnTo>
                    <a:pt x="65723" y="152400"/>
                  </a:lnTo>
                  <a:lnTo>
                    <a:pt x="189547" y="152400"/>
                  </a:lnTo>
                  <a:lnTo>
                    <a:pt x="189547" y="212408"/>
                  </a:lnTo>
                  <a:lnTo>
                    <a:pt x="65723" y="212408"/>
                  </a:lnTo>
                  <a:lnTo>
                    <a:pt x="65723" y="369570"/>
                  </a:lnTo>
                  <a:lnTo>
                    <a:pt x="0" y="369570"/>
                  </a:lnTo>
                  <a:lnTo>
                    <a:pt x="0" y="0"/>
                  </a:lnTo>
                  <a:lnTo>
                    <a:pt x="231458" y="0"/>
                  </a:lnTo>
                  <a:lnTo>
                    <a:pt x="231458" y="6096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3" name="Freihandform: Form 92">
              <a:extLst>
                <a:ext uri="{FF2B5EF4-FFF2-40B4-BE49-F238E27FC236}">
                  <a16:creationId xmlns:a16="http://schemas.microsoft.com/office/drawing/2014/main" id="{853C65E7-B88C-42F7-937F-8DB98A4E9FCC}"/>
                </a:ext>
              </a:extLst>
            </p:cNvPr>
            <p:cNvSpPr/>
            <p:nvPr/>
          </p:nvSpPr>
          <p:spPr>
            <a:xfrm>
              <a:off x="2538412" y="2641039"/>
              <a:ext cx="160020" cy="272657"/>
            </a:xfrm>
            <a:custGeom>
              <a:avLst/>
              <a:gdLst>
                <a:gd name="connsiteX0" fmla="*/ 160020 w 160020"/>
                <a:gd name="connsiteY0" fmla="*/ 5005 h 272657"/>
                <a:gd name="connsiteX1" fmla="*/ 150495 w 160020"/>
                <a:gd name="connsiteY1" fmla="*/ 68823 h 272657"/>
                <a:gd name="connsiteX2" fmla="*/ 116205 w 160020"/>
                <a:gd name="connsiteY2" fmla="*/ 60250 h 272657"/>
                <a:gd name="connsiteX3" fmla="*/ 61913 w 160020"/>
                <a:gd name="connsiteY3" fmla="*/ 135498 h 272657"/>
                <a:gd name="connsiteX4" fmla="*/ 61913 w 160020"/>
                <a:gd name="connsiteY4" fmla="*/ 272658 h 272657"/>
                <a:gd name="connsiteX5" fmla="*/ 0 w 160020"/>
                <a:gd name="connsiteY5" fmla="*/ 272658 h 272657"/>
                <a:gd name="connsiteX6" fmla="*/ 0 w 160020"/>
                <a:gd name="connsiteY6" fmla="*/ 5958 h 272657"/>
                <a:gd name="connsiteX7" fmla="*/ 60960 w 160020"/>
                <a:gd name="connsiteY7" fmla="*/ 5958 h 272657"/>
                <a:gd name="connsiteX8" fmla="*/ 60960 w 160020"/>
                <a:gd name="connsiteY8" fmla="*/ 40248 h 272657"/>
                <a:gd name="connsiteX9" fmla="*/ 61913 w 160020"/>
                <a:gd name="connsiteY9" fmla="*/ 40248 h 272657"/>
                <a:gd name="connsiteX10" fmla="*/ 131445 w 160020"/>
                <a:gd name="connsiteY10" fmla="*/ 243 h 272657"/>
                <a:gd name="connsiteX11" fmla="*/ 160020 w 160020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2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7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4" name="Freihandform: Form 93">
              <a:extLst>
                <a:ext uri="{FF2B5EF4-FFF2-40B4-BE49-F238E27FC236}">
                  <a16:creationId xmlns:a16="http://schemas.microsoft.com/office/drawing/2014/main" id="{758B2ACA-719E-43F3-9EC0-0034F9047CBB}"/>
                </a:ext>
              </a:extLst>
            </p:cNvPr>
            <p:cNvSpPr/>
            <p:nvPr/>
          </p:nvSpPr>
          <p:spPr>
            <a:xfrm>
              <a:off x="2743199" y="2528887"/>
              <a:ext cx="79057" cy="384810"/>
            </a:xfrm>
            <a:custGeom>
              <a:avLst/>
              <a:gdLst>
                <a:gd name="connsiteX0" fmla="*/ 79058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8 w 79057"/>
                <a:gd name="connsiteY4" fmla="*/ 38100 h 384810"/>
                <a:gd name="connsiteX5" fmla="*/ 70485 w 79057"/>
                <a:gd name="connsiteY5" fmla="*/ 384810 h 384810"/>
                <a:gd name="connsiteX6" fmla="*/ 8573 w 79057"/>
                <a:gd name="connsiteY6" fmla="*/ 384810 h 384810"/>
                <a:gd name="connsiteX7" fmla="*/ 8573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8" y="38100"/>
                  </a:moveTo>
                  <a:cubicBezTo>
                    <a:pt x="79058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5" name="Freihandform: Form 94">
              <a:extLst>
                <a:ext uri="{FF2B5EF4-FFF2-40B4-BE49-F238E27FC236}">
                  <a16:creationId xmlns:a16="http://schemas.microsoft.com/office/drawing/2014/main" id="{35EE226D-3234-43F6-8BB4-C0E371601E92}"/>
                </a:ext>
              </a:extLst>
            </p:cNvPr>
            <p:cNvSpPr/>
            <p:nvPr/>
          </p:nvSpPr>
          <p:spPr>
            <a:xfrm>
              <a:off x="2879407" y="2641281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1913 w 242887"/>
                <a:gd name="connsiteY10" fmla="*/ 115253 h 279082"/>
                <a:gd name="connsiteX11" fmla="*/ 182880 w 242887"/>
                <a:gd name="connsiteY11" fmla="*/ 115253 h 279082"/>
                <a:gd name="connsiteX12" fmla="*/ 123825 w 242887"/>
                <a:gd name="connsiteY12" fmla="*/ 50482 h 279082"/>
                <a:gd name="connsiteX13" fmla="*/ 61913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1913" y="115253"/>
                  </a:moveTo>
                  <a:lnTo>
                    <a:pt x="182880" y="115253"/>
                  </a:lnTo>
                  <a:cubicBezTo>
                    <a:pt x="180022" y="74295"/>
                    <a:pt x="159067" y="50482"/>
                    <a:pt x="123825" y="50482"/>
                  </a:cubicBezTo>
                  <a:cubicBezTo>
                    <a:pt x="89535" y="50482"/>
                    <a:pt x="67627" y="74295"/>
                    <a:pt x="61913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6" name="Freihandform: Form 95">
              <a:extLst>
                <a:ext uri="{FF2B5EF4-FFF2-40B4-BE49-F238E27FC236}">
                  <a16:creationId xmlns:a16="http://schemas.microsoft.com/office/drawing/2014/main" id="{A7EFAE98-DF8E-4D8F-BA4F-2EDBA3177CFC}"/>
                </a:ext>
              </a:extLst>
            </p:cNvPr>
            <p:cNvSpPr/>
            <p:nvPr/>
          </p:nvSpPr>
          <p:spPr>
            <a:xfrm>
              <a:off x="3177539" y="2525076"/>
              <a:ext cx="248602" cy="396239"/>
            </a:xfrm>
            <a:custGeom>
              <a:avLst/>
              <a:gdLst>
                <a:gd name="connsiteX0" fmla="*/ 0 w 248602"/>
                <a:gd name="connsiteY0" fmla="*/ 255270 h 396239"/>
                <a:gd name="connsiteX1" fmla="*/ 108585 w 248602"/>
                <a:gd name="connsiteY1" fmla="*/ 116205 h 396239"/>
                <a:gd name="connsiteX2" fmla="*/ 185738 w 248602"/>
                <a:gd name="connsiteY2" fmla="*/ 152400 h 396239"/>
                <a:gd name="connsiteX3" fmla="*/ 186690 w 248602"/>
                <a:gd name="connsiteY3" fmla="*/ 152400 h 396239"/>
                <a:gd name="connsiteX4" fmla="*/ 186690 w 248602"/>
                <a:gd name="connsiteY4" fmla="*/ 15240 h 396239"/>
                <a:gd name="connsiteX5" fmla="*/ 248602 w 248602"/>
                <a:gd name="connsiteY5" fmla="*/ 0 h 396239"/>
                <a:gd name="connsiteX6" fmla="*/ 248602 w 248602"/>
                <a:gd name="connsiteY6" fmla="*/ 389573 h 396239"/>
                <a:gd name="connsiteX7" fmla="*/ 187642 w 248602"/>
                <a:gd name="connsiteY7" fmla="*/ 389573 h 396239"/>
                <a:gd name="connsiteX8" fmla="*/ 187642 w 248602"/>
                <a:gd name="connsiteY8" fmla="*/ 358140 h 396239"/>
                <a:gd name="connsiteX9" fmla="*/ 186690 w 248602"/>
                <a:gd name="connsiteY9" fmla="*/ 358140 h 396239"/>
                <a:gd name="connsiteX10" fmla="*/ 106680 w 248602"/>
                <a:gd name="connsiteY10" fmla="*/ 396240 h 396239"/>
                <a:gd name="connsiteX11" fmla="*/ 0 w 248602"/>
                <a:gd name="connsiteY11" fmla="*/ 255270 h 396239"/>
                <a:gd name="connsiteX12" fmla="*/ 60960 w 248602"/>
                <a:gd name="connsiteY12" fmla="*/ 255270 h 396239"/>
                <a:gd name="connsiteX13" fmla="*/ 122872 w 248602"/>
                <a:gd name="connsiteY13" fmla="*/ 340995 h 396239"/>
                <a:gd name="connsiteX14" fmla="*/ 186690 w 248602"/>
                <a:gd name="connsiteY14" fmla="*/ 305753 h 396239"/>
                <a:gd name="connsiteX15" fmla="*/ 186690 w 248602"/>
                <a:gd name="connsiteY15" fmla="*/ 207645 h 396239"/>
                <a:gd name="connsiteX16" fmla="*/ 122872 w 248602"/>
                <a:gd name="connsiteY16" fmla="*/ 172402 h 396239"/>
                <a:gd name="connsiteX17" fmla="*/ 60960 w 248602"/>
                <a:gd name="connsiteY17" fmla="*/ 255270 h 39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8602" h="396239">
                  <a:moveTo>
                    <a:pt x="0" y="255270"/>
                  </a:moveTo>
                  <a:cubicBezTo>
                    <a:pt x="0" y="169545"/>
                    <a:pt x="43815" y="116205"/>
                    <a:pt x="108585" y="116205"/>
                  </a:cubicBezTo>
                  <a:cubicBezTo>
                    <a:pt x="141922" y="116205"/>
                    <a:pt x="168592" y="130493"/>
                    <a:pt x="185738" y="152400"/>
                  </a:cubicBezTo>
                  <a:lnTo>
                    <a:pt x="186690" y="152400"/>
                  </a:lnTo>
                  <a:lnTo>
                    <a:pt x="186690" y="15240"/>
                  </a:lnTo>
                  <a:lnTo>
                    <a:pt x="248602" y="0"/>
                  </a:lnTo>
                  <a:lnTo>
                    <a:pt x="248602" y="389573"/>
                  </a:lnTo>
                  <a:lnTo>
                    <a:pt x="187642" y="389573"/>
                  </a:lnTo>
                  <a:lnTo>
                    <a:pt x="187642" y="358140"/>
                  </a:lnTo>
                  <a:lnTo>
                    <a:pt x="186690" y="358140"/>
                  </a:lnTo>
                  <a:cubicBezTo>
                    <a:pt x="167640" y="381953"/>
                    <a:pt x="140017" y="396240"/>
                    <a:pt x="106680" y="396240"/>
                  </a:cubicBezTo>
                  <a:cubicBezTo>
                    <a:pt x="43815" y="395288"/>
                    <a:pt x="0" y="340995"/>
                    <a:pt x="0" y="255270"/>
                  </a:cubicBezTo>
                  <a:close/>
                  <a:moveTo>
                    <a:pt x="60960" y="255270"/>
                  </a:moveTo>
                  <a:cubicBezTo>
                    <a:pt x="60960" y="309563"/>
                    <a:pt x="83820" y="340995"/>
                    <a:pt x="122872" y="340995"/>
                  </a:cubicBezTo>
                  <a:cubicBezTo>
                    <a:pt x="146685" y="340995"/>
                    <a:pt x="166688" y="329565"/>
                    <a:pt x="186690" y="305753"/>
                  </a:cubicBezTo>
                  <a:lnTo>
                    <a:pt x="186690" y="207645"/>
                  </a:lnTo>
                  <a:cubicBezTo>
                    <a:pt x="168592" y="183833"/>
                    <a:pt x="148590" y="172402"/>
                    <a:pt x="122872" y="172402"/>
                  </a:cubicBezTo>
                  <a:cubicBezTo>
                    <a:pt x="82867" y="172402"/>
                    <a:pt x="60960" y="201930"/>
                    <a:pt x="60960" y="2552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7" name="Freihandform: Form 96">
              <a:extLst>
                <a:ext uri="{FF2B5EF4-FFF2-40B4-BE49-F238E27FC236}">
                  <a16:creationId xmlns:a16="http://schemas.microsoft.com/office/drawing/2014/main" id="{5B44E1B9-32E5-4A3A-8DDB-8859CA78DEA6}"/>
                </a:ext>
              </a:extLst>
            </p:cNvPr>
            <p:cNvSpPr/>
            <p:nvPr/>
          </p:nvSpPr>
          <p:spPr>
            <a:xfrm>
              <a:off x="3509009" y="2641039"/>
              <a:ext cx="160020" cy="272657"/>
            </a:xfrm>
            <a:custGeom>
              <a:avLst/>
              <a:gdLst>
                <a:gd name="connsiteX0" fmla="*/ 160020 w 160020"/>
                <a:gd name="connsiteY0" fmla="*/ 5005 h 272657"/>
                <a:gd name="connsiteX1" fmla="*/ 150495 w 160020"/>
                <a:gd name="connsiteY1" fmla="*/ 68823 h 272657"/>
                <a:gd name="connsiteX2" fmla="*/ 116205 w 160020"/>
                <a:gd name="connsiteY2" fmla="*/ 60250 h 272657"/>
                <a:gd name="connsiteX3" fmla="*/ 61913 w 160020"/>
                <a:gd name="connsiteY3" fmla="*/ 135498 h 272657"/>
                <a:gd name="connsiteX4" fmla="*/ 61913 w 160020"/>
                <a:gd name="connsiteY4" fmla="*/ 272658 h 272657"/>
                <a:gd name="connsiteX5" fmla="*/ 0 w 160020"/>
                <a:gd name="connsiteY5" fmla="*/ 272658 h 272657"/>
                <a:gd name="connsiteX6" fmla="*/ 0 w 160020"/>
                <a:gd name="connsiteY6" fmla="*/ 5958 h 272657"/>
                <a:gd name="connsiteX7" fmla="*/ 60960 w 160020"/>
                <a:gd name="connsiteY7" fmla="*/ 5958 h 272657"/>
                <a:gd name="connsiteX8" fmla="*/ 60960 w 160020"/>
                <a:gd name="connsiteY8" fmla="*/ 40248 h 272657"/>
                <a:gd name="connsiteX9" fmla="*/ 61913 w 160020"/>
                <a:gd name="connsiteY9" fmla="*/ 40248 h 272657"/>
                <a:gd name="connsiteX10" fmla="*/ 131445 w 160020"/>
                <a:gd name="connsiteY10" fmla="*/ 243 h 272657"/>
                <a:gd name="connsiteX11" fmla="*/ 160020 w 160020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8" name="Freihandform: Form 97">
              <a:extLst>
                <a:ext uri="{FF2B5EF4-FFF2-40B4-BE49-F238E27FC236}">
                  <a16:creationId xmlns:a16="http://schemas.microsoft.com/office/drawing/2014/main" id="{A113CC62-1A03-4F2F-81E6-89FD73E20543}"/>
                </a:ext>
              </a:extLst>
            </p:cNvPr>
            <p:cNvSpPr/>
            <p:nvPr/>
          </p:nvSpPr>
          <p:spPr>
            <a:xfrm>
              <a:off x="3712844" y="2528887"/>
              <a:ext cx="79057" cy="384810"/>
            </a:xfrm>
            <a:custGeom>
              <a:avLst/>
              <a:gdLst>
                <a:gd name="connsiteX0" fmla="*/ 79058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8 w 79057"/>
                <a:gd name="connsiteY4" fmla="*/ 38100 h 384810"/>
                <a:gd name="connsiteX5" fmla="*/ 71438 w 79057"/>
                <a:gd name="connsiteY5" fmla="*/ 384810 h 384810"/>
                <a:gd name="connsiteX6" fmla="*/ 9525 w 79057"/>
                <a:gd name="connsiteY6" fmla="*/ 384810 h 384810"/>
                <a:gd name="connsiteX7" fmla="*/ 9525 w 79057"/>
                <a:gd name="connsiteY7" fmla="*/ 118110 h 384810"/>
                <a:gd name="connsiteX8" fmla="*/ 71438 w 79057"/>
                <a:gd name="connsiteY8" fmla="*/ 118110 h 384810"/>
                <a:gd name="connsiteX9" fmla="*/ 71438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8" y="38100"/>
                  </a:moveTo>
                  <a:cubicBezTo>
                    <a:pt x="79058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7" y="0"/>
                    <a:pt x="39052" y="0"/>
                  </a:cubicBezTo>
                  <a:cubicBezTo>
                    <a:pt x="61913" y="0"/>
                    <a:pt x="79058" y="16193"/>
                    <a:pt x="79058" y="38100"/>
                  </a:cubicBezTo>
                  <a:close/>
                  <a:moveTo>
                    <a:pt x="71438" y="384810"/>
                  </a:moveTo>
                  <a:lnTo>
                    <a:pt x="9525" y="384810"/>
                  </a:lnTo>
                  <a:lnTo>
                    <a:pt x="9525" y="118110"/>
                  </a:lnTo>
                  <a:lnTo>
                    <a:pt x="71438" y="118110"/>
                  </a:lnTo>
                  <a:lnTo>
                    <a:pt x="71438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9" name="Freihandform: Form 98">
              <a:extLst>
                <a:ext uri="{FF2B5EF4-FFF2-40B4-BE49-F238E27FC236}">
                  <a16:creationId xmlns:a16="http://schemas.microsoft.com/office/drawing/2014/main" id="{AEAF2AAD-7F92-4C68-919A-54ED1D8E07B7}"/>
                </a:ext>
              </a:extLst>
            </p:cNvPr>
            <p:cNvSpPr/>
            <p:nvPr/>
          </p:nvSpPr>
          <p:spPr>
            <a:xfrm>
              <a:off x="3850957" y="2640329"/>
              <a:ext cx="224789" cy="280034"/>
            </a:xfrm>
            <a:custGeom>
              <a:avLst/>
              <a:gdLst>
                <a:gd name="connsiteX0" fmla="*/ 222885 w 224789"/>
                <a:gd name="connsiteY0" fmla="*/ 237172 h 280034"/>
                <a:gd name="connsiteX1" fmla="*/ 127635 w 224789"/>
                <a:gd name="connsiteY1" fmla="*/ 280035 h 280034"/>
                <a:gd name="connsiteX2" fmla="*/ 0 w 224789"/>
                <a:gd name="connsiteY2" fmla="*/ 140970 h 280034"/>
                <a:gd name="connsiteX3" fmla="*/ 128588 w 224789"/>
                <a:gd name="connsiteY3" fmla="*/ 0 h 280034"/>
                <a:gd name="connsiteX4" fmla="*/ 224790 w 224789"/>
                <a:gd name="connsiteY4" fmla="*/ 45720 h 280034"/>
                <a:gd name="connsiteX5" fmla="*/ 181927 w 224789"/>
                <a:gd name="connsiteY5" fmla="*/ 86678 h 280034"/>
                <a:gd name="connsiteX6" fmla="*/ 128588 w 224789"/>
                <a:gd name="connsiteY6" fmla="*/ 57150 h 280034"/>
                <a:gd name="connsiteX7" fmla="*/ 62865 w 224789"/>
                <a:gd name="connsiteY7" fmla="*/ 140018 h 280034"/>
                <a:gd name="connsiteX8" fmla="*/ 128588 w 224789"/>
                <a:gd name="connsiteY8" fmla="*/ 222885 h 280034"/>
                <a:gd name="connsiteX9" fmla="*/ 183833 w 224789"/>
                <a:gd name="connsiteY9" fmla="*/ 193358 h 280034"/>
                <a:gd name="connsiteX10" fmla="*/ 222885 w 224789"/>
                <a:gd name="connsiteY10" fmla="*/ 237172 h 280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89" h="280034">
                  <a:moveTo>
                    <a:pt x="222885" y="237172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7" y="15240"/>
                    <a:pt x="224790" y="45720"/>
                  </a:cubicBezTo>
                  <a:lnTo>
                    <a:pt x="181927" y="86678"/>
                  </a:lnTo>
                  <a:cubicBezTo>
                    <a:pt x="166688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8"/>
                  </a:cubicBezTo>
                  <a:cubicBezTo>
                    <a:pt x="62865" y="189547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3" y="193358"/>
                  </a:cubicBezTo>
                  <a:lnTo>
                    <a:pt x="222885" y="23717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0" name="Freihandform: Form 99">
              <a:extLst>
                <a:ext uri="{FF2B5EF4-FFF2-40B4-BE49-F238E27FC236}">
                  <a16:creationId xmlns:a16="http://schemas.microsoft.com/office/drawing/2014/main" id="{5FFE12AD-2431-47E8-ABC4-3D8E3A605297}"/>
                </a:ext>
              </a:extLst>
            </p:cNvPr>
            <p:cNvSpPr/>
            <p:nvPr/>
          </p:nvSpPr>
          <p:spPr>
            <a:xfrm>
              <a:off x="4129087" y="2525076"/>
              <a:ext cx="229552" cy="389572"/>
            </a:xfrm>
            <a:custGeom>
              <a:avLst/>
              <a:gdLst>
                <a:gd name="connsiteX0" fmla="*/ 229553 w 229552"/>
                <a:gd name="connsiteY0" fmla="*/ 388620 h 389572"/>
                <a:gd name="connsiteX1" fmla="*/ 167640 w 229552"/>
                <a:gd name="connsiteY1" fmla="*/ 388620 h 389572"/>
                <a:gd name="connsiteX2" fmla="*/ 167640 w 229552"/>
                <a:gd name="connsiteY2" fmla="*/ 236220 h 389572"/>
                <a:gd name="connsiteX3" fmla="*/ 118110 w 229552"/>
                <a:gd name="connsiteY3" fmla="*/ 171450 h 389572"/>
                <a:gd name="connsiteX4" fmla="*/ 62865 w 229552"/>
                <a:gd name="connsiteY4" fmla="*/ 236220 h 389572"/>
                <a:gd name="connsiteX5" fmla="*/ 62865 w 229552"/>
                <a:gd name="connsiteY5" fmla="*/ 389573 h 389572"/>
                <a:gd name="connsiteX6" fmla="*/ 0 w 229552"/>
                <a:gd name="connsiteY6" fmla="*/ 389573 h 389572"/>
                <a:gd name="connsiteX7" fmla="*/ 0 w 229552"/>
                <a:gd name="connsiteY7" fmla="*/ 15240 h 389572"/>
                <a:gd name="connsiteX8" fmla="*/ 61913 w 229552"/>
                <a:gd name="connsiteY8" fmla="*/ 0 h 389572"/>
                <a:gd name="connsiteX9" fmla="*/ 61913 w 229552"/>
                <a:gd name="connsiteY9" fmla="*/ 155258 h 389572"/>
                <a:gd name="connsiteX10" fmla="*/ 62865 w 229552"/>
                <a:gd name="connsiteY10" fmla="*/ 155258 h 389572"/>
                <a:gd name="connsiteX11" fmla="*/ 140970 w 229552"/>
                <a:gd name="connsiteY11" fmla="*/ 116205 h 389572"/>
                <a:gd name="connsiteX12" fmla="*/ 228600 w 229552"/>
                <a:gd name="connsiteY12" fmla="*/ 223838 h 389572"/>
                <a:gd name="connsiteX13" fmla="*/ 228600 w 229552"/>
                <a:gd name="connsiteY13" fmla="*/ 38862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9552" h="389572">
                  <a:moveTo>
                    <a:pt x="229553" y="388620"/>
                  </a:moveTo>
                  <a:lnTo>
                    <a:pt x="167640" y="388620"/>
                  </a:lnTo>
                  <a:lnTo>
                    <a:pt x="167640" y="236220"/>
                  </a:lnTo>
                  <a:cubicBezTo>
                    <a:pt x="167640" y="197168"/>
                    <a:pt x="155257" y="171450"/>
                    <a:pt x="118110" y="171450"/>
                  </a:cubicBezTo>
                  <a:cubicBezTo>
                    <a:pt x="75247" y="171450"/>
                    <a:pt x="62865" y="205740"/>
                    <a:pt x="62865" y="236220"/>
                  </a:cubicBezTo>
                  <a:lnTo>
                    <a:pt x="62865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2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1" name="Freihandform: Form 100">
              <a:extLst>
                <a:ext uri="{FF2B5EF4-FFF2-40B4-BE49-F238E27FC236}">
                  <a16:creationId xmlns:a16="http://schemas.microsoft.com/office/drawing/2014/main" id="{DAA0DE08-F7C2-4423-8FFE-8532F2A5C6FD}"/>
                </a:ext>
              </a:extLst>
            </p:cNvPr>
            <p:cNvSpPr/>
            <p:nvPr/>
          </p:nvSpPr>
          <p:spPr>
            <a:xfrm>
              <a:off x="4430077" y="2721291"/>
              <a:ext cx="130492" cy="59055"/>
            </a:xfrm>
            <a:custGeom>
              <a:avLst/>
              <a:gdLst>
                <a:gd name="connsiteX0" fmla="*/ 130492 w 130492"/>
                <a:gd name="connsiteY0" fmla="*/ 59055 h 59055"/>
                <a:gd name="connsiteX1" fmla="*/ 0 w 130492"/>
                <a:gd name="connsiteY1" fmla="*/ 59055 h 59055"/>
                <a:gd name="connsiteX2" fmla="*/ 0 w 130492"/>
                <a:gd name="connsiteY2" fmla="*/ 0 h 59055"/>
                <a:gd name="connsiteX3" fmla="*/ 130492 w 130492"/>
                <a:gd name="connsiteY3" fmla="*/ 0 h 59055"/>
                <a:gd name="connsiteX4" fmla="*/ 130492 w 130492"/>
                <a:gd name="connsiteY4" fmla="*/ 59055 h 59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492" h="59055">
                  <a:moveTo>
                    <a:pt x="130492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2" y="0"/>
                  </a:lnTo>
                  <a:lnTo>
                    <a:pt x="130492" y="5905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2" name="Freihandform: Form 101">
              <a:extLst>
                <a:ext uri="{FF2B5EF4-FFF2-40B4-BE49-F238E27FC236}">
                  <a16:creationId xmlns:a16="http://schemas.microsoft.com/office/drawing/2014/main" id="{9FA5E0D5-28AF-4E95-B133-86F7102C0A96}"/>
                </a:ext>
              </a:extLst>
            </p:cNvPr>
            <p:cNvSpPr/>
            <p:nvPr/>
          </p:nvSpPr>
          <p:spPr>
            <a:xfrm>
              <a:off x="4593906" y="2545079"/>
              <a:ext cx="342900" cy="368617"/>
            </a:xfrm>
            <a:custGeom>
              <a:avLst/>
              <a:gdLst>
                <a:gd name="connsiteX0" fmla="*/ 136208 w 342900"/>
                <a:gd name="connsiteY0" fmla="*/ 0 h 368617"/>
                <a:gd name="connsiteX1" fmla="*/ 205740 w 342900"/>
                <a:gd name="connsiteY1" fmla="*/ 0 h 368617"/>
                <a:gd name="connsiteX2" fmla="*/ 342900 w 342900"/>
                <a:gd name="connsiteY2" fmla="*/ 368618 h 368617"/>
                <a:gd name="connsiteX3" fmla="*/ 271463 w 342900"/>
                <a:gd name="connsiteY3" fmla="*/ 368618 h 368617"/>
                <a:gd name="connsiteX4" fmla="*/ 244793 w 342900"/>
                <a:gd name="connsiteY4" fmla="*/ 290512 h 368617"/>
                <a:gd name="connsiteX5" fmla="*/ 96203 w 342900"/>
                <a:gd name="connsiteY5" fmla="*/ 290512 h 368617"/>
                <a:gd name="connsiteX6" fmla="*/ 69533 w 342900"/>
                <a:gd name="connsiteY6" fmla="*/ 368618 h 368617"/>
                <a:gd name="connsiteX7" fmla="*/ 0 w 342900"/>
                <a:gd name="connsiteY7" fmla="*/ 368618 h 368617"/>
                <a:gd name="connsiteX8" fmla="*/ 136208 w 342900"/>
                <a:gd name="connsiteY8" fmla="*/ 0 h 368617"/>
                <a:gd name="connsiteX9" fmla="*/ 116205 w 342900"/>
                <a:gd name="connsiteY9" fmla="*/ 231458 h 368617"/>
                <a:gd name="connsiteX10" fmla="*/ 223838 w 342900"/>
                <a:gd name="connsiteY10" fmla="*/ 231458 h 368617"/>
                <a:gd name="connsiteX11" fmla="*/ 170498 w 342900"/>
                <a:gd name="connsiteY11" fmla="*/ 75247 h 368617"/>
                <a:gd name="connsiteX12" fmla="*/ 169545 w 342900"/>
                <a:gd name="connsiteY12" fmla="*/ 75247 h 368617"/>
                <a:gd name="connsiteX13" fmla="*/ 116205 w 342900"/>
                <a:gd name="connsiteY13" fmla="*/ 231458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42900" h="368617">
                  <a:moveTo>
                    <a:pt x="136208" y="0"/>
                  </a:moveTo>
                  <a:lnTo>
                    <a:pt x="205740" y="0"/>
                  </a:lnTo>
                  <a:lnTo>
                    <a:pt x="342900" y="368618"/>
                  </a:lnTo>
                  <a:lnTo>
                    <a:pt x="271463" y="368618"/>
                  </a:lnTo>
                  <a:lnTo>
                    <a:pt x="244793" y="290512"/>
                  </a:lnTo>
                  <a:lnTo>
                    <a:pt x="96203" y="290512"/>
                  </a:lnTo>
                  <a:lnTo>
                    <a:pt x="69533" y="368618"/>
                  </a:lnTo>
                  <a:lnTo>
                    <a:pt x="0" y="368618"/>
                  </a:lnTo>
                  <a:lnTo>
                    <a:pt x="136208" y="0"/>
                  </a:lnTo>
                  <a:close/>
                  <a:moveTo>
                    <a:pt x="116205" y="231458"/>
                  </a:moveTo>
                  <a:lnTo>
                    <a:pt x="223838" y="231458"/>
                  </a:lnTo>
                  <a:lnTo>
                    <a:pt x="170498" y="75247"/>
                  </a:lnTo>
                  <a:lnTo>
                    <a:pt x="169545" y="75247"/>
                  </a:lnTo>
                  <a:lnTo>
                    <a:pt x="116205" y="231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3" name="Freihandform: Form 102">
              <a:extLst>
                <a:ext uri="{FF2B5EF4-FFF2-40B4-BE49-F238E27FC236}">
                  <a16:creationId xmlns:a16="http://schemas.microsoft.com/office/drawing/2014/main" id="{8BF7A4DF-5D86-43D9-A178-B2D1212251F4}"/>
                </a:ext>
              </a:extLst>
            </p:cNvPr>
            <p:cNvSpPr/>
            <p:nvPr/>
          </p:nvSpPr>
          <p:spPr>
            <a:xfrm>
              <a:off x="4992052" y="2525076"/>
              <a:ext cx="61912" cy="388620"/>
            </a:xfrm>
            <a:custGeom>
              <a:avLst/>
              <a:gdLst>
                <a:gd name="connsiteX0" fmla="*/ 61913 w 61912"/>
                <a:gd name="connsiteY0" fmla="*/ 388620 h 388620"/>
                <a:gd name="connsiteX1" fmla="*/ 0 w 61912"/>
                <a:gd name="connsiteY1" fmla="*/ 388620 h 388620"/>
                <a:gd name="connsiteX2" fmla="*/ 0 w 61912"/>
                <a:gd name="connsiteY2" fmla="*/ 14288 h 388620"/>
                <a:gd name="connsiteX3" fmla="*/ 61913 w 61912"/>
                <a:gd name="connsiteY3" fmla="*/ 0 h 388620"/>
                <a:gd name="connsiteX4" fmla="*/ 61913 w 61912"/>
                <a:gd name="connsiteY4" fmla="*/ 388620 h 388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912" h="388620">
                  <a:moveTo>
                    <a:pt x="61913" y="388620"/>
                  </a:moveTo>
                  <a:lnTo>
                    <a:pt x="0" y="388620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4" name="Freihandform: Form 103">
              <a:extLst>
                <a:ext uri="{FF2B5EF4-FFF2-40B4-BE49-F238E27FC236}">
                  <a16:creationId xmlns:a16="http://schemas.microsoft.com/office/drawing/2014/main" id="{A7958CCB-2330-4A17-B5C3-425A7C3D83AC}"/>
                </a:ext>
              </a:extLst>
            </p:cNvPr>
            <p:cNvSpPr/>
            <p:nvPr/>
          </p:nvSpPr>
          <p:spPr>
            <a:xfrm>
              <a:off x="5120639" y="2641281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2865 w 242887"/>
                <a:gd name="connsiteY10" fmla="*/ 115253 h 279082"/>
                <a:gd name="connsiteX11" fmla="*/ 183832 w 242887"/>
                <a:gd name="connsiteY11" fmla="*/ 115253 h 279082"/>
                <a:gd name="connsiteX12" fmla="*/ 124778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2" y="264795"/>
                    <a:pt x="173355" y="279083"/>
                    <a:pt x="132397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8580" y="74295"/>
                    <a:pt x="62865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5" name="Freihandform: Form 104">
              <a:extLst>
                <a:ext uri="{FF2B5EF4-FFF2-40B4-BE49-F238E27FC236}">
                  <a16:creationId xmlns:a16="http://schemas.microsoft.com/office/drawing/2014/main" id="{FA7F979D-C5F8-486C-A37D-020E7D3D317B}"/>
                </a:ext>
              </a:extLst>
            </p:cNvPr>
            <p:cNvSpPr/>
            <p:nvPr/>
          </p:nvSpPr>
          <p:spPr>
            <a:xfrm>
              <a:off x="5397817" y="2646997"/>
              <a:ext cx="255269" cy="266700"/>
            </a:xfrm>
            <a:custGeom>
              <a:avLst/>
              <a:gdLst>
                <a:gd name="connsiteX0" fmla="*/ 255270 w 255269"/>
                <a:gd name="connsiteY0" fmla="*/ 266700 h 266700"/>
                <a:gd name="connsiteX1" fmla="*/ 183832 w 255269"/>
                <a:gd name="connsiteY1" fmla="*/ 266700 h 266700"/>
                <a:gd name="connsiteX2" fmla="*/ 126682 w 255269"/>
                <a:gd name="connsiteY2" fmla="*/ 174307 h 266700"/>
                <a:gd name="connsiteX3" fmla="*/ 125730 w 255269"/>
                <a:gd name="connsiteY3" fmla="*/ 174307 h 266700"/>
                <a:gd name="connsiteX4" fmla="*/ 70485 w 255269"/>
                <a:gd name="connsiteY4" fmla="*/ 266700 h 266700"/>
                <a:gd name="connsiteX5" fmla="*/ 0 w 255269"/>
                <a:gd name="connsiteY5" fmla="*/ 266700 h 266700"/>
                <a:gd name="connsiteX6" fmla="*/ 91440 w 255269"/>
                <a:gd name="connsiteY6" fmla="*/ 128588 h 266700"/>
                <a:gd name="connsiteX7" fmla="*/ 6667 w 255269"/>
                <a:gd name="connsiteY7" fmla="*/ 0 h 266700"/>
                <a:gd name="connsiteX8" fmla="*/ 77152 w 255269"/>
                <a:gd name="connsiteY8" fmla="*/ 0 h 266700"/>
                <a:gd name="connsiteX9" fmla="*/ 127635 w 255269"/>
                <a:gd name="connsiteY9" fmla="*/ 81915 h 266700"/>
                <a:gd name="connsiteX10" fmla="*/ 128588 w 255269"/>
                <a:gd name="connsiteY10" fmla="*/ 81915 h 266700"/>
                <a:gd name="connsiteX11" fmla="*/ 178117 w 255269"/>
                <a:gd name="connsiteY11" fmla="*/ 0 h 266700"/>
                <a:gd name="connsiteX12" fmla="*/ 247650 w 255269"/>
                <a:gd name="connsiteY12" fmla="*/ 0 h 266700"/>
                <a:gd name="connsiteX13" fmla="*/ 163830 w 255269"/>
                <a:gd name="connsiteY13" fmla="*/ 127635 h 266700"/>
                <a:gd name="connsiteX14" fmla="*/ 255270 w 255269"/>
                <a:gd name="connsiteY14" fmla="*/ 26670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55269" h="266700">
                  <a:moveTo>
                    <a:pt x="255270" y="266700"/>
                  </a:moveTo>
                  <a:lnTo>
                    <a:pt x="183832" y="266700"/>
                  </a:lnTo>
                  <a:lnTo>
                    <a:pt x="126682" y="174307"/>
                  </a:lnTo>
                  <a:lnTo>
                    <a:pt x="125730" y="174307"/>
                  </a:lnTo>
                  <a:lnTo>
                    <a:pt x="70485" y="266700"/>
                  </a:lnTo>
                  <a:lnTo>
                    <a:pt x="0" y="266700"/>
                  </a:lnTo>
                  <a:lnTo>
                    <a:pt x="91440" y="128588"/>
                  </a:lnTo>
                  <a:lnTo>
                    <a:pt x="6667" y="0"/>
                  </a:lnTo>
                  <a:lnTo>
                    <a:pt x="77152" y="0"/>
                  </a:lnTo>
                  <a:lnTo>
                    <a:pt x="127635" y="81915"/>
                  </a:lnTo>
                  <a:lnTo>
                    <a:pt x="128588" y="81915"/>
                  </a:lnTo>
                  <a:lnTo>
                    <a:pt x="178117" y="0"/>
                  </a:lnTo>
                  <a:lnTo>
                    <a:pt x="247650" y="0"/>
                  </a:lnTo>
                  <a:lnTo>
                    <a:pt x="163830" y="127635"/>
                  </a:lnTo>
                  <a:lnTo>
                    <a:pt x="255270" y="26670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6" name="Freihandform: Form 105">
              <a:extLst>
                <a:ext uri="{FF2B5EF4-FFF2-40B4-BE49-F238E27FC236}">
                  <a16:creationId xmlns:a16="http://schemas.microsoft.com/office/drawing/2014/main" id="{EBD1770F-AEF4-4C86-94F7-682AFD95DE4B}"/>
                </a:ext>
              </a:extLst>
            </p:cNvPr>
            <p:cNvSpPr/>
            <p:nvPr/>
          </p:nvSpPr>
          <p:spPr>
            <a:xfrm>
              <a:off x="5686407" y="2641281"/>
              <a:ext cx="225759" cy="279082"/>
            </a:xfrm>
            <a:custGeom>
              <a:avLst/>
              <a:gdLst>
                <a:gd name="connsiteX0" fmla="*/ 114317 w 225759"/>
                <a:gd name="connsiteY0" fmla="*/ 107632 h 279082"/>
                <a:gd name="connsiteX1" fmla="*/ 164799 w 225759"/>
                <a:gd name="connsiteY1" fmla="*/ 113347 h 279082"/>
                <a:gd name="connsiteX2" fmla="*/ 164799 w 225759"/>
                <a:gd name="connsiteY2" fmla="*/ 103822 h 279082"/>
                <a:gd name="connsiteX3" fmla="*/ 105744 w 225759"/>
                <a:gd name="connsiteY3" fmla="*/ 52388 h 279082"/>
                <a:gd name="connsiteX4" fmla="*/ 38117 w 225759"/>
                <a:gd name="connsiteY4" fmla="*/ 67628 h 279082"/>
                <a:gd name="connsiteX5" fmla="*/ 24782 w 225759"/>
                <a:gd name="connsiteY5" fmla="*/ 15240 h 279082"/>
                <a:gd name="connsiteX6" fmla="*/ 112412 w 225759"/>
                <a:gd name="connsiteY6" fmla="*/ 0 h 279082"/>
                <a:gd name="connsiteX7" fmla="*/ 225759 w 225759"/>
                <a:gd name="connsiteY7" fmla="*/ 102870 h 279082"/>
                <a:gd name="connsiteX8" fmla="*/ 225759 w 225759"/>
                <a:gd name="connsiteY8" fmla="*/ 273368 h 279082"/>
                <a:gd name="connsiteX9" fmla="*/ 166704 w 225759"/>
                <a:gd name="connsiteY9" fmla="*/ 273368 h 279082"/>
                <a:gd name="connsiteX10" fmla="*/ 166704 w 225759"/>
                <a:gd name="connsiteY10" fmla="*/ 244793 h 279082"/>
                <a:gd name="connsiteX11" fmla="*/ 165752 w 225759"/>
                <a:gd name="connsiteY11" fmla="*/ 244793 h 279082"/>
                <a:gd name="connsiteX12" fmla="*/ 87647 w 225759"/>
                <a:gd name="connsiteY12" fmla="*/ 279083 h 279082"/>
                <a:gd name="connsiteX13" fmla="*/ 17 w 225759"/>
                <a:gd name="connsiteY13" fmla="*/ 194310 h 279082"/>
                <a:gd name="connsiteX14" fmla="*/ 114317 w 225759"/>
                <a:gd name="connsiteY14" fmla="*/ 107632 h 279082"/>
                <a:gd name="connsiteX15" fmla="*/ 103839 w 225759"/>
                <a:gd name="connsiteY15" fmla="*/ 232410 h 279082"/>
                <a:gd name="connsiteX16" fmla="*/ 164799 w 225759"/>
                <a:gd name="connsiteY16" fmla="*/ 200025 h 279082"/>
                <a:gd name="connsiteX17" fmla="*/ 164799 w 225759"/>
                <a:gd name="connsiteY17" fmla="*/ 154305 h 279082"/>
                <a:gd name="connsiteX18" fmla="*/ 120984 w 225759"/>
                <a:gd name="connsiteY18" fmla="*/ 149543 h 279082"/>
                <a:gd name="connsiteX19" fmla="*/ 59072 w 225759"/>
                <a:gd name="connsiteY19" fmla="*/ 193358 h 279082"/>
                <a:gd name="connsiteX20" fmla="*/ 103839 w 225759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5759" h="279082">
                  <a:moveTo>
                    <a:pt x="114317" y="107632"/>
                  </a:moveTo>
                  <a:cubicBezTo>
                    <a:pt x="131462" y="107632"/>
                    <a:pt x="147654" y="108585"/>
                    <a:pt x="164799" y="113347"/>
                  </a:cubicBezTo>
                  <a:lnTo>
                    <a:pt x="164799" y="103822"/>
                  </a:lnTo>
                  <a:cubicBezTo>
                    <a:pt x="164799" y="69532"/>
                    <a:pt x="144797" y="52388"/>
                    <a:pt x="105744" y="52388"/>
                  </a:cubicBezTo>
                  <a:cubicBezTo>
                    <a:pt x="83837" y="52388"/>
                    <a:pt x="60024" y="57150"/>
                    <a:pt x="38117" y="67628"/>
                  </a:cubicBezTo>
                  <a:lnTo>
                    <a:pt x="24782" y="15240"/>
                  </a:lnTo>
                  <a:cubicBezTo>
                    <a:pt x="49547" y="5715"/>
                    <a:pt x="81932" y="0"/>
                    <a:pt x="112412" y="0"/>
                  </a:cubicBezTo>
                  <a:cubicBezTo>
                    <a:pt x="187659" y="0"/>
                    <a:pt x="225759" y="35243"/>
                    <a:pt x="225759" y="102870"/>
                  </a:cubicBezTo>
                  <a:lnTo>
                    <a:pt x="225759" y="273368"/>
                  </a:lnTo>
                  <a:lnTo>
                    <a:pt x="166704" y="273368"/>
                  </a:lnTo>
                  <a:lnTo>
                    <a:pt x="166704" y="244793"/>
                  </a:lnTo>
                  <a:lnTo>
                    <a:pt x="165752" y="244793"/>
                  </a:lnTo>
                  <a:cubicBezTo>
                    <a:pt x="142892" y="268605"/>
                    <a:pt x="119079" y="279083"/>
                    <a:pt x="87647" y="279083"/>
                  </a:cubicBezTo>
                  <a:cubicBezTo>
                    <a:pt x="34307" y="279083"/>
                    <a:pt x="17" y="245745"/>
                    <a:pt x="17" y="194310"/>
                  </a:cubicBezTo>
                  <a:cubicBezTo>
                    <a:pt x="-936" y="138113"/>
                    <a:pt x="39069" y="107632"/>
                    <a:pt x="114317" y="107632"/>
                  </a:cubicBezTo>
                  <a:close/>
                  <a:moveTo>
                    <a:pt x="103839" y="232410"/>
                  </a:moveTo>
                  <a:cubicBezTo>
                    <a:pt x="126699" y="232410"/>
                    <a:pt x="147654" y="220980"/>
                    <a:pt x="164799" y="200025"/>
                  </a:cubicBezTo>
                  <a:lnTo>
                    <a:pt x="164799" y="154305"/>
                  </a:lnTo>
                  <a:cubicBezTo>
                    <a:pt x="150512" y="150495"/>
                    <a:pt x="135272" y="149543"/>
                    <a:pt x="120984" y="149543"/>
                  </a:cubicBezTo>
                  <a:cubicBezTo>
                    <a:pt x="81932" y="149543"/>
                    <a:pt x="59072" y="164783"/>
                    <a:pt x="59072" y="193358"/>
                  </a:cubicBezTo>
                  <a:cubicBezTo>
                    <a:pt x="59072" y="217170"/>
                    <a:pt x="76217" y="232410"/>
                    <a:pt x="103839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7" name="Freihandform: Form 106">
              <a:extLst>
                <a:ext uri="{FF2B5EF4-FFF2-40B4-BE49-F238E27FC236}">
                  <a16:creationId xmlns:a16="http://schemas.microsoft.com/office/drawing/2014/main" id="{9FC2E010-BDCD-474A-A6F8-8BD52E984837}"/>
                </a:ext>
              </a:extLst>
            </p:cNvPr>
            <p:cNvSpPr/>
            <p:nvPr/>
          </p:nvSpPr>
          <p:spPr>
            <a:xfrm>
              <a:off x="5991224" y="2641281"/>
              <a:ext cx="229552" cy="273367"/>
            </a:xfrm>
            <a:custGeom>
              <a:avLst/>
              <a:gdLst>
                <a:gd name="connsiteX0" fmla="*/ 229553 w 229552"/>
                <a:gd name="connsiteY0" fmla="*/ 272415 h 273367"/>
                <a:gd name="connsiteX1" fmla="*/ 166688 w 229552"/>
                <a:gd name="connsiteY1" fmla="*/ 272415 h 273367"/>
                <a:gd name="connsiteX2" fmla="*/ 166688 w 229552"/>
                <a:gd name="connsiteY2" fmla="*/ 120015 h 273367"/>
                <a:gd name="connsiteX3" fmla="*/ 117157 w 229552"/>
                <a:gd name="connsiteY3" fmla="*/ 55245 h 273367"/>
                <a:gd name="connsiteX4" fmla="*/ 61913 w 229552"/>
                <a:gd name="connsiteY4" fmla="*/ 120015 h 273367"/>
                <a:gd name="connsiteX5" fmla="*/ 61913 w 229552"/>
                <a:gd name="connsiteY5" fmla="*/ 273368 h 273367"/>
                <a:gd name="connsiteX6" fmla="*/ 0 w 229552"/>
                <a:gd name="connsiteY6" fmla="*/ 273368 h 273367"/>
                <a:gd name="connsiteX7" fmla="*/ 0 w 229552"/>
                <a:gd name="connsiteY7" fmla="*/ 6668 h 273367"/>
                <a:gd name="connsiteX8" fmla="*/ 61913 w 229552"/>
                <a:gd name="connsiteY8" fmla="*/ 6668 h 273367"/>
                <a:gd name="connsiteX9" fmla="*/ 61913 w 229552"/>
                <a:gd name="connsiteY9" fmla="*/ 39053 h 273367"/>
                <a:gd name="connsiteX10" fmla="*/ 62865 w 229552"/>
                <a:gd name="connsiteY10" fmla="*/ 39053 h 273367"/>
                <a:gd name="connsiteX11" fmla="*/ 140970 w 229552"/>
                <a:gd name="connsiteY11" fmla="*/ 0 h 273367"/>
                <a:gd name="connsiteX12" fmla="*/ 228600 w 229552"/>
                <a:gd name="connsiteY12" fmla="*/ 107632 h 273367"/>
                <a:gd name="connsiteX13" fmla="*/ 228600 w 229552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9552" h="273367">
                  <a:moveTo>
                    <a:pt x="229553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7" y="55245"/>
                    <a:pt x="117157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8"/>
                  </a:lnTo>
                  <a:lnTo>
                    <a:pt x="0" y="273368"/>
                  </a:lnTo>
                  <a:lnTo>
                    <a:pt x="0" y="6668"/>
                  </a:lnTo>
                  <a:lnTo>
                    <a:pt x="61913" y="6668"/>
                  </a:lnTo>
                  <a:lnTo>
                    <a:pt x="61913" y="39053"/>
                  </a:lnTo>
                  <a:lnTo>
                    <a:pt x="62865" y="39053"/>
                  </a:lnTo>
                  <a:cubicBezTo>
                    <a:pt x="79057" y="15240"/>
                    <a:pt x="106680" y="0"/>
                    <a:pt x="140970" y="0"/>
                  </a:cubicBezTo>
                  <a:cubicBezTo>
                    <a:pt x="201930" y="0"/>
                    <a:pt x="228600" y="44768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8" name="Freihandform: Form 107">
              <a:extLst>
                <a:ext uri="{FF2B5EF4-FFF2-40B4-BE49-F238E27FC236}">
                  <a16:creationId xmlns:a16="http://schemas.microsoft.com/office/drawing/2014/main" id="{18AF4BC2-37FE-4D4C-97FA-D42EB65D0C56}"/>
                </a:ext>
              </a:extLst>
            </p:cNvPr>
            <p:cNvSpPr/>
            <p:nvPr/>
          </p:nvSpPr>
          <p:spPr>
            <a:xfrm>
              <a:off x="6286499" y="2525076"/>
              <a:ext cx="248602" cy="396239"/>
            </a:xfrm>
            <a:custGeom>
              <a:avLst/>
              <a:gdLst>
                <a:gd name="connsiteX0" fmla="*/ 0 w 248602"/>
                <a:gd name="connsiteY0" fmla="*/ 255270 h 396239"/>
                <a:gd name="connsiteX1" fmla="*/ 108585 w 248602"/>
                <a:gd name="connsiteY1" fmla="*/ 116205 h 396239"/>
                <a:gd name="connsiteX2" fmla="*/ 185738 w 248602"/>
                <a:gd name="connsiteY2" fmla="*/ 152400 h 396239"/>
                <a:gd name="connsiteX3" fmla="*/ 186690 w 248602"/>
                <a:gd name="connsiteY3" fmla="*/ 152400 h 396239"/>
                <a:gd name="connsiteX4" fmla="*/ 186690 w 248602"/>
                <a:gd name="connsiteY4" fmla="*/ 15240 h 396239"/>
                <a:gd name="connsiteX5" fmla="*/ 248603 w 248602"/>
                <a:gd name="connsiteY5" fmla="*/ 0 h 396239"/>
                <a:gd name="connsiteX6" fmla="*/ 248603 w 248602"/>
                <a:gd name="connsiteY6" fmla="*/ 389573 h 396239"/>
                <a:gd name="connsiteX7" fmla="*/ 187643 w 248602"/>
                <a:gd name="connsiteY7" fmla="*/ 389573 h 396239"/>
                <a:gd name="connsiteX8" fmla="*/ 187643 w 248602"/>
                <a:gd name="connsiteY8" fmla="*/ 358140 h 396239"/>
                <a:gd name="connsiteX9" fmla="*/ 186690 w 248602"/>
                <a:gd name="connsiteY9" fmla="*/ 358140 h 396239"/>
                <a:gd name="connsiteX10" fmla="*/ 106680 w 248602"/>
                <a:gd name="connsiteY10" fmla="*/ 396240 h 396239"/>
                <a:gd name="connsiteX11" fmla="*/ 0 w 248602"/>
                <a:gd name="connsiteY11" fmla="*/ 255270 h 396239"/>
                <a:gd name="connsiteX12" fmla="*/ 61913 w 248602"/>
                <a:gd name="connsiteY12" fmla="*/ 255270 h 396239"/>
                <a:gd name="connsiteX13" fmla="*/ 123825 w 248602"/>
                <a:gd name="connsiteY13" fmla="*/ 340995 h 396239"/>
                <a:gd name="connsiteX14" fmla="*/ 187643 w 248602"/>
                <a:gd name="connsiteY14" fmla="*/ 305753 h 396239"/>
                <a:gd name="connsiteX15" fmla="*/ 187643 w 248602"/>
                <a:gd name="connsiteY15" fmla="*/ 207645 h 396239"/>
                <a:gd name="connsiteX16" fmla="*/ 123825 w 248602"/>
                <a:gd name="connsiteY16" fmla="*/ 172402 h 396239"/>
                <a:gd name="connsiteX17" fmla="*/ 61913 w 248602"/>
                <a:gd name="connsiteY17" fmla="*/ 255270 h 39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8602" h="396239">
                  <a:moveTo>
                    <a:pt x="0" y="255270"/>
                  </a:moveTo>
                  <a:cubicBezTo>
                    <a:pt x="0" y="169545"/>
                    <a:pt x="43815" y="116205"/>
                    <a:pt x="108585" y="116205"/>
                  </a:cubicBezTo>
                  <a:cubicBezTo>
                    <a:pt x="141922" y="116205"/>
                    <a:pt x="168593" y="130493"/>
                    <a:pt x="185738" y="152400"/>
                  </a:cubicBezTo>
                  <a:lnTo>
                    <a:pt x="186690" y="152400"/>
                  </a:lnTo>
                  <a:lnTo>
                    <a:pt x="186690" y="15240"/>
                  </a:lnTo>
                  <a:lnTo>
                    <a:pt x="248603" y="0"/>
                  </a:lnTo>
                  <a:lnTo>
                    <a:pt x="248603" y="389573"/>
                  </a:lnTo>
                  <a:lnTo>
                    <a:pt x="187643" y="389573"/>
                  </a:lnTo>
                  <a:lnTo>
                    <a:pt x="187643" y="358140"/>
                  </a:lnTo>
                  <a:lnTo>
                    <a:pt x="186690" y="358140"/>
                  </a:lnTo>
                  <a:cubicBezTo>
                    <a:pt x="167640" y="381953"/>
                    <a:pt x="140018" y="396240"/>
                    <a:pt x="106680" y="396240"/>
                  </a:cubicBezTo>
                  <a:cubicBezTo>
                    <a:pt x="43815" y="395288"/>
                    <a:pt x="0" y="340995"/>
                    <a:pt x="0" y="255270"/>
                  </a:cubicBezTo>
                  <a:close/>
                  <a:moveTo>
                    <a:pt x="61913" y="255270"/>
                  </a:moveTo>
                  <a:cubicBezTo>
                    <a:pt x="61913" y="309563"/>
                    <a:pt x="84772" y="340995"/>
                    <a:pt x="123825" y="340995"/>
                  </a:cubicBezTo>
                  <a:cubicBezTo>
                    <a:pt x="147638" y="340995"/>
                    <a:pt x="167640" y="329565"/>
                    <a:pt x="187643" y="305753"/>
                  </a:cubicBezTo>
                  <a:lnTo>
                    <a:pt x="187643" y="207645"/>
                  </a:lnTo>
                  <a:cubicBezTo>
                    <a:pt x="169545" y="183833"/>
                    <a:pt x="149543" y="172402"/>
                    <a:pt x="123825" y="172402"/>
                  </a:cubicBezTo>
                  <a:cubicBezTo>
                    <a:pt x="82868" y="172402"/>
                    <a:pt x="61913" y="201930"/>
                    <a:pt x="61913" y="2552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9" name="Freihandform: Form 108">
              <a:extLst>
                <a:ext uri="{FF2B5EF4-FFF2-40B4-BE49-F238E27FC236}">
                  <a16:creationId xmlns:a16="http://schemas.microsoft.com/office/drawing/2014/main" id="{0202D10A-B967-464F-8305-AA6FAA93839B}"/>
                </a:ext>
              </a:extLst>
            </p:cNvPr>
            <p:cNvSpPr/>
            <p:nvPr/>
          </p:nvSpPr>
          <p:spPr>
            <a:xfrm>
              <a:off x="6602729" y="2641281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2865 w 242887"/>
                <a:gd name="connsiteY10" fmla="*/ 115253 h 279082"/>
                <a:gd name="connsiteX11" fmla="*/ 183832 w 242887"/>
                <a:gd name="connsiteY11" fmla="*/ 115253 h 279082"/>
                <a:gd name="connsiteX12" fmla="*/ 124777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3" y="264795"/>
                    <a:pt x="172402" y="279083"/>
                    <a:pt x="132397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90488" y="50482"/>
                    <a:pt x="67627" y="74295"/>
                    <a:pt x="62865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0" name="Freihandform: Form 109">
              <a:extLst>
                <a:ext uri="{FF2B5EF4-FFF2-40B4-BE49-F238E27FC236}">
                  <a16:creationId xmlns:a16="http://schemas.microsoft.com/office/drawing/2014/main" id="{47E67764-C4B8-41B0-B9C5-C4DF345626E1}"/>
                </a:ext>
              </a:extLst>
            </p:cNvPr>
            <p:cNvSpPr/>
            <p:nvPr/>
          </p:nvSpPr>
          <p:spPr>
            <a:xfrm>
              <a:off x="6916101" y="2641039"/>
              <a:ext cx="160020" cy="272657"/>
            </a:xfrm>
            <a:custGeom>
              <a:avLst/>
              <a:gdLst>
                <a:gd name="connsiteX0" fmla="*/ 160020 w 160020"/>
                <a:gd name="connsiteY0" fmla="*/ 5005 h 272657"/>
                <a:gd name="connsiteX1" fmla="*/ 150495 w 160020"/>
                <a:gd name="connsiteY1" fmla="*/ 68823 h 272657"/>
                <a:gd name="connsiteX2" fmla="*/ 116205 w 160020"/>
                <a:gd name="connsiteY2" fmla="*/ 60250 h 272657"/>
                <a:gd name="connsiteX3" fmla="*/ 61913 w 160020"/>
                <a:gd name="connsiteY3" fmla="*/ 135498 h 272657"/>
                <a:gd name="connsiteX4" fmla="*/ 61913 w 160020"/>
                <a:gd name="connsiteY4" fmla="*/ 272658 h 272657"/>
                <a:gd name="connsiteX5" fmla="*/ 0 w 160020"/>
                <a:gd name="connsiteY5" fmla="*/ 272658 h 272657"/>
                <a:gd name="connsiteX6" fmla="*/ 0 w 160020"/>
                <a:gd name="connsiteY6" fmla="*/ 5958 h 272657"/>
                <a:gd name="connsiteX7" fmla="*/ 60960 w 160020"/>
                <a:gd name="connsiteY7" fmla="*/ 5958 h 272657"/>
                <a:gd name="connsiteX8" fmla="*/ 60960 w 160020"/>
                <a:gd name="connsiteY8" fmla="*/ 40248 h 272657"/>
                <a:gd name="connsiteX9" fmla="*/ 61913 w 160020"/>
                <a:gd name="connsiteY9" fmla="*/ 40248 h 272657"/>
                <a:gd name="connsiteX10" fmla="*/ 131445 w 160020"/>
                <a:gd name="connsiteY10" fmla="*/ 243 h 272657"/>
                <a:gd name="connsiteX11" fmla="*/ 160020 w 160020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1" name="Freihandform: Form 110">
              <a:extLst>
                <a:ext uri="{FF2B5EF4-FFF2-40B4-BE49-F238E27FC236}">
                  <a16:creationId xmlns:a16="http://schemas.microsoft.com/office/drawing/2014/main" id="{2B81E770-0087-40A5-A3DA-94AC0A24BAF6}"/>
                </a:ext>
              </a:extLst>
            </p:cNvPr>
            <p:cNvSpPr/>
            <p:nvPr/>
          </p:nvSpPr>
          <p:spPr>
            <a:xfrm>
              <a:off x="7115174" y="2721291"/>
              <a:ext cx="130492" cy="59055"/>
            </a:xfrm>
            <a:custGeom>
              <a:avLst/>
              <a:gdLst>
                <a:gd name="connsiteX0" fmla="*/ 130493 w 130492"/>
                <a:gd name="connsiteY0" fmla="*/ 59055 h 59055"/>
                <a:gd name="connsiteX1" fmla="*/ 0 w 130492"/>
                <a:gd name="connsiteY1" fmla="*/ 59055 h 59055"/>
                <a:gd name="connsiteX2" fmla="*/ 0 w 130492"/>
                <a:gd name="connsiteY2" fmla="*/ 0 h 59055"/>
                <a:gd name="connsiteX3" fmla="*/ 130493 w 130492"/>
                <a:gd name="connsiteY3" fmla="*/ 0 h 59055"/>
                <a:gd name="connsiteX4" fmla="*/ 130493 w 130492"/>
                <a:gd name="connsiteY4" fmla="*/ 59055 h 59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492" h="59055">
                  <a:moveTo>
                    <a:pt x="130493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3" y="0"/>
                  </a:lnTo>
                  <a:lnTo>
                    <a:pt x="130493" y="5905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1" name="Freihandform: Form 160">
              <a:extLst>
                <a:ext uri="{FF2B5EF4-FFF2-40B4-BE49-F238E27FC236}">
                  <a16:creationId xmlns:a16="http://schemas.microsoft.com/office/drawing/2014/main" id="{EA875C85-F2F5-46FB-B389-D71C46A1DE24}"/>
                </a:ext>
              </a:extLst>
            </p:cNvPr>
            <p:cNvSpPr/>
            <p:nvPr/>
          </p:nvSpPr>
          <p:spPr>
            <a:xfrm>
              <a:off x="7324724" y="2545079"/>
              <a:ext cx="288607" cy="375284"/>
            </a:xfrm>
            <a:custGeom>
              <a:avLst/>
              <a:gdLst>
                <a:gd name="connsiteX0" fmla="*/ 288607 w 288607"/>
                <a:gd name="connsiteY0" fmla="*/ 222885 h 375284"/>
                <a:gd name="connsiteX1" fmla="*/ 143827 w 288607"/>
                <a:gd name="connsiteY1" fmla="*/ 375285 h 375284"/>
                <a:gd name="connsiteX2" fmla="*/ 0 w 288607"/>
                <a:gd name="connsiteY2" fmla="*/ 222885 h 375284"/>
                <a:gd name="connsiteX3" fmla="*/ 0 w 288607"/>
                <a:gd name="connsiteY3" fmla="*/ 0 h 375284"/>
                <a:gd name="connsiteX4" fmla="*/ 66675 w 288607"/>
                <a:gd name="connsiteY4" fmla="*/ 0 h 375284"/>
                <a:gd name="connsiteX5" fmla="*/ 66675 w 288607"/>
                <a:gd name="connsiteY5" fmla="*/ 219075 h 375284"/>
                <a:gd name="connsiteX6" fmla="*/ 144780 w 288607"/>
                <a:gd name="connsiteY6" fmla="*/ 312420 h 375284"/>
                <a:gd name="connsiteX7" fmla="*/ 220980 w 288607"/>
                <a:gd name="connsiteY7" fmla="*/ 219075 h 375284"/>
                <a:gd name="connsiteX8" fmla="*/ 220980 w 288607"/>
                <a:gd name="connsiteY8" fmla="*/ 0 h 375284"/>
                <a:gd name="connsiteX9" fmla="*/ 287655 w 288607"/>
                <a:gd name="connsiteY9" fmla="*/ 0 h 375284"/>
                <a:gd name="connsiteX10" fmla="*/ 287655 w 288607"/>
                <a:gd name="connsiteY10" fmla="*/ 222885 h 375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88607" h="375284">
                  <a:moveTo>
                    <a:pt x="288607" y="222885"/>
                  </a:moveTo>
                  <a:cubicBezTo>
                    <a:pt x="288607" y="311468"/>
                    <a:pt x="242888" y="375285"/>
                    <a:pt x="143827" y="375285"/>
                  </a:cubicBezTo>
                  <a:cubicBezTo>
                    <a:pt x="45720" y="375285"/>
                    <a:pt x="0" y="312420"/>
                    <a:pt x="0" y="222885"/>
                  </a:cubicBezTo>
                  <a:lnTo>
                    <a:pt x="0" y="0"/>
                  </a:lnTo>
                  <a:lnTo>
                    <a:pt x="66675" y="0"/>
                  </a:lnTo>
                  <a:lnTo>
                    <a:pt x="66675" y="219075"/>
                  </a:lnTo>
                  <a:cubicBezTo>
                    <a:pt x="66675" y="274320"/>
                    <a:pt x="90488" y="312420"/>
                    <a:pt x="144780" y="312420"/>
                  </a:cubicBezTo>
                  <a:cubicBezTo>
                    <a:pt x="199073" y="312420"/>
                    <a:pt x="220980" y="275272"/>
                    <a:pt x="220980" y="219075"/>
                  </a:cubicBezTo>
                  <a:lnTo>
                    <a:pt x="220980" y="0"/>
                  </a:lnTo>
                  <a:lnTo>
                    <a:pt x="287655" y="0"/>
                  </a:lnTo>
                  <a:lnTo>
                    <a:pt x="287655" y="22288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2" name="Freihandform: Form 161">
              <a:extLst>
                <a:ext uri="{FF2B5EF4-FFF2-40B4-BE49-F238E27FC236}">
                  <a16:creationId xmlns:a16="http://schemas.microsoft.com/office/drawing/2014/main" id="{34E2D03D-0830-486A-A6A9-F40A5230F968}"/>
                </a:ext>
              </a:extLst>
            </p:cNvPr>
            <p:cNvSpPr/>
            <p:nvPr/>
          </p:nvSpPr>
          <p:spPr>
            <a:xfrm>
              <a:off x="7697151" y="2641281"/>
              <a:ext cx="228600" cy="273367"/>
            </a:xfrm>
            <a:custGeom>
              <a:avLst/>
              <a:gdLst>
                <a:gd name="connsiteX0" fmla="*/ 228600 w 228600"/>
                <a:gd name="connsiteY0" fmla="*/ 272415 h 273367"/>
                <a:gd name="connsiteX1" fmla="*/ 166688 w 228600"/>
                <a:gd name="connsiteY1" fmla="*/ 272415 h 273367"/>
                <a:gd name="connsiteX2" fmla="*/ 166688 w 228600"/>
                <a:gd name="connsiteY2" fmla="*/ 120015 h 273367"/>
                <a:gd name="connsiteX3" fmla="*/ 117158 w 228600"/>
                <a:gd name="connsiteY3" fmla="*/ 55245 h 273367"/>
                <a:gd name="connsiteX4" fmla="*/ 61913 w 228600"/>
                <a:gd name="connsiteY4" fmla="*/ 120015 h 273367"/>
                <a:gd name="connsiteX5" fmla="*/ 61913 w 228600"/>
                <a:gd name="connsiteY5" fmla="*/ 273368 h 273367"/>
                <a:gd name="connsiteX6" fmla="*/ 0 w 228600"/>
                <a:gd name="connsiteY6" fmla="*/ 273368 h 273367"/>
                <a:gd name="connsiteX7" fmla="*/ 0 w 228600"/>
                <a:gd name="connsiteY7" fmla="*/ 6668 h 273367"/>
                <a:gd name="connsiteX8" fmla="*/ 61913 w 228600"/>
                <a:gd name="connsiteY8" fmla="*/ 6668 h 273367"/>
                <a:gd name="connsiteX9" fmla="*/ 61913 w 228600"/>
                <a:gd name="connsiteY9" fmla="*/ 39053 h 273367"/>
                <a:gd name="connsiteX10" fmla="*/ 62865 w 228600"/>
                <a:gd name="connsiteY10" fmla="*/ 39053 h 273367"/>
                <a:gd name="connsiteX11" fmla="*/ 140970 w 228600"/>
                <a:gd name="connsiteY11" fmla="*/ 0 h 273367"/>
                <a:gd name="connsiteX12" fmla="*/ 228600 w 228600"/>
                <a:gd name="connsiteY12" fmla="*/ 107632 h 273367"/>
                <a:gd name="connsiteX13" fmla="*/ 228600 w 228600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8" y="55245"/>
                    <a:pt x="117158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8"/>
                  </a:lnTo>
                  <a:lnTo>
                    <a:pt x="0" y="273368"/>
                  </a:lnTo>
                  <a:lnTo>
                    <a:pt x="0" y="6668"/>
                  </a:lnTo>
                  <a:lnTo>
                    <a:pt x="61913" y="6668"/>
                  </a:lnTo>
                  <a:lnTo>
                    <a:pt x="61913" y="39053"/>
                  </a:lnTo>
                  <a:lnTo>
                    <a:pt x="62865" y="39053"/>
                  </a:lnTo>
                  <a:cubicBezTo>
                    <a:pt x="79058" y="15240"/>
                    <a:pt x="106680" y="0"/>
                    <a:pt x="140970" y="0"/>
                  </a:cubicBezTo>
                  <a:cubicBezTo>
                    <a:pt x="201930" y="0"/>
                    <a:pt x="228600" y="44768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3" name="Freihandform: Form 162">
              <a:extLst>
                <a:ext uri="{FF2B5EF4-FFF2-40B4-BE49-F238E27FC236}">
                  <a16:creationId xmlns:a16="http://schemas.microsoft.com/office/drawing/2014/main" id="{402E3471-A6EC-4D18-B2A8-8BAE25AF636D}"/>
                </a:ext>
              </a:extLst>
            </p:cNvPr>
            <p:cNvSpPr/>
            <p:nvPr/>
          </p:nvSpPr>
          <p:spPr>
            <a:xfrm>
              <a:off x="7996237" y="2528887"/>
              <a:ext cx="79057" cy="384810"/>
            </a:xfrm>
            <a:custGeom>
              <a:avLst/>
              <a:gdLst>
                <a:gd name="connsiteX0" fmla="*/ 79057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7 w 79057"/>
                <a:gd name="connsiteY4" fmla="*/ 38100 h 384810"/>
                <a:gd name="connsiteX5" fmla="*/ 70485 w 79057"/>
                <a:gd name="connsiteY5" fmla="*/ 384810 h 384810"/>
                <a:gd name="connsiteX6" fmla="*/ 8573 w 79057"/>
                <a:gd name="connsiteY6" fmla="*/ 384810 h 384810"/>
                <a:gd name="connsiteX7" fmla="*/ 8573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7" y="38100"/>
                  </a:moveTo>
                  <a:cubicBezTo>
                    <a:pt x="79057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0960" y="0"/>
                    <a:pt x="79057" y="16193"/>
                    <a:pt x="79057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4" name="Freihandform: Form 163">
              <a:extLst>
                <a:ext uri="{FF2B5EF4-FFF2-40B4-BE49-F238E27FC236}">
                  <a16:creationId xmlns:a16="http://schemas.microsoft.com/office/drawing/2014/main" id="{AEDACA6D-F2B5-49EA-A2BB-7F2DA522AD37}"/>
                </a:ext>
              </a:extLst>
            </p:cNvPr>
            <p:cNvSpPr/>
            <p:nvPr/>
          </p:nvSpPr>
          <p:spPr>
            <a:xfrm>
              <a:off x="8119109" y="2647949"/>
              <a:ext cx="259079" cy="266700"/>
            </a:xfrm>
            <a:custGeom>
              <a:avLst/>
              <a:gdLst>
                <a:gd name="connsiteX0" fmla="*/ 259080 w 259079"/>
                <a:gd name="connsiteY0" fmla="*/ 0 h 266700"/>
                <a:gd name="connsiteX1" fmla="*/ 161925 w 259079"/>
                <a:gd name="connsiteY1" fmla="*/ 266700 h 266700"/>
                <a:gd name="connsiteX2" fmla="*/ 97155 w 259079"/>
                <a:gd name="connsiteY2" fmla="*/ 266700 h 266700"/>
                <a:gd name="connsiteX3" fmla="*/ 0 w 259079"/>
                <a:gd name="connsiteY3" fmla="*/ 0 h 266700"/>
                <a:gd name="connsiteX4" fmla="*/ 68580 w 259079"/>
                <a:gd name="connsiteY4" fmla="*/ 0 h 266700"/>
                <a:gd name="connsiteX5" fmla="*/ 129540 w 259079"/>
                <a:gd name="connsiteY5" fmla="*/ 193358 h 266700"/>
                <a:gd name="connsiteX6" fmla="*/ 130492 w 259079"/>
                <a:gd name="connsiteY6" fmla="*/ 193358 h 266700"/>
                <a:gd name="connsiteX7" fmla="*/ 191452 w 259079"/>
                <a:gd name="connsiteY7" fmla="*/ 0 h 266700"/>
                <a:gd name="connsiteX8" fmla="*/ 259080 w 259079"/>
                <a:gd name="connsiteY8" fmla="*/ 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59079" h="266700">
                  <a:moveTo>
                    <a:pt x="259080" y="0"/>
                  </a:moveTo>
                  <a:lnTo>
                    <a:pt x="161925" y="266700"/>
                  </a:lnTo>
                  <a:lnTo>
                    <a:pt x="97155" y="266700"/>
                  </a:lnTo>
                  <a:lnTo>
                    <a:pt x="0" y="0"/>
                  </a:lnTo>
                  <a:lnTo>
                    <a:pt x="68580" y="0"/>
                  </a:lnTo>
                  <a:lnTo>
                    <a:pt x="129540" y="193358"/>
                  </a:lnTo>
                  <a:lnTo>
                    <a:pt x="130492" y="193358"/>
                  </a:lnTo>
                  <a:lnTo>
                    <a:pt x="191452" y="0"/>
                  </a:lnTo>
                  <a:lnTo>
                    <a:pt x="25908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5" name="Freihandform: Form 164">
              <a:extLst>
                <a:ext uri="{FF2B5EF4-FFF2-40B4-BE49-F238E27FC236}">
                  <a16:creationId xmlns:a16="http://schemas.microsoft.com/office/drawing/2014/main" id="{DC4084CA-5DB9-4485-8430-F048E5F868DC}"/>
                </a:ext>
              </a:extLst>
            </p:cNvPr>
            <p:cNvSpPr/>
            <p:nvPr/>
          </p:nvSpPr>
          <p:spPr>
            <a:xfrm>
              <a:off x="8406764" y="2641281"/>
              <a:ext cx="242887" cy="279082"/>
            </a:xfrm>
            <a:custGeom>
              <a:avLst/>
              <a:gdLst>
                <a:gd name="connsiteX0" fmla="*/ 132398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8 w 242887"/>
                <a:gd name="connsiteY6" fmla="*/ 225743 h 279082"/>
                <a:gd name="connsiteX7" fmla="*/ 198120 w 242887"/>
                <a:gd name="connsiteY7" fmla="*/ 194310 h 279082"/>
                <a:gd name="connsiteX8" fmla="*/ 237173 w 242887"/>
                <a:gd name="connsiteY8" fmla="*/ 235268 h 279082"/>
                <a:gd name="connsiteX9" fmla="*/ 132398 w 242887"/>
                <a:gd name="connsiteY9" fmla="*/ 279083 h 279082"/>
                <a:gd name="connsiteX10" fmla="*/ 62865 w 242887"/>
                <a:gd name="connsiteY10" fmla="*/ 115253 h 279082"/>
                <a:gd name="connsiteX11" fmla="*/ 183833 w 242887"/>
                <a:gd name="connsiteY11" fmla="*/ 115253 h 279082"/>
                <a:gd name="connsiteX12" fmla="*/ 124778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3" y="201930"/>
                    <a:pt x="94298" y="225743"/>
                    <a:pt x="132398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3" y="235268"/>
                  </a:lnTo>
                  <a:cubicBezTo>
                    <a:pt x="206693" y="264795"/>
                    <a:pt x="173355" y="279083"/>
                    <a:pt x="132398" y="279083"/>
                  </a:cubicBezTo>
                  <a:close/>
                  <a:moveTo>
                    <a:pt x="62865" y="115253"/>
                  </a:moveTo>
                  <a:lnTo>
                    <a:pt x="183833" y="115253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8580" y="74295"/>
                    <a:pt x="62865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6" name="Freihandform: Form 165">
              <a:extLst>
                <a:ext uri="{FF2B5EF4-FFF2-40B4-BE49-F238E27FC236}">
                  <a16:creationId xmlns:a16="http://schemas.microsoft.com/office/drawing/2014/main" id="{FDD49516-EA60-4B95-B9D2-C3E7F48B2ACE}"/>
                </a:ext>
              </a:extLst>
            </p:cNvPr>
            <p:cNvSpPr/>
            <p:nvPr/>
          </p:nvSpPr>
          <p:spPr>
            <a:xfrm>
              <a:off x="8720137" y="2641039"/>
              <a:ext cx="160019" cy="272657"/>
            </a:xfrm>
            <a:custGeom>
              <a:avLst/>
              <a:gdLst>
                <a:gd name="connsiteX0" fmla="*/ 160020 w 160019"/>
                <a:gd name="connsiteY0" fmla="*/ 5005 h 272657"/>
                <a:gd name="connsiteX1" fmla="*/ 150495 w 160019"/>
                <a:gd name="connsiteY1" fmla="*/ 68823 h 272657"/>
                <a:gd name="connsiteX2" fmla="*/ 116205 w 160019"/>
                <a:gd name="connsiteY2" fmla="*/ 60250 h 272657"/>
                <a:gd name="connsiteX3" fmla="*/ 61913 w 160019"/>
                <a:gd name="connsiteY3" fmla="*/ 135498 h 272657"/>
                <a:gd name="connsiteX4" fmla="*/ 61913 w 160019"/>
                <a:gd name="connsiteY4" fmla="*/ 272658 h 272657"/>
                <a:gd name="connsiteX5" fmla="*/ 0 w 160019"/>
                <a:gd name="connsiteY5" fmla="*/ 272658 h 272657"/>
                <a:gd name="connsiteX6" fmla="*/ 0 w 160019"/>
                <a:gd name="connsiteY6" fmla="*/ 5958 h 272657"/>
                <a:gd name="connsiteX7" fmla="*/ 60960 w 160019"/>
                <a:gd name="connsiteY7" fmla="*/ 5958 h 272657"/>
                <a:gd name="connsiteX8" fmla="*/ 60960 w 160019"/>
                <a:gd name="connsiteY8" fmla="*/ 40248 h 272657"/>
                <a:gd name="connsiteX9" fmla="*/ 61913 w 160019"/>
                <a:gd name="connsiteY9" fmla="*/ 40248 h 272657"/>
                <a:gd name="connsiteX10" fmla="*/ 131445 w 160019"/>
                <a:gd name="connsiteY10" fmla="*/ 243 h 272657"/>
                <a:gd name="connsiteX11" fmla="*/ 160020 w 160019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19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7" name="Freihandform: Form 166">
              <a:extLst>
                <a:ext uri="{FF2B5EF4-FFF2-40B4-BE49-F238E27FC236}">
                  <a16:creationId xmlns:a16="http://schemas.microsoft.com/office/drawing/2014/main" id="{5BCEF951-365A-47DF-B144-DA13EF292D61}"/>
                </a:ext>
              </a:extLst>
            </p:cNvPr>
            <p:cNvSpPr/>
            <p:nvPr/>
          </p:nvSpPr>
          <p:spPr>
            <a:xfrm>
              <a:off x="8909684" y="2640329"/>
              <a:ext cx="205739" cy="280034"/>
            </a:xfrm>
            <a:custGeom>
              <a:avLst/>
              <a:gdLst>
                <a:gd name="connsiteX0" fmla="*/ 29527 w 205739"/>
                <a:gd name="connsiteY0" fmla="*/ 198120 h 280034"/>
                <a:gd name="connsiteX1" fmla="*/ 104775 w 205739"/>
                <a:gd name="connsiteY1" fmla="*/ 227647 h 280034"/>
                <a:gd name="connsiteX2" fmla="*/ 143827 w 205739"/>
                <a:gd name="connsiteY2" fmla="*/ 200978 h 280034"/>
                <a:gd name="connsiteX3" fmla="*/ 10477 w 205739"/>
                <a:gd name="connsiteY3" fmla="*/ 82868 h 280034"/>
                <a:gd name="connsiteX4" fmla="*/ 111442 w 205739"/>
                <a:gd name="connsiteY4" fmla="*/ 0 h 280034"/>
                <a:gd name="connsiteX5" fmla="*/ 203835 w 205739"/>
                <a:gd name="connsiteY5" fmla="*/ 27622 h 280034"/>
                <a:gd name="connsiteX6" fmla="*/ 174307 w 205739"/>
                <a:gd name="connsiteY6" fmla="*/ 76200 h 280034"/>
                <a:gd name="connsiteX7" fmla="*/ 110490 w 205739"/>
                <a:gd name="connsiteY7" fmla="*/ 52387 h 280034"/>
                <a:gd name="connsiteX8" fmla="*/ 72390 w 205739"/>
                <a:gd name="connsiteY8" fmla="*/ 77153 h 280034"/>
                <a:gd name="connsiteX9" fmla="*/ 205740 w 205739"/>
                <a:gd name="connsiteY9" fmla="*/ 195262 h 280034"/>
                <a:gd name="connsiteX10" fmla="*/ 102870 w 205739"/>
                <a:gd name="connsiteY10" fmla="*/ 280035 h 280034"/>
                <a:gd name="connsiteX11" fmla="*/ 0 w 205739"/>
                <a:gd name="connsiteY11" fmla="*/ 247650 h 280034"/>
                <a:gd name="connsiteX12" fmla="*/ 29527 w 205739"/>
                <a:gd name="connsiteY12" fmla="*/ 198120 h 280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39" h="280034">
                  <a:moveTo>
                    <a:pt x="29527" y="198120"/>
                  </a:moveTo>
                  <a:cubicBezTo>
                    <a:pt x="56197" y="218122"/>
                    <a:pt x="80963" y="227647"/>
                    <a:pt x="104775" y="227647"/>
                  </a:cubicBezTo>
                  <a:cubicBezTo>
                    <a:pt x="127635" y="227647"/>
                    <a:pt x="143827" y="217170"/>
                    <a:pt x="143827" y="200978"/>
                  </a:cubicBezTo>
                  <a:cubicBezTo>
                    <a:pt x="143827" y="155258"/>
                    <a:pt x="10477" y="171450"/>
                    <a:pt x="10477" y="82868"/>
                  </a:cubicBezTo>
                  <a:cubicBezTo>
                    <a:pt x="10477" y="33338"/>
                    <a:pt x="51435" y="0"/>
                    <a:pt x="111442" y="0"/>
                  </a:cubicBezTo>
                  <a:cubicBezTo>
                    <a:pt x="143827" y="0"/>
                    <a:pt x="175260" y="9525"/>
                    <a:pt x="203835" y="27622"/>
                  </a:cubicBezTo>
                  <a:lnTo>
                    <a:pt x="174307" y="76200"/>
                  </a:lnTo>
                  <a:cubicBezTo>
                    <a:pt x="151447" y="60960"/>
                    <a:pt x="130492" y="52387"/>
                    <a:pt x="110490" y="52387"/>
                  </a:cubicBezTo>
                  <a:cubicBezTo>
                    <a:pt x="87630" y="52387"/>
                    <a:pt x="72390" y="61912"/>
                    <a:pt x="72390" y="77153"/>
                  </a:cubicBezTo>
                  <a:cubicBezTo>
                    <a:pt x="72390" y="120968"/>
                    <a:pt x="205740" y="105728"/>
                    <a:pt x="205740" y="195262"/>
                  </a:cubicBezTo>
                  <a:cubicBezTo>
                    <a:pt x="205740" y="245745"/>
                    <a:pt x="164782" y="280035"/>
                    <a:pt x="102870" y="280035"/>
                  </a:cubicBezTo>
                  <a:cubicBezTo>
                    <a:pt x="67627" y="280035"/>
                    <a:pt x="31432" y="268605"/>
                    <a:pt x="0" y="247650"/>
                  </a:cubicBezTo>
                  <a:lnTo>
                    <a:pt x="29527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8" name="Freihandform: Form 167">
              <a:extLst>
                <a:ext uri="{FF2B5EF4-FFF2-40B4-BE49-F238E27FC236}">
                  <a16:creationId xmlns:a16="http://schemas.microsoft.com/office/drawing/2014/main" id="{683A02B9-87B9-42C6-A66E-EE963D0E48AB}"/>
                </a:ext>
              </a:extLst>
            </p:cNvPr>
            <p:cNvSpPr/>
            <p:nvPr/>
          </p:nvSpPr>
          <p:spPr>
            <a:xfrm>
              <a:off x="9173526" y="2528887"/>
              <a:ext cx="79057" cy="384810"/>
            </a:xfrm>
            <a:custGeom>
              <a:avLst/>
              <a:gdLst>
                <a:gd name="connsiteX0" fmla="*/ 79058 w 79057"/>
                <a:gd name="connsiteY0" fmla="*/ 38100 h 384810"/>
                <a:gd name="connsiteX1" fmla="*/ 39053 w 79057"/>
                <a:gd name="connsiteY1" fmla="*/ 76200 h 384810"/>
                <a:gd name="connsiteX2" fmla="*/ 0 w 79057"/>
                <a:gd name="connsiteY2" fmla="*/ 38100 h 384810"/>
                <a:gd name="connsiteX3" fmla="*/ 39053 w 79057"/>
                <a:gd name="connsiteY3" fmla="*/ 0 h 384810"/>
                <a:gd name="connsiteX4" fmla="*/ 79058 w 79057"/>
                <a:gd name="connsiteY4" fmla="*/ 38100 h 384810"/>
                <a:gd name="connsiteX5" fmla="*/ 70485 w 79057"/>
                <a:gd name="connsiteY5" fmla="*/ 384810 h 384810"/>
                <a:gd name="connsiteX6" fmla="*/ 8573 w 79057"/>
                <a:gd name="connsiteY6" fmla="*/ 384810 h 384810"/>
                <a:gd name="connsiteX7" fmla="*/ 8573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8" y="38100"/>
                  </a:moveTo>
                  <a:cubicBezTo>
                    <a:pt x="79058" y="60007"/>
                    <a:pt x="60960" y="76200"/>
                    <a:pt x="39053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3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9" name="Freihandform: Form 168">
              <a:extLst>
                <a:ext uri="{FF2B5EF4-FFF2-40B4-BE49-F238E27FC236}">
                  <a16:creationId xmlns:a16="http://schemas.microsoft.com/office/drawing/2014/main" id="{03E1D314-1BE4-4D91-906A-39A39510A066}"/>
                </a:ext>
              </a:extLst>
            </p:cNvPr>
            <p:cNvSpPr/>
            <p:nvPr/>
          </p:nvSpPr>
          <p:spPr>
            <a:xfrm>
              <a:off x="9297351" y="2562224"/>
              <a:ext cx="165735" cy="358139"/>
            </a:xfrm>
            <a:custGeom>
              <a:avLst/>
              <a:gdLst>
                <a:gd name="connsiteX0" fmla="*/ 165735 w 165735"/>
                <a:gd name="connsiteY0" fmla="*/ 295275 h 358139"/>
                <a:gd name="connsiteX1" fmla="*/ 165735 w 165735"/>
                <a:gd name="connsiteY1" fmla="*/ 348615 h 358139"/>
                <a:gd name="connsiteX2" fmla="*/ 113348 w 165735"/>
                <a:gd name="connsiteY2" fmla="*/ 358140 h 358139"/>
                <a:gd name="connsiteX3" fmla="*/ 40958 w 165735"/>
                <a:gd name="connsiteY3" fmla="*/ 282892 h 358139"/>
                <a:gd name="connsiteX4" fmla="*/ 40958 w 165735"/>
                <a:gd name="connsiteY4" fmla="*/ 137160 h 358139"/>
                <a:gd name="connsiteX5" fmla="*/ 0 w 165735"/>
                <a:gd name="connsiteY5" fmla="*/ 137160 h 358139"/>
                <a:gd name="connsiteX6" fmla="*/ 0 w 165735"/>
                <a:gd name="connsiteY6" fmla="*/ 85725 h 358139"/>
                <a:gd name="connsiteX7" fmla="*/ 40005 w 165735"/>
                <a:gd name="connsiteY7" fmla="*/ 85725 h 358139"/>
                <a:gd name="connsiteX8" fmla="*/ 40005 w 165735"/>
                <a:gd name="connsiteY8" fmla="*/ 13335 h 358139"/>
                <a:gd name="connsiteX9" fmla="*/ 101918 w 165735"/>
                <a:gd name="connsiteY9" fmla="*/ 0 h 358139"/>
                <a:gd name="connsiteX10" fmla="*/ 101918 w 165735"/>
                <a:gd name="connsiteY10" fmla="*/ 86677 h 358139"/>
                <a:gd name="connsiteX11" fmla="*/ 165735 w 165735"/>
                <a:gd name="connsiteY11" fmla="*/ 86677 h 358139"/>
                <a:gd name="connsiteX12" fmla="*/ 165735 w 165735"/>
                <a:gd name="connsiteY12" fmla="*/ 138113 h 358139"/>
                <a:gd name="connsiteX13" fmla="*/ 101918 w 165735"/>
                <a:gd name="connsiteY13" fmla="*/ 138113 h 358139"/>
                <a:gd name="connsiteX14" fmla="*/ 101918 w 165735"/>
                <a:gd name="connsiteY14" fmla="*/ 269558 h 358139"/>
                <a:gd name="connsiteX15" fmla="*/ 130493 w 165735"/>
                <a:gd name="connsiteY15" fmla="*/ 304800 h 358139"/>
                <a:gd name="connsiteX16" fmla="*/ 165735 w 165735"/>
                <a:gd name="connsiteY16" fmla="*/ 295275 h 358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5" h="358139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8" y="358140"/>
                  </a:cubicBezTo>
                  <a:cubicBezTo>
                    <a:pt x="66675" y="358140"/>
                    <a:pt x="40958" y="331470"/>
                    <a:pt x="40958" y="282892"/>
                  </a:cubicBezTo>
                  <a:lnTo>
                    <a:pt x="40958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3"/>
                    <a:pt x="110490" y="304800"/>
                    <a:pt x="130493" y="304800"/>
                  </a:cubicBezTo>
                  <a:cubicBezTo>
                    <a:pt x="141923" y="303848"/>
                    <a:pt x="155258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0" name="Freihandform: Form 169">
              <a:extLst>
                <a:ext uri="{FF2B5EF4-FFF2-40B4-BE49-F238E27FC236}">
                  <a16:creationId xmlns:a16="http://schemas.microsoft.com/office/drawing/2014/main" id="{82CCDC97-7480-43E2-A280-1F630D229367}"/>
                </a:ext>
              </a:extLst>
            </p:cNvPr>
            <p:cNvSpPr/>
            <p:nvPr/>
          </p:nvSpPr>
          <p:spPr>
            <a:xfrm>
              <a:off x="9511664" y="2533649"/>
              <a:ext cx="225742" cy="386714"/>
            </a:xfrm>
            <a:custGeom>
              <a:avLst/>
              <a:gdLst>
                <a:gd name="connsiteX0" fmla="*/ 114300 w 225742"/>
                <a:gd name="connsiteY0" fmla="*/ 215265 h 386714"/>
                <a:gd name="connsiteX1" fmla="*/ 164783 w 225742"/>
                <a:gd name="connsiteY1" fmla="*/ 220980 h 386714"/>
                <a:gd name="connsiteX2" fmla="*/ 164783 w 225742"/>
                <a:gd name="connsiteY2" fmla="*/ 211455 h 386714"/>
                <a:gd name="connsiteX3" fmla="*/ 105728 w 225742"/>
                <a:gd name="connsiteY3" fmla="*/ 160020 h 386714"/>
                <a:gd name="connsiteX4" fmla="*/ 38100 w 225742"/>
                <a:gd name="connsiteY4" fmla="*/ 175260 h 386714"/>
                <a:gd name="connsiteX5" fmla="*/ 24765 w 225742"/>
                <a:gd name="connsiteY5" fmla="*/ 122873 h 386714"/>
                <a:gd name="connsiteX6" fmla="*/ 112395 w 225742"/>
                <a:gd name="connsiteY6" fmla="*/ 107632 h 386714"/>
                <a:gd name="connsiteX7" fmla="*/ 225743 w 225742"/>
                <a:gd name="connsiteY7" fmla="*/ 210502 h 386714"/>
                <a:gd name="connsiteX8" fmla="*/ 225743 w 225742"/>
                <a:gd name="connsiteY8" fmla="*/ 381000 h 386714"/>
                <a:gd name="connsiteX9" fmla="*/ 166688 w 225742"/>
                <a:gd name="connsiteY9" fmla="*/ 381000 h 386714"/>
                <a:gd name="connsiteX10" fmla="*/ 166688 w 225742"/>
                <a:gd name="connsiteY10" fmla="*/ 352425 h 386714"/>
                <a:gd name="connsiteX11" fmla="*/ 165735 w 225742"/>
                <a:gd name="connsiteY11" fmla="*/ 352425 h 386714"/>
                <a:gd name="connsiteX12" fmla="*/ 87630 w 225742"/>
                <a:gd name="connsiteY12" fmla="*/ 386715 h 386714"/>
                <a:gd name="connsiteX13" fmla="*/ 0 w 225742"/>
                <a:gd name="connsiteY13" fmla="*/ 301942 h 386714"/>
                <a:gd name="connsiteX14" fmla="*/ 114300 w 225742"/>
                <a:gd name="connsiteY14" fmla="*/ 215265 h 386714"/>
                <a:gd name="connsiteX15" fmla="*/ 63818 w 225742"/>
                <a:gd name="connsiteY15" fmla="*/ 72390 h 386714"/>
                <a:gd name="connsiteX16" fmla="*/ 26670 w 225742"/>
                <a:gd name="connsiteY16" fmla="*/ 36195 h 386714"/>
                <a:gd name="connsiteX17" fmla="*/ 63818 w 225742"/>
                <a:gd name="connsiteY17" fmla="*/ 0 h 386714"/>
                <a:gd name="connsiteX18" fmla="*/ 100965 w 225742"/>
                <a:gd name="connsiteY18" fmla="*/ 36195 h 386714"/>
                <a:gd name="connsiteX19" fmla="*/ 63818 w 225742"/>
                <a:gd name="connsiteY19" fmla="*/ 72390 h 386714"/>
                <a:gd name="connsiteX20" fmla="*/ 103823 w 225742"/>
                <a:gd name="connsiteY20" fmla="*/ 340042 h 386714"/>
                <a:gd name="connsiteX21" fmla="*/ 164783 w 225742"/>
                <a:gd name="connsiteY21" fmla="*/ 307658 h 386714"/>
                <a:gd name="connsiteX22" fmla="*/ 164783 w 225742"/>
                <a:gd name="connsiteY22" fmla="*/ 261938 h 386714"/>
                <a:gd name="connsiteX23" fmla="*/ 120968 w 225742"/>
                <a:gd name="connsiteY23" fmla="*/ 257175 h 386714"/>
                <a:gd name="connsiteX24" fmla="*/ 59055 w 225742"/>
                <a:gd name="connsiteY24" fmla="*/ 300990 h 386714"/>
                <a:gd name="connsiteX25" fmla="*/ 103823 w 225742"/>
                <a:gd name="connsiteY25" fmla="*/ 340042 h 386714"/>
                <a:gd name="connsiteX26" fmla="*/ 172403 w 225742"/>
                <a:gd name="connsiteY26" fmla="*/ 72390 h 386714"/>
                <a:gd name="connsiteX27" fmla="*/ 135255 w 225742"/>
                <a:gd name="connsiteY27" fmla="*/ 36195 h 386714"/>
                <a:gd name="connsiteX28" fmla="*/ 172403 w 225742"/>
                <a:gd name="connsiteY28" fmla="*/ 0 h 386714"/>
                <a:gd name="connsiteX29" fmla="*/ 209550 w 225742"/>
                <a:gd name="connsiteY29" fmla="*/ 36195 h 386714"/>
                <a:gd name="connsiteX30" fmla="*/ 172403 w 225742"/>
                <a:gd name="connsiteY30" fmla="*/ 72390 h 386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25742" h="386714">
                  <a:moveTo>
                    <a:pt x="114300" y="215265"/>
                  </a:moveTo>
                  <a:cubicBezTo>
                    <a:pt x="131445" y="215265"/>
                    <a:pt x="147638" y="216217"/>
                    <a:pt x="164783" y="220980"/>
                  </a:cubicBezTo>
                  <a:lnTo>
                    <a:pt x="164783" y="211455"/>
                  </a:lnTo>
                  <a:cubicBezTo>
                    <a:pt x="164783" y="177165"/>
                    <a:pt x="144780" y="160020"/>
                    <a:pt x="105728" y="160020"/>
                  </a:cubicBezTo>
                  <a:cubicBezTo>
                    <a:pt x="83820" y="160020"/>
                    <a:pt x="60008" y="164783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2"/>
                    <a:pt x="112395" y="107632"/>
                  </a:cubicBezTo>
                  <a:cubicBezTo>
                    <a:pt x="187643" y="107632"/>
                    <a:pt x="225743" y="142875"/>
                    <a:pt x="225743" y="210502"/>
                  </a:cubicBezTo>
                  <a:lnTo>
                    <a:pt x="225743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8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8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8" y="72390"/>
                  </a:cubicBezTo>
                  <a:close/>
                  <a:moveTo>
                    <a:pt x="103823" y="340042"/>
                  </a:moveTo>
                  <a:cubicBezTo>
                    <a:pt x="126683" y="340042"/>
                    <a:pt x="147638" y="328613"/>
                    <a:pt x="164783" y="307658"/>
                  </a:cubicBezTo>
                  <a:lnTo>
                    <a:pt x="164783" y="261938"/>
                  </a:lnTo>
                  <a:cubicBezTo>
                    <a:pt x="150495" y="258127"/>
                    <a:pt x="135255" y="257175"/>
                    <a:pt x="120968" y="257175"/>
                  </a:cubicBezTo>
                  <a:cubicBezTo>
                    <a:pt x="81915" y="257175"/>
                    <a:pt x="59055" y="272415"/>
                    <a:pt x="59055" y="300990"/>
                  </a:cubicBezTo>
                  <a:cubicBezTo>
                    <a:pt x="59055" y="324803"/>
                    <a:pt x="76200" y="340042"/>
                    <a:pt x="103823" y="340042"/>
                  </a:cubicBezTo>
                  <a:close/>
                  <a:moveTo>
                    <a:pt x="172403" y="72390"/>
                  </a:moveTo>
                  <a:cubicBezTo>
                    <a:pt x="152400" y="72390"/>
                    <a:pt x="135255" y="55245"/>
                    <a:pt x="135255" y="36195"/>
                  </a:cubicBezTo>
                  <a:cubicBezTo>
                    <a:pt x="135255" y="17145"/>
                    <a:pt x="152400" y="0"/>
                    <a:pt x="172403" y="0"/>
                  </a:cubicBezTo>
                  <a:cubicBezTo>
                    <a:pt x="192405" y="0"/>
                    <a:pt x="209550" y="17145"/>
                    <a:pt x="209550" y="36195"/>
                  </a:cubicBezTo>
                  <a:cubicBezTo>
                    <a:pt x="209550" y="56198"/>
                    <a:pt x="192405" y="72390"/>
                    <a:pt x="172403" y="723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1" name="Freihandform: Form 170">
              <a:extLst>
                <a:ext uri="{FF2B5EF4-FFF2-40B4-BE49-F238E27FC236}">
                  <a16:creationId xmlns:a16="http://schemas.microsoft.com/office/drawing/2014/main" id="{E50BE68B-7749-4F77-9172-E959A95D111D}"/>
                </a:ext>
              </a:extLst>
            </p:cNvPr>
            <p:cNvSpPr/>
            <p:nvPr/>
          </p:nvSpPr>
          <p:spPr>
            <a:xfrm>
              <a:off x="9785984" y="2562224"/>
              <a:ext cx="165734" cy="358139"/>
            </a:xfrm>
            <a:custGeom>
              <a:avLst/>
              <a:gdLst>
                <a:gd name="connsiteX0" fmla="*/ 165735 w 165734"/>
                <a:gd name="connsiteY0" fmla="*/ 295275 h 358139"/>
                <a:gd name="connsiteX1" fmla="*/ 165735 w 165734"/>
                <a:gd name="connsiteY1" fmla="*/ 348615 h 358139"/>
                <a:gd name="connsiteX2" fmla="*/ 113347 w 165734"/>
                <a:gd name="connsiteY2" fmla="*/ 358140 h 358139"/>
                <a:gd name="connsiteX3" fmla="*/ 40957 w 165734"/>
                <a:gd name="connsiteY3" fmla="*/ 282892 h 358139"/>
                <a:gd name="connsiteX4" fmla="*/ 40957 w 165734"/>
                <a:gd name="connsiteY4" fmla="*/ 137160 h 358139"/>
                <a:gd name="connsiteX5" fmla="*/ 0 w 165734"/>
                <a:gd name="connsiteY5" fmla="*/ 137160 h 358139"/>
                <a:gd name="connsiteX6" fmla="*/ 0 w 165734"/>
                <a:gd name="connsiteY6" fmla="*/ 85725 h 358139"/>
                <a:gd name="connsiteX7" fmla="*/ 40005 w 165734"/>
                <a:gd name="connsiteY7" fmla="*/ 85725 h 358139"/>
                <a:gd name="connsiteX8" fmla="*/ 40005 w 165734"/>
                <a:gd name="connsiteY8" fmla="*/ 13335 h 358139"/>
                <a:gd name="connsiteX9" fmla="*/ 101917 w 165734"/>
                <a:gd name="connsiteY9" fmla="*/ 0 h 358139"/>
                <a:gd name="connsiteX10" fmla="*/ 101917 w 165734"/>
                <a:gd name="connsiteY10" fmla="*/ 86677 h 358139"/>
                <a:gd name="connsiteX11" fmla="*/ 165735 w 165734"/>
                <a:gd name="connsiteY11" fmla="*/ 86677 h 358139"/>
                <a:gd name="connsiteX12" fmla="*/ 165735 w 165734"/>
                <a:gd name="connsiteY12" fmla="*/ 138113 h 358139"/>
                <a:gd name="connsiteX13" fmla="*/ 101917 w 165734"/>
                <a:gd name="connsiteY13" fmla="*/ 138113 h 358139"/>
                <a:gd name="connsiteX14" fmla="*/ 101917 w 165734"/>
                <a:gd name="connsiteY14" fmla="*/ 269558 h 358139"/>
                <a:gd name="connsiteX15" fmla="*/ 130492 w 165734"/>
                <a:gd name="connsiteY15" fmla="*/ 304800 h 358139"/>
                <a:gd name="connsiteX16" fmla="*/ 165735 w 165734"/>
                <a:gd name="connsiteY16" fmla="*/ 295275 h 358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39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7" y="0"/>
                  </a:lnTo>
                  <a:lnTo>
                    <a:pt x="101917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7" y="138113"/>
                  </a:lnTo>
                  <a:lnTo>
                    <a:pt x="101917" y="269558"/>
                  </a:lnTo>
                  <a:cubicBezTo>
                    <a:pt x="101917" y="294323"/>
                    <a:pt x="110490" y="304800"/>
                    <a:pt x="130492" y="304800"/>
                  </a:cubicBezTo>
                  <a:cubicBezTo>
                    <a:pt x="142875" y="303848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2" name="Freihandform: Form 171">
              <a:extLst>
                <a:ext uri="{FF2B5EF4-FFF2-40B4-BE49-F238E27FC236}">
                  <a16:creationId xmlns:a16="http://schemas.microsoft.com/office/drawing/2014/main" id="{A40B095B-7AF5-4ED7-A633-F4D6D308DCA7}"/>
                </a:ext>
              </a:extLst>
            </p:cNvPr>
            <p:cNvSpPr/>
            <p:nvPr/>
          </p:nvSpPr>
          <p:spPr>
            <a:xfrm>
              <a:off x="2242184" y="3122294"/>
              <a:ext cx="275272" cy="368617"/>
            </a:xfrm>
            <a:custGeom>
              <a:avLst/>
              <a:gdLst>
                <a:gd name="connsiteX0" fmla="*/ 275273 w 275272"/>
                <a:gd name="connsiteY0" fmla="*/ 60960 h 368617"/>
                <a:gd name="connsiteX1" fmla="*/ 170498 w 275272"/>
                <a:gd name="connsiteY1" fmla="*/ 60960 h 368617"/>
                <a:gd name="connsiteX2" fmla="*/ 170498 w 275272"/>
                <a:gd name="connsiteY2" fmla="*/ 368617 h 368617"/>
                <a:gd name="connsiteX3" fmla="*/ 104775 w 275272"/>
                <a:gd name="connsiteY3" fmla="*/ 368617 h 368617"/>
                <a:gd name="connsiteX4" fmla="*/ 104775 w 275272"/>
                <a:gd name="connsiteY4" fmla="*/ 60960 h 368617"/>
                <a:gd name="connsiteX5" fmla="*/ 0 w 275272"/>
                <a:gd name="connsiteY5" fmla="*/ 60960 h 368617"/>
                <a:gd name="connsiteX6" fmla="*/ 0 w 275272"/>
                <a:gd name="connsiteY6" fmla="*/ 0 h 368617"/>
                <a:gd name="connsiteX7" fmla="*/ 275273 w 275272"/>
                <a:gd name="connsiteY7" fmla="*/ 0 h 368617"/>
                <a:gd name="connsiteX8" fmla="*/ 275273 w 275272"/>
                <a:gd name="connsiteY8" fmla="*/ 60960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272" h="368617">
                  <a:moveTo>
                    <a:pt x="275273" y="60960"/>
                  </a:moveTo>
                  <a:lnTo>
                    <a:pt x="170498" y="60960"/>
                  </a:lnTo>
                  <a:lnTo>
                    <a:pt x="170498" y="368617"/>
                  </a:lnTo>
                  <a:lnTo>
                    <a:pt x="104775" y="368617"/>
                  </a:lnTo>
                  <a:lnTo>
                    <a:pt x="104775" y="60960"/>
                  </a:lnTo>
                  <a:lnTo>
                    <a:pt x="0" y="60960"/>
                  </a:lnTo>
                  <a:lnTo>
                    <a:pt x="0" y="0"/>
                  </a:lnTo>
                  <a:lnTo>
                    <a:pt x="275273" y="0"/>
                  </a:lnTo>
                  <a:lnTo>
                    <a:pt x="275273" y="6096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3" name="Freihandform: Form 172">
              <a:extLst>
                <a:ext uri="{FF2B5EF4-FFF2-40B4-BE49-F238E27FC236}">
                  <a16:creationId xmlns:a16="http://schemas.microsoft.com/office/drawing/2014/main" id="{C087BE32-DA94-4094-A1C5-68E43E197CD9}"/>
                </a:ext>
              </a:extLst>
            </p:cNvPr>
            <p:cNvSpPr/>
            <p:nvPr/>
          </p:nvSpPr>
          <p:spPr>
            <a:xfrm>
              <a:off x="2519362" y="3217544"/>
              <a:ext cx="242887" cy="279082"/>
            </a:xfrm>
            <a:custGeom>
              <a:avLst/>
              <a:gdLst>
                <a:gd name="connsiteX0" fmla="*/ 132398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3817 w 242887"/>
                <a:gd name="connsiteY5" fmla="*/ 160972 h 279082"/>
                <a:gd name="connsiteX6" fmla="*/ 133350 w 242887"/>
                <a:gd name="connsiteY6" fmla="*/ 225742 h 279082"/>
                <a:gd name="connsiteX7" fmla="*/ 199073 w 242887"/>
                <a:gd name="connsiteY7" fmla="*/ 194310 h 279082"/>
                <a:gd name="connsiteX8" fmla="*/ 238125 w 242887"/>
                <a:gd name="connsiteY8" fmla="*/ 235267 h 279082"/>
                <a:gd name="connsiteX9" fmla="*/ 132398 w 242887"/>
                <a:gd name="connsiteY9" fmla="*/ 279083 h 279082"/>
                <a:gd name="connsiteX10" fmla="*/ 62865 w 242887"/>
                <a:gd name="connsiteY10" fmla="*/ 115252 h 279082"/>
                <a:gd name="connsiteX11" fmla="*/ 183833 w 242887"/>
                <a:gd name="connsiteY11" fmla="*/ 115252 h 279082"/>
                <a:gd name="connsiteX12" fmla="*/ 124777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3817" y="160972"/>
                  </a:lnTo>
                  <a:cubicBezTo>
                    <a:pt x="70485" y="201930"/>
                    <a:pt x="95250" y="225742"/>
                    <a:pt x="133350" y="225742"/>
                  </a:cubicBezTo>
                  <a:cubicBezTo>
                    <a:pt x="158115" y="225742"/>
                    <a:pt x="178117" y="216217"/>
                    <a:pt x="199073" y="194310"/>
                  </a:cubicBezTo>
                  <a:lnTo>
                    <a:pt x="238125" y="235267"/>
                  </a:lnTo>
                  <a:cubicBezTo>
                    <a:pt x="206692" y="264795"/>
                    <a:pt x="172402" y="279083"/>
                    <a:pt x="132398" y="279083"/>
                  </a:cubicBezTo>
                  <a:close/>
                  <a:moveTo>
                    <a:pt x="62865" y="115252"/>
                  </a:moveTo>
                  <a:lnTo>
                    <a:pt x="183833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4" name="Freihandform: Form 173">
              <a:extLst>
                <a:ext uri="{FF2B5EF4-FFF2-40B4-BE49-F238E27FC236}">
                  <a16:creationId xmlns:a16="http://schemas.microsoft.com/office/drawing/2014/main" id="{610EF90D-D961-4886-A667-E29488DD3B72}"/>
                </a:ext>
              </a:extLst>
            </p:cNvPr>
            <p:cNvSpPr/>
            <p:nvPr/>
          </p:nvSpPr>
          <p:spPr>
            <a:xfrm>
              <a:off x="2816541" y="3216591"/>
              <a:ext cx="224790" cy="280035"/>
            </a:xfrm>
            <a:custGeom>
              <a:avLst/>
              <a:gdLst>
                <a:gd name="connsiteX0" fmla="*/ 222885 w 224790"/>
                <a:gd name="connsiteY0" fmla="*/ 237173 h 280035"/>
                <a:gd name="connsiteX1" fmla="*/ 127635 w 224790"/>
                <a:gd name="connsiteY1" fmla="*/ 280035 h 280035"/>
                <a:gd name="connsiteX2" fmla="*/ 0 w 224790"/>
                <a:gd name="connsiteY2" fmla="*/ 140970 h 280035"/>
                <a:gd name="connsiteX3" fmla="*/ 128588 w 224790"/>
                <a:gd name="connsiteY3" fmla="*/ 0 h 280035"/>
                <a:gd name="connsiteX4" fmla="*/ 224790 w 224790"/>
                <a:gd name="connsiteY4" fmla="*/ 45720 h 280035"/>
                <a:gd name="connsiteX5" fmla="*/ 181928 w 224790"/>
                <a:gd name="connsiteY5" fmla="*/ 86678 h 280035"/>
                <a:gd name="connsiteX6" fmla="*/ 128588 w 224790"/>
                <a:gd name="connsiteY6" fmla="*/ 57150 h 280035"/>
                <a:gd name="connsiteX7" fmla="*/ 62865 w 224790"/>
                <a:gd name="connsiteY7" fmla="*/ 140017 h 280035"/>
                <a:gd name="connsiteX8" fmla="*/ 128588 w 224790"/>
                <a:gd name="connsiteY8" fmla="*/ 222885 h 280035"/>
                <a:gd name="connsiteX9" fmla="*/ 183833 w 224790"/>
                <a:gd name="connsiteY9" fmla="*/ 193358 h 280035"/>
                <a:gd name="connsiteX10" fmla="*/ 222885 w 224790"/>
                <a:gd name="connsiteY10" fmla="*/ 237173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90" h="280035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3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6688" y="66675"/>
                    <a:pt x="149543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3" y="222885"/>
                    <a:pt x="166688" y="213360"/>
                    <a:pt x="183833" y="193358"/>
                  </a:cubicBezTo>
                  <a:lnTo>
                    <a:pt x="222885" y="2371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5" name="Freihandform: Form 174">
              <a:extLst>
                <a:ext uri="{FF2B5EF4-FFF2-40B4-BE49-F238E27FC236}">
                  <a16:creationId xmlns:a16="http://schemas.microsoft.com/office/drawing/2014/main" id="{3CC725CA-1995-466A-BBFB-E4CC489DC9A3}"/>
                </a:ext>
              </a:extLst>
            </p:cNvPr>
            <p:cNvSpPr/>
            <p:nvPr/>
          </p:nvSpPr>
          <p:spPr>
            <a:xfrm>
              <a:off x="3095624" y="3101339"/>
              <a:ext cx="228600" cy="389572"/>
            </a:xfrm>
            <a:custGeom>
              <a:avLst/>
              <a:gdLst>
                <a:gd name="connsiteX0" fmla="*/ 228600 w 228600"/>
                <a:gd name="connsiteY0" fmla="*/ 388620 h 389572"/>
                <a:gd name="connsiteX1" fmla="*/ 166688 w 228600"/>
                <a:gd name="connsiteY1" fmla="*/ 388620 h 389572"/>
                <a:gd name="connsiteX2" fmla="*/ 166688 w 228600"/>
                <a:gd name="connsiteY2" fmla="*/ 236220 h 389572"/>
                <a:gd name="connsiteX3" fmla="*/ 117158 w 228600"/>
                <a:gd name="connsiteY3" fmla="*/ 171450 h 389572"/>
                <a:gd name="connsiteX4" fmla="*/ 61913 w 228600"/>
                <a:gd name="connsiteY4" fmla="*/ 236220 h 389572"/>
                <a:gd name="connsiteX5" fmla="*/ 61913 w 228600"/>
                <a:gd name="connsiteY5" fmla="*/ 389573 h 389572"/>
                <a:gd name="connsiteX6" fmla="*/ 0 w 228600"/>
                <a:gd name="connsiteY6" fmla="*/ 389573 h 389572"/>
                <a:gd name="connsiteX7" fmla="*/ 0 w 228600"/>
                <a:gd name="connsiteY7" fmla="*/ 15240 h 389572"/>
                <a:gd name="connsiteX8" fmla="*/ 61913 w 228600"/>
                <a:gd name="connsiteY8" fmla="*/ 0 h 389572"/>
                <a:gd name="connsiteX9" fmla="*/ 61913 w 228600"/>
                <a:gd name="connsiteY9" fmla="*/ 155258 h 389572"/>
                <a:gd name="connsiteX10" fmla="*/ 62865 w 228600"/>
                <a:gd name="connsiteY10" fmla="*/ 155258 h 389572"/>
                <a:gd name="connsiteX11" fmla="*/ 140970 w 228600"/>
                <a:gd name="connsiteY11" fmla="*/ 116205 h 389572"/>
                <a:gd name="connsiteX12" fmla="*/ 228600 w 228600"/>
                <a:gd name="connsiteY12" fmla="*/ 223838 h 389572"/>
                <a:gd name="connsiteX13" fmla="*/ 228600 w 228600"/>
                <a:gd name="connsiteY13" fmla="*/ 38862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389572">
                  <a:moveTo>
                    <a:pt x="228600" y="388620"/>
                  </a:moveTo>
                  <a:lnTo>
                    <a:pt x="166688" y="388620"/>
                  </a:lnTo>
                  <a:lnTo>
                    <a:pt x="166688" y="236220"/>
                  </a:lnTo>
                  <a:cubicBezTo>
                    <a:pt x="166688" y="197168"/>
                    <a:pt x="154305" y="171450"/>
                    <a:pt x="117158" y="171450"/>
                  </a:cubicBezTo>
                  <a:cubicBezTo>
                    <a:pt x="74295" y="171450"/>
                    <a:pt x="61913" y="205740"/>
                    <a:pt x="61913" y="236220"/>
                  </a:cubicBezTo>
                  <a:lnTo>
                    <a:pt x="61913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6" name="Freihandform: Form 175">
              <a:extLst>
                <a:ext uri="{FF2B5EF4-FFF2-40B4-BE49-F238E27FC236}">
                  <a16:creationId xmlns:a16="http://schemas.microsoft.com/office/drawing/2014/main" id="{A679DB96-810C-4354-B51A-032CFEFED6D5}"/>
                </a:ext>
              </a:extLst>
            </p:cNvPr>
            <p:cNvSpPr/>
            <p:nvPr/>
          </p:nvSpPr>
          <p:spPr>
            <a:xfrm>
              <a:off x="3404234" y="3217544"/>
              <a:ext cx="228600" cy="273367"/>
            </a:xfrm>
            <a:custGeom>
              <a:avLst/>
              <a:gdLst>
                <a:gd name="connsiteX0" fmla="*/ 228600 w 228600"/>
                <a:gd name="connsiteY0" fmla="*/ 272415 h 273367"/>
                <a:gd name="connsiteX1" fmla="*/ 166688 w 228600"/>
                <a:gd name="connsiteY1" fmla="*/ 272415 h 273367"/>
                <a:gd name="connsiteX2" fmla="*/ 166688 w 228600"/>
                <a:gd name="connsiteY2" fmla="*/ 120015 h 273367"/>
                <a:gd name="connsiteX3" fmla="*/ 117158 w 228600"/>
                <a:gd name="connsiteY3" fmla="*/ 55245 h 273367"/>
                <a:gd name="connsiteX4" fmla="*/ 61913 w 228600"/>
                <a:gd name="connsiteY4" fmla="*/ 120015 h 273367"/>
                <a:gd name="connsiteX5" fmla="*/ 61913 w 228600"/>
                <a:gd name="connsiteY5" fmla="*/ 273367 h 273367"/>
                <a:gd name="connsiteX6" fmla="*/ 0 w 228600"/>
                <a:gd name="connsiteY6" fmla="*/ 273367 h 273367"/>
                <a:gd name="connsiteX7" fmla="*/ 0 w 228600"/>
                <a:gd name="connsiteY7" fmla="*/ 6667 h 273367"/>
                <a:gd name="connsiteX8" fmla="*/ 61913 w 228600"/>
                <a:gd name="connsiteY8" fmla="*/ 6667 h 273367"/>
                <a:gd name="connsiteX9" fmla="*/ 61913 w 228600"/>
                <a:gd name="connsiteY9" fmla="*/ 39052 h 273367"/>
                <a:gd name="connsiteX10" fmla="*/ 62865 w 228600"/>
                <a:gd name="connsiteY10" fmla="*/ 39052 h 273367"/>
                <a:gd name="connsiteX11" fmla="*/ 140970 w 228600"/>
                <a:gd name="connsiteY11" fmla="*/ 0 h 273367"/>
                <a:gd name="connsiteX12" fmla="*/ 228600 w 228600"/>
                <a:gd name="connsiteY12" fmla="*/ 107633 h 273367"/>
                <a:gd name="connsiteX13" fmla="*/ 228600 w 228600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8" y="55245"/>
                    <a:pt x="117158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7"/>
                  </a:lnTo>
                  <a:lnTo>
                    <a:pt x="0" y="273367"/>
                  </a:lnTo>
                  <a:lnTo>
                    <a:pt x="0" y="6667"/>
                  </a:lnTo>
                  <a:lnTo>
                    <a:pt x="61913" y="6667"/>
                  </a:lnTo>
                  <a:lnTo>
                    <a:pt x="61913" y="39052"/>
                  </a:lnTo>
                  <a:lnTo>
                    <a:pt x="62865" y="39052"/>
                  </a:lnTo>
                  <a:cubicBezTo>
                    <a:pt x="78105" y="15240"/>
                    <a:pt x="106680" y="0"/>
                    <a:pt x="140970" y="0"/>
                  </a:cubicBezTo>
                  <a:cubicBezTo>
                    <a:pt x="201930" y="0"/>
                    <a:pt x="228600" y="44767"/>
                    <a:pt x="228600" y="107633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7" name="Freihandform: Form 176">
              <a:extLst>
                <a:ext uri="{FF2B5EF4-FFF2-40B4-BE49-F238E27FC236}">
                  <a16:creationId xmlns:a16="http://schemas.microsoft.com/office/drawing/2014/main" id="{128EA777-D1F4-47DC-93D5-A5DF6BD4D2D2}"/>
                </a:ext>
              </a:extLst>
            </p:cNvPr>
            <p:cNvSpPr/>
            <p:nvPr/>
          </p:nvSpPr>
          <p:spPr>
            <a:xfrm>
              <a:off x="3703319" y="3105149"/>
              <a:ext cx="79057" cy="384809"/>
            </a:xfrm>
            <a:custGeom>
              <a:avLst/>
              <a:gdLst>
                <a:gd name="connsiteX0" fmla="*/ 79058 w 79057"/>
                <a:gd name="connsiteY0" fmla="*/ 38100 h 384809"/>
                <a:gd name="connsiteX1" fmla="*/ 39052 w 79057"/>
                <a:gd name="connsiteY1" fmla="*/ 76200 h 384809"/>
                <a:gd name="connsiteX2" fmla="*/ 0 w 79057"/>
                <a:gd name="connsiteY2" fmla="*/ 38100 h 384809"/>
                <a:gd name="connsiteX3" fmla="*/ 39052 w 79057"/>
                <a:gd name="connsiteY3" fmla="*/ 0 h 384809"/>
                <a:gd name="connsiteX4" fmla="*/ 79058 w 79057"/>
                <a:gd name="connsiteY4" fmla="*/ 38100 h 384809"/>
                <a:gd name="connsiteX5" fmla="*/ 70485 w 79057"/>
                <a:gd name="connsiteY5" fmla="*/ 384810 h 384809"/>
                <a:gd name="connsiteX6" fmla="*/ 8572 w 79057"/>
                <a:gd name="connsiteY6" fmla="*/ 384810 h 384809"/>
                <a:gd name="connsiteX7" fmla="*/ 8572 w 79057"/>
                <a:gd name="connsiteY7" fmla="*/ 118110 h 384809"/>
                <a:gd name="connsiteX8" fmla="*/ 70485 w 79057"/>
                <a:gd name="connsiteY8" fmla="*/ 118110 h 384809"/>
                <a:gd name="connsiteX9" fmla="*/ 70485 w 79057"/>
                <a:gd name="connsiteY9" fmla="*/ 384810 h 384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09">
                  <a:moveTo>
                    <a:pt x="79058" y="38100"/>
                  </a:moveTo>
                  <a:cubicBezTo>
                    <a:pt x="79058" y="60008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2"/>
                    <a:pt x="18097" y="0"/>
                    <a:pt x="39052" y="0"/>
                  </a:cubicBezTo>
                  <a:cubicBezTo>
                    <a:pt x="60960" y="0"/>
                    <a:pt x="79058" y="16192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2" y="384810"/>
                  </a:lnTo>
                  <a:lnTo>
                    <a:pt x="8572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8" name="Freihandform: Form 177">
              <a:extLst>
                <a:ext uri="{FF2B5EF4-FFF2-40B4-BE49-F238E27FC236}">
                  <a16:creationId xmlns:a16="http://schemas.microsoft.com/office/drawing/2014/main" id="{4ED8FD9A-7134-4B69-86C9-5584AABA0DA1}"/>
                </a:ext>
              </a:extLst>
            </p:cNvPr>
            <p:cNvSpPr/>
            <p:nvPr/>
          </p:nvSpPr>
          <p:spPr>
            <a:xfrm>
              <a:off x="3830954" y="3216591"/>
              <a:ext cx="205740" cy="280035"/>
            </a:xfrm>
            <a:custGeom>
              <a:avLst/>
              <a:gdLst>
                <a:gd name="connsiteX0" fmla="*/ 29528 w 205740"/>
                <a:gd name="connsiteY0" fmla="*/ 198120 h 280035"/>
                <a:gd name="connsiteX1" fmla="*/ 104775 w 205740"/>
                <a:gd name="connsiteY1" fmla="*/ 227648 h 280035"/>
                <a:gd name="connsiteX2" fmla="*/ 143828 w 205740"/>
                <a:gd name="connsiteY2" fmla="*/ 200978 h 280035"/>
                <a:gd name="connsiteX3" fmla="*/ 10478 w 205740"/>
                <a:gd name="connsiteY3" fmla="*/ 82868 h 280035"/>
                <a:gd name="connsiteX4" fmla="*/ 111442 w 205740"/>
                <a:gd name="connsiteY4" fmla="*/ 0 h 280035"/>
                <a:gd name="connsiteX5" fmla="*/ 203835 w 205740"/>
                <a:gd name="connsiteY5" fmla="*/ 27623 h 280035"/>
                <a:gd name="connsiteX6" fmla="*/ 174308 w 205740"/>
                <a:gd name="connsiteY6" fmla="*/ 76200 h 280035"/>
                <a:gd name="connsiteX7" fmla="*/ 110490 w 205740"/>
                <a:gd name="connsiteY7" fmla="*/ 52388 h 280035"/>
                <a:gd name="connsiteX8" fmla="*/ 72390 w 205740"/>
                <a:gd name="connsiteY8" fmla="*/ 77153 h 280035"/>
                <a:gd name="connsiteX9" fmla="*/ 205740 w 205740"/>
                <a:gd name="connsiteY9" fmla="*/ 195263 h 280035"/>
                <a:gd name="connsiteX10" fmla="*/ 102870 w 205740"/>
                <a:gd name="connsiteY10" fmla="*/ 280035 h 280035"/>
                <a:gd name="connsiteX11" fmla="*/ 0 w 205740"/>
                <a:gd name="connsiteY11" fmla="*/ 247650 h 280035"/>
                <a:gd name="connsiteX12" fmla="*/ 29528 w 205740"/>
                <a:gd name="connsiteY12" fmla="*/ 198120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40" h="280035">
                  <a:moveTo>
                    <a:pt x="29528" y="198120"/>
                  </a:moveTo>
                  <a:cubicBezTo>
                    <a:pt x="55245" y="218123"/>
                    <a:pt x="80963" y="227648"/>
                    <a:pt x="104775" y="227648"/>
                  </a:cubicBezTo>
                  <a:cubicBezTo>
                    <a:pt x="127635" y="227648"/>
                    <a:pt x="143828" y="217170"/>
                    <a:pt x="143828" y="200978"/>
                  </a:cubicBezTo>
                  <a:cubicBezTo>
                    <a:pt x="143828" y="155258"/>
                    <a:pt x="10478" y="171450"/>
                    <a:pt x="10478" y="82868"/>
                  </a:cubicBezTo>
                  <a:cubicBezTo>
                    <a:pt x="10478" y="33338"/>
                    <a:pt x="51435" y="0"/>
                    <a:pt x="111442" y="0"/>
                  </a:cubicBezTo>
                  <a:cubicBezTo>
                    <a:pt x="143828" y="0"/>
                    <a:pt x="175260" y="9525"/>
                    <a:pt x="203835" y="27623"/>
                  </a:cubicBezTo>
                  <a:lnTo>
                    <a:pt x="174308" y="76200"/>
                  </a:lnTo>
                  <a:cubicBezTo>
                    <a:pt x="151448" y="60960"/>
                    <a:pt x="130492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3" y="280035"/>
                    <a:pt x="102870" y="280035"/>
                  </a:cubicBezTo>
                  <a:cubicBezTo>
                    <a:pt x="67628" y="280035"/>
                    <a:pt x="31433" y="268605"/>
                    <a:pt x="0" y="247650"/>
                  </a:cubicBezTo>
                  <a:lnTo>
                    <a:pt x="29528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9" name="Freihandform: Form 178">
              <a:extLst>
                <a:ext uri="{FF2B5EF4-FFF2-40B4-BE49-F238E27FC236}">
                  <a16:creationId xmlns:a16="http://schemas.microsoft.com/office/drawing/2014/main" id="{F136C0CB-E9EC-4D79-ABB6-F229DA9FF529}"/>
                </a:ext>
              </a:extLst>
            </p:cNvPr>
            <p:cNvSpPr/>
            <p:nvPr/>
          </p:nvSpPr>
          <p:spPr>
            <a:xfrm>
              <a:off x="4087177" y="3216591"/>
              <a:ext cx="224790" cy="280035"/>
            </a:xfrm>
            <a:custGeom>
              <a:avLst/>
              <a:gdLst>
                <a:gd name="connsiteX0" fmla="*/ 222885 w 224790"/>
                <a:gd name="connsiteY0" fmla="*/ 237173 h 280035"/>
                <a:gd name="connsiteX1" fmla="*/ 127635 w 224790"/>
                <a:gd name="connsiteY1" fmla="*/ 280035 h 280035"/>
                <a:gd name="connsiteX2" fmla="*/ 0 w 224790"/>
                <a:gd name="connsiteY2" fmla="*/ 140970 h 280035"/>
                <a:gd name="connsiteX3" fmla="*/ 128588 w 224790"/>
                <a:gd name="connsiteY3" fmla="*/ 0 h 280035"/>
                <a:gd name="connsiteX4" fmla="*/ 224790 w 224790"/>
                <a:gd name="connsiteY4" fmla="*/ 45720 h 280035"/>
                <a:gd name="connsiteX5" fmla="*/ 181928 w 224790"/>
                <a:gd name="connsiteY5" fmla="*/ 86678 h 280035"/>
                <a:gd name="connsiteX6" fmla="*/ 128588 w 224790"/>
                <a:gd name="connsiteY6" fmla="*/ 57150 h 280035"/>
                <a:gd name="connsiteX7" fmla="*/ 62865 w 224790"/>
                <a:gd name="connsiteY7" fmla="*/ 140017 h 280035"/>
                <a:gd name="connsiteX8" fmla="*/ 128588 w 224790"/>
                <a:gd name="connsiteY8" fmla="*/ 222885 h 280035"/>
                <a:gd name="connsiteX9" fmla="*/ 183832 w 224790"/>
                <a:gd name="connsiteY9" fmla="*/ 193358 h 280035"/>
                <a:gd name="connsiteX10" fmla="*/ 222885 w 224790"/>
                <a:gd name="connsiteY10" fmla="*/ 237173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90" h="280035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5735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2" y="193358"/>
                  </a:cubicBezTo>
                  <a:lnTo>
                    <a:pt x="222885" y="2371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0" name="Freihandform: Form 179">
              <a:extLst>
                <a:ext uri="{FF2B5EF4-FFF2-40B4-BE49-F238E27FC236}">
                  <a16:creationId xmlns:a16="http://schemas.microsoft.com/office/drawing/2014/main" id="{56B10647-27C1-42C9-9CE4-63BC66AAEC60}"/>
                </a:ext>
              </a:extLst>
            </p:cNvPr>
            <p:cNvSpPr/>
            <p:nvPr/>
          </p:nvSpPr>
          <p:spPr>
            <a:xfrm>
              <a:off x="4366259" y="3101339"/>
              <a:ext cx="228600" cy="389572"/>
            </a:xfrm>
            <a:custGeom>
              <a:avLst/>
              <a:gdLst>
                <a:gd name="connsiteX0" fmla="*/ 228600 w 228600"/>
                <a:gd name="connsiteY0" fmla="*/ 388620 h 389572"/>
                <a:gd name="connsiteX1" fmla="*/ 166688 w 228600"/>
                <a:gd name="connsiteY1" fmla="*/ 388620 h 389572"/>
                <a:gd name="connsiteX2" fmla="*/ 166688 w 228600"/>
                <a:gd name="connsiteY2" fmla="*/ 236220 h 389572"/>
                <a:gd name="connsiteX3" fmla="*/ 117158 w 228600"/>
                <a:gd name="connsiteY3" fmla="*/ 171450 h 389572"/>
                <a:gd name="connsiteX4" fmla="*/ 61913 w 228600"/>
                <a:gd name="connsiteY4" fmla="*/ 236220 h 389572"/>
                <a:gd name="connsiteX5" fmla="*/ 61913 w 228600"/>
                <a:gd name="connsiteY5" fmla="*/ 389573 h 389572"/>
                <a:gd name="connsiteX6" fmla="*/ 0 w 228600"/>
                <a:gd name="connsiteY6" fmla="*/ 389573 h 389572"/>
                <a:gd name="connsiteX7" fmla="*/ 0 w 228600"/>
                <a:gd name="connsiteY7" fmla="*/ 15240 h 389572"/>
                <a:gd name="connsiteX8" fmla="*/ 61913 w 228600"/>
                <a:gd name="connsiteY8" fmla="*/ 0 h 389572"/>
                <a:gd name="connsiteX9" fmla="*/ 61913 w 228600"/>
                <a:gd name="connsiteY9" fmla="*/ 155258 h 389572"/>
                <a:gd name="connsiteX10" fmla="*/ 62865 w 228600"/>
                <a:gd name="connsiteY10" fmla="*/ 155258 h 389572"/>
                <a:gd name="connsiteX11" fmla="*/ 140970 w 228600"/>
                <a:gd name="connsiteY11" fmla="*/ 116205 h 389572"/>
                <a:gd name="connsiteX12" fmla="*/ 228600 w 228600"/>
                <a:gd name="connsiteY12" fmla="*/ 223838 h 389572"/>
                <a:gd name="connsiteX13" fmla="*/ 228600 w 228600"/>
                <a:gd name="connsiteY13" fmla="*/ 38862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389572">
                  <a:moveTo>
                    <a:pt x="228600" y="388620"/>
                  </a:moveTo>
                  <a:lnTo>
                    <a:pt x="166688" y="388620"/>
                  </a:lnTo>
                  <a:lnTo>
                    <a:pt x="166688" y="236220"/>
                  </a:lnTo>
                  <a:cubicBezTo>
                    <a:pt x="166688" y="197168"/>
                    <a:pt x="154305" y="171450"/>
                    <a:pt x="117158" y="171450"/>
                  </a:cubicBezTo>
                  <a:cubicBezTo>
                    <a:pt x="74295" y="171450"/>
                    <a:pt x="61913" y="205740"/>
                    <a:pt x="61913" y="236220"/>
                  </a:cubicBezTo>
                  <a:lnTo>
                    <a:pt x="61913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1" name="Freihandform: Form 180">
              <a:extLst>
                <a:ext uri="{FF2B5EF4-FFF2-40B4-BE49-F238E27FC236}">
                  <a16:creationId xmlns:a16="http://schemas.microsoft.com/office/drawing/2014/main" id="{4694EE07-7C6D-4AEB-9248-C77C0C2DA2C9}"/>
                </a:ext>
              </a:extLst>
            </p:cNvPr>
            <p:cNvSpPr/>
            <p:nvPr/>
          </p:nvSpPr>
          <p:spPr>
            <a:xfrm>
              <a:off x="4659629" y="3217544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2 h 279082"/>
                <a:gd name="connsiteX7" fmla="*/ 198120 w 242887"/>
                <a:gd name="connsiteY7" fmla="*/ 194310 h 279082"/>
                <a:gd name="connsiteX8" fmla="*/ 237172 w 242887"/>
                <a:gd name="connsiteY8" fmla="*/ 235267 h 279082"/>
                <a:gd name="connsiteX9" fmla="*/ 132397 w 242887"/>
                <a:gd name="connsiteY9" fmla="*/ 279083 h 279082"/>
                <a:gd name="connsiteX10" fmla="*/ 62865 w 242887"/>
                <a:gd name="connsiteY10" fmla="*/ 115252 h 279082"/>
                <a:gd name="connsiteX11" fmla="*/ 183832 w 242887"/>
                <a:gd name="connsiteY11" fmla="*/ 115252 h 279082"/>
                <a:gd name="connsiteX12" fmla="*/ 124777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2"/>
                    <a:pt x="132397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2" y="235267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2865" y="115252"/>
                  </a:moveTo>
                  <a:lnTo>
                    <a:pt x="183832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2" name="Freihandform: Form 181">
              <a:extLst>
                <a:ext uri="{FF2B5EF4-FFF2-40B4-BE49-F238E27FC236}">
                  <a16:creationId xmlns:a16="http://schemas.microsoft.com/office/drawing/2014/main" id="{4C49C4B4-927F-405D-9CBA-4D5DAADCBB4D}"/>
                </a:ext>
              </a:extLst>
            </p:cNvPr>
            <p:cNvSpPr/>
            <p:nvPr/>
          </p:nvSpPr>
          <p:spPr>
            <a:xfrm>
              <a:off x="5130164" y="3122294"/>
              <a:ext cx="231457" cy="368617"/>
            </a:xfrm>
            <a:custGeom>
              <a:avLst/>
              <a:gdLst>
                <a:gd name="connsiteX0" fmla="*/ 231457 w 231457"/>
                <a:gd name="connsiteY0" fmla="*/ 60007 h 368617"/>
                <a:gd name="connsiteX1" fmla="*/ 65722 w 231457"/>
                <a:gd name="connsiteY1" fmla="*/ 60007 h 368617"/>
                <a:gd name="connsiteX2" fmla="*/ 65722 w 231457"/>
                <a:gd name="connsiteY2" fmla="*/ 151447 h 368617"/>
                <a:gd name="connsiteX3" fmla="*/ 189547 w 231457"/>
                <a:gd name="connsiteY3" fmla="*/ 151447 h 368617"/>
                <a:gd name="connsiteX4" fmla="*/ 189547 w 231457"/>
                <a:gd name="connsiteY4" fmla="*/ 211455 h 368617"/>
                <a:gd name="connsiteX5" fmla="*/ 65722 w 231457"/>
                <a:gd name="connsiteY5" fmla="*/ 211455 h 368617"/>
                <a:gd name="connsiteX6" fmla="*/ 65722 w 231457"/>
                <a:gd name="connsiteY6" fmla="*/ 368617 h 368617"/>
                <a:gd name="connsiteX7" fmla="*/ 0 w 231457"/>
                <a:gd name="connsiteY7" fmla="*/ 368617 h 368617"/>
                <a:gd name="connsiteX8" fmla="*/ 0 w 231457"/>
                <a:gd name="connsiteY8" fmla="*/ 0 h 368617"/>
                <a:gd name="connsiteX9" fmla="*/ 231457 w 231457"/>
                <a:gd name="connsiteY9" fmla="*/ 0 h 368617"/>
                <a:gd name="connsiteX10" fmla="*/ 231457 w 231457"/>
                <a:gd name="connsiteY10" fmla="*/ 60007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1457" h="368617">
                  <a:moveTo>
                    <a:pt x="231457" y="60007"/>
                  </a:moveTo>
                  <a:lnTo>
                    <a:pt x="65722" y="60007"/>
                  </a:lnTo>
                  <a:lnTo>
                    <a:pt x="65722" y="151447"/>
                  </a:lnTo>
                  <a:lnTo>
                    <a:pt x="189547" y="151447"/>
                  </a:lnTo>
                  <a:lnTo>
                    <a:pt x="189547" y="211455"/>
                  </a:lnTo>
                  <a:lnTo>
                    <a:pt x="65722" y="211455"/>
                  </a:lnTo>
                  <a:lnTo>
                    <a:pt x="65722" y="368617"/>
                  </a:lnTo>
                  <a:lnTo>
                    <a:pt x="0" y="368617"/>
                  </a:lnTo>
                  <a:lnTo>
                    <a:pt x="0" y="0"/>
                  </a:lnTo>
                  <a:lnTo>
                    <a:pt x="231457" y="0"/>
                  </a:lnTo>
                  <a:lnTo>
                    <a:pt x="231457" y="6000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3" name="Freihandform: Form 182">
              <a:extLst>
                <a:ext uri="{FF2B5EF4-FFF2-40B4-BE49-F238E27FC236}">
                  <a16:creationId xmlns:a16="http://schemas.microsoft.com/office/drawing/2014/main" id="{ACE5A6C1-7169-4363-BD9D-A2503A01234C}"/>
                </a:ext>
              </a:extLst>
            </p:cNvPr>
            <p:cNvSpPr/>
            <p:nvPr/>
          </p:nvSpPr>
          <p:spPr>
            <a:xfrm>
              <a:off x="5373052" y="3217544"/>
              <a:ext cx="226694" cy="279082"/>
            </a:xfrm>
            <a:custGeom>
              <a:avLst/>
              <a:gdLst>
                <a:gd name="connsiteX0" fmla="*/ 115253 w 226694"/>
                <a:gd name="connsiteY0" fmla="*/ 107633 h 279082"/>
                <a:gd name="connsiteX1" fmla="*/ 165735 w 226694"/>
                <a:gd name="connsiteY1" fmla="*/ 113347 h 279082"/>
                <a:gd name="connsiteX2" fmla="*/ 165735 w 226694"/>
                <a:gd name="connsiteY2" fmla="*/ 103822 h 279082"/>
                <a:gd name="connsiteX3" fmla="*/ 106680 w 226694"/>
                <a:gd name="connsiteY3" fmla="*/ 52388 h 279082"/>
                <a:gd name="connsiteX4" fmla="*/ 39053 w 226694"/>
                <a:gd name="connsiteY4" fmla="*/ 67627 h 279082"/>
                <a:gd name="connsiteX5" fmla="*/ 25717 w 226694"/>
                <a:gd name="connsiteY5" fmla="*/ 15240 h 279082"/>
                <a:gd name="connsiteX6" fmla="*/ 113347 w 226694"/>
                <a:gd name="connsiteY6" fmla="*/ 0 h 279082"/>
                <a:gd name="connsiteX7" fmla="*/ 226695 w 226694"/>
                <a:gd name="connsiteY7" fmla="*/ 102870 h 279082"/>
                <a:gd name="connsiteX8" fmla="*/ 226695 w 226694"/>
                <a:gd name="connsiteY8" fmla="*/ 273367 h 279082"/>
                <a:gd name="connsiteX9" fmla="*/ 167640 w 226694"/>
                <a:gd name="connsiteY9" fmla="*/ 273367 h 279082"/>
                <a:gd name="connsiteX10" fmla="*/ 167640 w 226694"/>
                <a:gd name="connsiteY10" fmla="*/ 244792 h 279082"/>
                <a:gd name="connsiteX11" fmla="*/ 165735 w 226694"/>
                <a:gd name="connsiteY11" fmla="*/ 244792 h 279082"/>
                <a:gd name="connsiteX12" fmla="*/ 87630 w 226694"/>
                <a:gd name="connsiteY12" fmla="*/ 279083 h 279082"/>
                <a:gd name="connsiteX13" fmla="*/ 0 w 226694"/>
                <a:gd name="connsiteY13" fmla="*/ 194310 h 279082"/>
                <a:gd name="connsiteX14" fmla="*/ 115253 w 226694"/>
                <a:gd name="connsiteY14" fmla="*/ 107633 h 279082"/>
                <a:gd name="connsiteX15" fmla="*/ 104775 w 226694"/>
                <a:gd name="connsiteY15" fmla="*/ 232410 h 279082"/>
                <a:gd name="connsiteX16" fmla="*/ 165735 w 226694"/>
                <a:gd name="connsiteY16" fmla="*/ 200025 h 279082"/>
                <a:gd name="connsiteX17" fmla="*/ 165735 w 226694"/>
                <a:gd name="connsiteY17" fmla="*/ 153352 h 279082"/>
                <a:gd name="connsiteX18" fmla="*/ 121920 w 226694"/>
                <a:gd name="connsiteY18" fmla="*/ 148590 h 279082"/>
                <a:gd name="connsiteX19" fmla="*/ 60007 w 226694"/>
                <a:gd name="connsiteY19" fmla="*/ 192405 h 279082"/>
                <a:gd name="connsiteX20" fmla="*/ 104775 w 226694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6694" h="279082">
                  <a:moveTo>
                    <a:pt x="115253" y="107633"/>
                  </a:moveTo>
                  <a:cubicBezTo>
                    <a:pt x="132397" y="107633"/>
                    <a:pt x="148590" y="108585"/>
                    <a:pt x="165735" y="113347"/>
                  </a:cubicBezTo>
                  <a:lnTo>
                    <a:pt x="165735" y="103822"/>
                  </a:lnTo>
                  <a:cubicBezTo>
                    <a:pt x="165735" y="69532"/>
                    <a:pt x="145732" y="52388"/>
                    <a:pt x="106680" y="52388"/>
                  </a:cubicBezTo>
                  <a:cubicBezTo>
                    <a:pt x="84772" y="52388"/>
                    <a:pt x="60960" y="57150"/>
                    <a:pt x="39053" y="67627"/>
                  </a:cubicBezTo>
                  <a:lnTo>
                    <a:pt x="25717" y="15240"/>
                  </a:lnTo>
                  <a:cubicBezTo>
                    <a:pt x="50482" y="5715"/>
                    <a:pt x="82867" y="0"/>
                    <a:pt x="113347" y="0"/>
                  </a:cubicBezTo>
                  <a:cubicBezTo>
                    <a:pt x="188595" y="0"/>
                    <a:pt x="226695" y="35242"/>
                    <a:pt x="226695" y="102870"/>
                  </a:cubicBezTo>
                  <a:lnTo>
                    <a:pt x="226695" y="273367"/>
                  </a:lnTo>
                  <a:lnTo>
                    <a:pt x="167640" y="273367"/>
                  </a:lnTo>
                  <a:lnTo>
                    <a:pt x="167640" y="244792"/>
                  </a:lnTo>
                  <a:lnTo>
                    <a:pt x="165735" y="244792"/>
                  </a:lnTo>
                  <a:cubicBezTo>
                    <a:pt x="142875" y="268605"/>
                    <a:pt x="119063" y="279083"/>
                    <a:pt x="87630" y="279083"/>
                  </a:cubicBezTo>
                  <a:cubicBezTo>
                    <a:pt x="34290" y="279083"/>
                    <a:pt x="0" y="245745"/>
                    <a:pt x="0" y="194310"/>
                  </a:cubicBezTo>
                  <a:cubicBezTo>
                    <a:pt x="0" y="138113"/>
                    <a:pt x="40005" y="107633"/>
                    <a:pt x="115253" y="107633"/>
                  </a:cubicBezTo>
                  <a:close/>
                  <a:moveTo>
                    <a:pt x="104775" y="232410"/>
                  </a:moveTo>
                  <a:cubicBezTo>
                    <a:pt x="127635" y="232410"/>
                    <a:pt x="148590" y="220980"/>
                    <a:pt x="165735" y="200025"/>
                  </a:cubicBezTo>
                  <a:lnTo>
                    <a:pt x="165735" y="153352"/>
                  </a:lnTo>
                  <a:cubicBezTo>
                    <a:pt x="151447" y="149542"/>
                    <a:pt x="136207" y="148590"/>
                    <a:pt x="121920" y="148590"/>
                  </a:cubicBezTo>
                  <a:cubicBezTo>
                    <a:pt x="82867" y="148590"/>
                    <a:pt x="60007" y="163830"/>
                    <a:pt x="60007" y="192405"/>
                  </a:cubicBezTo>
                  <a:cubicBezTo>
                    <a:pt x="60007" y="217170"/>
                    <a:pt x="77153" y="232410"/>
                    <a:pt x="104775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4" name="Freihandform: Form 183">
              <a:extLst>
                <a:ext uri="{FF2B5EF4-FFF2-40B4-BE49-F238E27FC236}">
                  <a16:creationId xmlns:a16="http://schemas.microsoft.com/office/drawing/2014/main" id="{C285BC79-E7CB-41E4-9EAF-48FA16725D93}"/>
                </a:ext>
              </a:extLst>
            </p:cNvPr>
            <p:cNvSpPr/>
            <p:nvPr/>
          </p:nvSpPr>
          <p:spPr>
            <a:xfrm>
              <a:off x="5678804" y="3101339"/>
              <a:ext cx="234314" cy="389572"/>
            </a:xfrm>
            <a:custGeom>
              <a:avLst/>
              <a:gdLst>
                <a:gd name="connsiteX0" fmla="*/ 0 w 234314"/>
                <a:gd name="connsiteY0" fmla="*/ 15240 h 389572"/>
                <a:gd name="connsiteX1" fmla="*/ 61913 w 234314"/>
                <a:gd name="connsiteY1" fmla="*/ 0 h 389572"/>
                <a:gd name="connsiteX2" fmla="*/ 61913 w 234314"/>
                <a:gd name="connsiteY2" fmla="*/ 234315 h 389572"/>
                <a:gd name="connsiteX3" fmla="*/ 62865 w 234314"/>
                <a:gd name="connsiteY3" fmla="*/ 234315 h 389572"/>
                <a:gd name="connsiteX4" fmla="*/ 150495 w 234314"/>
                <a:gd name="connsiteY4" fmla="*/ 122873 h 389572"/>
                <a:gd name="connsiteX5" fmla="*/ 224790 w 234314"/>
                <a:gd name="connsiteY5" fmla="*/ 122873 h 389572"/>
                <a:gd name="connsiteX6" fmla="*/ 137160 w 234314"/>
                <a:gd name="connsiteY6" fmla="*/ 227648 h 389572"/>
                <a:gd name="connsiteX7" fmla="*/ 234315 w 234314"/>
                <a:gd name="connsiteY7" fmla="*/ 389573 h 389572"/>
                <a:gd name="connsiteX8" fmla="*/ 160020 w 234314"/>
                <a:gd name="connsiteY8" fmla="*/ 389573 h 389572"/>
                <a:gd name="connsiteX9" fmla="*/ 93345 w 234314"/>
                <a:gd name="connsiteY9" fmla="*/ 274320 h 389572"/>
                <a:gd name="connsiteX10" fmla="*/ 62865 w 234314"/>
                <a:gd name="connsiteY10" fmla="*/ 308610 h 389572"/>
                <a:gd name="connsiteX11" fmla="*/ 62865 w 234314"/>
                <a:gd name="connsiteY11" fmla="*/ 389573 h 389572"/>
                <a:gd name="connsiteX12" fmla="*/ 952 w 234314"/>
                <a:gd name="connsiteY12" fmla="*/ 389573 h 389572"/>
                <a:gd name="connsiteX13" fmla="*/ 952 w 234314"/>
                <a:gd name="connsiteY13" fmla="*/ 1524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4314" h="389572">
                  <a:moveTo>
                    <a:pt x="0" y="15240"/>
                  </a:moveTo>
                  <a:lnTo>
                    <a:pt x="61913" y="0"/>
                  </a:lnTo>
                  <a:lnTo>
                    <a:pt x="61913" y="234315"/>
                  </a:lnTo>
                  <a:lnTo>
                    <a:pt x="62865" y="234315"/>
                  </a:lnTo>
                  <a:lnTo>
                    <a:pt x="150495" y="122873"/>
                  </a:lnTo>
                  <a:lnTo>
                    <a:pt x="224790" y="122873"/>
                  </a:lnTo>
                  <a:lnTo>
                    <a:pt x="137160" y="227648"/>
                  </a:lnTo>
                  <a:lnTo>
                    <a:pt x="234315" y="389573"/>
                  </a:lnTo>
                  <a:lnTo>
                    <a:pt x="160020" y="389573"/>
                  </a:lnTo>
                  <a:lnTo>
                    <a:pt x="93345" y="274320"/>
                  </a:lnTo>
                  <a:lnTo>
                    <a:pt x="62865" y="308610"/>
                  </a:lnTo>
                  <a:lnTo>
                    <a:pt x="62865" y="389573"/>
                  </a:lnTo>
                  <a:lnTo>
                    <a:pt x="952" y="389573"/>
                  </a:lnTo>
                  <a:lnTo>
                    <a:pt x="952" y="1524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5" name="Freihandform: Form 184">
              <a:extLst>
                <a:ext uri="{FF2B5EF4-FFF2-40B4-BE49-F238E27FC236}">
                  <a16:creationId xmlns:a16="http://schemas.microsoft.com/office/drawing/2014/main" id="{0FE4AEB4-A994-48BE-B61D-C6EC2698C0BE}"/>
                </a:ext>
              </a:extLst>
            </p:cNvPr>
            <p:cNvSpPr/>
            <p:nvPr/>
          </p:nvSpPr>
          <p:spPr>
            <a:xfrm>
              <a:off x="5958839" y="3224212"/>
              <a:ext cx="229552" cy="273367"/>
            </a:xfrm>
            <a:custGeom>
              <a:avLst/>
              <a:gdLst>
                <a:gd name="connsiteX0" fmla="*/ 62865 w 229552"/>
                <a:gd name="connsiteY0" fmla="*/ 160020 h 273367"/>
                <a:gd name="connsiteX1" fmla="*/ 116205 w 229552"/>
                <a:gd name="connsiteY1" fmla="*/ 216217 h 273367"/>
                <a:gd name="connsiteX2" fmla="*/ 167640 w 229552"/>
                <a:gd name="connsiteY2" fmla="*/ 160020 h 273367"/>
                <a:gd name="connsiteX3" fmla="*/ 167640 w 229552"/>
                <a:gd name="connsiteY3" fmla="*/ 0 h 273367"/>
                <a:gd name="connsiteX4" fmla="*/ 229553 w 229552"/>
                <a:gd name="connsiteY4" fmla="*/ 0 h 273367"/>
                <a:gd name="connsiteX5" fmla="*/ 229553 w 229552"/>
                <a:gd name="connsiteY5" fmla="*/ 161925 h 273367"/>
                <a:gd name="connsiteX6" fmla="*/ 117157 w 229552"/>
                <a:gd name="connsiteY6" fmla="*/ 273367 h 273367"/>
                <a:gd name="connsiteX7" fmla="*/ 0 w 229552"/>
                <a:gd name="connsiteY7" fmla="*/ 162878 h 273367"/>
                <a:gd name="connsiteX8" fmla="*/ 0 w 229552"/>
                <a:gd name="connsiteY8" fmla="*/ 952 h 273367"/>
                <a:gd name="connsiteX9" fmla="*/ 61913 w 229552"/>
                <a:gd name="connsiteY9" fmla="*/ 952 h 273367"/>
                <a:gd name="connsiteX10" fmla="*/ 61913 w 229552"/>
                <a:gd name="connsiteY10" fmla="*/ 160020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9552" h="273367">
                  <a:moveTo>
                    <a:pt x="62865" y="160020"/>
                  </a:moveTo>
                  <a:cubicBezTo>
                    <a:pt x="62865" y="196215"/>
                    <a:pt x="80963" y="216217"/>
                    <a:pt x="116205" y="216217"/>
                  </a:cubicBezTo>
                  <a:cubicBezTo>
                    <a:pt x="150495" y="216217"/>
                    <a:pt x="167640" y="197167"/>
                    <a:pt x="167640" y="160020"/>
                  </a:cubicBezTo>
                  <a:lnTo>
                    <a:pt x="167640" y="0"/>
                  </a:lnTo>
                  <a:lnTo>
                    <a:pt x="229553" y="0"/>
                  </a:lnTo>
                  <a:lnTo>
                    <a:pt x="229553" y="161925"/>
                  </a:lnTo>
                  <a:cubicBezTo>
                    <a:pt x="229553" y="232410"/>
                    <a:pt x="190500" y="273367"/>
                    <a:pt x="117157" y="273367"/>
                  </a:cubicBezTo>
                  <a:cubicBezTo>
                    <a:pt x="44767" y="273367"/>
                    <a:pt x="0" y="232410"/>
                    <a:pt x="0" y="162878"/>
                  </a:cubicBezTo>
                  <a:lnTo>
                    <a:pt x="0" y="952"/>
                  </a:lnTo>
                  <a:lnTo>
                    <a:pt x="61913" y="952"/>
                  </a:lnTo>
                  <a:lnTo>
                    <a:pt x="61913" y="1600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6" name="Freihandform: Form 185">
              <a:extLst>
                <a:ext uri="{FF2B5EF4-FFF2-40B4-BE49-F238E27FC236}">
                  <a16:creationId xmlns:a16="http://schemas.microsoft.com/office/drawing/2014/main" id="{7C18043D-1369-4E6D-9211-DD23A824E7CB}"/>
                </a:ext>
              </a:extLst>
            </p:cNvPr>
            <p:cNvSpPr/>
            <p:nvPr/>
          </p:nvSpPr>
          <p:spPr>
            <a:xfrm>
              <a:off x="6268402" y="3100387"/>
              <a:ext cx="61912" cy="389572"/>
            </a:xfrm>
            <a:custGeom>
              <a:avLst/>
              <a:gdLst>
                <a:gd name="connsiteX0" fmla="*/ 61913 w 61912"/>
                <a:gd name="connsiteY0" fmla="*/ 389572 h 389572"/>
                <a:gd name="connsiteX1" fmla="*/ 0 w 61912"/>
                <a:gd name="connsiteY1" fmla="*/ 389572 h 389572"/>
                <a:gd name="connsiteX2" fmla="*/ 0 w 61912"/>
                <a:gd name="connsiteY2" fmla="*/ 14288 h 389572"/>
                <a:gd name="connsiteX3" fmla="*/ 61913 w 61912"/>
                <a:gd name="connsiteY3" fmla="*/ 0 h 389572"/>
                <a:gd name="connsiteX4" fmla="*/ 61913 w 61912"/>
                <a:gd name="connsiteY4" fmla="*/ 389572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912" h="389572">
                  <a:moveTo>
                    <a:pt x="61913" y="389572"/>
                  </a:moveTo>
                  <a:lnTo>
                    <a:pt x="0" y="389572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957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7" name="Freihandform: Form 186">
              <a:extLst>
                <a:ext uri="{FF2B5EF4-FFF2-40B4-BE49-F238E27FC236}">
                  <a16:creationId xmlns:a16="http://schemas.microsoft.com/office/drawing/2014/main" id="{6281DAD0-3872-400E-8D26-FFA074932973}"/>
                </a:ext>
              </a:extLst>
            </p:cNvPr>
            <p:cNvSpPr/>
            <p:nvPr/>
          </p:nvSpPr>
          <p:spPr>
            <a:xfrm>
              <a:off x="6385559" y="3138487"/>
              <a:ext cx="165734" cy="358140"/>
            </a:xfrm>
            <a:custGeom>
              <a:avLst/>
              <a:gdLst>
                <a:gd name="connsiteX0" fmla="*/ 165735 w 165734"/>
                <a:gd name="connsiteY0" fmla="*/ 295275 h 358140"/>
                <a:gd name="connsiteX1" fmla="*/ 165735 w 165734"/>
                <a:gd name="connsiteY1" fmla="*/ 348615 h 358140"/>
                <a:gd name="connsiteX2" fmla="*/ 113347 w 165734"/>
                <a:gd name="connsiteY2" fmla="*/ 358140 h 358140"/>
                <a:gd name="connsiteX3" fmla="*/ 40958 w 165734"/>
                <a:gd name="connsiteY3" fmla="*/ 282892 h 358140"/>
                <a:gd name="connsiteX4" fmla="*/ 40958 w 165734"/>
                <a:gd name="connsiteY4" fmla="*/ 137160 h 358140"/>
                <a:gd name="connsiteX5" fmla="*/ 0 w 165734"/>
                <a:gd name="connsiteY5" fmla="*/ 137160 h 358140"/>
                <a:gd name="connsiteX6" fmla="*/ 0 w 165734"/>
                <a:gd name="connsiteY6" fmla="*/ 85725 h 358140"/>
                <a:gd name="connsiteX7" fmla="*/ 40005 w 165734"/>
                <a:gd name="connsiteY7" fmla="*/ 85725 h 358140"/>
                <a:gd name="connsiteX8" fmla="*/ 40005 w 165734"/>
                <a:gd name="connsiteY8" fmla="*/ 13335 h 358140"/>
                <a:gd name="connsiteX9" fmla="*/ 101918 w 165734"/>
                <a:gd name="connsiteY9" fmla="*/ 0 h 358140"/>
                <a:gd name="connsiteX10" fmla="*/ 101918 w 165734"/>
                <a:gd name="connsiteY10" fmla="*/ 86677 h 358140"/>
                <a:gd name="connsiteX11" fmla="*/ 165735 w 165734"/>
                <a:gd name="connsiteY11" fmla="*/ 86677 h 358140"/>
                <a:gd name="connsiteX12" fmla="*/ 165735 w 165734"/>
                <a:gd name="connsiteY12" fmla="*/ 138113 h 358140"/>
                <a:gd name="connsiteX13" fmla="*/ 101918 w 165734"/>
                <a:gd name="connsiteY13" fmla="*/ 138113 h 358140"/>
                <a:gd name="connsiteX14" fmla="*/ 101918 w 165734"/>
                <a:gd name="connsiteY14" fmla="*/ 269558 h 358140"/>
                <a:gd name="connsiteX15" fmla="*/ 130493 w 165734"/>
                <a:gd name="connsiteY15" fmla="*/ 304800 h 358140"/>
                <a:gd name="connsiteX16" fmla="*/ 165735 w 165734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8" y="331470"/>
                    <a:pt x="40958" y="282892"/>
                  </a:cubicBezTo>
                  <a:lnTo>
                    <a:pt x="40958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2"/>
                    <a:pt x="110490" y="304800"/>
                    <a:pt x="130493" y="304800"/>
                  </a:cubicBezTo>
                  <a:cubicBezTo>
                    <a:pt x="141922" y="303847"/>
                    <a:pt x="155258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8" name="Freihandform: Form 187">
              <a:extLst>
                <a:ext uri="{FF2B5EF4-FFF2-40B4-BE49-F238E27FC236}">
                  <a16:creationId xmlns:a16="http://schemas.microsoft.com/office/drawing/2014/main" id="{A238B80F-CEC5-4808-AF03-A33208CDDBB0}"/>
                </a:ext>
              </a:extLst>
            </p:cNvPr>
            <p:cNvSpPr/>
            <p:nvPr/>
          </p:nvSpPr>
          <p:spPr>
            <a:xfrm>
              <a:off x="6599871" y="3109912"/>
              <a:ext cx="225742" cy="386715"/>
            </a:xfrm>
            <a:custGeom>
              <a:avLst/>
              <a:gdLst>
                <a:gd name="connsiteX0" fmla="*/ 114300 w 225742"/>
                <a:gd name="connsiteY0" fmla="*/ 215265 h 386715"/>
                <a:gd name="connsiteX1" fmla="*/ 164783 w 225742"/>
                <a:gd name="connsiteY1" fmla="*/ 220980 h 386715"/>
                <a:gd name="connsiteX2" fmla="*/ 164783 w 225742"/>
                <a:gd name="connsiteY2" fmla="*/ 211455 h 386715"/>
                <a:gd name="connsiteX3" fmla="*/ 105728 w 225742"/>
                <a:gd name="connsiteY3" fmla="*/ 160020 h 386715"/>
                <a:gd name="connsiteX4" fmla="*/ 38100 w 225742"/>
                <a:gd name="connsiteY4" fmla="*/ 175260 h 386715"/>
                <a:gd name="connsiteX5" fmla="*/ 24765 w 225742"/>
                <a:gd name="connsiteY5" fmla="*/ 122873 h 386715"/>
                <a:gd name="connsiteX6" fmla="*/ 112395 w 225742"/>
                <a:gd name="connsiteY6" fmla="*/ 107633 h 386715"/>
                <a:gd name="connsiteX7" fmla="*/ 225742 w 225742"/>
                <a:gd name="connsiteY7" fmla="*/ 210503 h 386715"/>
                <a:gd name="connsiteX8" fmla="*/ 225742 w 225742"/>
                <a:gd name="connsiteY8" fmla="*/ 381000 h 386715"/>
                <a:gd name="connsiteX9" fmla="*/ 166688 w 225742"/>
                <a:gd name="connsiteY9" fmla="*/ 381000 h 386715"/>
                <a:gd name="connsiteX10" fmla="*/ 166688 w 225742"/>
                <a:gd name="connsiteY10" fmla="*/ 352425 h 386715"/>
                <a:gd name="connsiteX11" fmla="*/ 165735 w 225742"/>
                <a:gd name="connsiteY11" fmla="*/ 352425 h 386715"/>
                <a:gd name="connsiteX12" fmla="*/ 87630 w 225742"/>
                <a:gd name="connsiteY12" fmla="*/ 386715 h 386715"/>
                <a:gd name="connsiteX13" fmla="*/ 0 w 225742"/>
                <a:gd name="connsiteY13" fmla="*/ 301942 h 386715"/>
                <a:gd name="connsiteX14" fmla="*/ 114300 w 225742"/>
                <a:gd name="connsiteY14" fmla="*/ 215265 h 386715"/>
                <a:gd name="connsiteX15" fmla="*/ 63817 w 225742"/>
                <a:gd name="connsiteY15" fmla="*/ 72390 h 386715"/>
                <a:gd name="connsiteX16" fmla="*/ 26670 w 225742"/>
                <a:gd name="connsiteY16" fmla="*/ 36195 h 386715"/>
                <a:gd name="connsiteX17" fmla="*/ 63817 w 225742"/>
                <a:gd name="connsiteY17" fmla="*/ 0 h 386715"/>
                <a:gd name="connsiteX18" fmla="*/ 100965 w 225742"/>
                <a:gd name="connsiteY18" fmla="*/ 36195 h 386715"/>
                <a:gd name="connsiteX19" fmla="*/ 63817 w 225742"/>
                <a:gd name="connsiteY19" fmla="*/ 72390 h 386715"/>
                <a:gd name="connsiteX20" fmla="*/ 103822 w 225742"/>
                <a:gd name="connsiteY20" fmla="*/ 340042 h 386715"/>
                <a:gd name="connsiteX21" fmla="*/ 164783 w 225742"/>
                <a:gd name="connsiteY21" fmla="*/ 307658 h 386715"/>
                <a:gd name="connsiteX22" fmla="*/ 164783 w 225742"/>
                <a:gd name="connsiteY22" fmla="*/ 260985 h 386715"/>
                <a:gd name="connsiteX23" fmla="*/ 120967 w 225742"/>
                <a:gd name="connsiteY23" fmla="*/ 256222 h 386715"/>
                <a:gd name="connsiteX24" fmla="*/ 59055 w 225742"/>
                <a:gd name="connsiteY24" fmla="*/ 300038 h 386715"/>
                <a:gd name="connsiteX25" fmla="*/ 103822 w 225742"/>
                <a:gd name="connsiteY25" fmla="*/ 340042 h 386715"/>
                <a:gd name="connsiteX26" fmla="*/ 172403 w 225742"/>
                <a:gd name="connsiteY26" fmla="*/ 72390 h 386715"/>
                <a:gd name="connsiteX27" fmla="*/ 135255 w 225742"/>
                <a:gd name="connsiteY27" fmla="*/ 36195 h 386715"/>
                <a:gd name="connsiteX28" fmla="*/ 172403 w 225742"/>
                <a:gd name="connsiteY28" fmla="*/ 0 h 386715"/>
                <a:gd name="connsiteX29" fmla="*/ 209550 w 225742"/>
                <a:gd name="connsiteY29" fmla="*/ 36195 h 386715"/>
                <a:gd name="connsiteX30" fmla="*/ 172403 w 225742"/>
                <a:gd name="connsiteY30" fmla="*/ 72390 h 38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25742" h="386715">
                  <a:moveTo>
                    <a:pt x="114300" y="215265"/>
                  </a:moveTo>
                  <a:cubicBezTo>
                    <a:pt x="131445" y="215265"/>
                    <a:pt x="147638" y="216217"/>
                    <a:pt x="164783" y="220980"/>
                  </a:cubicBezTo>
                  <a:lnTo>
                    <a:pt x="164783" y="211455"/>
                  </a:lnTo>
                  <a:cubicBezTo>
                    <a:pt x="164783" y="177165"/>
                    <a:pt x="144780" y="160020"/>
                    <a:pt x="105728" y="160020"/>
                  </a:cubicBezTo>
                  <a:cubicBezTo>
                    <a:pt x="83820" y="160020"/>
                    <a:pt x="60008" y="164783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3"/>
                    <a:pt x="112395" y="107633"/>
                  </a:cubicBezTo>
                  <a:cubicBezTo>
                    <a:pt x="187642" y="107633"/>
                    <a:pt x="225742" y="142875"/>
                    <a:pt x="225742" y="210503"/>
                  </a:cubicBezTo>
                  <a:lnTo>
                    <a:pt x="225742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7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7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7" y="72390"/>
                  </a:cubicBezTo>
                  <a:close/>
                  <a:moveTo>
                    <a:pt x="103822" y="340042"/>
                  </a:moveTo>
                  <a:cubicBezTo>
                    <a:pt x="126683" y="340042"/>
                    <a:pt x="147638" y="328613"/>
                    <a:pt x="164783" y="307658"/>
                  </a:cubicBezTo>
                  <a:lnTo>
                    <a:pt x="164783" y="260985"/>
                  </a:lnTo>
                  <a:cubicBezTo>
                    <a:pt x="150495" y="257175"/>
                    <a:pt x="135255" y="256222"/>
                    <a:pt x="120967" y="256222"/>
                  </a:cubicBezTo>
                  <a:cubicBezTo>
                    <a:pt x="81915" y="256222"/>
                    <a:pt x="59055" y="271463"/>
                    <a:pt x="59055" y="300038"/>
                  </a:cubicBezTo>
                  <a:cubicBezTo>
                    <a:pt x="59055" y="324803"/>
                    <a:pt x="76200" y="340042"/>
                    <a:pt x="103822" y="340042"/>
                  </a:cubicBezTo>
                  <a:close/>
                  <a:moveTo>
                    <a:pt x="172403" y="72390"/>
                  </a:moveTo>
                  <a:cubicBezTo>
                    <a:pt x="152400" y="72390"/>
                    <a:pt x="135255" y="55245"/>
                    <a:pt x="135255" y="36195"/>
                  </a:cubicBezTo>
                  <a:cubicBezTo>
                    <a:pt x="135255" y="17145"/>
                    <a:pt x="152400" y="0"/>
                    <a:pt x="172403" y="0"/>
                  </a:cubicBezTo>
                  <a:cubicBezTo>
                    <a:pt x="192405" y="0"/>
                    <a:pt x="209550" y="17145"/>
                    <a:pt x="209550" y="36195"/>
                  </a:cubicBezTo>
                  <a:cubicBezTo>
                    <a:pt x="209550" y="56198"/>
                    <a:pt x="192405" y="72390"/>
                    <a:pt x="172403" y="723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9" name="Freihandform: Form 188">
              <a:extLst>
                <a:ext uri="{FF2B5EF4-FFF2-40B4-BE49-F238E27FC236}">
                  <a16:creationId xmlns:a16="http://schemas.microsoft.com/office/drawing/2014/main" id="{55691878-494C-4687-9A55-8351DD5972D1}"/>
                </a:ext>
              </a:extLst>
            </p:cNvPr>
            <p:cNvSpPr/>
            <p:nvPr/>
          </p:nvSpPr>
          <p:spPr>
            <a:xfrm>
              <a:off x="6874192" y="3138487"/>
              <a:ext cx="165734" cy="358140"/>
            </a:xfrm>
            <a:custGeom>
              <a:avLst/>
              <a:gdLst>
                <a:gd name="connsiteX0" fmla="*/ 165735 w 165734"/>
                <a:gd name="connsiteY0" fmla="*/ 295275 h 358140"/>
                <a:gd name="connsiteX1" fmla="*/ 165735 w 165734"/>
                <a:gd name="connsiteY1" fmla="*/ 348615 h 358140"/>
                <a:gd name="connsiteX2" fmla="*/ 113347 w 165734"/>
                <a:gd name="connsiteY2" fmla="*/ 358140 h 358140"/>
                <a:gd name="connsiteX3" fmla="*/ 40957 w 165734"/>
                <a:gd name="connsiteY3" fmla="*/ 282892 h 358140"/>
                <a:gd name="connsiteX4" fmla="*/ 40957 w 165734"/>
                <a:gd name="connsiteY4" fmla="*/ 137160 h 358140"/>
                <a:gd name="connsiteX5" fmla="*/ 0 w 165734"/>
                <a:gd name="connsiteY5" fmla="*/ 137160 h 358140"/>
                <a:gd name="connsiteX6" fmla="*/ 0 w 165734"/>
                <a:gd name="connsiteY6" fmla="*/ 85725 h 358140"/>
                <a:gd name="connsiteX7" fmla="*/ 40005 w 165734"/>
                <a:gd name="connsiteY7" fmla="*/ 85725 h 358140"/>
                <a:gd name="connsiteX8" fmla="*/ 40005 w 165734"/>
                <a:gd name="connsiteY8" fmla="*/ 13335 h 358140"/>
                <a:gd name="connsiteX9" fmla="*/ 101918 w 165734"/>
                <a:gd name="connsiteY9" fmla="*/ 0 h 358140"/>
                <a:gd name="connsiteX10" fmla="*/ 101918 w 165734"/>
                <a:gd name="connsiteY10" fmla="*/ 86677 h 358140"/>
                <a:gd name="connsiteX11" fmla="*/ 165735 w 165734"/>
                <a:gd name="connsiteY11" fmla="*/ 86677 h 358140"/>
                <a:gd name="connsiteX12" fmla="*/ 165735 w 165734"/>
                <a:gd name="connsiteY12" fmla="*/ 138113 h 358140"/>
                <a:gd name="connsiteX13" fmla="*/ 102870 w 165734"/>
                <a:gd name="connsiteY13" fmla="*/ 138113 h 358140"/>
                <a:gd name="connsiteX14" fmla="*/ 102870 w 165734"/>
                <a:gd name="connsiteY14" fmla="*/ 269558 h 358140"/>
                <a:gd name="connsiteX15" fmla="*/ 131445 w 165734"/>
                <a:gd name="connsiteY15" fmla="*/ 304800 h 358140"/>
                <a:gd name="connsiteX16" fmla="*/ 165735 w 165734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2870" y="138113"/>
                  </a:lnTo>
                  <a:lnTo>
                    <a:pt x="102870" y="269558"/>
                  </a:lnTo>
                  <a:cubicBezTo>
                    <a:pt x="102870" y="294322"/>
                    <a:pt x="111443" y="304800"/>
                    <a:pt x="131445" y="304800"/>
                  </a:cubicBezTo>
                  <a:cubicBezTo>
                    <a:pt x="142875" y="303847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33110920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7F253-9CF3-CB40-A953-2C224B576785}" type="datetime4">
              <a:rPr lang="de-DE" smtClean="0"/>
              <a:t>8.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C50F1EF-7CD3-4F38-8BE6-ED3FCE2DB3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8317" y="1631156"/>
            <a:ext cx="11157745" cy="4569619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F5C59997-58CB-4A34-A7D6-744D4117F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28AE96D7-C3C8-4590-B13B-86D938A78906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pic>
        <p:nvPicPr>
          <p:cNvPr id="9" name="Grafik 8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1095" y="247920"/>
            <a:ext cx="993966" cy="647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327217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 | zw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E0DEE-0961-FA4D-AE94-D10BD9207031}" type="datetime4">
              <a:rPr lang="de-DE" smtClean="0"/>
              <a:t>8.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C50F1EF-7CD3-4F38-8BE6-ED3FCE2DB3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8318" y="1631156"/>
            <a:ext cx="5469732" cy="4569619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8" name="Textplatzhalter 6">
            <a:extLst>
              <a:ext uri="{FF2B5EF4-FFF2-40B4-BE49-F238E27FC236}">
                <a16:creationId xmlns:a16="http://schemas.microsoft.com/office/drawing/2014/main" id="{024A1079-17C2-45DE-A16B-14C152A08F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06329" y="1631156"/>
            <a:ext cx="5469732" cy="456961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5E5E3F57-04C9-40C7-B10F-E51808253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BAC64890-C924-4759-9B9B-7DE74E38C4A6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pic>
        <p:nvPicPr>
          <p:cNvPr id="10" name="Grafik 9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1095" y="247920"/>
            <a:ext cx="993966" cy="647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0288077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 | dr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8FC93-6A51-8444-B3D2-C9E226F9D1AE}" type="datetime4">
              <a:rPr lang="de-DE" smtClean="0"/>
              <a:t>8.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2099" y="6634666"/>
            <a:ext cx="193964" cy="123111"/>
          </a:xfrm>
        </p:spPr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636A777D-D5C6-4E84-A9C9-D0F4836A4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D304591F-2FC9-4C29-9FE5-537955E3B92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18318" y="1631157"/>
            <a:ext cx="3568821" cy="4569618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2" name="Textplatzhalter 6">
            <a:extLst>
              <a:ext uri="{FF2B5EF4-FFF2-40B4-BE49-F238E27FC236}">
                <a16:creationId xmlns:a16="http://schemas.microsoft.com/office/drawing/2014/main" id="{D0C47385-EF97-44EE-867E-E9365B44CAA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07242" y="1631157"/>
            <a:ext cx="3568821" cy="4569618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3" name="Textplatzhalter 6">
            <a:extLst>
              <a:ext uri="{FF2B5EF4-FFF2-40B4-BE49-F238E27FC236}">
                <a16:creationId xmlns:a16="http://schemas.microsoft.com/office/drawing/2014/main" id="{E3F53468-6A74-4DFC-93FD-A760B961965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312780" y="1631157"/>
            <a:ext cx="3568821" cy="4569618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4" name="Textplatzhalter 9">
            <a:extLst>
              <a:ext uri="{FF2B5EF4-FFF2-40B4-BE49-F238E27FC236}">
                <a16:creationId xmlns:a16="http://schemas.microsoft.com/office/drawing/2014/main" id="{7A7A670F-933B-48F3-B921-A1B739D6C9D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pic>
        <p:nvPicPr>
          <p:cNvPr id="16" name="Grafik 15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1095" y="247920"/>
            <a:ext cx="993966" cy="647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9183894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- Bild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4E0B4-F72B-B14B-80F4-D2A80C606586}" type="datetime4">
              <a:rPr lang="de-DE" smtClean="0"/>
              <a:t>8.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C50F1EF-7CD3-4F38-8BE6-ED3FCE2DB3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8318" y="1631156"/>
            <a:ext cx="5469732" cy="4569619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5E5E3F57-04C9-40C7-B10F-E51808253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" name="Bildplatzhalter 8">
            <a:extLst>
              <a:ext uri="{FF2B5EF4-FFF2-40B4-BE49-F238E27FC236}">
                <a16:creationId xmlns:a16="http://schemas.microsoft.com/office/drawing/2014/main" id="{3A0E3338-4E71-4920-9A06-A4D408E5A297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6206329" y="1631155"/>
            <a:ext cx="5469732" cy="4569619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97A335FC-7B0F-4DB2-A1F6-1DF21639819F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pic>
        <p:nvPicPr>
          <p:cNvPr id="11" name="Grafik 10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1095" y="247920"/>
            <a:ext cx="993966" cy="647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3957149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- Tex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ildplatzhalter 8">
            <a:extLst>
              <a:ext uri="{FF2B5EF4-FFF2-40B4-BE49-F238E27FC236}">
                <a16:creationId xmlns:a16="http://schemas.microsoft.com/office/drawing/2014/main" id="{3A0E3338-4E71-4920-9A06-A4D408E5A297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18318" y="1631155"/>
            <a:ext cx="5469732" cy="4569619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690A9-EBB7-B549-8FF0-173CCB23736A}" type="datetime4">
              <a:rPr lang="de-DE" smtClean="0"/>
              <a:t>8.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2099" y="6634666"/>
            <a:ext cx="193964" cy="123111"/>
          </a:xfrm>
        </p:spPr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C50F1EF-7CD3-4F38-8BE6-ED3FCE2DB3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06331" y="1631156"/>
            <a:ext cx="5469732" cy="4569619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5E5E3F57-04C9-40C7-B10F-E51808253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D7BA2DC0-EE95-4994-AD5A-8F6A7D106E52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pic>
        <p:nvPicPr>
          <p:cNvPr id="11" name="Grafik 10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1095" y="247920"/>
            <a:ext cx="993966" cy="647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7132514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ldfolie | mit Stör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ildplatzhalter 8">
            <a:extLst>
              <a:ext uri="{FF2B5EF4-FFF2-40B4-BE49-F238E27FC236}">
                <a16:creationId xmlns:a16="http://schemas.microsoft.com/office/drawing/2014/main" id="{C430C106-4EB7-47B9-8F1D-0BFCFBEAECE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D1CD45B2-C7E2-4C43-84ED-BFB6DC4E84E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8319" y="3431381"/>
            <a:ext cx="3571200" cy="2769394"/>
          </a:xfrm>
          <a:solidFill>
            <a:schemeClr val="bg1"/>
          </a:solidFill>
        </p:spPr>
        <p:txBody>
          <a:bodyPr wrap="square" lIns="180000" tIns="180000" rIns="360000" bIns="18000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DFE029E8-09EC-45DC-B2BB-25B2B1C145AC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5" name="Gerader Verbinder 4">
              <a:extLst>
                <a:ext uri="{FF2B5EF4-FFF2-40B4-BE49-F238E27FC236}">
                  <a16:creationId xmlns:a16="http://schemas.microsoft.com/office/drawing/2014/main" id="{D3613C15-D9EF-4DBF-8B74-3D509941276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feld 5">
              <a:extLst>
                <a:ext uri="{FF2B5EF4-FFF2-40B4-BE49-F238E27FC236}">
                  <a16:creationId xmlns:a16="http://schemas.microsoft.com/office/drawing/2014/main" id="{8E0568E8-B36B-404B-9E38-F367F7DFCF81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54EB1BCB-8EFE-43BA-AE53-9984B9F11B54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10" name="Gerader Verbinder 9">
              <a:extLst>
                <a:ext uri="{FF2B5EF4-FFF2-40B4-BE49-F238E27FC236}">
                  <a16:creationId xmlns:a16="http://schemas.microsoft.com/office/drawing/2014/main" id="{B189016C-ED2A-474D-A417-5E0F497B514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feld 10">
              <a:extLst>
                <a:ext uri="{FF2B5EF4-FFF2-40B4-BE49-F238E27FC236}">
                  <a16:creationId xmlns:a16="http://schemas.microsoft.com/office/drawing/2014/main" id="{9856DE16-FDEC-4063-8C73-CBF95C803B59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E3759D02-378A-4C73-8CA4-E4FB217B94E6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13" name="Gerader Verbinder 12">
              <a:extLst>
                <a:ext uri="{FF2B5EF4-FFF2-40B4-BE49-F238E27FC236}">
                  <a16:creationId xmlns:a16="http://schemas.microsoft.com/office/drawing/2014/main" id="{612F9041-226E-4E23-B398-1F7D9044B54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feld 13">
              <a:extLst>
                <a:ext uri="{FF2B5EF4-FFF2-40B4-BE49-F238E27FC236}">
                  <a16:creationId xmlns:a16="http://schemas.microsoft.com/office/drawing/2014/main" id="{618D5641-3E9B-4072-8388-BB46336975A8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870072D5-E220-4946-9EE1-80DFB58C3A38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16" name="Gerader Verbinder 15">
              <a:extLst>
                <a:ext uri="{FF2B5EF4-FFF2-40B4-BE49-F238E27FC236}">
                  <a16:creationId xmlns:a16="http://schemas.microsoft.com/office/drawing/2014/main" id="{0A43D9D6-7790-4E94-8493-67757E33734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feld 16">
              <a:extLst>
                <a:ext uri="{FF2B5EF4-FFF2-40B4-BE49-F238E27FC236}">
                  <a16:creationId xmlns:a16="http://schemas.microsoft.com/office/drawing/2014/main" id="{8E7E0758-62D1-453D-B55E-FDC4CCE3C6E4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84310EC5-28E5-4146-A748-79C1FCA769F0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19" name="Gerader Verbinder 18">
              <a:extLst>
                <a:ext uri="{FF2B5EF4-FFF2-40B4-BE49-F238E27FC236}">
                  <a16:creationId xmlns:a16="http://schemas.microsoft.com/office/drawing/2014/main" id="{2D5BC590-E7B8-48F8-AAC5-6799BCBDEB4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feld 19">
              <a:extLst>
                <a:ext uri="{FF2B5EF4-FFF2-40B4-BE49-F238E27FC236}">
                  <a16:creationId xmlns:a16="http://schemas.microsoft.com/office/drawing/2014/main" id="{DF5B0BA6-3F36-41A3-8125-15AA496849C8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07018BC3-E9D3-4DC9-9093-D415FD96426D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22" name="Gerader Verbinder 21">
              <a:extLst>
                <a:ext uri="{FF2B5EF4-FFF2-40B4-BE49-F238E27FC236}">
                  <a16:creationId xmlns:a16="http://schemas.microsoft.com/office/drawing/2014/main" id="{38F1A063-9C9E-48DF-9813-A4EA4497C2D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feld 22">
              <a:extLst>
                <a:ext uri="{FF2B5EF4-FFF2-40B4-BE49-F238E27FC236}">
                  <a16:creationId xmlns:a16="http://schemas.microsoft.com/office/drawing/2014/main" id="{F79F31FE-DC89-4DED-A231-3D8DCBF48D98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F7DF8EA8-3E45-431B-90A0-140583E1D079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25" name="Gerader Verbinder 24">
              <a:extLst>
                <a:ext uri="{FF2B5EF4-FFF2-40B4-BE49-F238E27FC236}">
                  <a16:creationId xmlns:a16="http://schemas.microsoft.com/office/drawing/2014/main" id="{B300055A-A6D6-4CE1-986A-0930765E029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feld 25">
              <a:extLst>
                <a:ext uri="{FF2B5EF4-FFF2-40B4-BE49-F238E27FC236}">
                  <a16:creationId xmlns:a16="http://schemas.microsoft.com/office/drawing/2014/main" id="{0B2C23E7-0482-498A-B984-44C6CF40F3B6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AC7A65B2-F352-4DA5-9A36-9105D478D2C2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28" name="Gerader Verbinder 27">
              <a:extLst>
                <a:ext uri="{FF2B5EF4-FFF2-40B4-BE49-F238E27FC236}">
                  <a16:creationId xmlns:a16="http://schemas.microsoft.com/office/drawing/2014/main" id="{4D9AE9BE-891D-491B-98F9-78F552DDC82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feld 28">
              <a:extLst>
                <a:ext uri="{FF2B5EF4-FFF2-40B4-BE49-F238E27FC236}">
                  <a16:creationId xmlns:a16="http://schemas.microsoft.com/office/drawing/2014/main" id="{E259A48F-52D3-481E-86F8-360FED16B872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30" name="Gruppieren 29">
            <a:extLst>
              <a:ext uri="{FF2B5EF4-FFF2-40B4-BE49-F238E27FC236}">
                <a16:creationId xmlns:a16="http://schemas.microsoft.com/office/drawing/2014/main" id="{7ADB04CE-94F5-430A-9FF1-01DE211731F2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31" name="Gerader Verbinder 30">
              <a:extLst>
                <a:ext uri="{FF2B5EF4-FFF2-40B4-BE49-F238E27FC236}">
                  <a16:creationId xmlns:a16="http://schemas.microsoft.com/office/drawing/2014/main" id="{50411913-7BEC-4F33-BDE8-154F93D079C8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feld 31">
              <a:extLst>
                <a:ext uri="{FF2B5EF4-FFF2-40B4-BE49-F238E27FC236}">
                  <a16:creationId xmlns:a16="http://schemas.microsoft.com/office/drawing/2014/main" id="{A40BADBF-D4AC-4B48-AE66-D79BD3055404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CB5DA2A5-4F29-4DF6-A342-0A7B4878AAB5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Gruppieren 33">
            <a:extLst>
              <a:ext uri="{FF2B5EF4-FFF2-40B4-BE49-F238E27FC236}">
                <a16:creationId xmlns:a16="http://schemas.microsoft.com/office/drawing/2014/main" id="{E820BD84-9211-4C19-A40B-4121AD892514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35" name="Gerader Verbinder 34">
              <a:extLst>
                <a:ext uri="{FF2B5EF4-FFF2-40B4-BE49-F238E27FC236}">
                  <a16:creationId xmlns:a16="http://schemas.microsoft.com/office/drawing/2014/main" id="{21C7D9CA-751B-4809-9338-47DDC5D1A72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feld 35">
              <a:extLst>
                <a:ext uri="{FF2B5EF4-FFF2-40B4-BE49-F238E27FC236}">
                  <a16:creationId xmlns:a16="http://schemas.microsoft.com/office/drawing/2014/main" id="{D1C22B97-CFD8-4E78-BF7E-02A71F190F83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70892363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folie | 1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D0AB9-C7F9-3346-96C4-B6E069B93220}" type="datetime4">
              <a:rPr lang="de-DE" smtClean="0"/>
              <a:t>8.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3" name="Titel 12">
            <a:extLst>
              <a:ext uri="{FF2B5EF4-FFF2-40B4-BE49-F238E27FC236}">
                <a16:creationId xmlns:a16="http://schemas.microsoft.com/office/drawing/2014/main" id="{6A4CB3A7-ACED-41D0-8E35-318CD3693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" name="Bildplatzhalter 8">
            <a:extLst>
              <a:ext uri="{FF2B5EF4-FFF2-40B4-BE49-F238E27FC236}">
                <a16:creationId xmlns:a16="http://schemas.microsoft.com/office/drawing/2014/main" id="{EBFE18BD-74E5-4328-B98A-9C6FC4FCA59F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18317" y="1631156"/>
            <a:ext cx="11157746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12" name="Textplatzhalter 10">
            <a:extLst>
              <a:ext uri="{FF2B5EF4-FFF2-40B4-BE49-F238E27FC236}">
                <a16:creationId xmlns:a16="http://schemas.microsoft.com/office/drawing/2014/main" id="{A51E223D-AC82-4D54-A383-0E2DF84E2EF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18317" y="5690271"/>
            <a:ext cx="11157746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122FFE2B-554A-4423-8513-4D2A70D2DB10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pic>
        <p:nvPicPr>
          <p:cNvPr id="15" name="Grafik 14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1095" y="247920"/>
            <a:ext cx="993966" cy="647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628601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folie | 2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3B760-0B2D-2B44-9BF1-1E7B5D491AD7}" type="datetime4">
              <a:rPr lang="de-DE" smtClean="0"/>
              <a:t>8.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2099" y="6634666"/>
            <a:ext cx="193964" cy="123111"/>
          </a:xfrm>
        </p:spPr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C8C7F934-D7F3-42CA-88CC-3AEB50FF1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4" name="Bildplatzhalter 8">
            <a:extLst>
              <a:ext uri="{FF2B5EF4-FFF2-40B4-BE49-F238E27FC236}">
                <a16:creationId xmlns:a16="http://schemas.microsoft.com/office/drawing/2014/main" id="{B4B72DA6-61BE-42F9-8894-08B159BC7C7D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18317" y="1631156"/>
            <a:ext cx="5469732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15" name="Textplatzhalter 10">
            <a:extLst>
              <a:ext uri="{FF2B5EF4-FFF2-40B4-BE49-F238E27FC236}">
                <a16:creationId xmlns:a16="http://schemas.microsoft.com/office/drawing/2014/main" id="{0E2D86CD-8C0A-461A-82DE-DEB73A6F9AC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18317" y="5690271"/>
            <a:ext cx="5469732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6" name="Bildplatzhalter 8">
            <a:extLst>
              <a:ext uri="{FF2B5EF4-FFF2-40B4-BE49-F238E27FC236}">
                <a16:creationId xmlns:a16="http://schemas.microsoft.com/office/drawing/2014/main" id="{B4E7C39B-83E8-467B-AD57-55CA08888B5C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6206331" y="1631156"/>
            <a:ext cx="5469732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17" name="Textplatzhalter 10">
            <a:extLst>
              <a:ext uri="{FF2B5EF4-FFF2-40B4-BE49-F238E27FC236}">
                <a16:creationId xmlns:a16="http://schemas.microsoft.com/office/drawing/2014/main" id="{CE124A50-74B4-4E32-AA56-DCD775B1300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06331" y="5690271"/>
            <a:ext cx="5469732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5F1A965F-F63A-4B03-A142-6DC4620DA5F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pic>
        <p:nvPicPr>
          <p:cNvPr id="18" name="Grafik 17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1095" y="247920"/>
            <a:ext cx="993966" cy="647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480203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folie | 3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5E2EF-EFA6-274D-BDDB-5B6C0DCA6AAA}" type="datetime4">
              <a:rPr lang="de-DE" smtClean="0"/>
              <a:t>8.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2099" y="6634666"/>
            <a:ext cx="193964" cy="123111"/>
          </a:xfrm>
        </p:spPr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9995CF9C-9826-4946-A085-FF49199BE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21" name="Bildplatzhalter 8">
            <a:extLst>
              <a:ext uri="{FF2B5EF4-FFF2-40B4-BE49-F238E27FC236}">
                <a16:creationId xmlns:a16="http://schemas.microsoft.com/office/drawing/2014/main" id="{E2430412-20B6-4F53-A77B-A26A49135E49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18317" y="1631156"/>
            <a:ext cx="3569758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22" name="Textplatzhalter 10">
            <a:extLst>
              <a:ext uri="{FF2B5EF4-FFF2-40B4-BE49-F238E27FC236}">
                <a16:creationId xmlns:a16="http://schemas.microsoft.com/office/drawing/2014/main" id="{48CA2DF0-5B92-4CE6-AF1A-CC648431BB9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18317" y="5690271"/>
            <a:ext cx="3569758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3" name="Bildplatzhalter 8">
            <a:extLst>
              <a:ext uri="{FF2B5EF4-FFF2-40B4-BE49-F238E27FC236}">
                <a16:creationId xmlns:a16="http://schemas.microsoft.com/office/drawing/2014/main" id="{002E2471-F223-4896-A895-CE0AF20E11DB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8106305" y="1631156"/>
            <a:ext cx="3569758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24" name="Textplatzhalter 10">
            <a:extLst>
              <a:ext uri="{FF2B5EF4-FFF2-40B4-BE49-F238E27FC236}">
                <a16:creationId xmlns:a16="http://schemas.microsoft.com/office/drawing/2014/main" id="{470E7482-A37A-44BE-ADE5-A0B3B10E8FCA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106305" y="5690271"/>
            <a:ext cx="3569758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5" name="Bildplatzhalter 8">
            <a:extLst>
              <a:ext uri="{FF2B5EF4-FFF2-40B4-BE49-F238E27FC236}">
                <a16:creationId xmlns:a16="http://schemas.microsoft.com/office/drawing/2014/main" id="{3FD09289-F115-4464-A726-812A11720CAD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4312311" y="1631156"/>
            <a:ext cx="3569758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26" name="Textplatzhalter 10">
            <a:extLst>
              <a:ext uri="{FF2B5EF4-FFF2-40B4-BE49-F238E27FC236}">
                <a16:creationId xmlns:a16="http://schemas.microsoft.com/office/drawing/2014/main" id="{F3F11CE6-C8CF-4ABE-B3B8-C00D74678A95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312311" y="5690271"/>
            <a:ext cx="3569758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4" name="Textplatzhalter 9">
            <a:extLst>
              <a:ext uri="{FF2B5EF4-FFF2-40B4-BE49-F238E27FC236}">
                <a16:creationId xmlns:a16="http://schemas.microsoft.com/office/drawing/2014/main" id="{B180B26F-6FF8-4738-A10C-E14470F0B8C6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pic>
        <p:nvPicPr>
          <p:cNvPr id="16" name="Grafik 15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1095" y="247920"/>
            <a:ext cx="993966" cy="647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6342421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2C5E7-C47D-7B46-9A41-5502F7E77F6C}" type="datetime4">
              <a:rPr lang="de-DE" smtClean="0"/>
              <a:t>8.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6A3EEDC1-9ABB-471E-855E-52CC8C208FB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18317" y="1631156"/>
            <a:ext cx="11155366" cy="4569619"/>
          </a:xfrm>
        </p:spPr>
        <p:txBody>
          <a:bodyPr/>
          <a:lstStyle/>
          <a:p>
            <a:pPr lvl="0"/>
            <a:r>
              <a:rPr lang="de-DE" dirty="0"/>
              <a:t> </a:t>
            </a:r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BBD0D2AE-225B-47F4-A359-0020AE80A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64AF0876-C672-488E-ADCD-17BBFC336382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pic>
        <p:nvPicPr>
          <p:cNvPr id="10" name="Grafik 9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1095" y="247920"/>
            <a:ext cx="993966" cy="647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9291525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 | zw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A8392-B0B5-4E48-AD54-85FB63F14CA4}" type="datetime4">
              <a:rPr lang="de-DE" smtClean="0"/>
              <a:t>8.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2099" y="6634666"/>
            <a:ext cx="193964" cy="123111"/>
          </a:xfrm>
        </p:spPr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6A3EEDC1-9ABB-471E-855E-52CC8C208FB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18317" y="1631156"/>
            <a:ext cx="5469733" cy="4569619"/>
          </a:xfrm>
        </p:spPr>
        <p:txBody>
          <a:bodyPr/>
          <a:lstStyle/>
          <a:p>
            <a:pPr lvl="0"/>
            <a:r>
              <a:rPr lang="de-DE" dirty="0"/>
              <a:t> </a:t>
            </a:r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BBD0D2AE-225B-47F4-A359-0020AE80A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1" name="Inhaltsplatzhalter 7">
            <a:extLst>
              <a:ext uri="{FF2B5EF4-FFF2-40B4-BE49-F238E27FC236}">
                <a16:creationId xmlns:a16="http://schemas.microsoft.com/office/drawing/2014/main" id="{33608DEB-69EC-4E8F-A567-9E3EA36C3624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6206330" y="1631156"/>
            <a:ext cx="5469733" cy="4569619"/>
          </a:xfrm>
        </p:spPr>
        <p:txBody>
          <a:bodyPr/>
          <a:lstStyle/>
          <a:p>
            <a:pPr lvl="0"/>
            <a:r>
              <a:rPr lang="de-DE" dirty="0"/>
              <a:t> </a:t>
            </a: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777B5741-96D1-4193-A4A5-5EE22D85663F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pic>
        <p:nvPicPr>
          <p:cNvPr id="10" name="Grafik 9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1095" y="247920"/>
            <a:ext cx="993966" cy="647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539388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 | mi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E852E-2FC7-4841-9150-A1EFC7605A0A}" type="datetime4">
              <a:rPr lang="de-DE" smtClean="0"/>
              <a:t>8.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5086500-15A5-49F2-8B64-748C19FDABC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04861" y="1631156"/>
            <a:ext cx="3571200" cy="4569620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384BE64F-DBB2-4BF3-ABE7-E92BB978D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9" name="Inhaltsplatzhalter 7">
            <a:extLst>
              <a:ext uri="{FF2B5EF4-FFF2-40B4-BE49-F238E27FC236}">
                <a16:creationId xmlns:a16="http://schemas.microsoft.com/office/drawing/2014/main" id="{0D6633D6-CA56-460E-AA1C-9A4D6A62324A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18317" y="1631157"/>
            <a:ext cx="7363752" cy="4569620"/>
          </a:xfrm>
        </p:spPr>
        <p:txBody>
          <a:bodyPr/>
          <a:lstStyle/>
          <a:p>
            <a:pPr lvl="0"/>
            <a:r>
              <a:rPr lang="de-DE" dirty="0"/>
              <a:t> </a:t>
            </a: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FBCC7105-5E2C-4745-BEC8-77E521534F9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pic>
        <p:nvPicPr>
          <p:cNvPr id="11" name="Grafik 10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1095" y="247920"/>
            <a:ext cx="993966" cy="647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962259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ur Titel | Grau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E4048C-0B54-437F-B99C-D17800474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C4CDFEE-E9FA-C647-BEA8-1AC606327D63}" type="datetime4">
              <a:rPr lang="de-DE" smtClean="0"/>
              <a:t>8.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57" name="Rechteck 56">
            <a:extLst>
              <a:ext uri="{FF2B5EF4-FFF2-40B4-BE49-F238E27FC236}">
                <a16:creationId xmlns:a16="http://schemas.microsoft.com/office/drawing/2014/main" id="{87F00BE4-512D-4F35-B132-4E5C5CF1413D}"/>
              </a:ext>
            </a:extLst>
          </p:cNvPr>
          <p:cNvSpPr/>
          <p:nvPr userDrawn="1"/>
        </p:nvSpPr>
        <p:spPr>
          <a:xfrm>
            <a:off x="517200" y="6538526"/>
            <a:ext cx="11674800" cy="10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9" name="Rechteck 58">
            <a:extLst>
              <a:ext uri="{FF2B5EF4-FFF2-40B4-BE49-F238E27FC236}">
                <a16:creationId xmlns:a16="http://schemas.microsoft.com/office/drawing/2014/main" id="{F1925060-7FCF-4CBC-B0DA-0731E3E98579}"/>
              </a:ext>
            </a:extLst>
          </p:cNvPr>
          <p:cNvSpPr/>
          <p:nvPr userDrawn="1"/>
        </p:nvSpPr>
        <p:spPr>
          <a:xfrm>
            <a:off x="518400" y="1196733"/>
            <a:ext cx="11676062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0" name="Textplatzhalter 9">
            <a:extLst>
              <a:ext uri="{FF2B5EF4-FFF2-40B4-BE49-F238E27FC236}">
                <a16:creationId xmlns:a16="http://schemas.microsoft.com/office/drawing/2014/main" id="{A9FF3927-CA7B-4361-998A-3A60E5D23F5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61" name="Freihandform: Form 60">
            <a:extLst>
              <a:ext uri="{FF2B5EF4-FFF2-40B4-BE49-F238E27FC236}">
                <a16:creationId xmlns:a16="http://schemas.microsoft.com/office/drawing/2014/main" id="{BC19384B-1D95-4C0D-B3F0-61407A015F56}"/>
              </a:ext>
            </a:extLst>
          </p:cNvPr>
          <p:cNvSpPr>
            <a:spLocks noChangeAspect="1"/>
          </p:cNvSpPr>
          <p:nvPr userDrawn="1"/>
        </p:nvSpPr>
        <p:spPr>
          <a:xfrm>
            <a:off x="10596063" y="299346"/>
            <a:ext cx="1080000" cy="412328"/>
          </a:xfrm>
          <a:custGeom>
            <a:avLst/>
            <a:gdLst>
              <a:gd name="connsiteX0" fmla="*/ 0 w 4797018"/>
              <a:gd name="connsiteY0" fmla="*/ 170736 h 1831428"/>
              <a:gd name="connsiteX1" fmla="*/ 92812 w 4797018"/>
              <a:gd name="connsiteY1" fmla="*/ 77924 h 1831428"/>
              <a:gd name="connsiteX2" fmla="*/ 92812 w 4797018"/>
              <a:gd name="connsiteY2" fmla="*/ 1763373 h 1831428"/>
              <a:gd name="connsiteX3" fmla="*/ 0 w 4797018"/>
              <a:gd name="connsiteY3" fmla="*/ 1763373 h 1831428"/>
              <a:gd name="connsiteX4" fmla="*/ 0 w 4797018"/>
              <a:gd name="connsiteY4" fmla="*/ 170736 h 1831428"/>
              <a:gd name="connsiteX5" fmla="*/ 278425 w 4797018"/>
              <a:gd name="connsiteY5" fmla="*/ 92812 h 1831428"/>
              <a:gd name="connsiteX6" fmla="*/ 1392136 w 4797018"/>
              <a:gd name="connsiteY6" fmla="*/ 92812 h 1831428"/>
              <a:gd name="connsiteX7" fmla="*/ 1392136 w 4797018"/>
              <a:gd name="connsiteY7" fmla="*/ 0 h 1831428"/>
              <a:gd name="connsiteX8" fmla="*/ 185614 w 4797018"/>
              <a:gd name="connsiteY8" fmla="*/ 0 h 1831428"/>
              <a:gd name="connsiteX9" fmla="*/ 185614 w 4797018"/>
              <a:gd name="connsiteY9" fmla="*/ 1113701 h 1831428"/>
              <a:gd name="connsiteX10" fmla="*/ 1210723 w 4797018"/>
              <a:gd name="connsiteY10" fmla="*/ 1113701 h 1831428"/>
              <a:gd name="connsiteX11" fmla="*/ 1210723 w 4797018"/>
              <a:gd name="connsiteY11" fmla="*/ 1020899 h 1831428"/>
              <a:gd name="connsiteX12" fmla="*/ 278425 w 4797018"/>
              <a:gd name="connsiteY12" fmla="*/ 1020899 h 1831428"/>
              <a:gd name="connsiteX13" fmla="*/ 278425 w 4797018"/>
              <a:gd name="connsiteY13" fmla="*/ 92812 h 1831428"/>
              <a:gd name="connsiteX14" fmla="*/ 1350464 w 4797018"/>
              <a:gd name="connsiteY14" fmla="*/ 835285 h 1831428"/>
              <a:gd name="connsiteX15" fmla="*/ 464048 w 4797018"/>
              <a:gd name="connsiteY15" fmla="*/ 835285 h 1831428"/>
              <a:gd name="connsiteX16" fmla="*/ 464048 w 4797018"/>
              <a:gd name="connsiteY16" fmla="*/ 464048 h 1831428"/>
              <a:gd name="connsiteX17" fmla="*/ 1222124 w 4797018"/>
              <a:gd name="connsiteY17" fmla="*/ 464048 h 1831428"/>
              <a:gd name="connsiteX18" fmla="*/ 1314926 w 4797018"/>
              <a:gd name="connsiteY18" fmla="*/ 371237 h 1831428"/>
              <a:gd name="connsiteX19" fmla="*/ 464048 w 4797018"/>
              <a:gd name="connsiteY19" fmla="*/ 371237 h 1831428"/>
              <a:gd name="connsiteX20" fmla="*/ 464048 w 4797018"/>
              <a:gd name="connsiteY20" fmla="*/ 278425 h 1831428"/>
              <a:gd name="connsiteX21" fmla="*/ 1392146 w 4797018"/>
              <a:gd name="connsiteY21" fmla="*/ 278425 h 1831428"/>
              <a:gd name="connsiteX22" fmla="*/ 1392146 w 4797018"/>
              <a:gd name="connsiteY22" fmla="*/ 185614 h 1831428"/>
              <a:gd name="connsiteX23" fmla="*/ 371237 w 4797018"/>
              <a:gd name="connsiteY23" fmla="*/ 185614 h 1831428"/>
              <a:gd name="connsiteX24" fmla="*/ 371237 w 4797018"/>
              <a:gd name="connsiteY24" fmla="*/ 928087 h 1831428"/>
              <a:gd name="connsiteX25" fmla="*/ 1258872 w 4797018"/>
              <a:gd name="connsiteY25" fmla="*/ 928087 h 1831428"/>
              <a:gd name="connsiteX26" fmla="*/ 1350464 w 4797018"/>
              <a:gd name="connsiteY26" fmla="*/ 835285 h 1831428"/>
              <a:gd name="connsiteX27" fmla="*/ 185614 w 4797018"/>
              <a:gd name="connsiteY27" fmla="*/ 1763373 h 1831428"/>
              <a:gd name="connsiteX28" fmla="*/ 278425 w 4797018"/>
              <a:gd name="connsiteY28" fmla="*/ 1763373 h 1831428"/>
              <a:gd name="connsiteX29" fmla="*/ 278425 w 4797018"/>
              <a:gd name="connsiteY29" fmla="*/ 1299324 h 1831428"/>
              <a:gd name="connsiteX30" fmla="*/ 371237 w 4797018"/>
              <a:gd name="connsiteY30" fmla="*/ 1299324 h 1831428"/>
              <a:gd name="connsiteX31" fmla="*/ 371237 w 4797018"/>
              <a:gd name="connsiteY31" fmla="*/ 1685449 h 1831428"/>
              <a:gd name="connsiteX32" fmla="*/ 464039 w 4797018"/>
              <a:gd name="connsiteY32" fmla="*/ 1592647 h 1831428"/>
              <a:gd name="connsiteX33" fmla="*/ 464039 w 4797018"/>
              <a:gd name="connsiteY33" fmla="*/ 1299324 h 1831428"/>
              <a:gd name="connsiteX34" fmla="*/ 1210723 w 4797018"/>
              <a:gd name="connsiteY34" fmla="*/ 1299324 h 1831428"/>
              <a:gd name="connsiteX35" fmla="*/ 1210723 w 4797018"/>
              <a:gd name="connsiteY35" fmla="*/ 1206522 h 1831428"/>
              <a:gd name="connsiteX36" fmla="*/ 185614 w 4797018"/>
              <a:gd name="connsiteY36" fmla="*/ 1206522 h 1831428"/>
              <a:gd name="connsiteX37" fmla="*/ 185614 w 4797018"/>
              <a:gd name="connsiteY37" fmla="*/ 1763373 h 1831428"/>
              <a:gd name="connsiteX38" fmla="*/ 4704207 w 4797018"/>
              <a:gd name="connsiteY38" fmla="*/ 0 h 1831428"/>
              <a:gd name="connsiteX39" fmla="*/ 4704207 w 4797018"/>
              <a:gd name="connsiteY39" fmla="*/ 1067314 h 1831428"/>
              <a:gd name="connsiteX40" fmla="*/ 4334837 w 4797018"/>
              <a:gd name="connsiteY40" fmla="*/ 1692688 h 1831428"/>
              <a:gd name="connsiteX41" fmla="*/ 4332742 w 4797018"/>
              <a:gd name="connsiteY41" fmla="*/ 1689954 h 1831428"/>
              <a:gd name="connsiteX42" fmla="*/ 4611405 w 4797018"/>
              <a:gd name="connsiteY42" fmla="*/ 1158564 h 1831428"/>
              <a:gd name="connsiteX43" fmla="*/ 4611405 w 4797018"/>
              <a:gd name="connsiteY43" fmla="*/ 0 h 1831428"/>
              <a:gd name="connsiteX44" fmla="*/ 4518594 w 4797018"/>
              <a:gd name="connsiteY44" fmla="*/ 0 h 1831428"/>
              <a:gd name="connsiteX45" fmla="*/ 4518594 w 4797018"/>
              <a:gd name="connsiteY45" fmla="*/ 1157021 h 1831428"/>
              <a:gd name="connsiteX46" fmla="*/ 3915337 w 4797018"/>
              <a:gd name="connsiteY46" fmla="*/ 1740170 h 1831428"/>
              <a:gd name="connsiteX47" fmla="*/ 3312081 w 4797018"/>
              <a:gd name="connsiteY47" fmla="*/ 1157021 h 1831428"/>
              <a:gd name="connsiteX48" fmla="*/ 3312081 w 4797018"/>
              <a:gd name="connsiteY48" fmla="*/ 77924 h 1831428"/>
              <a:gd name="connsiteX49" fmla="*/ 3219269 w 4797018"/>
              <a:gd name="connsiteY49" fmla="*/ 170736 h 1831428"/>
              <a:gd name="connsiteX50" fmla="*/ 3219269 w 4797018"/>
              <a:gd name="connsiteY50" fmla="*/ 1158564 h 1831428"/>
              <a:gd name="connsiteX51" fmla="*/ 3915337 w 4797018"/>
              <a:gd name="connsiteY51" fmla="*/ 1831429 h 1831428"/>
              <a:gd name="connsiteX52" fmla="*/ 4008139 w 4797018"/>
              <a:gd name="connsiteY52" fmla="*/ 1831429 h 1831428"/>
              <a:gd name="connsiteX53" fmla="*/ 4797019 w 4797018"/>
              <a:gd name="connsiteY53" fmla="*/ 1068667 h 1831428"/>
              <a:gd name="connsiteX54" fmla="*/ 4797019 w 4797018"/>
              <a:gd name="connsiteY54" fmla="*/ 0 h 1831428"/>
              <a:gd name="connsiteX55" fmla="*/ 4704207 w 4797018"/>
              <a:gd name="connsiteY55" fmla="*/ 0 h 1831428"/>
              <a:gd name="connsiteX56" fmla="*/ 3915328 w 4797018"/>
              <a:gd name="connsiteY56" fmla="*/ 1647358 h 1831428"/>
              <a:gd name="connsiteX57" fmla="*/ 4425773 w 4797018"/>
              <a:gd name="connsiteY57" fmla="*/ 1157021 h 1831428"/>
              <a:gd name="connsiteX58" fmla="*/ 4425782 w 4797018"/>
              <a:gd name="connsiteY58" fmla="*/ 1157021 h 1831428"/>
              <a:gd name="connsiteX59" fmla="*/ 4425782 w 4797018"/>
              <a:gd name="connsiteY59" fmla="*/ 77924 h 1831428"/>
              <a:gd name="connsiteX60" fmla="*/ 4332970 w 4797018"/>
              <a:gd name="connsiteY60" fmla="*/ 170736 h 1831428"/>
              <a:gd name="connsiteX61" fmla="*/ 4332970 w 4797018"/>
              <a:gd name="connsiteY61" fmla="*/ 1067305 h 1831428"/>
              <a:gd name="connsiteX62" fmla="*/ 4008130 w 4797018"/>
              <a:gd name="connsiteY62" fmla="*/ 1368933 h 1831428"/>
              <a:gd name="connsiteX63" fmla="*/ 3683298 w 4797018"/>
              <a:gd name="connsiteY63" fmla="*/ 1067305 h 1831428"/>
              <a:gd name="connsiteX64" fmla="*/ 3683289 w 4797018"/>
              <a:gd name="connsiteY64" fmla="*/ 0 h 1831428"/>
              <a:gd name="connsiteX65" fmla="*/ 3590487 w 4797018"/>
              <a:gd name="connsiteY65" fmla="*/ 0 h 1831428"/>
              <a:gd name="connsiteX66" fmla="*/ 3590487 w 4797018"/>
              <a:gd name="connsiteY66" fmla="*/ 1067305 h 1831428"/>
              <a:gd name="connsiteX67" fmla="*/ 4008130 w 4797018"/>
              <a:gd name="connsiteY67" fmla="*/ 1461745 h 1831428"/>
              <a:gd name="connsiteX68" fmla="*/ 4294699 w 4797018"/>
              <a:gd name="connsiteY68" fmla="*/ 1333129 h 1831428"/>
              <a:gd name="connsiteX69" fmla="*/ 4296785 w 4797018"/>
              <a:gd name="connsiteY69" fmla="*/ 1335862 h 1831428"/>
              <a:gd name="connsiteX70" fmla="*/ 3915328 w 4797018"/>
              <a:gd name="connsiteY70" fmla="*/ 1554556 h 1831428"/>
              <a:gd name="connsiteX71" fmla="*/ 3497742 w 4797018"/>
              <a:gd name="connsiteY71" fmla="*/ 1160116 h 1831428"/>
              <a:gd name="connsiteX72" fmla="*/ 3497685 w 4797018"/>
              <a:gd name="connsiteY72" fmla="*/ 1160116 h 1831428"/>
              <a:gd name="connsiteX73" fmla="*/ 3497685 w 4797018"/>
              <a:gd name="connsiteY73" fmla="*/ 0 h 1831428"/>
              <a:gd name="connsiteX74" fmla="*/ 3404873 w 4797018"/>
              <a:gd name="connsiteY74" fmla="*/ 0 h 1831428"/>
              <a:gd name="connsiteX75" fmla="*/ 3404873 w 4797018"/>
              <a:gd name="connsiteY75" fmla="*/ 1160107 h 1831428"/>
              <a:gd name="connsiteX76" fmla="*/ 3404921 w 4797018"/>
              <a:gd name="connsiteY76" fmla="*/ 1160107 h 1831428"/>
              <a:gd name="connsiteX77" fmla="*/ 3915328 w 4797018"/>
              <a:gd name="connsiteY77" fmla="*/ 1647358 h 1831428"/>
              <a:gd name="connsiteX78" fmla="*/ 1852984 w 4797018"/>
              <a:gd name="connsiteY78" fmla="*/ 1206522 h 1831428"/>
              <a:gd name="connsiteX79" fmla="*/ 1618288 w 4797018"/>
              <a:gd name="connsiteY79" fmla="*/ 1763373 h 1831428"/>
              <a:gd name="connsiteX80" fmla="*/ 1711119 w 4797018"/>
              <a:gd name="connsiteY80" fmla="*/ 1763363 h 1831428"/>
              <a:gd name="connsiteX81" fmla="*/ 1711100 w 4797018"/>
              <a:gd name="connsiteY81" fmla="*/ 1763373 h 1831428"/>
              <a:gd name="connsiteX82" fmla="*/ 1711119 w 4797018"/>
              <a:gd name="connsiteY82" fmla="*/ 1763373 h 1831428"/>
              <a:gd name="connsiteX83" fmla="*/ 1828448 w 4797018"/>
              <a:gd name="connsiteY83" fmla="*/ 1484948 h 1831428"/>
              <a:gd name="connsiteX84" fmla="*/ 2614774 w 4797018"/>
              <a:gd name="connsiteY84" fmla="*/ 1484948 h 1831428"/>
              <a:gd name="connsiteX85" fmla="*/ 2732018 w 4797018"/>
              <a:gd name="connsiteY85" fmla="*/ 1763373 h 1831428"/>
              <a:gd name="connsiteX86" fmla="*/ 2824820 w 4797018"/>
              <a:gd name="connsiteY86" fmla="*/ 1763373 h 1831428"/>
              <a:gd name="connsiteX87" fmla="*/ 2668515 w 4797018"/>
              <a:gd name="connsiteY87" fmla="*/ 1392136 h 1831428"/>
              <a:gd name="connsiteX88" fmla="*/ 1867567 w 4797018"/>
              <a:gd name="connsiteY88" fmla="*/ 1392136 h 1831428"/>
              <a:gd name="connsiteX89" fmla="*/ 1906676 w 4797018"/>
              <a:gd name="connsiteY89" fmla="*/ 1299324 h 1831428"/>
              <a:gd name="connsiteX90" fmla="*/ 2722236 w 4797018"/>
              <a:gd name="connsiteY90" fmla="*/ 1299324 h 1831428"/>
              <a:gd name="connsiteX91" fmla="*/ 2917632 w 4797018"/>
              <a:gd name="connsiteY91" fmla="*/ 1763373 h 1831428"/>
              <a:gd name="connsiteX92" fmla="*/ 3010443 w 4797018"/>
              <a:gd name="connsiteY92" fmla="*/ 1763373 h 1831428"/>
              <a:gd name="connsiteX93" fmla="*/ 2775976 w 4797018"/>
              <a:gd name="connsiteY93" fmla="*/ 1206522 h 1831428"/>
              <a:gd name="connsiteX94" fmla="*/ 1852984 w 4797018"/>
              <a:gd name="connsiteY94" fmla="*/ 1206522 h 1831428"/>
              <a:gd name="connsiteX95" fmla="*/ 1989544 w 4797018"/>
              <a:gd name="connsiteY95" fmla="*/ 0 h 1831428"/>
              <a:gd name="connsiteX96" fmla="*/ 1307459 w 4797018"/>
              <a:gd name="connsiteY96" fmla="*/ 1617898 h 1831428"/>
              <a:gd name="connsiteX97" fmla="*/ 1366533 w 4797018"/>
              <a:gd name="connsiteY97" fmla="*/ 1698098 h 1831428"/>
              <a:gd name="connsiteX98" fmla="*/ 2082356 w 4797018"/>
              <a:gd name="connsiteY98" fmla="*/ 0 h 1831428"/>
              <a:gd name="connsiteX99" fmla="*/ 1989544 w 4797018"/>
              <a:gd name="connsiteY99" fmla="*/ 0 h 1831428"/>
              <a:gd name="connsiteX100" fmla="*/ 2360771 w 4797018"/>
              <a:gd name="connsiteY100" fmla="*/ 0 h 1831428"/>
              <a:gd name="connsiteX101" fmla="*/ 3075708 w 4797018"/>
              <a:gd name="connsiteY101" fmla="*/ 1698098 h 1831428"/>
              <a:gd name="connsiteX102" fmla="*/ 3134639 w 4797018"/>
              <a:gd name="connsiteY102" fmla="*/ 1617898 h 1831428"/>
              <a:gd name="connsiteX103" fmla="*/ 2453592 w 4797018"/>
              <a:gd name="connsiteY103" fmla="*/ 0 h 1831428"/>
              <a:gd name="connsiteX104" fmla="*/ 2360771 w 4797018"/>
              <a:gd name="connsiteY104" fmla="*/ 0 h 1831428"/>
              <a:gd name="connsiteX105" fmla="*/ 1799101 w 4797018"/>
              <a:gd name="connsiteY105" fmla="*/ 1113711 h 1831428"/>
              <a:gd name="connsiteX106" fmla="*/ 1524610 w 4797018"/>
              <a:gd name="connsiteY106" fmla="*/ 1763373 h 1831428"/>
              <a:gd name="connsiteX107" fmla="*/ 1431798 w 4797018"/>
              <a:gd name="connsiteY107" fmla="*/ 1763373 h 1831428"/>
              <a:gd name="connsiteX108" fmla="*/ 2128761 w 4797018"/>
              <a:gd name="connsiteY108" fmla="*/ 110195 h 1831428"/>
              <a:gd name="connsiteX109" fmla="*/ 2512219 w 4797018"/>
              <a:gd name="connsiteY109" fmla="*/ 1020899 h 1831428"/>
              <a:gd name="connsiteX110" fmla="*/ 2605021 w 4797018"/>
              <a:gd name="connsiteY110" fmla="*/ 1020899 h 1831428"/>
              <a:gd name="connsiteX111" fmla="*/ 2175158 w 4797018"/>
              <a:gd name="connsiteY111" fmla="*/ 0 h 1831428"/>
              <a:gd name="connsiteX112" fmla="*/ 2267969 w 4797018"/>
              <a:gd name="connsiteY112" fmla="*/ 0 h 1831428"/>
              <a:gd name="connsiteX113" fmla="*/ 2736895 w 4797018"/>
              <a:gd name="connsiteY113" fmla="*/ 1113701 h 1831428"/>
              <a:gd name="connsiteX114" fmla="*/ 1799101 w 4797018"/>
              <a:gd name="connsiteY114" fmla="*/ 1113701 h 1831428"/>
              <a:gd name="connsiteX115" fmla="*/ 2221802 w 4797018"/>
              <a:gd name="connsiteY115" fmla="*/ 551602 h 1831428"/>
              <a:gd name="connsiteX116" fmla="*/ 2024015 w 4797018"/>
              <a:gd name="connsiteY116" fmla="*/ 1020899 h 1831428"/>
              <a:gd name="connsiteX117" fmla="*/ 2419398 w 4797018"/>
              <a:gd name="connsiteY117" fmla="*/ 1020899 h 1831428"/>
              <a:gd name="connsiteX118" fmla="*/ 2221802 w 4797018"/>
              <a:gd name="connsiteY118" fmla="*/ 551602 h 1831428"/>
              <a:gd name="connsiteX119" fmla="*/ 1838163 w 4797018"/>
              <a:gd name="connsiteY119" fmla="*/ 1020899 h 1831428"/>
              <a:gd name="connsiteX120" fmla="*/ 1931213 w 4797018"/>
              <a:gd name="connsiteY120" fmla="*/ 1020899 h 1831428"/>
              <a:gd name="connsiteX121" fmla="*/ 2175415 w 4797018"/>
              <a:gd name="connsiteY121" fmla="*/ 441436 h 1831428"/>
              <a:gd name="connsiteX122" fmla="*/ 2128942 w 4797018"/>
              <a:gd name="connsiteY122" fmla="*/ 331070 h 1831428"/>
              <a:gd name="connsiteX123" fmla="*/ 1838163 w 4797018"/>
              <a:gd name="connsiteY123" fmla="*/ 1020899 h 1831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4797018" h="1831428">
                <a:moveTo>
                  <a:pt x="0" y="170736"/>
                </a:moveTo>
                <a:lnTo>
                  <a:pt x="92812" y="77924"/>
                </a:lnTo>
                <a:lnTo>
                  <a:pt x="92812" y="1763373"/>
                </a:lnTo>
                <a:lnTo>
                  <a:pt x="0" y="1763373"/>
                </a:lnTo>
                <a:lnTo>
                  <a:pt x="0" y="170736"/>
                </a:lnTo>
                <a:close/>
                <a:moveTo>
                  <a:pt x="278425" y="92812"/>
                </a:moveTo>
                <a:lnTo>
                  <a:pt x="1392136" y="92812"/>
                </a:lnTo>
                <a:lnTo>
                  <a:pt x="1392136" y="0"/>
                </a:lnTo>
                <a:lnTo>
                  <a:pt x="185614" y="0"/>
                </a:lnTo>
                <a:lnTo>
                  <a:pt x="185614" y="1113701"/>
                </a:lnTo>
                <a:lnTo>
                  <a:pt x="1210723" y="1113701"/>
                </a:lnTo>
                <a:lnTo>
                  <a:pt x="1210723" y="1020899"/>
                </a:lnTo>
                <a:lnTo>
                  <a:pt x="278425" y="1020899"/>
                </a:lnTo>
                <a:lnTo>
                  <a:pt x="278425" y="92812"/>
                </a:lnTo>
                <a:close/>
                <a:moveTo>
                  <a:pt x="1350464" y="835285"/>
                </a:moveTo>
                <a:lnTo>
                  <a:pt x="464048" y="835285"/>
                </a:lnTo>
                <a:lnTo>
                  <a:pt x="464048" y="464048"/>
                </a:lnTo>
                <a:lnTo>
                  <a:pt x="1222124" y="464048"/>
                </a:lnTo>
                <a:lnTo>
                  <a:pt x="1314926" y="371237"/>
                </a:lnTo>
                <a:lnTo>
                  <a:pt x="464048" y="371237"/>
                </a:lnTo>
                <a:lnTo>
                  <a:pt x="464048" y="278425"/>
                </a:lnTo>
                <a:lnTo>
                  <a:pt x="1392146" y="278425"/>
                </a:lnTo>
                <a:lnTo>
                  <a:pt x="1392146" y="185614"/>
                </a:lnTo>
                <a:lnTo>
                  <a:pt x="371237" y="185614"/>
                </a:lnTo>
                <a:lnTo>
                  <a:pt x="371237" y="928087"/>
                </a:lnTo>
                <a:lnTo>
                  <a:pt x="1258872" y="928087"/>
                </a:lnTo>
                <a:lnTo>
                  <a:pt x="1350464" y="835285"/>
                </a:lnTo>
                <a:close/>
                <a:moveTo>
                  <a:pt x="185614" y="1763373"/>
                </a:moveTo>
                <a:lnTo>
                  <a:pt x="278425" y="1763373"/>
                </a:lnTo>
                <a:lnTo>
                  <a:pt x="278425" y="1299324"/>
                </a:lnTo>
                <a:lnTo>
                  <a:pt x="371237" y="1299324"/>
                </a:lnTo>
                <a:lnTo>
                  <a:pt x="371237" y="1685449"/>
                </a:lnTo>
                <a:lnTo>
                  <a:pt x="464039" y="1592647"/>
                </a:lnTo>
                <a:lnTo>
                  <a:pt x="464039" y="1299324"/>
                </a:lnTo>
                <a:lnTo>
                  <a:pt x="1210723" y="1299324"/>
                </a:lnTo>
                <a:lnTo>
                  <a:pt x="1210723" y="1206522"/>
                </a:lnTo>
                <a:lnTo>
                  <a:pt x="185614" y="1206522"/>
                </a:lnTo>
                <a:lnTo>
                  <a:pt x="185614" y="1763373"/>
                </a:lnTo>
                <a:close/>
                <a:moveTo>
                  <a:pt x="4704207" y="0"/>
                </a:moveTo>
                <a:lnTo>
                  <a:pt x="4704207" y="1067314"/>
                </a:lnTo>
                <a:cubicBezTo>
                  <a:pt x="4704207" y="1315669"/>
                  <a:pt x="4593393" y="1529039"/>
                  <a:pt x="4334837" y="1692688"/>
                </a:cubicBezTo>
                <a:lnTo>
                  <a:pt x="4332742" y="1689954"/>
                </a:lnTo>
                <a:cubicBezTo>
                  <a:pt x="4502639" y="1555213"/>
                  <a:pt x="4611405" y="1382144"/>
                  <a:pt x="4611405" y="1158564"/>
                </a:cubicBezTo>
                <a:lnTo>
                  <a:pt x="4611405" y="0"/>
                </a:lnTo>
                <a:lnTo>
                  <a:pt x="4518594" y="0"/>
                </a:lnTo>
                <a:lnTo>
                  <a:pt x="4518594" y="1157021"/>
                </a:lnTo>
                <a:cubicBezTo>
                  <a:pt x="4518594" y="1490196"/>
                  <a:pt x="4248512" y="1740170"/>
                  <a:pt x="3915337" y="1740170"/>
                </a:cubicBezTo>
                <a:cubicBezTo>
                  <a:pt x="3582162" y="1740170"/>
                  <a:pt x="3312081" y="1490186"/>
                  <a:pt x="3312081" y="1157021"/>
                </a:cubicBezTo>
                <a:lnTo>
                  <a:pt x="3312081" y="77924"/>
                </a:lnTo>
                <a:lnTo>
                  <a:pt x="3219269" y="170736"/>
                </a:lnTo>
                <a:lnTo>
                  <a:pt x="3219269" y="1158564"/>
                </a:lnTo>
                <a:cubicBezTo>
                  <a:pt x="3219269" y="1542993"/>
                  <a:pt x="3530908" y="1831429"/>
                  <a:pt x="3915337" y="1831429"/>
                </a:cubicBezTo>
                <a:cubicBezTo>
                  <a:pt x="3924233" y="1831429"/>
                  <a:pt x="4008139" y="1831429"/>
                  <a:pt x="4008139" y="1831429"/>
                </a:cubicBezTo>
                <a:cubicBezTo>
                  <a:pt x="4386691" y="1831429"/>
                  <a:pt x="4797019" y="1551870"/>
                  <a:pt x="4797019" y="1068667"/>
                </a:cubicBezTo>
                <a:cubicBezTo>
                  <a:pt x="4797019" y="1068210"/>
                  <a:pt x="4797019" y="0"/>
                  <a:pt x="4797019" y="0"/>
                </a:cubicBezTo>
                <a:lnTo>
                  <a:pt x="4704207" y="0"/>
                </a:lnTo>
                <a:close/>
                <a:moveTo>
                  <a:pt x="3915328" y="1647358"/>
                </a:moveTo>
                <a:cubicBezTo>
                  <a:pt x="4197077" y="1647358"/>
                  <a:pt x="4425515" y="1438694"/>
                  <a:pt x="4425773" y="1157021"/>
                </a:cubicBezTo>
                <a:lnTo>
                  <a:pt x="4425782" y="1157021"/>
                </a:lnTo>
                <a:lnTo>
                  <a:pt x="4425782" y="77924"/>
                </a:lnTo>
                <a:lnTo>
                  <a:pt x="4332970" y="170736"/>
                </a:lnTo>
                <a:lnTo>
                  <a:pt x="4332970" y="1067305"/>
                </a:lnTo>
                <a:cubicBezTo>
                  <a:pt x="4332970" y="1246699"/>
                  <a:pt x="4187533" y="1368933"/>
                  <a:pt x="4008130" y="1368933"/>
                </a:cubicBezTo>
                <a:cubicBezTo>
                  <a:pt x="3828736" y="1368933"/>
                  <a:pt x="3683298" y="1246699"/>
                  <a:pt x="3683298" y="1067305"/>
                </a:cubicBezTo>
                <a:lnTo>
                  <a:pt x="3683289" y="0"/>
                </a:lnTo>
                <a:lnTo>
                  <a:pt x="3590487" y="0"/>
                </a:lnTo>
                <a:lnTo>
                  <a:pt x="3590487" y="1067305"/>
                </a:lnTo>
                <a:cubicBezTo>
                  <a:pt x="3590487" y="1297962"/>
                  <a:pt x="3777472" y="1461745"/>
                  <a:pt x="4008130" y="1461745"/>
                </a:cubicBezTo>
                <a:cubicBezTo>
                  <a:pt x="4102446" y="1461745"/>
                  <a:pt x="4216937" y="1415148"/>
                  <a:pt x="4294699" y="1333129"/>
                </a:cubicBezTo>
                <a:lnTo>
                  <a:pt x="4296785" y="1335862"/>
                </a:lnTo>
                <a:cubicBezTo>
                  <a:pt x="4223881" y="1471070"/>
                  <a:pt x="4089102" y="1554556"/>
                  <a:pt x="3915328" y="1554556"/>
                </a:cubicBezTo>
                <a:cubicBezTo>
                  <a:pt x="3686090" y="1554556"/>
                  <a:pt x="3500009" y="1388593"/>
                  <a:pt x="3497742" y="1160116"/>
                </a:cubicBezTo>
                <a:lnTo>
                  <a:pt x="3497685" y="1160116"/>
                </a:lnTo>
                <a:lnTo>
                  <a:pt x="3497685" y="0"/>
                </a:lnTo>
                <a:lnTo>
                  <a:pt x="3404873" y="0"/>
                </a:lnTo>
                <a:lnTo>
                  <a:pt x="3404873" y="1160107"/>
                </a:lnTo>
                <a:lnTo>
                  <a:pt x="3404921" y="1160107"/>
                </a:lnTo>
                <a:cubicBezTo>
                  <a:pt x="3406855" y="1440218"/>
                  <a:pt x="3634616" y="1647358"/>
                  <a:pt x="3915328" y="1647358"/>
                </a:cubicBezTo>
                <a:close/>
                <a:moveTo>
                  <a:pt x="1852984" y="1206522"/>
                </a:moveTo>
                <a:lnTo>
                  <a:pt x="1618288" y="1763373"/>
                </a:lnTo>
                <a:lnTo>
                  <a:pt x="1711119" y="1763363"/>
                </a:lnTo>
                <a:lnTo>
                  <a:pt x="1711100" y="1763373"/>
                </a:lnTo>
                <a:lnTo>
                  <a:pt x="1711119" y="1763373"/>
                </a:lnTo>
                <a:lnTo>
                  <a:pt x="1828448" y="1484948"/>
                </a:lnTo>
                <a:lnTo>
                  <a:pt x="2614774" y="1484948"/>
                </a:lnTo>
                <a:lnTo>
                  <a:pt x="2732018" y="1763373"/>
                </a:lnTo>
                <a:lnTo>
                  <a:pt x="2824820" y="1763373"/>
                </a:lnTo>
                <a:lnTo>
                  <a:pt x="2668515" y="1392136"/>
                </a:lnTo>
                <a:lnTo>
                  <a:pt x="1867567" y="1392136"/>
                </a:lnTo>
                <a:lnTo>
                  <a:pt x="1906676" y="1299324"/>
                </a:lnTo>
                <a:lnTo>
                  <a:pt x="2722236" y="1299324"/>
                </a:lnTo>
                <a:lnTo>
                  <a:pt x="2917632" y="1763373"/>
                </a:lnTo>
                <a:lnTo>
                  <a:pt x="3010443" y="1763373"/>
                </a:lnTo>
                <a:lnTo>
                  <a:pt x="2775976" y="1206522"/>
                </a:lnTo>
                <a:lnTo>
                  <a:pt x="1852984" y="1206522"/>
                </a:lnTo>
                <a:close/>
                <a:moveTo>
                  <a:pt x="1989544" y="0"/>
                </a:moveTo>
                <a:lnTo>
                  <a:pt x="1307459" y="1617898"/>
                </a:lnTo>
                <a:lnTo>
                  <a:pt x="1366533" y="1698098"/>
                </a:lnTo>
                <a:lnTo>
                  <a:pt x="2082356" y="0"/>
                </a:lnTo>
                <a:lnTo>
                  <a:pt x="1989544" y="0"/>
                </a:lnTo>
                <a:close/>
                <a:moveTo>
                  <a:pt x="2360771" y="0"/>
                </a:moveTo>
                <a:lnTo>
                  <a:pt x="3075708" y="1698098"/>
                </a:lnTo>
                <a:lnTo>
                  <a:pt x="3134639" y="1617898"/>
                </a:lnTo>
                <a:lnTo>
                  <a:pt x="2453592" y="0"/>
                </a:lnTo>
                <a:lnTo>
                  <a:pt x="2360771" y="0"/>
                </a:lnTo>
                <a:close/>
                <a:moveTo>
                  <a:pt x="1799101" y="1113711"/>
                </a:moveTo>
                <a:lnTo>
                  <a:pt x="1524610" y="1763373"/>
                </a:lnTo>
                <a:lnTo>
                  <a:pt x="1431798" y="1763373"/>
                </a:lnTo>
                <a:lnTo>
                  <a:pt x="2128761" y="110195"/>
                </a:lnTo>
                <a:lnTo>
                  <a:pt x="2512219" y="1020899"/>
                </a:lnTo>
                <a:lnTo>
                  <a:pt x="2605021" y="1020899"/>
                </a:lnTo>
                <a:lnTo>
                  <a:pt x="2175158" y="0"/>
                </a:lnTo>
                <a:lnTo>
                  <a:pt x="2267969" y="0"/>
                </a:lnTo>
                <a:lnTo>
                  <a:pt x="2736895" y="1113701"/>
                </a:lnTo>
                <a:lnTo>
                  <a:pt x="1799101" y="1113701"/>
                </a:lnTo>
                <a:close/>
                <a:moveTo>
                  <a:pt x="2221802" y="551602"/>
                </a:moveTo>
                <a:lnTo>
                  <a:pt x="2024015" y="1020899"/>
                </a:lnTo>
                <a:lnTo>
                  <a:pt x="2419398" y="1020899"/>
                </a:lnTo>
                <a:lnTo>
                  <a:pt x="2221802" y="551602"/>
                </a:lnTo>
                <a:close/>
                <a:moveTo>
                  <a:pt x="1838163" y="1020899"/>
                </a:moveTo>
                <a:lnTo>
                  <a:pt x="1931213" y="1020899"/>
                </a:lnTo>
                <a:lnTo>
                  <a:pt x="2175415" y="441436"/>
                </a:lnTo>
                <a:lnTo>
                  <a:pt x="2128942" y="331070"/>
                </a:lnTo>
                <a:lnTo>
                  <a:pt x="1838163" y="1020899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3ECEE8D8-DF92-4CFD-A29A-DD98DFA7EC69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12" name="Gerader Verbinder 11">
              <a:extLst>
                <a:ext uri="{FF2B5EF4-FFF2-40B4-BE49-F238E27FC236}">
                  <a16:creationId xmlns:a16="http://schemas.microsoft.com/office/drawing/2014/main" id="{E89218EB-083A-44EC-89C4-86451CE1FC7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feld 12">
              <a:extLst>
                <a:ext uri="{FF2B5EF4-FFF2-40B4-BE49-F238E27FC236}">
                  <a16:creationId xmlns:a16="http://schemas.microsoft.com/office/drawing/2014/main" id="{399474D3-E53E-4ABA-9B61-C9BB08A3276B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57879191-3BE6-4B4E-A6B9-7EE964614B47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15" name="Gerader Verbinder 14">
              <a:extLst>
                <a:ext uri="{FF2B5EF4-FFF2-40B4-BE49-F238E27FC236}">
                  <a16:creationId xmlns:a16="http://schemas.microsoft.com/office/drawing/2014/main" id="{94484379-E642-433C-B53A-1DEE6A9DD4E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feld 15">
              <a:extLst>
                <a:ext uri="{FF2B5EF4-FFF2-40B4-BE49-F238E27FC236}">
                  <a16:creationId xmlns:a16="http://schemas.microsoft.com/office/drawing/2014/main" id="{7C54D7A6-C6ED-4572-B49C-338FB11A042A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382F9D16-DA93-44FA-B850-67D0B6AD397D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18" name="Gerader Verbinder 17">
              <a:extLst>
                <a:ext uri="{FF2B5EF4-FFF2-40B4-BE49-F238E27FC236}">
                  <a16:creationId xmlns:a16="http://schemas.microsoft.com/office/drawing/2014/main" id="{7201A13C-71DC-4465-B39F-F196A503534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feld 18">
              <a:extLst>
                <a:ext uri="{FF2B5EF4-FFF2-40B4-BE49-F238E27FC236}">
                  <a16:creationId xmlns:a16="http://schemas.microsoft.com/office/drawing/2014/main" id="{D957CB6E-B09B-4A22-86F0-6C38F81B2E90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38DB7D0C-ACAA-4A6B-8088-624B0BC24502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21" name="Gerader Verbinder 20">
              <a:extLst>
                <a:ext uri="{FF2B5EF4-FFF2-40B4-BE49-F238E27FC236}">
                  <a16:creationId xmlns:a16="http://schemas.microsoft.com/office/drawing/2014/main" id="{E8B86ED7-0F29-451E-8C7D-9B396D5E209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feld 21">
              <a:extLst>
                <a:ext uri="{FF2B5EF4-FFF2-40B4-BE49-F238E27FC236}">
                  <a16:creationId xmlns:a16="http://schemas.microsoft.com/office/drawing/2014/main" id="{ED76FB85-7BBB-4E8D-A853-5FCC744835E1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23" name="Gruppieren 22">
            <a:extLst>
              <a:ext uri="{FF2B5EF4-FFF2-40B4-BE49-F238E27FC236}">
                <a16:creationId xmlns:a16="http://schemas.microsoft.com/office/drawing/2014/main" id="{E1524020-40DB-450A-AEE5-3E1B459B16B5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24" name="Gerader Verbinder 23">
              <a:extLst>
                <a:ext uri="{FF2B5EF4-FFF2-40B4-BE49-F238E27FC236}">
                  <a16:creationId xmlns:a16="http://schemas.microsoft.com/office/drawing/2014/main" id="{539CBAAA-C79F-4BC9-9AF3-18ED0AF9EE7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feld 24">
              <a:extLst>
                <a:ext uri="{FF2B5EF4-FFF2-40B4-BE49-F238E27FC236}">
                  <a16:creationId xmlns:a16="http://schemas.microsoft.com/office/drawing/2014/main" id="{65F01F83-E434-491F-8893-1CE5848F9B6D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26" name="Gruppieren 25">
            <a:extLst>
              <a:ext uri="{FF2B5EF4-FFF2-40B4-BE49-F238E27FC236}">
                <a16:creationId xmlns:a16="http://schemas.microsoft.com/office/drawing/2014/main" id="{99ECB07F-83AC-4A69-A930-C51459FBE5BA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27" name="Gerader Verbinder 26">
              <a:extLst>
                <a:ext uri="{FF2B5EF4-FFF2-40B4-BE49-F238E27FC236}">
                  <a16:creationId xmlns:a16="http://schemas.microsoft.com/office/drawing/2014/main" id="{EB6DF347-64CA-4BE1-8952-3E80EBD0082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feld 27">
              <a:extLst>
                <a:ext uri="{FF2B5EF4-FFF2-40B4-BE49-F238E27FC236}">
                  <a16:creationId xmlns:a16="http://schemas.microsoft.com/office/drawing/2014/main" id="{F82628F6-8442-4626-962B-E947FDA8C0C0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29" name="Gruppieren 28">
            <a:extLst>
              <a:ext uri="{FF2B5EF4-FFF2-40B4-BE49-F238E27FC236}">
                <a16:creationId xmlns:a16="http://schemas.microsoft.com/office/drawing/2014/main" id="{C9B4EC5D-DF7B-4D80-86D6-C95B0B60B325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30" name="Gerader Verbinder 29">
              <a:extLst>
                <a:ext uri="{FF2B5EF4-FFF2-40B4-BE49-F238E27FC236}">
                  <a16:creationId xmlns:a16="http://schemas.microsoft.com/office/drawing/2014/main" id="{7A230F03-8AA4-4AAE-999A-6E872C727A8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feld 30">
              <a:extLst>
                <a:ext uri="{FF2B5EF4-FFF2-40B4-BE49-F238E27FC236}">
                  <a16:creationId xmlns:a16="http://schemas.microsoft.com/office/drawing/2014/main" id="{1C36145D-6FFB-4D3A-85D6-2ACFDAE5F5D2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32" name="Gruppieren 31">
            <a:extLst>
              <a:ext uri="{FF2B5EF4-FFF2-40B4-BE49-F238E27FC236}">
                <a16:creationId xmlns:a16="http://schemas.microsoft.com/office/drawing/2014/main" id="{0D1EC147-B041-40BC-BA8D-878A722616DE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33" name="Gerader Verbinder 32">
              <a:extLst>
                <a:ext uri="{FF2B5EF4-FFF2-40B4-BE49-F238E27FC236}">
                  <a16:creationId xmlns:a16="http://schemas.microsoft.com/office/drawing/2014/main" id="{4A4E226E-C413-42F0-AA69-108B05313D4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feld 33">
              <a:extLst>
                <a:ext uri="{FF2B5EF4-FFF2-40B4-BE49-F238E27FC236}">
                  <a16:creationId xmlns:a16="http://schemas.microsoft.com/office/drawing/2014/main" id="{4A93327E-EEC7-45A4-9C35-410D17ECB865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35" name="Gruppieren 34">
            <a:extLst>
              <a:ext uri="{FF2B5EF4-FFF2-40B4-BE49-F238E27FC236}">
                <a16:creationId xmlns:a16="http://schemas.microsoft.com/office/drawing/2014/main" id="{0EC1AF1A-26A7-479B-A176-8997B58ED4D1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36" name="Gerader Verbinder 35">
              <a:extLst>
                <a:ext uri="{FF2B5EF4-FFF2-40B4-BE49-F238E27FC236}">
                  <a16:creationId xmlns:a16="http://schemas.microsoft.com/office/drawing/2014/main" id="{80D76042-D322-4CD0-B41A-CE295CEC6835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feld 36">
              <a:extLst>
                <a:ext uri="{FF2B5EF4-FFF2-40B4-BE49-F238E27FC236}">
                  <a16:creationId xmlns:a16="http://schemas.microsoft.com/office/drawing/2014/main" id="{397EC952-23B6-4728-82B6-3D733107C66E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38" name="Gerader Verbinder 37">
            <a:extLst>
              <a:ext uri="{FF2B5EF4-FFF2-40B4-BE49-F238E27FC236}">
                <a16:creationId xmlns:a16="http://schemas.microsoft.com/office/drawing/2014/main" id="{D8CEDBB7-9662-435E-8F5A-F3EE555D9908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Gruppieren 38">
            <a:extLst>
              <a:ext uri="{FF2B5EF4-FFF2-40B4-BE49-F238E27FC236}">
                <a16:creationId xmlns:a16="http://schemas.microsoft.com/office/drawing/2014/main" id="{24365663-FE3F-47D4-A8D7-729A38C4987D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40" name="Gerader Verbinder 39">
              <a:extLst>
                <a:ext uri="{FF2B5EF4-FFF2-40B4-BE49-F238E27FC236}">
                  <a16:creationId xmlns:a16="http://schemas.microsoft.com/office/drawing/2014/main" id="{92EE37E1-8647-4AEB-9AEE-FF0711435F3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feld 40">
              <a:extLst>
                <a:ext uri="{FF2B5EF4-FFF2-40B4-BE49-F238E27FC236}">
                  <a16:creationId xmlns:a16="http://schemas.microsoft.com/office/drawing/2014/main" id="{C2B4E3D7-0BC3-4BC1-B86B-DD51E9785755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pic>
        <p:nvPicPr>
          <p:cNvPr id="44" name="Grafik 43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1095" y="247920"/>
            <a:ext cx="993966" cy="647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19632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 | 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E4048C-0B54-437F-B99C-D17800474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B347D-BAD8-664E-AF25-B93A6305A038}" type="datetime4">
              <a:rPr lang="de-DE" smtClean="0"/>
              <a:t>8.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8" name="Textplatzhalter 9">
            <a:extLst>
              <a:ext uri="{FF2B5EF4-FFF2-40B4-BE49-F238E27FC236}">
                <a16:creationId xmlns:a16="http://schemas.microsoft.com/office/drawing/2014/main" id="{903DE59B-FC71-4F7B-BBCF-9B96B09DD62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pic>
        <p:nvPicPr>
          <p:cNvPr id="10" name="Grafik 9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1095" y="247920"/>
            <a:ext cx="993966" cy="647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736336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E4048C-0B54-437F-B99C-D17800474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EB8E6-BDB5-9947-8710-CF7703CA4D54}" type="datetime4">
              <a:rPr lang="de-DE" smtClean="0"/>
              <a:t>8.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EB25E710-D493-4189-8EF7-00ABE0AB56E5}"/>
              </a:ext>
            </a:extLst>
          </p:cNvPr>
          <p:cNvSpPr/>
          <p:nvPr userDrawn="1"/>
        </p:nvSpPr>
        <p:spPr>
          <a:xfrm>
            <a:off x="518317" y="1631155"/>
            <a:ext cx="11157746" cy="456961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de-DE" sz="1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F2F509DB-422D-41FB-A02B-822A0A204E4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497190" y="2835964"/>
            <a:ext cx="7200000" cy="2160000"/>
          </a:xfrm>
        </p:spPr>
        <p:txBody>
          <a:bodyPr rIns="0" anchor="ctr" anchorCtr="0">
            <a:normAutofit/>
          </a:bodyPr>
          <a:lstStyle>
            <a:lvl1pPr algn="ctr">
              <a:defRPr sz="2000" i="1"/>
            </a:lvl1pPr>
            <a:lvl2pPr marL="0" indent="0">
              <a:buNone/>
              <a:defRPr/>
            </a:lvl2pPr>
          </a:lstStyle>
          <a:p>
            <a:pPr lvl="0"/>
            <a:r>
              <a:rPr lang="de-DE" dirty="0"/>
              <a:t>„Mastertextformat bearbeiten“</a:t>
            </a: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2BEC83A6-EBB5-4F38-9A43-62A2E7E36160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pic>
        <p:nvPicPr>
          <p:cNvPr id="10" name="Grafik 9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1095" y="247920"/>
            <a:ext cx="993966" cy="647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5347392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chlussfoli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platzhalter 167">
            <a:extLst>
              <a:ext uri="{FF2B5EF4-FFF2-40B4-BE49-F238E27FC236}">
                <a16:creationId xmlns:a16="http://schemas.microsoft.com/office/drawing/2014/main" id="{68AB2348-B91F-4E68-BDE1-60ECCE02B49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1628775"/>
            <a:ext cx="12192000" cy="5229225"/>
          </a:xfrm>
          <a:gradFill>
            <a:gsLst>
              <a:gs pos="50000">
                <a:schemeClr val="accent4">
                  <a:alpha val="50000"/>
                </a:schemeClr>
              </a:gs>
              <a:gs pos="5000">
                <a:schemeClr val="accent4"/>
              </a:gs>
              <a:gs pos="100000">
                <a:schemeClr val="accent4">
                  <a:alpha val="20000"/>
                </a:schemeClr>
              </a:gs>
            </a:gsLst>
            <a:lin ang="5400000" scaled="1"/>
          </a:gradFill>
        </p:spPr>
        <p:txBody>
          <a:bodyPr vert="horz" wrap="square" lIns="540000" tIns="1188000" rIns="0" bIns="0" rtlCol="0" anchor="t" anchorCtr="0">
            <a:noAutofit/>
          </a:bodyPr>
          <a:lstStyle>
            <a:lvl1pPr>
              <a:defRPr lang="de-DE" sz="4000" b="1" dirty="0"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de-DE" dirty="0"/>
              <a:t> </a:t>
            </a:r>
          </a:p>
        </p:txBody>
      </p:sp>
      <p:sp>
        <p:nvSpPr>
          <p:cNvPr id="59" name="Bildplatzhalter 60">
            <a:extLst>
              <a:ext uri="{FF2B5EF4-FFF2-40B4-BE49-F238E27FC236}">
                <a16:creationId xmlns:a16="http://schemas.microsoft.com/office/drawing/2014/main" id="{92CE05A2-27DE-4191-8A63-5C7C7ACA37C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628775"/>
            <a:ext cx="12192000" cy="5229226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60" name="Rechteck 59">
            <a:extLst>
              <a:ext uri="{FF2B5EF4-FFF2-40B4-BE49-F238E27FC236}">
                <a16:creationId xmlns:a16="http://schemas.microsoft.com/office/drawing/2014/main" id="{CBD8B083-79E8-44E1-BA43-E993160F02E1}"/>
              </a:ext>
            </a:extLst>
          </p:cNvPr>
          <p:cNvSpPr/>
          <p:nvPr userDrawn="1"/>
        </p:nvSpPr>
        <p:spPr>
          <a:xfrm>
            <a:off x="518400" y="1196733"/>
            <a:ext cx="11676062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4" name="Textplatzhalter 64">
            <a:extLst>
              <a:ext uri="{FF2B5EF4-FFF2-40B4-BE49-F238E27FC236}">
                <a16:creationId xmlns:a16="http://schemas.microsoft.com/office/drawing/2014/main" id="{94E4DAD8-28C4-496D-803F-AF50BFF89A8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8317" y="2647985"/>
            <a:ext cx="11157745" cy="1562031"/>
          </a:xfrm>
        </p:spPr>
        <p:txBody>
          <a:bodyPr vert="horz" wrap="square" lIns="0" tIns="0" rIns="360000" bIns="0" rtlCol="0" anchor="ctr" anchorCtr="0">
            <a:spAutoFit/>
          </a:bodyPr>
          <a:lstStyle>
            <a:lvl1pPr>
              <a:spcAft>
                <a:spcPts val="0"/>
              </a:spcAft>
              <a:defRPr lang="de-DE" sz="4800" b="1" dirty="0" smtClean="0"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de-DE" dirty="0"/>
              <a:t>Vielen Dank</a:t>
            </a:r>
            <a:br>
              <a:rPr lang="de-DE" dirty="0"/>
            </a:br>
            <a:r>
              <a:rPr lang="de-DE" dirty="0"/>
              <a:t>für Ihre Aufmerksamkeit!</a:t>
            </a:r>
          </a:p>
        </p:txBody>
      </p:sp>
      <p:sp>
        <p:nvSpPr>
          <p:cNvPr id="58" name="Freihandform: Form 57">
            <a:extLst>
              <a:ext uri="{FF2B5EF4-FFF2-40B4-BE49-F238E27FC236}">
                <a16:creationId xmlns:a16="http://schemas.microsoft.com/office/drawing/2014/main" id="{1A7F7BEE-9A4B-44B2-960F-97720F4BC3DA}"/>
              </a:ext>
            </a:extLst>
          </p:cNvPr>
          <p:cNvSpPr/>
          <p:nvPr userDrawn="1"/>
        </p:nvSpPr>
        <p:spPr>
          <a:xfrm>
            <a:off x="10056938" y="300703"/>
            <a:ext cx="1619125" cy="618155"/>
          </a:xfrm>
          <a:custGeom>
            <a:avLst/>
            <a:gdLst>
              <a:gd name="connsiteX0" fmla="*/ 0 w 1456912"/>
              <a:gd name="connsiteY0" fmla="*/ 51854 h 556225"/>
              <a:gd name="connsiteX1" fmla="*/ 28188 w 1456912"/>
              <a:gd name="connsiteY1" fmla="*/ 23666 h 556225"/>
              <a:gd name="connsiteX2" fmla="*/ 28188 w 1456912"/>
              <a:gd name="connsiteY2" fmla="*/ 535557 h 556225"/>
              <a:gd name="connsiteX3" fmla="*/ 0 w 1456912"/>
              <a:gd name="connsiteY3" fmla="*/ 535557 h 556225"/>
              <a:gd name="connsiteX4" fmla="*/ 0 w 1456912"/>
              <a:gd name="connsiteY4" fmla="*/ 51854 h 556225"/>
              <a:gd name="connsiteX5" fmla="*/ 84564 w 1456912"/>
              <a:gd name="connsiteY5" fmla="*/ 28188 h 556225"/>
              <a:gd name="connsiteX6" fmla="*/ 422811 w 1456912"/>
              <a:gd name="connsiteY6" fmla="*/ 28188 h 556225"/>
              <a:gd name="connsiteX7" fmla="*/ 422811 w 1456912"/>
              <a:gd name="connsiteY7" fmla="*/ 0 h 556225"/>
              <a:gd name="connsiteX8" fmla="*/ 56376 w 1456912"/>
              <a:gd name="connsiteY8" fmla="*/ 0 h 556225"/>
              <a:gd name="connsiteX9" fmla="*/ 56376 w 1456912"/>
              <a:gd name="connsiteY9" fmla="*/ 338244 h 556225"/>
              <a:gd name="connsiteX10" fmla="*/ 367711 w 1456912"/>
              <a:gd name="connsiteY10" fmla="*/ 338244 h 556225"/>
              <a:gd name="connsiteX11" fmla="*/ 367711 w 1456912"/>
              <a:gd name="connsiteY11" fmla="*/ 310062 h 556225"/>
              <a:gd name="connsiteX12" fmla="*/ 84564 w 1456912"/>
              <a:gd name="connsiteY12" fmla="*/ 310062 h 556225"/>
              <a:gd name="connsiteX13" fmla="*/ 84564 w 1456912"/>
              <a:gd name="connsiteY13" fmla="*/ 28188 h 556225"/>
              <a:gd name="connsiteX14" fmla="*/ 410152 w 1456912"/>
              <a:gd name="connsiteY14" fmla="*/ 253686 h 556225"/>
              <a:gd name="connsiteX15" fmla="*/ 140937 w 1456912"/>
              <a:gd name="connsiteY15" fmla="*/ 253686 h 556225"/>
              <a:gd name="connsiteX16" fmla="*/ 140937 w 1456912"/>
              <a:gd name="connsiteY16" fmla="*/ 140940 h 556225"/>
              <a:gd name="connsiteX17" fmla="*/ 371171 w 1456912"/>
              <a:gd name="connsiteY17" fmla="*/ 140940 h 556225"/>
              <a:gd name="connsiteX18" fmla="*/ 399359 w 1456912"/>
              <a:gd name="connsiteY18" fmla="*/ 112752 h 556225"/>
              <a:gd name="connsiteX19" fmla="*/ 140937 w 1456912"/>
              <a:gd name="connsiteY19" fmla="*/ 112752 h 556225"/>
              <a:gd name="connsiteX20" fmla="*/ 140937 w 1456912"/>
              <a:gd name="connsiteY20" fmla="*/ 84564 h 556225"/>
              <a:gd name="connsiteX21" fmla="*/ 422811 w 1456912"/>
              <a:gd name="connsiteY21" fmla="*/ 84564 h 556225"/>
              <a:gd name="connsiteX22" fmla="*/ 422811 w 1456912"/>
              <a:gd name="connsiteY22" fmla="*/ 56376 h 556225"/>
              <a:gd name="connsiteX23" fmla="*/ 112749 w 1456912"/>
              <a:gd name="connsiteY23" fmla="*/ 56376 h 556225"/>
              <a:gd name="connsiteX24" fmla="*/ 112749 w 1456912"/>
              <a:gd name="connsiteY24" fmla="*/ 281874 h 556225"/>
              <a:gd name="connsiteX25" fmla="*/ 382334 w 1456912"/>
              <a:gd name="connsiteY25" fmla="*/ 281874 h 556225"/>
              <a:gd name="connsiteX26" fmla="*/ 410152 w 1456912"/>
              <a:gd name="connsiteY26" fmla="*/ 253686 h 556225"/>
              <a:gd name="connsiteX27" fmla="*/ 56376 w 1456912"/>
              <a:gd name="connsiteY27" fmla="*/ 535557 h 556225"/>
              <a:gd name="connsiteX28" fmla="*/ 84564 w 1456912"/>
              <a:gd name="connsiteY28" fmla="*/ 535557 h 556225"/>
              <a:gd name="connsiteX29" fmla="*/ 84564 w 1456912"/>
              <a:gd name="connsiteY29" fmla="*/ 394620 h 556225"/>
              <a:gd name="connsiteX30" fmla="*/ 112752 w 1456912"/>
              <a:gd name="connsiteY30" fmla="*/ 394620 h 556225"/>
              <a:gd name="connsiteX31" fmla="*/ 112752 w 1456912"/>
              <a:gd name="connsiteY31" fmla="*/ 511890 h 556225"/>
              <a:gd name="connsiteX32" fmla="*/ 140940 w 1456912"/>
              <a:gd name="connsiteY32" fmla="*/ 483705 h 556225"/>
              <a:gd name="connsiteX33" fmla="*/ 140940 w 1456912"/>
              <a:gd name="connsiteY33" fmla="*/ 394620 h 556225"/>
              <a:gd name="connsiteX34" fmla="*/ 367714 w 1456912"/>
              <a:gd name="connsiteY34" fmla="*/ 394620 h 556225"/>
              <a:gd name="connsiteX35" fmla="*/ 367714 w 1456912"/>
              <a:gd name="connsiteY35" fmla="*/ 366435 h 556225"/>
              <a:gd name="connsiteX36" fmla="*/ 56376 w 1456912"/>
              <a:gd name="connsiteY36" fmla="*/ 366435 h 556225"/>
              <a:gd name="connsiteX37" fmla="*/ 56376 w 1456912"/>
              <a:gd name="connsiteY37" fmla="*/ 535557 h 556225"/>
              <a:gd name="connsiteX38" fmla="*/ 1428724 w 1456912"/>
              <a:gd name="connsiteY38" fmla="*/ 0 h 556225"/>
              <a:gd name="connsiteX39" fmla="*/ 1428724 w 1456912"/>
              <a:gd name="connsiteY39" fmla="*/ 324156 h 556225"/>
              <a:gd name="connsiteX40" fmla="*/ 1316539 w 1456912"/>
              <a:gd name="connsiteY40" fmla="*/ 514089 h 556225"/>
              <a:gd name="connsiteX41" fmla="*/ 1315903 w 1456912"/>
              <a:gd name="connsiteY41" fmla="*/ 513258 h 556225"/>
              <a:gd name="connsiteX42" fmla="*/ 1400536 w 1456912"/>
              <a:gd name="connsiteY42" fmla="*/ 351869 h 556225"/>
              <a:gd name="connsiteX43" fmla="*/ 1400536 w 1456912"/>
              <a:gd name="connsiteY43" fmla="*/ 3 h 556225"/>
              <a:gd name="connsiteX44" fmla="*/ 1372348 w 1456912"/>
              <a:gd name="connsiteY44" fmla="*/ 3 h 556225"/>
              <a:gd name="connsiteX45" fmla="*/ 1372348 w 1456912"/>
              <a:gd name="connsiteY45" fmla="*/ 351400 h 556225"/>
              <a:gd name="connsiteX46" fmla="*/ 1189132 w 1456912"/>
              <a:gd name="connsiteY46" fmla="*/ 528510 h 556225"/>
              <a:gd name="connsiteX47" fmla="*/ 1005916 w 1456912"/>
              <a:gd name="connsiteY47" fmla="*/ 351400 h 556225"/>
              <a:gd name="connsiteX48" fmla="*/ 1005916 w 1456912"/>
              <a:gd name="connsiteY48" fmla="*/ 23666 h 556225"/>
              <a:gd name="connsiteX49" fmla="*/ 977728 w 1456912"/>
              <a:gd name="connsiteY49" fmla="*/ 51854 h 556225"/>
              <a:gd name="connsiteX50" fmla="*/ 977728 w 1456912"/>
              <a:gd name="connsiteY50" fmla="*/ 351869 h 556225"/>
              <a:gd name="connsiteX51" fmla="*/ 1189132 w 1456912"/>
              <a:gd name="connsiteY51" fmla="*/ 556226 h 556225"/>
              <a:gd name="connsiteX52" fmla="*/ 1217320 w 1456912"/>
              <a:gd name="connsiteY52" fmla="*/ 556226 h 556225"/>
              <a:gd name="connsiteX53" fmla="*/ 1456912 w 1456912"/>
              <a:gd name="connsiteY53" fmla="*/ 324566 h 556225"/>
              <a:gd name="connsiteX54" fmla="*/ 1456912 w 1456912"/>
              <a:gd name="connsiteY54" fmla="*/ 0 h 556225"/>
              <a:gd name="connsiteX55" fmla="*/ 1428724 w 1456912"/>
              <a:gd name="connsiteY55" fmla="*/ 0 h 556225"/>
              <a:gd name="connsiteX56" fmla="*/ 1189132 w 1456912"/>
              <a:gd name="connsiteY56" fmla="*/ 500322 h 556225"/>
              <a:gd name="connsiteX57" fmla="*/ 1344160 w 1456912"/>
              <a:gd name="connsiteY57" fmla="*/ 351400 h 556225"/>
              <a:gd name="connsiteX58" fmla="*/ 1344160 w 1456912"/>
              <a:gd name="connsiteY58" fmla="*/ 351400 h 556225"/>
              <a:gd name="connsiteX59" fmla="*/ 1344160 w 1456912"/>
              <a:gd name="connsiteY59" fmla="*/ 23666 h 556225"/>
              <a:gd name="connsiteX60" fmla="*/ 1315972 w 1456912"/>
              <a:gd name="connsiteY60" fmla="*/ 51854 h 556225"/>
              <a:gd name="connsiteX61" fmla="*/ 1315972 w 1456912"/>
              <a:gd name="connsiteY61" fmla="*/ 324153 h 556225"/>
              <a:gd name="connsiteX62" fmla="*/ 1217317 w 1456912"/>
              <a:gd name="connsiteY62" fmla="*/ 415761 h 556225"/>
              <a:gd name="connsiteX63" fmla="*/ 1118662 w 1456912"/>
              <a:gd name="connsiteY63" fmla="*/ 324153 h 556225"/>
              <a:gd name="connsiteX64" fmla="*/ 1118662 w 1456912"/>
              <a:gd name="connsiteY64" fmla="*/ 3 h 556225"/>
              <a:gd name="connsiteX65" fmla="*/ 1090474 w 1456912"/>
              <a:gd name="connsiteY65" fmla="*/ 3 h 556225"/>
              <a:gd name="connsiteX66" fmla="*/ 1090474 w 1456912"/>
              <a:gd name="connsiteY66" fmla="*/ 324156 h 556225"/>
              <a:gd name="connsiteX67" fmla="*/ 1217317 w 1456912"/>
              <a:gd name="connsiteY67" fmla="*/ 443951 h 556225"/>
              <a:gd name="connsiteX68" fmla="*/ 1304349 w 1456912"/>
              <a:gd name="connsiteY68" fmla="*/ 404889 h 556225"/>
              <a:gd name="connsiteX69" fmla="*/ 1304982 w 1456912"/>
              <a:gd name="connsiteY69" fmla="*/ 405720 h 556225"/>
              <a:gd name="connsiteX70" fmla="*/ 1189129 w 1456912"/>
              <a:gd name="connsiteY70" fmla="*/ 472139 h 556225"/>
              <a:gd name="connsiteX71" fmla="*/ 1062303 w 1456912"/>
              <a:gd name="connsiteY71" fmla="*/ 352344 h 556225"/>
              <a:gd name="connsiteX72" fmla="*/ 1062286 w 1456912"/>
              <a:gd name="connsiteY72" fmla="*/ 352344 h 556225"/>
              <a:gd name="connsiteX73" fmla="*/ 1062286 w 1456912"/>
              <a:gd name="connsiteY73" fmla="*/ 3 h 556225"/>
              <a:gd name="connsiteX74" fmla="*/ 1034098 w 1456912"/>
              <a:gd name="connsiteY74" fmla="*/ 3 h 556225"/>
              <a:gd name="connsiteX75" fmla="*/ 1034098 w 1456912"/>
              <a:gd name="connsiteY75" fmla="*/ 352341 h 556225"/>
              <a:gd name="connsiteX76" fmla="*/ 1034113 w 1456912"/>
              <a:gd name="connsiteY76" fmla="*/ 352341 h 556225"/>
              <a:gd name="connsiteX77" fmla="*/ 1189132 w 1456912"/>
              <a:gd name="connsiteY77" fmla="*/ 500322 h 556225"/>
              <a:gd name="connsiteX78" fmla="*/ 562774 w 1456912"/>
              <a:gd name="connsiteY78" fmla="*/ 366435 h 556225"/>
              <a:gd name="connsiteX79" fmla="*/ 491494 w 1456912"/>
              <a:gd name="connsiteY79" fmla="*/ 535557 h 556225"/>
              <a:gd name="connsiteX80" fmla="*/ 519684 w 1456912"/>
              <a:gd name="connsiteY80" fmla="*/ 535554 h 556225"/>
              <a:gd name="connsiteX81" fmla="*/ 519682 w 1456912"/>
              <a:gd name="connsiteY81" fmla="*/ 535557 h 556225"/>
              <a:gd name="connsiteX82" fmla="*/ 519684 w 1456912"/>
              <a:gd name="connsiteY82" fmla="*/ 535557 h 556225"/>
              <a:gd name="connsiteX83" fmla="*/ 555322 w 1456912"/>
              <a:gd name="connsiteY83" fmla="*/ 450996 h 556225"/>
              <a:gd name="connsiteX84" fmla="*/ 794138 w 1456912"/>
              <a:gd name="connsiteY84" fmla="*/ 450996 h 556225"/>
              <a:gd name="connsiteX85" fmla="*/ 829744 w 1456912"/>
              <a:gd name="connsiteY85" fmla="*/ 535557 h 556225"/>
              <a:gd name="connsiteX86" fmla="*/ 857932 w 1456912"/>
              <a:gd name="connsiteY86" fmla="*/ 535557 h 556225"/>
              <a:gd name="connsiteX87" fmla="*/ 810457 w 1456912"/>
              <a:gd name="connsiteY87" fmla="*/ 422808 h 556225"/>
              <a:gd name="connsiteX88" fmla="*/ 567200 w 1456912"/>
              <a:gd name="connsiteY88" fmla="*/ 422808 h 556225"/>
              <a:gd name="connsiteX89" fmla="*/ 579078 w 1456912"/>
              <a:gd name="connsiteY89" fmla="*/ 394620 h 556225"/>
              <a:gd name="connsiteX90" fmla="*/ 826776 w 1456912"/>
              <a:gd name="connsiteY90" fmla="*/ 394620 h 556225"/>
              <a:gd name="connsiteX91" fmla="*/ 886120 w 1456912"/>
              <a:gd name="connsiteY91" fmla="*/ 535557 h 556225"/>
              <a:gd name="connsiteX92" fmla="*/ 914308 w 1456912"/>
              <a:gd name="connsiteY92" fmla="*/ 535557 h 556225"/>
              <a:gd name="connsiteX93" fmla="*/ 843097 w 1456912"/>
              <a:gd name="connsiteY93" fmla="*/ 366435 h 556225"/>
              <a:gd name="connsiteX94" fmla="*/ 562774 w 1456912"/>
              <a:gd name="connsiteY94" fmla="*/ 366435 h 556225"/>
              <a:gd name="connsiteX95" fmla="*/ 604248 w 1456912"/>
              <a:gd name="connsiteY95" fmla="*/ 0 h 556225"/>
              <a:gd name="connsiteX96" fmla="*/ 397091 w 1456912"/>
              <a:gd name="connsiteY96" fmla="*/ 491374 h 556225"/>
              <a:gd name="connsiteX97" fmla="*/ 415032 w 1456912"/>
              <a:gd name="connsiteY97" fmla="*/ 515732 h 556225"/>
              <a:gd name="connsiteX98" fmla="*/ 632437 w 1456912"/>
              <a:gd name="connsiteY98" fmla="*/ 0 h 556225"/>
              <a:gd name="connsiteX99" fmla="*/ 604248 w 1456912"/>
              <a:gd name="connsiteY99" fmla="*/ 0 h 556225"/>
              <a:gd name="connsiteX100" fmla="*/ 716998 w 1456912"/>
              <a:gd name="connsiteY100" fmla="*/ 3 h 556225"/>
              <a:gd name="connsiteX101" fmla="*/ 934130 w 1456912"/>
              <a:gd name="connsiteY101" fmla="*/ 515735 h 556225"/>
              <a:gd name="connsiteX102" fmla="*/ 952028 w 1456912"/>
              <a:gd name="connsiteY102" fmla="*/ 491377 h 556225"/>
              <a:gd name="connsiteX103" fmla="*/ 745186 w 1456912"/>
              <a:gd name="connsiteY103" fmla="*/ 3 h 556225"/>
              <a:gd name="connsiteX104" fmla="*/ 716998 w 1456912"/>
              <a:gd name="connsiteY104" fmla="*/ 3 h 556225"/>
              <a:gd name="connsiteX105" fmla="*/ 546409 w 1456912"/>
              <a:gd name="connsiteY105" fmla="*/ 338247 h 556225"/>
              <a:gd name="connsiteX106" fmla="*/ 463042 w 1456912"/>
              <a:gd name="connsiteY106" fmla="*/ 535557 h 556225"/>
              <a:gd name="connsiteX107" fmla="*/ 434854 w 1456912"/>
              <a:gd name="connsiteY107" fmla="*/ 535557 h 556225"/>
              <a:gd name="connsiteX108" fmla="*/ 646528 w 1456912"/>
              <a:gd name="connsiteY108" fmla="*/ 33467 h 556225"/>
              <a:gd name="connsiteX109" fmla="*/ 762988 w 1456912"/>
              <a:gd name="connsiteY109" fmla="*/ 310059 h 556225"/>
              <a:gd name="connsiteX110" fmla="*/ 791176 w 1456912"/>
              <a:gd name="connsiteY110" fmla="*/ 310059 h 556225"/>
              <a:gd name="connsiteX111" fmla="*/ 660624 w 1456912"/>
              <a:gd name="connsiteY111" fmla="*/ 3 h 556225"/>
              <a:gd name="connsiteX112" fmla="*/ 688812 w 1456912"/>
              <a:gd name="connsiteY112" fmla="*/ 3 h 556225"/>
              <a:gd name="connsiteX113" fmla="*/ 831231 w 1456912"/>
              <a:gd name="connsiteY113" fmla="*/ 338247 h 556225"/>
              <a:gd name="connsiteX114" fmla="*/ 546409 w 1456912"/>
              <a:gd name="connsiteY114" fmla="*/ 338247 h 556225"/>
              <a:gd name="connsiteX115" fmla="*/ 674788 w 1456912"/>
              <a:gd name="connsiteY115" fmla="*/ 167531 h 556225"/>
              <a:gd name="connsiteX116" fmla="*/ 614721 w 1456912"/>
              <a:gd name="connsiteY116" fmla="*/ 310062 h 556225"/>
              <a:gd name="connsiteX117" fmla="*/ 734800 w 1456912"/>
              <a:gd name="connsiteY117" fmla="*/ 310062 h 556225"/>
              <a:gd name="connsiteX118" fmla="*/ 674788 w 1456912"/>
              <a:gd name="connsiteY118" fmla="*/ 167531 h 556225"/>
              <a:gd name="connsiteX119" fmla="*/ 558275 w 1456912"/>
              <a:gd name="connsiteY119" fmla="*/ 310062 h 556225"/>
              <a:gd name="connsiteX120" fmla="*/ 586535 w 1456912"/>
              <a:gd name="connsiteY120" fmla="*/ 310062 h 556225"/>
              <a:gd name="connsiteX121" fmla="*/ 660703 w 1456912"/>
              <a:gd name="connsiteY121" fmla="*/ 134072 h 556225"/>
              <a:gd name="connsiteX122" fmla="*/ 646588 w 1456912"/>
              <a:gd name="connsiteY122" fmla="*/ 100553 h 556225"/>
              <a:gd name="connsiteX123" fmla="*/ 558275 w 1456912"/>
              <a:gd name="connsiteY123" fmla="*/ 310062 h 556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1456912" h="556225">
                <a:moveTo>
                  <a:pt x="0" y="51854"/>
                </a:moveTo>
                <a:lnTo>
                  <a:pt x="28188" y="23666"/>
                </a:lnTo>
                <a:lnTo>
                  <a:pt x="28188" y="535557"/>
                </a:lnTo>
                <a:lnTo>
                  <a:pt x="0" y="535557"/>
                </a:lnTo>
                <a:lnTo>
                  <a:pt x="0" y="51854"/>
                </a:lnTo>
                <a:close/>
                <a:moveTo>
                  <a:pt x="84564" y="28188"/>
                </a:moveTo>
                <a:lnTo>
                  <a:pt x="422811" y="28188"/>
                </a:lnTo>
                <a:lnTo>
                  <a:pt x="422811" y="0"/>
                </a:lnTo>
                <a:lnTo>
                  <a:pt x="56376" y="0"/>
                </a:lnTo>
                <a:lnTo>
                  <a:pt x="56376" y="338244"/>
                </a:lnTo>
                <a:lnTo>
                  <a:pt x="367711" y="338244"/>
                </a:lnTo>
                <a:lnTo>
                  <a:pt x="367711" y="310062"/>
                </a:lnTo>
                <a:lnTo>
                  <a:pt x="84564" y="310062"/>
                </a:lnTo>
                <a:lnTo>
                  <a:pt x="84564" y="28188"/>
                </a:lnTo>
                <a:close/>
                <a:moveTo>
                  <a:pt x="410152" y="253686"/>
                </a:moveTo>
                <a:lnTo>
                  <a:pt x="140937" y="253686"/>
                </a:lnTo>
                <a:lnTo>
                  <a:pt x="140937" y="140940"/>
                </a:lnTo>
                <a:lnTo>
                  <a:pt x="371171" y="140940"/>
                </a:lnTo>
                <a:lnTo>
                  <a:pt x="399359" y="112752"/>
                </a:lnTo>
                <a:lnTo>
                  <a:pt x="140937" y="112752"/>
                </a:lnTo>
                <a:lnTo>
                  <a:pt x="140937" y="84564"/>
                </a:lnTo>
                <a:lnTo>
                  <a:pt x="422811" y="84564"/>
                </a:lnTo>
                <a:lnTo>
                  <a:pt x="422811" y="56376"/>
                </a:lnTo>
                <a:lnTo>
                  <a:pt x="112749" y="56376"/>
                </a:lnTo>
                <a:lnTo>
                  <a:pt x="112749" y="281874"/>
                </a:lnTo>
                <a:lnTo>
                  <a:pt x="382334" y="281874"/>
                </a:lnTo>
                <a:lnTo>
                  <a:pt x="410152" y="253686"/>
                </a:lnTo>
                <a:close/>
                <a:moveTo>
                  <a:pt x="56376" y="535557"/>
                </a:moveTo>
                <a:lnTo>
                  <a:pt x="84564" y="535557"/>
                </a:lnTo>
                <a:lnTo>
                  <a:pt x="84564" y="394620"/>
                </a:lnTo>
                <a:lnTo>
                  <a:pt x="112752" y="394620"/>
                </a:lnTo>
                <a:lnTo>
                  <a:pt x="112752" y="511890"/>
                </a:lnTo>
                <a:lnTo>
                  <a:pt x="140940" y="483705"/>
                </a:lnTo>
                <a:lnTo>
                  <a:pt x="140940" y="394620"/>
                </a:lnTo>
                <a:lnTo>
                  <a:pt x="367714" y="394620"/>
                </a:lnTo>
                <a:lnTo>
                  <a:pt x="367714" y="366435"/>
                </a:lnTo>
                <a:lnTo>
                  <a:pt x="56376" y="366435"/>
                </a:lnTo>
                <a:lnTo>
                  <a:pt x="56376" y="535557"/>
                </a:lnTo>
                <a:close/>
                <a:moveTo>
                  <a:pt x="1428724" y="0"/>
                </a:moveTo>
                <a:lnTo>
                  <a:pt x="1428724" y="324156"/>
                </a:lnTo>
                <a:cubicBezTo>
                  <a:pt x="1428724" y="399584"/>
                  <a:pt x="1395069" y="464387"/>
                  <a:pt x="1316539" y="514089"/>
                </a:cubicBezTo>
                <a:lnTo>
                  <a:pt x="1315903" y="513258"/>
                </a:lnTo>
                <a:cubicBezTo>
                  <a:pt x="1367503" y="472336"/>
                  <a:pt x="1400536" y="419773"/>
                  <a:pt x="1400536" y="351869"/>
                </a:cubicBezTo>
                <a:lnTo>
                  <a:pt x="1400536" y="3"/>
                </a:lnTo>
                <a:lnTo>
                  <a:pt x="1372348" y="3"/>
                </a:lnTo>
                <a:lnTo>
                  <a:pt x="1372348" y="351400"/>
                </a:lnTo>
                <a:cubicBezTo>
                  <a:pt x="1372348" y="452590"/>
                  <a:pt x="1290318" y="528510"/>
                  <a:pt x="1189132" y="528510"/>
                </a:cubicBezTo>
                <a:cubicBezTo>
                  <a:pt x="1087946" y="528510"/>
                  <a:pt x="1005916" y="452587"/>
                  <a:pt x="1005916" y="351400"/>
                </a:cubicBezTo>
                <a:lnTo>
                  <a:pt x="1005916" y="23666"/>
                </a:lnTo>
                <a:lnTo>
                  <a:pt x="977728" y="51854"/>
                </a:lnTo>
                <a:lnTo>
                  <a:pt x="977728" y="351869"/>
                </a:lnTo>
                <a:cubicBezTo>
                  <a:pt x="977728" y="468625"/>
                  <a:pt x="1072376" y="556226"/>
                  <a:pt x="1189132" y="556226"/>
                </a:cubicBezTo>
                <a:cubicBezTo>
                  <a:pt x="1191834" y="556226"/>
                  <a:pt x="1217320" y="556226"/>
                  <a:pt x="1217320" y="556226"/>
                </a:cubicBezTo>
                <a:cubicBezTo>
                  <a:pt x="1332291" y="556226"/>
                  <a:pt x="1456912" y="471321"/>
                  <a:pt x="1456912" y="324566"/>
                </a:cubicBezTo>
                <a:cubicBezTo>
                  <a:pt x="1456912" y="324428"/>
                  <a:pt x="1456912" y="0"/>
                  <a:pt x="1456912" y="0"/>
                </a:cubicBezTo>
                <a:lnTo>
                  <a:pt x="1428724" y="0"/>
                </a:lnTo>
                <a:close/>
                <a:moveTo>
                  <a:pt x="1189132" y="500322"/>
                </a:moveTo>
                <a:cubicBezTo>
                  <a:pt x="1274706" y="500322"/>
                  <a:pt x="1344082" y="436948"/>
                  <a:pt x="1344160" y="351400"/>
                </a:cubicBezTo>
                <a:lnTo>
                  <a:pt x="1344160" y="351400"/>
                </a:lnTo>
                <a:lnTo>
                  <a:pt x="1344160" y="23666"/>
                </a:lnTo>
                <a:lnTo>
                  <a:pt x="1315972" y="51854"/>
                </a:lnTo>
                <a:lnTo>
                  <a:pt x="1315972" y="324153"/>
                </a:lnTo>
                <a:cubicBezTo>
                  <a:pt x="1315972" y="378637"/>
                  <a:pt x="1271801" y="415761"/>
                  <a:pt x="1217317" y="415761"/>
                </a:cubicBezTo>
                <a:cubicBezTo>
                  <a:pt x="1162833" y="415761"/>
                  <a:pt x="1118662" y="378637"/>
                  <a:pt x="1118662" y="324153"/>
                </a:cubicBezTo>
                <a:lnTo>
                  <a:pt x="1118662" y="3"/>
                </a:lnTo>
                <a:lnTo>
                  <a:pt x="1090474" y="3"/>
                </a:lnTo>
                <a:lnTo>
                  <a:pt x="1090474" y="324156"/>
                </a:lnTo>
                <a:cubicBezTo>
                  <a:pt x="1090474" y="394209"/>
                  <a:pt x="1147264" y="443951"/>
                  <a:pt x="1217317" y="443951"/>
                </a:cubicBezTo>
                <a:cubicBezTo>
                  <a:pt x="1245962" y="443951"/>
                  <a:pt x="1280732" y="429800"/>
                  <a:pt x="1304349" y="404889"/>
                </a:cubicBezTo>
                <a:lnTo>
                  <a:pt x="1304982" y="405720"/>
                </a:lnTo>
                <a:cubicBezTo>
                  <a:pt x="1282838" y="446784"/>
                  <a:pt x="1241907" y="472139"/>
                  <a:pt x="1189129" y="472139"/>
                </a:cubicBezTo>
                <a:cubicBezTo>
                  <a:pt x="1119507" y="472139"/>
                  <a:pt x="1062992" y="421734"/>
                  <a:pt x="1062303" y="352344"/>
                </a:cubicBezTo>
                <a:lnTo>
                  <a:pt x="1062286" y="352344"/>
                </a:lnTo>
                <a:lnTo>
                  <a:pt x="1062286" y="3"/>
                </a:lnTo>
                <a:lnTo>
                  <a:pt x="1034098" y="3"/>
                </a:lnTo>
                <a:lnTo>
                  <a:pt x="1034098" y="352341"/>
                </a:lnTo>
                <a:lnTo>
                  <a:pt x="1034113" y="352341"/>
                </a:lnTo>
                <a:cubicBezTo>
                  <a:pt x="1034703" y="437411"/>
                  <a:pt x="1103877" y="500322"/>
                  <a:pt x="1189132" y="500322"/>
                </a:cubicBezTo>
                <a:close/>
                <a:moveTo>
                  <a:pt x="562774" y="366435"/>
                </a:moveTo>
                <a:lnTo>
                  <a:pt x="491494" y="535557"/>
                </a:lnTo>
                <a:lnTo>
                  <a:pt x="519684" y="535554"/>
                </a:lnTo>
                <a:lnTo>
                  <a:pt x="519682" y="535557"/>
                </a:lnTo>
                <a:lnTo>
                  <a:pt x="519684" y="535557"/>
                </a:lnTo>
                <a:lnTo>
                  <a:pt x="555322" y="450996"/>
                </a:lnTo>
                <a:lnTo>
                  <a:pt x="794138" y="450996"/>
                </a:lnTo>
                <a:lnTo>
                  <a:pt x="829744" y="535557"/>
                </a:lnTo>
                <a:lnTo>
                  <a:pt x="857932" y="535557"/>
                </a:lnTo>
                <a:lnTo>
                  <a:pt x="810457" y="422808"/>
                </a:lnTo>
                <a:lnTo>
                  <a:pt x="567200" y="422808"/>
                </a:lnTo>
                <a:lnTo>
                  <a:pt x="579078" y="394620"/>
                </a:lnTo>
                <a:lnTo>
                  <a:pt x="826776" y="394620"/>
                </a:lnTo>
                <a:lnTo>
                  <a:pt x="886120" y="535557"/>
                </a:lnTo>
                <a:lnTo>
                  <a:pt x="914308" y="535557"/>
                </a:lnTo>
                <a:lnTo>
                  <a:pt x="843097" y="366435"/>
                </a:lnTo>
                <a:lnTo>
                  <a:pt x="562774" y="366435"/>
                </a:lnTo>
                <a:close/>
                <a:moveTo>
                  <a:pt x="604248" y="0"/>
                </a:moveTo>
                <a:lnTo>
                  <a:pt x="397091" y="491374"/>
                </a:lnTo>
                <a:lnTo>
                  <a:pt x="415032" y="515732"/>
                </a:lnTo>
                <a:lnTo>
                  <a:pt x="632437" y="0"/>
                </a:lnTo>
                <a:lnTo>
                  <a:pt x="604248" y="0"/>
                </a:lnTo>
                <a:close/>
                <a:moveTo>
                  <a:pt x="716998" y="3"/>
                </a:moveTo>
                <a:lnTo>
                  <a:pt x="934130" y="515735"/>
                </a:lnTo>
                <a:lnTo>
                  <a:pt x="952028" y="491377"/>
                </a:lnTo>
                <a:lnTo>
                  <a:pt x="745186" y="3"/>
                </a:lnTo>
                <a:lnTo>
                  <a:pt x="716998" y="3"/>
                </a:lnTo>
                <a:close/>
                <a:moveTo>
                  <a:pt x="546409" y="338247"/>
                </a:moveTo>
                <a:lnTo>
                  <a:pt x="463042" y="535557"/>
                </a:lnTo>
                <a:lnTo>
                  <a:pt x="434854" y="535557"/>
                </a:lnTo>
                <a:lnTo>
                  <a:pt x="646528" y="33467"/>
                </a:lnTo>
                <a:lnTo>
                  <a:pt x="762988" y="310059"/>
                </a:lnTo>
                <a:lnTo>
                  <a:pt x="791176" y="310059"/>
                </a:lnTo>
                <a:lnTo>
                  <a:pt x="660624" y="3"/>
                </a:lnTo>
                <a:lnTo>
                  <a:pt x="688812" y="3"/>
                </a:lnTo>
                <a:lnTo>
                  <a:pt x="831231" y="338247"/>
                </a:lnTo>
                <a:lnTo>
                  <a:pt x="546409" y="338247"/>
                </a:lnTo>
                <a:close/>
                <a:moveTo>
                  <a:pt x="674788" y="167531"/>
                </a:moveTo>
                <a:lnTo>
                  <a:pt x="614721" y="310062"/>
                </a:lnTo>
                <a:lnTo>
                  <a:pt x="734800" y="310062"/>
                </a:lnTo>
                <a:lnTo>
                  <a:pt x="674788" y="167531"/>
                </a:lnTo>
                <a:close/>
                <a:moveTo>
                  <a:pt x="558275" y="310062"/>
                </a:moveTo>
                <a:lnTo>
                  <a:pt x="586535" y="310062"/>
                </a:lnTo>
                <a:lnTo>
                  <a:pt x="660703" y="134072"/>
                </a:lnTo>
                <a:lnTo>
                  <a:pt x="646588" y="100553"/>
                </a:lnTo>
                <a:lnTo>
                  <a:pt x="558275" y="310062"/>
                </a:lnTo>
                <a:close/>
              </a:path>
            </a:pathLst>
          </a:custGeom>
          <a:solidFill>
            <a:schemeClr val="tx1"/>
          </a:solidFill>
          <a:ln w="2892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grpSp>
        <p:nvGrpSpPr>
          <p:cNvPr id="56" name="Gruppieren 55">
            <a:extLst>
              <a:ext uri="{FF2B5EF4-FFF2-40B4-BE49-F238E27FC236}">
                <a16:creationId xmlns:a16="http://schemas.microsoft.com/office/drawing/2014/main" id="{0C3B9D07-F821-46AB-95B1-D19222D00FD7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62" name="Gerader Verbinder 61">
              <a:extLst>
                <a:ext uri="{FF2B5EF4-FFF2-40B4-BE49-F238E27FC236}">
                  <a16:creationId xmlns:a16="http://schemas.microsoft.com/office/drawing/2014/main" id="{22380010-0050-441D-BA9C-97B58351587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Textfeld 62">
              <a:extLst>
                <a:ext uri="{FF2B5EF4-FFF2-40B4-BE49-F238E27FC236}">
                  <a16:creationId xmlns:a16="http://schemas.microsoft.com/office/drawing/2014/main" id="{C13F555F-C26E-4B21-A77C-6CA7380155F8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64" name="Gruppieren 63">
            <a:extLst>
              <a:ext uri="{FF2B5EF4-FFF2-40B4-BE49-F238E27FC236}">
                <a16:creationId xmlns:a16="http://schemas.microsoft.com/office/drawing/2014/main" id="{705760C0-8935-4141-9AEE-BB96816B3799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66" name="Gerader Verbinder 65">
              <a:extLst>
                <a:ext uri="{FF2B5EF4-FFF2-40B4-BE49-F238E27FC236}">
                  <a16:creationId xmlns:a16="http://schemas.microsoft.com/office/drawing/2014/main" id="{EBE9DAC0-7790-4611-B602-40B3CD18C73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Textfeld 66">
              <a:extLst>
                <a:ext uri="{FF2B5EF4-FFF2-40B4-BE49-F238E27FC236}">
                  <a16:creationId xmlns:a16="http://schemas.microsoft.com/office/drawing/2014/main" id="{1FBE1EE4-3D10-40E7-9F1E-627A51E59C61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68" name="Gruppieren 67">
            <a:extLst>
              <a:ext uri="{FF2B5EF4-FFF2-40B4-BE49-F238E27FC236}">
                <a16:creationId xmlns:a16="http://schemas.microsoft.com/office/drawing/2014/main" id="{B25E0919-4E1B-4A97-A1C2-6AE7D2A59920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69" name="Gerader Verbinder 68">
              <a:extLst>
                <a:ext uri="{FF2B5EF4-FFF2-40B4-BE49-F238E27FC236}">
                  <a16:creationId xmlns:a16="http://schemas.microsoft.com/office/drawing/2014/main" id="{849FBB7D-3378-4F36-B80B-3E0BDCA8343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Textfeld 69">
              <a:extLst>
                <a:ext uri="{FF2B5EF4-FFF2-40B4-BE49-F238E27FC236}">
                  <a16:creationId xmlns:a16="http://schemas.microsoft.com/office/drawing/2014/main" id="{6141066E-6566-420D-B6EB-886DF25CCD11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71" name="Gruppieren 70">
            <a:extLst>
              <a:ext uri="{FF2B5EF4-FFF2-40B4-BE49-F238E27FC236}">
                <a16:creationId xmlns:a16="http://schemas.microsoft.com/office/drawing/2014/main" id="{87A742EA-EC3D-47DE-9C2D-533639983C8D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72" name="Gerader Verbinder 71">
              <a:extLst>
                <a:ext uri="{FF2B5EF4-FFF2-40B4-BE49-F238E27FC236}">
                  <a16:creationId xmlns:a16="http://schemas.microsoft.com/office/drawing/2014/main" id="{846719FD-F8B1-447D-8561-7A1E238E8A5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Textfeld 72">
              <a:extLst>
                <a:ext uri="{FF2B5EF4-FFF2-40B4-BE49-F238E27FC236}">
                  <a16:creationId xmlns:a16="http://schemas.microsoft.com/office/drawing/2014/main" id="{2ABDBC31-5895-4E49-887D-433A43B32DBC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74" name="Gruppieren 73">
            <a:extLst>
              <a:ext uri="{FF2B5EF4-FFF2-40B4-BE49-F238E27FC236}">
                <a16:creationId xmlns:a16="http://schemas.microsoft.com/office/drawing/2014/main" id="{AEF4BF1C-C847-48A1-A7BF-3BEE82EF1C59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75" name="Gerader Verbinder 74">
              <a:extLst>
                <a:ext uri="{FF2B5EF4-FFF2-40B4-BE49-F238E27FC236}">
                  <a16:creationId xmlns:a16="http://schemas.microsoft.com/office/drawing/2014/main" id="{1CF60061-B6B2-4FE6-9482-278DFD418BD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Textfeld 75">
              <a:extLst>
                <a:ext uri="{FF2B5EF4-FFF2-40B4-BE49-F238E27FC236}">
                  <a16:creationId xmlns:a16="http://schemas.microsoft.com/office/drawing/2014/main" id="{73D29742-39CB-41E5-B346-BADC9743E285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77" name="Gruppieren 76">
            <a:extLst>
              <a:ext uri="{FF2B5EF4-FFF2-40B4-BE49-F238E27FC236}">
                <a16:creationId xmlns:a16="http://schemas.microsoft.com/office/drawing/2014/main" id="{D55A5473-7182-4B24-8843-51E2ADF3D492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78" name="Gerader Verbinder 77">
              <a:extLst>
                <a:ext uri="{FF2B5EF4-FFF2-40B4-BE49-F238E27FC236}">
                  <a16:creationId xmlns:a16="http://schemas.microsoft.com/office/drawing/2014/main" id="{204A095A-3A24-4259-92A8-4500898AC05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Textfeld 78">
              <a:extLst>
                <a:ext uri="{FF2B5EF4-FFF2-40B4-BE49-F238E27FC236}">
                  <a16:creationId xmlns:a16="http://schemas.microsoft.com/office/drawing/2014/main" id="{82971EAD-9159-4D12-8726-4FBE6AFA23F0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80" name="Gruppieren 79">
            <a:extLst>
              <a:ext uri="{FF2B5EF4-FFF2-40B4-BE49-F238E27FC236}">
                <a16:creationId xmlns:a16="http://schemas.microsoft.com/office/drawing/2014/main" id="{D1FF9524-93DA-476B-89EA-9E475617F2D9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81" name="Gerader Verbinder 80">
              <a:extLst>
                <a:ext uri="{FF2B5EF4-FFF2-40B4-BE49-F238E27FC236}">
                  <a16:creationId xmlns:a16="http://schemas.microsoft.com/office/drawing/2014/main" id="{8DFFD401-DC7D-4F6D-82BF-DC6E357E598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Textfeld 81">
              <a:extLst>
                <a:ext uri="{FF2B5EF4-FFF2-40B4-BE49-F238E27FC236}">
                  <a16:creationId xmlns:a16="http://schemas.microsoft.com/office/drawing/2014/main" id="{36A6CE9C-ECB8-42E6-B61D-3A0F3C4D7A56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83" name="Gruppieren 82">
            <a:extLst>
              <a:ext uri="{FF2B5EF4-FFF2-40B4-BE49-F238E27FC236}">
                <a16:creationId xmlns:a16="http://schemas.microsoft.com/office/drawing/2014/main" id="{20076CAA-CFEC-4359-9762-07ED0661EE26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84" name="Gerader Verbinder 83">
              <a:extLst>
                <a:ext uri="{FF2B5EF4-FFF2-40B4-BE49-F238E27FC236}">
                  <a16:creationId xmlns:a16="http://schemas.microsoft.com/office/drawing/2014/main" id="{91EF761B-D6BF-475C-8903-456E1F05762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Textfeld 84">
              <a:extLst>
                <a:ext uri="{FF2B5EF4-FFF2-40B4-BE49-F238E27FC236}">
                  <a16:creationId xmlns:a16="http://schemas.microsoft.com/office/drawing/2014/main" id="{413A99B1-6C23-41A6-A82B-0EC01B779471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86" name="Gruppieren 85">
            <a:extLst>
              <a:ext uri="{FF2B5EF4-FFF2-40B4-BE49-F238E27FC236}">
                <a16:creationId xmlns:a16="http://schemas.microsoft.com/office/drawing/2014/main" id="{16CE4EF7-E819-4747-A9E4-8C86F991481E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87" name="Gerader Verbinder 86">
              <a:extLst>
                <a:ext uri="{FF2B5EF4-FFF2-40B4-BE49-F238E27FC236}">
                  <a16:creationId xmlns:a16="http://schemas.microsoft.com/office/drawing/2014/main" id="{3B78DE36-86EF-463F-A7E5-0CD3043C9F4D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Textfeld 87">
              <a:extLst>
                <a:ext uri="{FF2B5EF4-FFF2-40B4-BE49-F238E27FC236}">
                  <a16:creationId xmlns:a16="http://schemas.microsoft.com/office/drawing/2014/main" id="{EAD15804-28A7-4690-889A-7D8A91A7D478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89" name="Gerader Verbinder 88">
            <a:extLst>
              <a:ext uri="{FF2B5EF4-FFF2-40B4-BE49-F238E27FC236}">
                <a16:creationId xmlns:a16="http://schemas.microsoft.com/office/drawing/2014/main" id="{9023C4F7-97EF-4D2F-9223-1AFEE89D9C68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0" name="Gruppieren 89">
            <a:extLst>
              <a:ext uri="{FF2B5EF4-FFF2-40B4-BE49-F238E27FC236}">
                <a16:creationId xmlns:a16="http://schemas.microsoft.com/office/drawing/2014/main" id="{D5072DFD-BA29-43BB-A0B1-01F593A0242E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91" name="Gerader Verbinder 90">
              <a:extLst>
                <a:ext uri="{FF2B5EF4-FFF2-40B4-BE49-F238E27FC236}">
                  <a16:creationId xmlns:a16="http://schemas.microsoft.com/office/drawing/2014/main" id="{A9C77A6D-E177-4B69-A5A1-6B77E4229F3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Textfeld 91">
              <a:extLst>
                <a:ext uri="{FF2B5EF4-FFF2-40B4-BE49-F238E27FC236}">
                  <a16:creationId xmlns:a16="http://schemas.microsoft.com/office/drawing/2014/main" id="{701274C6-5A42-4082-BC4B-8532BFB4CC40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93" name="Grafik 3">
            <a:extLst>
              <a:ext uri="{FF2B5EF4-FFF2-40B4-BE49-F238E27FC236}">
                <a16:creationId xmlns:a16="http://schemas.microsoft.com/office/drawing/2014/main" id="{7EDB224C-20EA-4E58-9D0D-992C660EA7C3}"/>
              </a:ext>
            </a:extLst>
          </p:cNvPr>
          <p:cNvGrpSpPr/>
          <p:nvPr userDrawn="1"/>
        </p:nvGrpSpPr>
        <p:grpSpPr>
          <a:xfrm>
            <a:off x="510639" y="293688"/>
            <a:ext cx="2594512" cy="327278"/>
            <a:chOff x="2242184" y="2525076"/>
            <a:chExt cx="7709534" cy="972502"/>
          </a:xfrm>
          <a:solidFill>
            <a:schemeClr val="tx1"/>
          </a:solidFill>
        </p:grpSpPr>
        <p:sp>
          <p:nvSpPr>
            <p:cNvPr id="94" name="Freihandform: Form 93">
              <a:extLst>
                <a:ext uri="{FF2B5EF4-FFF2-40B4-BE49-F238E27FC236}">
                  <a16:creationId xmlns:a16="http://schemas.microsoft.com/office/drawing/2014/main" id="{5F0062D9-7FA7-487E-B266-465DCCF07634}"/>
                </a:ext>
              </a:extLst>
            </p:cNvPr>
            <p:cNvSpPr/>
            <p:nvPr/>
          </p:nvSpPr>
          <p:spPr>
            <a:xfrm>
              <a:off x="2269806" y="2545079"/>
              <a:ext cx="232409" cy="369569"/>
            </a:xfrm>
            <a:custGeom>
              <a:avLst/>
              <a:gdLst>
                <a:gd name="connsiteX0" fmla="*/ 232410 w 232409"/>
                <a:gd name="connsiteY0" fmla="*/ 60960 h 369569"/>
                <a:gd name="connsiteX1" fmla="*/ 65723 w 232409"/>
                <a:gd name="connsiteY1" fmla="*/ 60960 h 369569"/>
                <a:gd name="connsiteX2" fmla="*/ 65723 w 232409"/>
                <a:gd name="connsiteY2" fmla="*/ 152400 h 369569"/>
                <a:gd name="connsiteX3" fmla="*/ 189547 w 232409"/>
                <a:gd name="connsiteY3" fmla="*/ 152400 h 369569"/>
                <a:gd name="connsiteX4" fmla="*/ 189547 w 232409"/>
                <a:gd name="connsiteY4" fmla="*/ 212408 h 369569"/>
                <a:gd name="connsiteX5" fmla="*/ 65723 w 232409"/>
                <a:gd name="connsiteY5" fmla="*/ 212408 h 369569"/>
                <a:gd name="connsiteX6" fmla="*/ 65723 w 232409"/>
                <a:gd name="connsiteY6" fmla="*/ 369570 h 369569"/>
                <a:gd name="connsiteX7" fmla="*/ 0 w 232409"/>
                <a:gd name="connsiteY7" fmla="*/ 369570 h 369569"/>
                <a:gd name="connsiteX8" fmla="*/ 0 w 232409"/>
                <a:gd name="connsiteY8" fmla="*/ 0 h 369569"/>
                <a:gd name="connsiteX9" fmla="*/ 231458 w 232409"/>
                <a:gd name="connsiteY9" fmla="*/ 0 h 369569"/>
                <a:gd name="connsiteX10" fmla="*/ 231458 w 232409"/>
                <a:gd name="connsiteY10" fmla="*/ 60960 h 36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2409" h="369569">
                  <a:moveTo>
                    <a:pt x="232410" y="60960"/>
                  </a:moveTo>
                  <a:lnTo>
                    <a:pt x="65723" y="60960"/>
                  </a:lnTo>
                  <a:lnTo>
                    <a:pt x="65723" y="152400"/>
                  </a:lnTo>
                  <a:lnTo>
                    <a:pt x="189547" y="152400"/>
                  </a:lnTo>
                  <a:lnTo>
                    <a:pt x="189547" y="212408"/>
                  </a:lnTo>
                  <a:lnTo>
                    <a:pt x="65723" y="212408"/>
                  </a:lnTo>
                  <a:lnTo>
                    <a:pt x="65723" y="369570"/>
                  </a:lnTo>
                  <a:lnTo>
                    <a:pt x="0" y="369570"/>
                  </a:lnTo>
                  <a:lnTo>
                    <a:pt x="0" y="0"/>
                  </a:lnTo>
                  <a:lnTo>
                    <a:pt x="231458" y="0"/>
                  </a:lnTo>
                  <a:lnTo>
                    <a:pt x="231458" y="6096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5" name="Freihandform: Form 94">
              <a:extLst>
                <a:ext uri="{FF2B5EF4-FFF2-40B4-BE49-F238E27FC236}">
                  <a16:creationId xmlns:a16="http://schemas.microsoft.com/office/drawing/2014/main" id="{E64F3B7C-CB4A-4496-94EF-731E99CC6D26}"/>
                </a:ext>
              </a:extLst>
            </p:cNvPr>
            <p:cNvSpPr/>
            <p:nvPr/>
          </p:nvSpPr>
          <p:spPr>
            <a:xfrm>
              <a:off x="2538412" y="2641039"/>
              <a:ext cx="160020" cy="272657"/>
            </a:xfrm>
            <a:custGeom>
              <a:avLst/>
              <a:gdLst>
                <a:gd name="connsiteX0" fmla="*/ 160020 w 160020"/>
                <a:gd name="connsiteY0" fmla="*/ 5005 h 272657"/>
                <a:gd name="connsiteX1" fmla="*/ 150495 w 160020"/>
                <a:gd name="connsiteY1" fmla="*/ 68823 h 272657"/>
                <a:gd name="connsiteX2" fmla="*/ 116205 w 160020"/>
                <a:gd name="connsiteY2" fmla="*/ 60250 h 272657"/>
                <a:gd name="connsiteX3" fmla="*/ 61913 w 160020"/>
                <a:gd name="connsiteY3" fmla="*/ 135498 h 272657"/>
                <a:gd name="connsiteX4" fmla="*/ 61913 w 160020"/>
                <a:gd name="connsiteY4" fmla="*/ 272658 h 272657"/>
                <a:gd name="connsiteX5" fmla="*/ 0 w 160020"/>
                <a:gd name="connsiteY5" fmla="*/ 272658 h 272657"/>
                <a:gd name="connsiteX6" fmla="*/ 0 w 160020"/>
                <a:gd name="connsiteY6" fmla="*/ 5958 h 272657"/>
                <a:gd name="connsiteX7" fmla="*/ 60960 w 160020"/>
                <a:gd name="connsiteY7" fmla="*/ 5958 h 272657"/>
                <a:gd name="connsiteX8" fmla="*/ 60960 w 160020"/>
                <a:gd name="connsiteY8" fmla="*/ 40248 h 272657"/>
                <a:gd name="connsiteX9" fmla="*/ 61913 w 160020"/>
                <a:gd name="connsiteY9" fmla="*/ 40248 h 272657"/>
                <a:gd name="connsiteX10" fmla="*/ 131445 w 160020"/>
                <a:gd name="connsiteY10" fmla="*/ 243 h 272657"/>
                <a:gd name="connsiteX11" fmla="*/ 160020 w 160020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2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7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6" name="Freihandform: Form 95">
              <a:extLst>
                <a:ext uri="{FF2B5EF4-FFF2-40B4-BE49-F238E27FC236}">
                  <a16:creationId xmlns:a16="http://schemas.microsoft.com/office/drawing/2014/main" id="{BC8F2FE3-8BCF-4388-9D18-C9FDBDA8F54F}"/>
                </a:ext>
              </a:extLst>
            </p:cNvPr>
            <p:cNvSpPr/>
            <p:nvPr/>
          </p:nvSpPr>
          <p:spPr>
            <a:xfrm>
              <a:off x="2743199" y="2528887"/>
              <a:ext cx="79057" cy="384810"/>
            </a:xfrm>
            <a:custGeom>
              <a:avLst/>
              <a:gdLst>
                <a:gd name="connsiteX0" fmla="*/ 79058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8 w 79057"/>
                <a:gd name="connsiteY4" fmla="*/ 38100 h 384810"/>
                <a:gd name="connsiteX5" fmla="*/ 70485 w 79057"/>
                <a:gd name="connsiteY5" fmla="*/ 384810 h 384810"/>
                <a:gd name="connsiteX6" fmla="*/ 8573 w 79057"/>
                <a:gd name="connsiteY6" fmla="*/ 384810 h 384810"/>
                <a:gd name="connsiteX7" fmla="*/ 8573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8" y="38100"/>
                  </a:moveTo>
                  <a:cubicBezTo>
                    <a:pt x="79058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7" name="Freihandform: Form 96">
              <a:extLst>
                <a:ext uri="{FF2B5EF4-FFF2-40B4-BE49-F238E27FC236}">
                  <a16:creationId xmlns:a16="http://schemas.microsoft.com/office/drawing/2014/main" id="{DD335225-272F-4571-BDD9-C4D260933D6A}"/>
                </a:ext>
              </a:extLst>
            </p:cNvPr>
            <p:cNvSpPr/>
            <p:nvPr/>
          </p:nvSpPr>
          <p:spPr>
            <a:xfrm>
              <a:off x="2879407" y="2641281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1913 w 242887"/>
                <a:gd name="connsiteY10" fmla="*/ 115253 h 279082"/>
                <a:gd name="connsiteX11" fmla="*/ 182880 w 242887"/>
                <a:gd name="connsiteY11" fmla="*/ 115253 h 279082"/>
                <a:gd name="connsiteX12" fmla="*/ 123825 w 242887"/>
                <a:gd name="connsiteY12" fmla="*/ 50482 h 279082"/>
                <a:gd name="connsiteX13" fmla="*/ 61913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1913" y="115253"/>
                  </a:moveTo>
                  <a:lnTo>
                    <a:pt x="182880" y="115253"/>
                  </a:lnTo>
                  <a:cubicBezTo>
                    <a:pt x="180022" y="74295"/>
                    <a:pt x="159067" y="50482"/>
                    <a:pt x="123825" y="50482"/>
                  </a:cubicBezTo>
                  <a:cubicBezTo>
                    <a:pt x="89535" y="50482"/>
                    <a:pt x="67627" y="74295"/>
                    <a:pt x="61913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8" name="Freihandform: Form 97">
              <a:extLst>
                <a:ext uri="{FF2B5EF4-FFF2-40B4-BE49-F238E27FC236}">
                  <a16:creationId xmlns:a16="http://schemas.microsoft.com/office/drawing/2014/main" id="{BF69BAD7-575C-4929-A903-11EBC948B0DC}"/>
                </a:ext>
              </a:extLst>
            </p:cNvPr>
            <p:cNvSpPr/>
            <p:nvPr/>
          </p:nvSpPr>
          <p:spPr>
            <a:xfrm>
              <a:off x="3177539" y="2525076"/>
              <a:ext cx="248602" cy="396239"/>
            </a:xfrm>
            <a:custGeom>
              <a:avLst/>
              <a:gdLst>
                <a:gd name="connsiteX0" fmla="*/ 0 w 248602"/>
                <a:gd name="connsiteY0" fmla="*/ 255270 h 396239"/>
                <a:gd name="connsiteX1" fmla="*/ 108585 w 248602"/>
                <a:gd name="connsiteY1" fmla="*/ 116205 h 396239"/>
                <a:gd name="connsiteX2" fmla="*/ 185738 w 248602"/>
                <a:gd name="connsiteY2" fmla="*/ 152400 h 396239"/>
                <a:gd name="connsiteX3" fmla="*/ 186690 w 248602"/>
                <a:gd name="connsiteY3" fmla="*/ 152400 h 396239"/>
                <a:gd name="connsiteX4" fmla="*/ 186690 w 248602"/>
                <a:gd name="connsiteY4" fmla="*/ 15240 h 396239"/>
                <a:gd name="connsiteX5" fmla="*/ 248602 w 248602"/>
                <a:gd name="connsiteY5" fmla="*/ 0 h 396239"/>
                <a:gd name="connsiteX6" fmla="*/ 248602 w 248602"/>
                <a:gd name="connsiteY6" fmla="*/ 389573 h 396239"/>
                <a:gd name="connsiteX7" fmla="*/ 187642 w 248602"/>
                <a:gd name="connsiteY7" fmla="*/ 389573 h 396239"/>
                <a:gd name="connsiteX8" fmla="*/ 187642 w 248602"/>
                <a:gd name="connsiteY8" fmla="*/ 358140 h 396239"/>
                <a:gd name="connsiteX9" fmla="*/ 186690 w 248602"/>
                <a:gd name="connsiteY9" fmla="*/ 358140 h 396239"/>
                <a:gd name="connsiteX10" fmla="*/ 106680 w 248602"/>
                <a:gd name="connsiteY10" fmla="*/ 396240 h 396239"/>
                <a:gd name="connsiteX11" fmla="*/ 0 w 248602"/>
                <a:gd name="connsiteY11" fmla="*/ 255270 h 396239"/>
                <a:gd name="connsiteX12" fmla="*/ 60960 w 248602"/>
                <a:gd name="connsiteY12" fmla="*/ 255270 h 396239"/>
                <a:gd name="connsiteX13" fmla="*/ 122872 w 248602"/>
                <a:gd name="connsiteY13" fmla="*/ 340995 h 396239"/>
                <a:gd name="connsiteX14" fmla="*/ 186690 w 248602"/>
                <a:gd name="connsiteY14" fmla="*/ 305753 h 396239"/>
                <a:gd name="connsiteX15" fmla="*/ 186690 w 248602"/>
                <a:gd name="connsiteY15" fmla="*/ 207645 h 396239"/>
                <a:gd name="connsiteX16" fmla="*/ 122872 w 248602"/>
                <a:gd name="connsiteY16" fmla="*/ 172402 h 396239"/>
                <a:gd name="connsiteX17" fmla="*/ 60960 w 248602"/>
                <a:gd name="connsiteY17" fmla="*/ 255270 h 39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8602" h="396239">
                  <a:moveTo>
                    <a:pt x="0" y="255270"/>
                  </a:moveTo>
                  <a:cubicBezTo>
                    <a:pt x="0" y="169545"/>
                    <a:pt x="43815" y="116205"/>
                    <a:pt x="108585" y="116205"/>
                  </a:cubicBezTo>
                  <a:cubicBezTo>
                    <a:pt x="141922" y="116205"/>
                    <a:pt x="168592" y="130493"/>
                    <a:pt x="185738" y="152400"/>
                  </a:cubicBezTo>
                  <a:lnTo>
                    <a:pt x="186690" y="152400"/>
                  </a:lnTo>
                  <a:lnTo>
                    <a:pt x="186690" y="15240"/>
                  </a:lnTo>
                  <a:lnTo>
                    <a:pt x="248602" y="0"/>
                  </a:lnTo>
                  <a:lnTo>
                    <a:pt x="248602" y="389573"/>
                  </a:lnTo>
                  <a:lnTo>
                    <a:pt x="187642" y="389573"/>
                  </a:lnTo>
                  <a:lnTo>
                    <a:pt x="187642" y="358140"/>
                  </a:lnTo>
                  <a:lnTo>
                    <a:pt x="186690" y="358140"/>
                  </a:lnTo>
                  <a:cubicBezTo>
                    <a:pt x="167640" y="381953"/>
                    <a:pt x="140017" y="396240"/>
                    <a:pt x="106680" y="396240"/>
                  </a:cubicBezTo>
                  <a:cubicBezTo>
                    <a:pt x="43815" y="395288"/>
                    <a:pt x="0" y="340995"/>
                    <a:pt x="0" y="255270"/>
                  </a:cubicBezTo>
                  <a:close/>
                  <a:moveTo>
                    <a:pt x="60960" y="255270"/>
                  </a:moveTo>
                  <a:cubicBezTo>
                    <a:pt x="60960" y="309563"/>
                    <a:pt x="83820" y="340995"/>
                    <a:pt x="122872" y="340995"/>
                  </a:cubicBezTo>
                  <a:cubicBezTo>
                    <a:pt x="146685" y="340995"/>
                    <a:pt x="166688" y="329565"/>
                    <a:pt x="186690" y="305753"/>
                  </a:cubicBezTo>
                  <a:lnTo>
                    <a:pt x="186690" y="207645"/>
                  </a:lnTo>
                  <a:cubicBezTo>
                    <a:pt x="168592" y="183833"/>
                    <a:pt x="148590" y="172402"/>
                    <a:pt x="122872" y="172402"/>
                  </a:cubicBezTo>
                  <a:cubicBezTo>
                    <a:pt x="82867" y="172402"/>
                    <a:pt x="60960" y="201930"/>
                    <a:pt x="60960" y="2552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9" name="Freihandform: Form 98">
              <a:extLst>
                <a:ext uri="{FF2B5EF4-FFF2-40B4-BE49-F238E27FC236}">
                  <a16:creationId xmlns:a16="http://schemas.microsoft.com/office/drawing/2014/main" id="{FD20AC73-D10C-4D22-8487-42E7948AA409}"/>
                </a:ext>
              </a:extLst>
            </p:cNvPr>
            <p:cNvSpPr/>
            <p:nvPr/>
          </p:nvSpPr>
          <p:spPr>
            <a:xfrm>
              <a:off x="3509009" y="2641039"/>
              <a:ext cx="160020" cy="272657"/>
            </a:xfrm>
            <a:custGeom>
              <a:avLst/>
              <a:gdLst>
                <a:gd name="connsiteX0" fmla="*/ 160020 w 160020"/>
                <a:gd name="connsiteY0" fmla="*/ 5005 h 272657"/>
                <a:gd name="connsiteX1" fmla="*/ 150495 w 160020"/>
                <a:gd name="connsiteY1" fmla="*/ 68823 h 272657"/>
                <a:gd name="connsiteX2" fmla="*/ 116205 w 160020"/>
                <a:gd name="connsiteY2" fmla="*/ 60250 h 272657"/>
                <a:gd name="connsiteX3" fmla="*/ 61913 w 160020"/>
                <a:gd name="connsiteY3" fmla="*/ 135498 h 272657"/>
                <a:gd name="connsiteX4" fmla="*/ 61913 w 160020"/>
                <a:gd name="connsiteY4" fmla="*/ 272658 h 272657"/>
                <a:gd name="connsiteX5" fmla="*/ 0 w 160020"/>
                <a:gd name="connsiteY5" fmla="*/ 272658 h 272657"/>
                <a:gd name="connsiteX6" fmla="*/ 0 w 160020"/>
                <a:gd name="connsiteY6" fmla="*/ 5958 h 272657"/>
                <a:gd name="connsiteX7" fmla="*/ 60960 w 160020"/>
                <a:gd name="connsiteY7" fmla="*/ 5958 h 272657"/>
                <a:gd name="connsiteX8" fmla="*/ 60960 w 160020"/>
                <a:gd name="connsiteY8" fmla="*/ 40248 h 272657"/>
                <a:gd name="connsiteX9" fmla="*/ 61913 w 160020"/>
                <a:gd name="connsiteY9" fmla="*/ 40248 h 272657"/>
                <a:gd name="connsiteX10" fmla="*/ 131445 w 160020"/>
                <a:gd name="connsiteY10" fmla="*/ 243 h 272657"/>
                <a:gd name="connsiteX11" fmla="*/ 160020 w 160020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0" name="Freihandform: Form 99">
              <a:extLst>
                <a:ext uri="{FF2B5EF4-FFF2-40B4-BE49-F238E27FC236}">
                  <a16:creationId xmlns:a16="http://schemas.microsoft.com/office/drawing/2014/main" id="{7C8D9FDD-C5F5-4349-BD5F-D81FB30DB6DE}"/>
                </a:ext>
              </a:extLst>
            </p:cNvPr>
            <p:cNvSpPr/>
            <p:nvPr/>
          </p:nvSpPr>
          <p:spPr>
            <a:xfrm>
              <a:off x="3712844" y="2528887"/>
              <a:ext cx="79057" cy="384810"/>
            </a:xfrm>
            <a:custGeom>
              <a:avLst/>
              <a:gdLst>
                <a:gd name="connsiteX0" fmla="*/ 79058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8 w 79057"/>
                <a:gd name="connsiteY4" fmla="*/ 38100 h 384810"/>
                <a:gd name="connsiteX5" fmla="*/ 71438 w 79057"/>
                <a:gd name="connsiteY5" fmla="*/ 384810 h 384810"/>
                <a:gd name="connsiteX6" fmla="*/ 9525 w 79057"/>
                <a:gd name="connsiteY6" fmla="*/ 384810 h 384810"/>
                <a:gd name="connsiteX7" fmla="*/ 9525 w 79057"/>
                <a:gd name="connsiteY7" fmla="*/ 118110 h 384810"/>
                <a:gd name="connsiteX8" fmla="*/ 71438 w 79057"/>
                <a:gd name="connsiteY8" fmla="*/ 118110 h 384810"/>
                <a:gd name="connsiteX9" fmla="*/ 71438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8" y="38100"/>
                  </a:moveTo>
                  <a:cubicBezTo>
                    <a:pt x="79058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7" y="0"/>
                    <a:pt x="39052" y="0"/>
                  </a:cubicBezTo>
                  <a:cubicBezTo>
                    <a:pt x="61913" y="0"/>
                    <a:pt x="79058" y="16193"/>
                    <a:pt x="79058" y="38100"/>
                  </a:cubicBezTo>
                  <a:close/>
                  <a:moveTo>
                    <a:pt x="71438" y="384810"/>
                  </a:moveTo>
                  <a:lnTo>
                    <a:pt x="9525" y="384810"/>
                  </a:lnTo>
                  <a:lnTo>
                    <a:pt x="9525" y="118110"/>
                  </a:lnTo>
                  <a:lnTo>
                    <a:pt x="71438" y="118110"/>
                  </a:lnTo>
                  <a:lnTo>
                    <a:pt x="71438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1" name="Freihandform: Form 100">
              <a:extLst>
                <a:ext uri="{FF2B5EF4-FFF2-40B4-BE49-F238E27FC236}">
                  <a16:creationId xmlns:a16="http://schemas.microsoft.com/office/drawing/2014/main" id="{52F4FC91-2197-434F-A278-42EE431CFCAE}"/>
                </a:ext>
              </a:extLst>
            </p:cNvPr>
            <p:cNvSpPr/>
            <p:nvPr/>
          </p:nvSpPr>
          <p:spPr>
            <a:xfrm>
              <a:off x="3850957" y="2640329"/>
              <a:ext cx="224789" cy="280034"/>
            </a:xfrm>
            <a:custGeom>
              <a:avLst/>
              <a:gdLst>
                <a:gd name="connsiteX0" fmla="*/ 222885 w 224789"/>
                <a:gd name="connsiteY0" fmla="*/ 237172 h 280034"/>
                <a:gd name="connsiteX1" fmla="*/ 127635 w 224789"/>
                <a:gd name="connsiteY1" fmla="*/ 280035 h 280034"/>
                <a:gd name="connsiteX2" fmla="*/ 0 w 224789"/>
                <a:gd name="connsiteY2" fmla="*/ 140970 h 280034"/>
                <a:gd name="connsiteX3" fmla="*/ 128588 w 224789"/>
                <a:gd name="connsiteY3" fmla="*/ 0 h 280034"/>
                <a:gd name="connsiteX4" fmla="*/ 224790 w 224789"/>
                <a:gd name="connsiteY4" fmla="*/ 45720 h 280034"/>
                <a:gd name="connsiteX5" fmla="*/ 181927 w 224789"/>
                <a:gd name="connsiteY5" fmla="*/ 86678 h 280034"/>
                <a:gd name="connsiteX6" fmla="*/ 128588 w 224789"/>
                <a:gd name="connsiteY6" fmla="*/ 57150 h 280034"/>
                <a:gd name="connsiteX7" fmla="*/ 62865 w 224789"/>
                <a:gd name="connsiteY7" fmla="*/ 140018 h 280034"/>
                <a:gd name="connsiteX8" fmla="*/ 128588 w 224789"/>
                <a:gd name="connsiteY8" fmla="*/ 222885 h 280034"/>
                <a:gd name="connsiteX9" fmla="*/ 183833 w 224789"/>
                <a:gd name="connsiteY9" fmla="*/ 193358 h 280034"/>
                <a:gd name="connsiteX10" fmla="*/ 222885 w 224789"/>
                <a:gd name="connsiteY10" fmla="*/ 237172 h 280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89" h="280034">
                  <a:moveTo>
                    <a:pt x="222885" y="237172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7" y="15240"/>
                    <a:pt x="224790" y="45720"/>
                  </a:cubicBezTo>
                  <a:lnTo>
                    <a:pt x="181927" y="86678"/>
                  </a:lnTo>
                  <a:cubicBezTo>
                    <a:pt x="166688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8"/>
                  </a:cubicBezTo>
                  <a:cubicBezTo>
                    <a:pt x="62865" y="189547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3" y="193358"/>
                  </a:cubicBezTo>
                  <a:lnTo>
                    <a:pt x="222885" y="23717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2" name="Freihandform: Form 101">
              <a:extLst>
                <a:ext uri="{FF2B5EF4-FFF2-40B4-BE49-F238E27FC236}">
                  <a16:creationId xmlns:a16="http://schemas.microsoft.com/office/drawing/2014/main" id="{70989457-73C8-4AE9-A3E6-E132F67ADA2C}"/>
                </a:ext>
              </a:extLst>
            </p:cNvPr>
            <p:cNvSpPr/>
            <p:nvPr/>
          </p:nvSpPr>
          <p:spPr>
            <a:xfrm>
              <a:off x="4129087" y="2525076"/>
              <a:ext cx="229552" cy="389572"/>
            </a:xfrm>
            <a:custGeom>
              <a:avLst/>
              <a:gdLst>
                <a:gd name="connsiteX0" fmla="*/ 229553 w 229552"/>
                <a:gd name="connsiteY0" fmla="*/ 388620 h 389572"/>
                <a:gd name="connsiteX1" fmla="*/ 167640 w 229552"/>
                <a:gd name="connsiteY1" fmla="*/ 388620 h 389572"/>
                <a:gd name="connsiteX2" fmla="*/ 167640 w 229552"/>
                <a:gd name="connsiteY2" fmla="*/ 236220 h 389572"/>
                <a:gd name="connsiteX3" fmla="*/ 118110 w 229552"/>
                <a:gd name="connsiteY3" fmla="*/ 171450 h 389572"/>
                <a:gd name="connsiteX4" fmla="*/ 62865 w 229552"/>
                <a:gd name="connsiteY4" fmla="*/ 236220 h 389572"/>
                <a:gd name="connsiteX5" fmla="*/ 62865 w 229552"/>
                <a:gd name="connsiteY5" fmla="*/ 389573 h 389572"/>
                <a:gd name="connsiteX6" fmla="*/ 0 w 229552"/>
                <a:gd name="connsiteY6" fmla="*/ 389573 h 389572"/>
                <a:gd name="connsiteX7" fmla="*/ 0 w 229552"/>
                <a:gd name="connsiteY7" fmla="*/ 15240 h 389572"/>
                <a:gd name="connsiteX8" fmla="*/ 61913 w 229552"/>
                <a:gd name="connsiteY8" fmla="*/ 0 h 389572"/>
                <a:gd name="connsiteX9" fmla="*/ 61913 w 229552"/>
                <a:gd name="connsiteY9" fmla="*/ 155258 h 389572"/>
                <a:gd name="connsiteX10" fmla="*/ 62865 w 229552"/>
                <a:gd name="connsiteY10" fmla="*/ 155258 h 389572"/>
                <a:gd name="connsiteX11" fmla="*/ 140970 w 229552"/>
                <a:gd name="connsiteY11" fmla="*/ 116205 h 389572"/>
                <a:gd name="connsiteX12" fmla="*/ 228600 w 229552"/>
                <a:gd name="connsiteY12" fmla="*/ 223838 h 389572"/>
                <a:gd name="connsiteX13" fmla="*/ 228600 w 229552"/>
                <a:gd name="connsiteY13" fmla="*/ 38862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9552" h="389572">
                  <a:moveTo>
                    <a:pt x="229553" y="388620"/>
                  </a:moveTo>
                  <a:lnTo>
                    <a:pt x="167640" y="388620"/>
                  </a:lnTo>
                  <a:lnTo>
                    <a:pt x="167640" y="236220"/>
                  </a:lnTo>
                  <a:cubicBezTo>
                    <a:pt x="167640" y="197168"/>
                    <a:pt x="155257" y="171450"/>
                    <a:pt x="118110" y="171450"/>
                  </a:cubicBezTo>
                  <a:cubicBezTo>
                    <a:pt x="75247" y="171450"/>
                    <a:pt x="62865" y="205740"/>
                    <a:pt x="62865" y="236220"/>
                  </a:cubicBezTo>
                  <a:lnTo>
                    <a:pt x="62865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2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3" name="Freihandform: Form 102">
              <a:extLst>
                <a:ext uri="{FF2B5EF4-FFF2-40B4-BE49-F238E27FC236}">
                  <a16:creationId xmlns:a16="http://schemas.microsoft.com/office/drawing/2014/main" id="{97405C47-1DB1-40F6-BCEC-9BCDAEC7A2FE}"/>
                </a:ext>
              </a:extLst>
            </p:cNvPr>
            <p:cNvSpPr/>
            <p:nvPr/>
          </p:nvSpPr>
          <p:spPr>
            <a:xfrm>
              <a:off x="4430077" y="2721291"/>
              <a:ext cx="130492" cy="59055"/>
            </a:xfrm>
            <a:custGeom>
              <a:avLst/>
              <a:gdLst>
                <a:gd name="connsiteX0" fmla="*/ 130492 w 130492"/>
                <a:gd name="connsiteY0" fmla="*/ 59055 h 59055"/>
                <a:gd name="connsiteX1" fmla="*/ 0 w 130492"/>
                <a:gd name="connsiteY1" fmla="*/ 59055 h 59055"/>
                <a:gd name="connsiteX2" fmla="*/ 0 w 130492"/>
                <a:gd name="connsiteY2" fmla="*/ 0 h 59055"/>
                <a:gd name="connsiteX3" fmla="*/ 130492 w 130492"/>
                <a:gd name="connsiteY3" fmla="*/ 0 h 59055"/>
                <a:gd name="connsiteX4" fmla="*/ 130492 w 130492"/>
                <a:gd name="connsiteY4" fmla="*/ 59055 h 59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492" h="59055">
                  <a:moveTo>
                    <a:pt x="130492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2" y="0"/>
                  </a:lnTo>
                  <a:lnTo>
                    <a:pt x="130492" y="5905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4" name="Freihandform: Form 103">
              <a:extLst>
                <a:ext uri="{FF2B5EF4-FFF2-40B4-BE49-F238E27FC236}">
                  <a16:creationId xmlns:a16="http://schemas.microsoft.com/office/drawing/2014/main" id="{8B65F82E-B0A2-4FE8-850E-F63AE810CA1C}"/>
                </a:ext>
              </a:extLst>
            </p:cNvPr>
            <p:cNvSpPr/>
            <p:nvPr/>
          </p:nvSpPr>
          <p:spPr>
            <a:xfrm>
              <a:off x="4593906" y="2545079"/>
              <a:ext cx="342900" cy="368617"/>
            </a:xfrm>
            <a:custGeom>
              <a:avLst/>
              <a:gdLst>
                <a:gd name="connsiteX0" fmla="*/ 136208 w 342900"/>
                <a:gd name="connsiteY0" fmla="*/ 0 h 368617"/>
                <a:gd name="connsiteX1" fmla="*/ 205740 w 342900"/>
                <a:gd name="connsiteY1" fmla="*/ 0 h 368617"/>
                <a:gd name="connsiteX2" fmla="*/ 342900 w 342900"/>
                <a:gd name="connsiteY2" fmla="*/ 368618 h 368617"/>
                <a:gd name="connsiteX3" fmla="*/ 271463 w 342900"/>
                <a:gd name="connsiteY3" fmla="*/ 368618 h 368617"/>
                <a:gd name="connsiteX4" fmla="*/ 244793 w 342900"/>
                <a:gd name="connsiteY4" fmla="*/ 290512 h 368617"/>
                <a:gd name="connsiteX5" fmla="*/ 96203 w 342900"/>
                <a:gd name="connsiteY5" fmla="*/ 290512 h 368617"/>
                <a:gd name="connsiteX6" fmla="*/ 69533 w 342900"/>
                <a:gd name="connsiteY6" fmla="*/ 368618 h 368617"/>
                <a:gd name="connsiteX7" fmla="*/ 0 w 342900"/>
                <a:gd name="connsiteY7" fmla="*/ 368618 h 368617"/>
                <a:gd name="connsiteX8" fmla="*/ 136208 w 342900"/>
                <a:gd name="connsiteY8" fmla="*/ 0 h 368617"/>
                <a:gd name="connsiteX9" fmla="*/ 116205 w 342900"/>
                <a:gd name="connsiteY9" fmla="*/ 231458 h 368617"/>
                <a:gd name="connsiteX10" fmla="*/ 223838 w 342900"/>
                <a:gd name="connsiteY10" fmla="*/ 231458 h 368617"/>
                <a:gd name="connsiteX11" fmla="*/ 170498 w 342900"/>
                <a:gd name="connsiteY11" fmla="*/ 75247 h 368617"/>
                <a:gd name="connsiteX12" fmla="*/ 169545 w 342900"/>
                <a:gd name="connsiteY12" fmla="*/ 75247 h 368617"/>
                <a:gd name="connsiteX13" fmla="*/ 116205 w 342900"/>
                <a:gd name="connsiteY13" fmla="*/ 231458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42900" h="368617">
                  <a:moveTo>
                    <a:pt x="136208" y="0"/>
                  </a:moveTo>
                  <a:lnTo>
                    <a:pt x="205740" y="0"/>
                  </a:lnTo>
                  <a:lnTo>
                    <a:pt x="342900" y="368618"/>
                  </a:lnTo>
                  <a:lnTo>
                    <a:pt x="271463" y="368618"/>
                  </a:lnTo>
                  <a:lnTo>
                    <a:pt x="244793" y="290512"/>
                  </a:lnTo>
                  <a:lnTo>
                    <a:pt x="96203" y="290512"/>
                  </a:lnTo>
                  <a:lnTo>
                    <a:pt x="69533" y="368618"/>
                  </a:lnTo>
                  <a:lnTo>
                    <a:pt x="0" y="368618"/>
                  </a:lnTo>
                  <a:lnTo>
                    <a:pt x="136208" y="0"/>
                  </a:lnTo>
                  <a:close/>
                  <a:moveTo>
                    <a:pt x="116205" y="231458"/>
                  </a:moveTo>
                  <a:lnTo>
                    <a:pt x="223838" y="231458"/>
                  </a:lnTo>
                  <a:lnTo>
                    <a:pt x="170498" y="75247"/>
                  </a:lnTo>
                  <a:lnTo>
                    <a:pt x="169545" y="75247"/>
                  </a:lnTo>
                  <a:lnTo>
                    <a:pt x="116205" y="231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5" name="Freihandform: Form 104">
              <a:extLst>
                <a:ext uri="{FF2B5EF4-FFF2-40B4-BE49-F238E27FC236}">
                  <a16:creationId xmlns:a16="http://schemas.microsoft.com/office/drawing/2014/main" id="{A00446A1-9174-4182-AFBD-F7FDFC75E70F}"/>
                </a:ext>
              </a:extLst>
            </p:cNvPr>
            <p:cNvSpPr/>
            <p:nvPr/>
          </p:nvSpPr>
          <p:spPr>
            <a:xfrm>
              <a:off x="4992052" y="2525076"/>
              <a:ext cx="61912" cy="388620"/>
            </a:xfrm>
            <a:custGeom>
              <a:avLst/>
              <a:gdLst>
                <a:gd name="connsiteX0" fmla="*/ 61913 w 61912"/>
                <a:gd name="connsiteY0" fmla="*/ 388620 h 388620"/>
                <a:gd name="connsiteX1" fmla="*/ 0 w 61912"/>
                <a:gd name="connsiteY1" fmla="*/ 388620 h 388620"/>
                <a:gd name="connsiteX2" fmla="*/ 0 w 61912"/>
                <a:gd name="connsiteY2" fmla="*/ 14288 h 388620"/>
                <a:gd name="connsiteX3" fmla="*/ 61913 w 61912"/>
                <a:gd name="connsiteY3" fmla="*/ 0 h 388620"/>
                <a:gd name="connsiteX4" fmla="*/ 61913 w 61912"/>
                <a:gd name="connsiteY4" fmla="*/ 388620 h 388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912" h="388620">
                  <a:moveTo>
                    <a:pt x="61913" y="388620"/>
                  </a:moveTo>
                  <a:lnTo>
                    <a:pt x="0" y="388620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6" name="Freihandform: Form 105">
              <a:extLst>
                <a:ext uri="{FF2B5EF4-FFF2-40B4-BE49-F238E27FC236}">
                  <a16:creationId xmlns:a16="http://schemas.microsoft.com/office/drawing/2014/main" id="{EBDAA100-7EC2-47E0-8C69-9A45AA444761}"/>
                </a:ext>
              </a:extLst>
            </p:cNvPr>
            <p:cNvSpPr/>
            <p:nvPr/>
          </p:nvSpPr>
          <p:spPr>
            <a:xfrm>
              <a:off x="5120639" y="2641281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2865 w 242887"/>
                <a:gd name="connsiteY10" fmla="*/ 115253 h 279082"/>
                <a:gd name="connsiteX11" fmla="*/ 183832 w 242887"/>
                <a:gd name="connsiteY11" fmla="*/ 115253 h 279082"/>
                <a:gd name="connsiteX12" fmla="*/ 124778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2" y="264795"/>
                    <a:pt x="173355" y="279083"/>
                    <a:pt x="132397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8580" y="74295"/>
                    <a:pt x="62865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7" name="Freihandform: Form 106">
              <a:extLst>
                <a:ext uri="{FF2B5EF4-FFF2-40B4-BE49-F238E27FC236}">
                  <a16:creationId xmlns:a16="http://schemas.microsoft.com/office/drawing/2014/main" id="{9F428011-BD3C-4C8D-8D99-4841E1FFC0AF}"/>
                </a:ext>
              </a:extLst>
            </p:cNvPr>
            <p:cNvSpPr/>
            <p:nvPr/>
          </p:nvSpPr>
          <p:spPr>
            <a:xfrm>
              <a:off x="5397817" y="2646997"/>
              <a:ext cx="255269" cy="266700"/>
            </a:xfrm>
            <a:custGeom>
              <a:avLst/>
              <a:gdLst>
                <a:gd name="connsiteX0" fmla="*/ 255270 w 255269"/>
                <a:gd name="connsiteY0" fmla="*/ 266700 h 266700"/>
                <a:gd name="connsiteX1" fmla="*/ 183832 w 255269"/>
                <a:gd name="connsiteY1" fmla="*/ 266700 h 266700"/>
                <a:gd name="connsiteX2" fmla="*/ 126682 w 255269"/>
                <a:gd name="connsiteY2" fmla="*/ 174307 h 266700"/>
                <a:gd name="connsiteX3" fmla="*/ 125730 w 255269"/>
                <a:gd name="connsiteY3" fmla="*/ 174307 h 266700"/>
                <a:gd name="connsiteX4" fmla="*/ 70485 w 255269"/>
                <a:gd name="connsiteY4" fmla="*/ 266700 h 266700"/>
                <a:gd name="connsiteX5" fmla="*/ 0 w 255269"/>
                <a:gd name="connsiteY5" fmla="*/ 266700 h 266700"/>
                <a:gd name="connsiteX6" fmla="*/ 91440 w 255269"/>
                <a:gd name="connsiteY6" fmla="*/ 128588 h 266700"/>
                <a:gd name="connsiteX7" fmla="*/ 6667 w 255269"/>
                <a:gd name="connsiteY7" fmla="*/ 0 h 266700"/>
                <a:gd name="connsiteX8" fmla="*/ 77152 w 255269"/>
                <a:gd name="connsiteY8" fmla="*/ 0 h 266700"/>
                <a:gd name="connsiteX9" fmla="*/ 127635 w 255269"/>
                <a:gd name="connsiteY9" fmla="*/ 81915 h 266700"/>
                <a:gd name="connsiteX10" fmla="*/ 128588 w 255269"/>
                <a:gd name="connsiteY10" fmla="*/ 81915 h 266700"/>
                <a:gd name="connsiteX11" fmla="*/ 178117 w 255269"/>
                <a:gd name="connsiteY11" fmla="*/ 0 h 266700"/>
                <a:gd name="connsiteX12" fmla="*/ 247650 w 255269"/>
                <a:gd name="connsiteY12" fmla="*/ 0 h 266700"/>
                <a:gd name="connsiteX13" fmla="*/ 163830 w 255269"/>
                <a:gd name="connsiteY13" fmla="*/ 127635 h 266700"/>
                <a:gd name="connsiteX14" fmla="*/ 255270 w 255269"/>
                <a:gd name="connsiteY14" fmla="*/ 26670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55269" h="266700">
                  <a:moveTo>
                    <a:pt x="255270" y="266700"/>
                  </a:moveTo>
                  <a:lnTo>
                    <a:pt x="183832" y="266700"/>
                  </a:lnTo>
                  <a:lnTo>
                    <a:pt x="126682" y="174307"/>
                  </a:lnTo>
                  <a:lnTo>
                    <a:pt x="125730" y="174307"/>
                  </a:lnTo>
                  <a:lnTo>
                    <a:pt x="70485" y="266700"/>
                  </a:lnTo>
                  <a:lnTo>
                    <a:pt x="0" y="266700"/>
                  </a:lnTo>
                  <a:lnTo>
                    <a:pt x="91440" y="128588"/>
                  </a:lnTo>
                  <a:lnTo>
                    <a:pt x="6667" y="0"/>
                  </a:lnTo>
                  <a:lnTo>
                    <a:pt x="77152" y="0"/>
                  </a:lnTo>
                  <a:lnTo>
                    <a:pt x="127635" y="81915"/>
                  </a:lnTo>
                  <a:lnTo>
                    <a:pt x="128588" y="81915"/>
                  </a:lnTo>
                  <a:lnTo>
                    <a:pt x="178117" y="0"/>
                  </a:lnTo>
                  <a:lnTo>
                    <a:pt x="247650" y="0"/>
                  </a:lnTo>
                  <a:lnTo>
                    <a:pt x="163830" y="127635"/>
                  </a:lnTo>
                  <a:lnTo>
                    <a:pt x="255270" y="26670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8" name="Freihandform: Form 107">
              <a:extLst>
                <a:ext uri="{FF2B5EF4-FFF2-40B4-BE49-F238E27FC236}">
                  <a16:creationId xmlns:a16="http://schemas.microsoft.com/office/drawing/2014/main" id="{F6C7C54C-A8CF-4444-AC59-BF72E47F72A6}"/>
                </a:ext>
              </a:extLst>
            </p:cNvPr>
            <p:cNvSpPr/>
            <p:nvPr/>
          </p:nvSpPr>
          <p:spPr>
            <a:xfrm>
              <a:off x="5686407" y="2641281"/>
              <a:ext cx="225759" cy="279082"/>
            </a:xfrm>
            <a:custGeom>
              <a:avLst/>
              <a:gdLst>
                <a:gd name="connsiteX0" fmla="*/ 114317 w 225759"/>
                <a:gd name="connsiteY0" fmla="*/ 107632 h 279082"/>
                <a:gd name="connsiteX1" fmla="*/ 164799 w 225759"/>
                <a:gd name="connsiteY1" fmla="*/ 113347 h 279082"/>
                <a:gd name="connsiteX2" fmla="*/ 164799 w 225759"/>
                <a:gd name="connsiteY2" fmla="*/ 103822 h 279082"/>
                <a:gd name="connsiteX3" fmla="*/ 105744 w 225759"/>
                <a:gd name="connsiteY3" fmla="*/ 52388 h 279082"/>
                <a:gd name="connsiteX4" fmla="*/ 38117 w 225759"/>
                <a:gd name="connsiteY4" fmla="*/ 67628 h 279082"/>
                <a:gd name="connsiteX5" fmla="*/ 24782 w 225759"/>
                <a:gd name="connsiteY5" fmla="*/ 15240 h 279082"/>
                <a:gd name="connsiteX6" fmla="*/ 112412 w 225759"/>
                <a:gd name="connsiteY6" fmla="*/ 0 h 279082"/>
                <a:gd name="connsiteX7" fmla="*/ 225759 w 225759"/>
                <a:gd name="connsiteY7" fmla="*/ 102870 h 279082"/>
                <a:gd name="connsiteX8" fmla="*/ 225759 w 225759"/>
                <a:gd name="connsiteY8" fmla="*/ 273368 h 279082"/>
                <a:gd name="connsiteX9" fmla="*/ 166704 w 225759"/>
                <a:gd name="connsiteY9" fmla="*/ 273368 h 279082"/>
                <a:gd name="connsiteX10" fmla="*/ 166704 w 225759"/>
                <a:gd name="connsiteY10" fmla="*/ 244793 h 279082"/>
                <a:gd name="connsiteX11" fmla="*/ 165752 w 225759"/>
                <a:gd name="connsiteY11" fmla="*/ 244793 h 279082"/>
                <a:gd name="connsiteX12" fmla="*/ 87647 w 225759"/>
                <a:gd name="connsiteY12" fmla="*/ 279083 h 279082"/>
                <a:gd name="connsiteX13" fmla="*/ 17 w 225759"/>
                <a:gd name="connsiteY13" fmla="*/ 194310 h 279082"/>
                <a:gd name="connsiteX14" fmla="*/ 114317 w 225759"/>
                <a:gd name="connsiteY14" fmla="*/ 107632 h 279082"/>
                <a:gd name="connsiteX15" fmla="*/ 103839 w 225759"/>
                <a:gd name="connsiteY15" fmla="*/ 232410 h 279082"/>
                <a:gd name="connsiteX16" fmla="*/ 164799 w 225759"/>
                <a:gd name="connsiteY16" fmla="*/ 200025 h 279082"/>
                <a:gd name="connsiteX17" fmla="*/ 164799 w 225759"/>
                <a:gd name="connsiteY17" fmla="*/ 154305 h 279082"/>
                <a:gd name="connsiteX18" fmla="*/ 120984 w 225759"/>
                <a:gd name="connsiteY18" fmla="*/ 149543 h 279082"/>
                <a:gd name="connsiteX19" fmla="*/ 59072 w 225759"/>
                <a:gd name="connsiteY19" fmla="*/ 193358 h 279082"/>
                <a:gd name="connsiteX20" fmla="*/ 103839 w 225759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5759" h="279082">
                  <a:moveTo>
                    <a:pt x="114317" y="107632"/>
                  </a:moveTo>
                  <a:cubicBezTo>
                    <a:pt x="131462" y="107632"/>
                    <a:pt x="147654" y="108585"/>
                    <a:pt x="164799" y="113347"/>
                  </a:cubicBezTo>
                  <a:lnTo>
                    <a:pt x="164799" y="103822"/>
                  </a:lnTo>
                  <a:cubicBezTo>
                    <a:pt x="164799" y="69532"/>
                    <a:pt x="144797" y="52388"/>
                    <a:pt x="105744" y="52388"/>
                  </a:cubicBezTo>
                  <a:cubicBezTo>
                    <a:pt x="83837" y="52388"/>
                    <a:pt x="60024" y="57150"/>
                    <a:pt x="38117" y="67628"/>
                  </a:cubicBezTo>
                  <a:lnTo>
                    <a:pt x="24782" y="15240"/>
                  </a:lnTo>
                  <a:cubicBezTo>
                    <a:pt x="49547" y="5715"/>
                    <a:pt x="81932" y="0"/>
                    <a:pt x="112412" y="0"/>
                  </a:cubicBezTo>
                  <a:cubicBezTo>
                    <a:pt x="187659" y="0"/>
                    <a:pt x="225759" y="35243"/>
                    <a:pt x="225759" y="102870"/>
                  </a:cubicBezTo>
                  <a:lnTo>
                    <a:pt x="225759" y="273368"/>
                  </a:lnTo>
                  <a:lnTo>
                    <a:pt x="166704" y="273368"/>
                  </a:lnTo>
                  <a:lnTo>
                    <a:pt x="166704" y="244793"/>
                  </a:lnTo>
                  <a:lnTo>
                    <a:pt x="165752" y="244793"/>
                  </a:lnTo>
                  <a:cubicBezTo>
                    <a:pt x="142892" y="268605"/>
                    <a:pt x="119079" y="279083"/>
                    <a:pt x="87647" y="279083"/>
                  </a:cubicBezTo>
                  <a:cubicBezTo>
                    <a:pt x="34307" y="279083"/>
                    <a:pt x="17" y="245745"/>
                    <a:pt x="17" y="194310"/>
                  </a:cubicBezTo>
                  <a:cubicBezTo>
                    <a:pt x="-936" y="138113"/>
                    <a:pt x="39069" y="107632"/>
                    <a:pt x="114317" y="107632"/>
                  </a:cubicBezTo>
                  <a:close/>
                  <a:moveTo>
                    <a:pt x="103839" y="232410"/>
                  </a:moveTo>
                  <a:cubicBezTo>
                    <a:pt x="126699" y="232410"/>
                    <a:pt x="147654" y="220980"/>
                    <a:pt x="164799" y="200025"/>
                  </a:cubicBezTo>
                  <a:lnTo>
                    <a:pt x="164799" y="154305"/>
                  </a:lnTo>
                  <a:cubicBezTo>
                    <a:pt x="150512" y="150495"/>
                    <a:pt x="135272" y="149543"/>
                    <a:pt x="120984" y="149543"/>
                  </a:cubicBezTo>
                  <a:cubicBezTo>
                    <a:pt x="81932" y="149543"/>
                    <a:pt x="59072" y="164783"/>
                    <a:pt x="59072" y="193358"/>
                  </a:cubicBezTo>
                  <a:cubicBezTo>
                    <a:pt x="59072" y="217170"/>
                    <a:pt x="76217" y="232410"/>
                    <a:pt x="103839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9" name="Freihandform: Form 108">
              <a:extLst>
                <a:ext uri="{FF2B5EF4-FFF2-40B4-BE49-F238E27FC236}">
                  <a16:creationId xmlns:a16="http://schemas.microsoft.com/office/drawing/2014/main" id="{F50FAB8E-78AE-4621-92B7-50E022AAB55A}"/>
                </a:ext>
              </a:extLst>
            </p:cNvPr>
            <p:cNvSpPr/>
            <p:nvPr/>
          </p:nvSpPr>
          <p:spPr>
            <a:xfrm>
              <a:off x="5991224" y="2641281"/>
              <a:ext cx="229552" cy="273367"/>
            </a:xfrm>
            <a:custGeom>
              <a:avLst/>
              <a:gdLst>
                <a:gd name="connsiteX0" fmla="*/ 229553 w 229552"/>
                <a:gd name="connsiteY0" fmla="*/ 272415 h 273367"/>
                <a:gd name="connsiteX1" fmla="*/ 166688 w 229552"/>
                <a:gd name="connsiteY1" fmla="*/ 272415 h 273367"/>
                <a:gd name="connsiteX2" fmla="*/ 166688 w 229552"/>
                <a:gd name="connsiteY2" fmla="*/ 120015 h 273367"/>
                <a:gd name="connsiteX3" fmla="*/ 117157 w 229552"/>
                <a:gd name="connsiteY3" fmla="*/ 55245 h 273367"/>
                <a:gd name="connsiteX4" fmla="*/ 61913 w 229552"/>
                <a:gd name="connsiteY4" fmla="*/ 120015 h 273367"/>
                <a:gd name="connsiteX5" fmla="*/ 61913 w 229552"/>
                <a:gd name="connsiteY5" fmla="*/ 273368 h 273367"/>
                <a:gd name="connsiteX6" fmla="*/ 0 w 229552"/>
                <a:gd name="connsiteY6" fmla="*/ 273368 h 273367"/>
                <a:gd name="connsiteX7" fmla="*/ 0 w 229552"/>
                <a:gd name="connsiteY7" fmla="*/ 6668 h 273367"/>
                <a:gd name="connsiteX8" fmla="*/ 61913 w 229552"/>
                <a:gd name="connsiteY8" fmla="*/ 6668 h 273367"/>
                <a:gd name="connsiteX9" fmla="*/ 61913 w 229552"/>
                <a:gd name="connsiteY9" fmla="*/ 39053 h 273367"/>
                <a:gd name="connsiteX10" fmla="*/ 62865 w 229552"/>
                <a:gd name="connsiteY10" fmla="*/ 39053 h 273367"/>
                <a:gd name="connsiteX11" fmla="*/ 140970 w 229552"/>
                <a:gd name="connsiteY11" fmla="*/ 0 h 273367"/>
                <a:gd name="connsiteX12" fmla="*/ 228600 w 229552"/>
                <a:gd name="connsiteY12" fmla="*/ 107632 h 273367"/>
                <a:gd name="connsiteX13" fmla="*/ 228600 w 229552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9552" h="273367">
                  <a:moveTo>
                    <a:pt x="229553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7" y="55245"/>
                    <a:pt x="117157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8"/>
                  </a:lnTo>
                  <a:lnTo>
                    <a:pt x="0" y="273368"/>
                  </a:lnTo>
                  <a:lnTo>
                    <a:pt x="0" y="6668"/>
                  </a:lnTo>
                  <a:lnTo>
                    <a:pt x="61913" y="6668"/>
                  </a:lnTo>
                  <a:lnTo>
                    <a:pt x="61913" y="39053"/>
                  </a:lnTo>
                  <a:lnTo>
                    <a:pt x="62865" y="39053"/>
                  </a:lnTo>
                  <a:cubicBezTo>
                    <a:pt x="79057" y="15240"/>
                    <a:pt x="106680" y="0"/>
                    <a:pt x="140970" y="0"/>
                  </a:cubicBezTo>
                  <a:cubicBezTo>
                    <a:pt x="201930" y="0"/>
                    <a:pt x="228600" y="44768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0" name="Freihandform: Form 109">
              <a:extLst>
                <a:ext uri="{FF2B5EF4-FFF2-40B4-BE49-F238E27FC236}">
                  <a16:creationId xmlns:a16="http://schemas.microsoft.com/office/drawing/2014/main" id="{AC24D8DA-7994-4FBE-8591-E8A44FF7C7F7}"/>
                </a:ext>
              </a:extLst>
            </p:cNvPr>
            <p:cNvSpPr/>
            <p:nvPr/>
          </p:nvSpPr>
          <p:spPr>
            <a:xfrm>
              <a:off x="6286499" y="2525076"/>
              <a:ext cx="248602" cy="396239"/>
            </a:xfrm>
            <a:custGeom>
              <a:avLst/>
              <a:gdLst>
                <a:gd name="connsiteX0" fmla="*/ 0 w 248602"/>
                <a:gd name="connsiteY0" fmla="*/ 255270 h 396239"/>
                <a:gd name="connsiteX1" fmla="*/ 108585 w 248602"/>
                <a:gd name="connsiteY1" fmla="*/ 116205 h 396239"/>
                <a:gd name="connsiteX2" fmla="*/ 185738 w 248602"/>
                <a:gd name="connsiteY2" fmla="*/ 152400 h 396239"/>
                <a:gd name="connsiteX3" fmla="*/ 186690 w 248602"/>
                <a:gd name="connsiteY3" fmla="*/ 152400 h 396239"/>
                <a:gd name="connsiteX4" fmla="*/ 186690 w 248602"/>
                <a:gd name="connsiteY4" fmla="*/ 15240 h 396239"/>
                <a:gd name="connsiteX5" fmla="*/ 248603 w 248602"/>
                <a:gd name="connsiteY5" fmla="*/ 0 h 396239"/>
                <a:gd name="connsiteX6" fmla="*/ 248603 w 248602"/>
                <a:gd name="connsiteY6" fmla="*/ 389573 h 396239"/>
                <a:gd name="connsiteX7" fmla="*/ 187643 w 248602"/>
                <a:gd name="connsiteY7" fmla="*/ 389573 h 396239"/>
                <a:gd name="connsiteX8" fmla="*/ 187643 w 248602"/>
                <a:gd name="connsiteY8" fmla="*/ 358140 h 396239"/>
                <a:gd name="connsiteX9" fmla="*/ 186690 w 248602"/>
                <a:gd name="connsiteY9" fmla="*/ 358140 h 396239"/>
                <a:gd name="connsiteX10" fmla="*/ 106680 w 248602"/>
                <a:gd name="connsiteY10" fmla="*/ 396240 h 396239"/>
                <a:gd name="connsiteX11" fmla="*/ 0 w 248602"/>
                <a:gd name="connsiteY11" fmla="*/ 255270 h 396239"/>
                <a:gd name="connsiteX12" fmla="*/ 61913 w 248602"/>
                <a:gd name="connsiteY12" fmla="*/ 255270 h 396239"/>
                <a:gd name="connsiteX13" fmla="*/ 123825 w 248602"/>
                <a:gd name="connsiteY13" fmla="*/ 340995 h 396239"/>
                <a:gd name="connsiteX14" fmla="*/ 187643 w 248602"/>
                <a:gd name="connsiteY14" fmla="*/ 305753 h 396239"/>
                <a:gd name="connsiteX15" fmla="*/ 187643 w 248602"/>
                <a:gd name="connsiteY15" fmla="*/ 207645 h 396239"/>
                <a:gd name="connsiteX16" fmla="*/ 123825 w 248602"/>
                <a:gd name="connsiteY16" fmla="*/ 172402 h 396239"/>
                <a:gd name="connsiteX17" fmla="*/ 61913 w 248602"/>
                <a:gd name="connsiteY17" fmla="*/ 255270 h 39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8602" h="396239">
                  <a:moveTo>
                    <a:pt x="0" y="255270"/>
                  </a:moveTo>
                  <a:cubicBezTo>
                    <a:pt x="0" y="169545"/>
                    <a:pt x="43815" y="116205"/>
                    <a:pt x="108585" y="116205"/>
                  </a:cubicBezTo>
                  <a:cubicBezTo>
                    <a:pt x="141922" y="116205"/>
                    <a:pt x="168593" y="130493"/>
                    <a:pt x="185738" y="152400"/>
                  </a:cubicBezTo>
                  <a:lnTo>
                    <a:pt x="186690" y="152400"/>
                  </a:lnTo>
                  <a:lnTo>
                    <a:pt x="186690" y="15240"/>
                  </a:lnTo>
                  <a:lnTo>
                    <a:pt x="248603" y="0"/>
                  </a:lnTo>
                  <a:lnTo>
                    <a:pt x="248603" y="389573"/>
                  </a:lnTo>
                  <a:lnTo>
                    <a:pt x="187643" y="389573"/>
                  </a:lnTo>
                  <a:lnTo>
                    <a:pt x="187643" y="358140"/>
                  </a:lnTo>
                  <a:lnTo>
                    <a:pt x="186690" y="358140"/>
                  </a:lnTo>
                  <a:cubicBezTo>
                    <a:pt x="167640" y="381953"/>
                    <a:pt x="140018" y="396240"/>
                    <a:pt x="106680" y="396240"/>
                  </a:cubicBezTo>
                  <a:cubicBezTo>
                    <a:pt x="43815" y="395288"/>
                    <a:pt x="0" y="340995"/>
                    <a:pt x="0" y="255270"/>
                  </a:cubicBezTo>
                  <a:close/>
                  <a:moveTo>
                    <a:pt x="61913" y="255270"/>
                  </a:moveTo>
                  <a:cubicBezTo>
                    <a:pt x="61913" y="309563"/>
                    <a:pt x="84772" y="340995"/>
                    <a:pt x="123825" y="340995"/>
                  </a:cubicBezTo>
                  <a:cubicBezTo>
                    <a:pt x="147638" y="340995"/>
                    <a:pt x="167640" y="329565"/>
                    <a:pt x="187643" y="305753"/>
                  </a:cubicBezTo>
                  <a:lnTo>
                    <a:pt x="187643" y="207645"/>
                  </a:lnTo>
                  <a:cubicBezTo>
                    <a:pt x="169545" y="183833"/>
                    <a:pt x="149543" y="172402"/>
                    <a:pt x="123825" y="172402"/>
                  </a:cubicBezTo>
                  <a:cubicBezTo>
                    <a:pt x="82868" y="172402"/>
                    <a:pt x="61913" y="201930"/>
                    <a:pt x="61913" y="2552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1" name="Freihandform: Form 110">
              <a:extLst>
                <a:ext uri="{FF2B5EF4-FFF2-40B4-BE49-F238E27FC236}">
                  <a16:creationId xmlns:a16="http://schemas.microsoft.com/office/drawing/2014/main" id="{C26A421C-A8D4-4825-8BA4-943B818B8D2E}"/>
                </a:ext>
              </a:extLst>
            </p:cNvPr>
            <p:cNvSpPr/>
            <p:nvPr/>
          </p:nvSpPr>
          <p:spPr>
            <a:xfrm>
              <a:off x="6602729" y="2641281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2865 w 242887"/>
                <a:gd name="connsiteY10" fmla="*/ 115253 h 279082"/>
                <a:gd name="connsiteX11" fmla="*/ 183832 w 242887"/>
                <a:gd name="connsiteY11" fmla="*/ 115253 h 279082"/>
                <a:gd name="connsiteX12" fmla="*/ 124777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3" y="264795"/>
                    <a:pt x="172402" y="279083"/>
                    <a:pt x="132397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90488" y="50482"/>
                    <a:pt x="67627" y="74295"/>
                    <a:pt x="62865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2" name="Freihandform: Form 111">
              <a:extLst>
                <a:ext uri="{FF2B5EF4-FFF2-40B4-BE49-F238E27FC236}">
                  <a16:creationId xmlns:a16="http://schemas.microsoft.com/office/drawing/2014/main" id="{022EA131-DFDB-431F-A60F-CCAACE5F8476}"/>
                </a:ext>
              </a:extLst>
            </p:cNvPr>
            <p:cNvSpPr/>
            <p:nvPr/>
          </p:nvSpPr>
          <p:spPr>
            <a:xfrm>
              <a:off x="6916101" y="2641039"/>
              <a:ext cx="160020" cy="272657"/>
            </a:xfrm>
            <a:custGeom>
              <a:avLst/>
              <a:gdLst>
                <a:gd name="connsiteX0" fmla="*/ 160020 w 160020"/>
                <a:gd name="connsiteY0" fmla="*/ 5005 h 272657"/>
                <a:gd name="connsiteX1" fmla="*/ 150495 w 160020"/>
                <a:gd name="connsiteY1" fmla="*/ 68823 h 272657"/>
                <a:gd name="connsiteX2" fmla="*/ 116205 w 160020"/>
                <a:gd name="connsiteY2" fmla="*/ 60250 h 272657"/>
                <a:gd name="connsiteX3" fmla="*/ 61913 w 160020"/>
                <a:gd name="connsiteY3" fmla="*/ 135498 h 272657"/>
                <a:gd name="connsiteX4" fmla="*/ 61913 w 160020"/>
                <a:gd name="connsiteY4" fmla="*/ 272658 h 272657"/>
                <a:gd name="connsiteX5" fmla="*/ 0 w 160020"/>
                <a:gd name="connsiteY5" fmla="*/ 272658 h 272657"/>
                <a:gd name="connsiteX6" fmla="*/ 0 w 160020"/>
                <a:gd name="connsiteY6" fmla="*/ 5958 h 272657"/>
                <a:gd name="connsiteX7" fmla="*/ 60960 w 160020"/>
                <a:gd name="connsiteY7" fmla="*/ 5958 h 272657"/>
                <a:gd name="connsiteX8" fmla="*/ 60960 w 160020"/>
                <a:gd name="connsiteY8" fmla="*/ 40248 h 272657"/>
                <a:gd name="connsiteX9" fmla="*/ 61913 w 160020"/>
                <a:gd name="connsiteY9" fmla="*/ 40248 h 272657"/>
                <a:gd name="connsiteX10" fmla="*/ 131445 w 160020"/>
                <a:gd name="connsiteY10" fmla="*/ 243 h 272657"/>
                <a:gd name="connsiteX11" fmla="*/ 160020 w 160020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3" name="Freihandform: Form 112">
              <a:extLst>
                <a:ext uri="{FF2B5EF4-FFF2-40B4-BE49-F238E27FC236}">
                  <a16:creationId xmlns:a16="http://schemas.microsoft.com/office/drawing/2014/main" id="{75B85351-FC36-4EAA-ADAC-848C5CE8CF20}"/>
                </a:ext>
              </a:extLst>
            </p:cNvPr>
            <p:cNvSpPr/>
            <p:nvPr/>
          </p:nvSpPr>
          <p:spPr>
            <a:xfrm>
              <a:off x="7115174" y="2721291"/>
              <a:ext cx="130492" cy="59055"/>
            </a:xfrm>
            <a:custGeom>
              <a:avLst/>
              <a:gdLst>
                <a:gd name="connsiteX0" fmla="*/ 130493 w 130492"/>
                <a:gd name="connsiteY0" fmla="*/ 59055 h 59055"/>
                <a:gd name="connsiteX1" fmla="*/ 0 w 130492"/>
                <a:gd name="connsiteY1" fmla="*/ 59055 h 59055"/>
                <a:gd name="connsiteX2" fmla="*/ 0 w 130492"/>
                <a:gd name="connsiteY2" fmla="*/ 0 h 59055"/>
                <a:gd name="connsiteX3" fmla="*/ 130493 w 130492"/>
                <a:gd name="connsiteY3" fmla="*/ 0 h 59055"/>
                <a:gd name="connsiteX4" fmla="*/ 130493 w 130492"/>
                <a:gd name="connsiteY4" fmla="*/ 59055 h 59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492" h="59055">
                  <a:moveTo>
                    <a:pt x="130493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3" y="0"/>
                  </a:lnTo>
                  <a:lnTo>
                    <a:pt x="130493" y="5905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2" name="Freihandform: Form 161">
              <a:extLst>
                <a:ext uri="{FF2B5EF4-FFF2-40B4-BE49-F238E27FC236}">
                  <a16:creationId xmlns:a16="http://schemas.microsoft.com/office/drawing/2014/main" id="{864D1068-6C88-4E64-9CE8-709F2115AB93}"/>
                </a:ext>
              </a:extLst>
            </p:cNvPr>
            <p:cNvSpPr/>
            <p:nvPr/>
          </p:nvSpPr>
          <p:spPr>
            <a:xfrm>
              <a:off x="7324724" y="2545079"/>
              <a:ext cx="288607" cy="375284"/>
            </a:xfrm>
            <a:custGeom>
              <a:avLst/>
              <a:gdLst>
                <a:gd name="connsiteX0" fmla="*/ 288607 w 288607"/>
                <a:gd name="connsiteY0" fmla="*/ 222885 h 375284"/>
                <a:gd name="connsiteX1" fmla="*/ 143827 w 288607"/>
                <a:gd name="connsiteY1" fmla="*/ 375285 h 375284"/>
                <a:gd name="connsiteX2" fmla="*/ 0 w 288607"/>
                <a:gd name="connsiteY2" fmla="*/ 222885 h 375284"/>
                <a:gd name="connsiteX3" fmla="*/ 0 w 288607"/>
                <a:gd name="connsiteY3" fmla="*/ 0 h 375284"/>
                <a:gd name="connsiteX4" fmla="*/ 66675 w 288607"/>
                <a:gd name="connsiteY4" fmla="*/ 0 h 375284"/>
                <a:gd name="connsiteX5" fmla="*/ 66675 w 288607"/>
                <a:gd name="connsiteY5" fmla="*/ 219075 h 375284"/>
                <a:gd name="connsiteX6" fmla="*/ 144780 w 288607"/>
                <a:gd name="connsiteY6" fmla="*/ 312420 h 375284"/>
                <a:gd name="connsiteX7" fmla="*/ 220980 w 288607"/>
                <a:gd name="connsiteY7" fmla="*/ 219075 h 375284"/>
                <a:gd name="connsiteX8" fmla="*/ 220980 w 288607"/>
                <a:gd name="connsiteY8" fmla="*/ 0 h 375284"/>
                <a:gd name="connsiteX9" fmla="*/ 287655 w 288607"/>
                <a:gd name="connsiteY9" fmla="*/ 0 h 375284"/>
                <a:gd name="connsiteX10" fmla="*/ 287655 w 288607"/>
                <a:gd name="connsiteY10" fmla="*/ 222885 h 375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88607" h="375284">
                  <a:moveTo>
                    <a:pt x="288607" y="222885"/>
                  </a:moveTo>
                  <a:cubicBezTo>
                    <a:pt x="288607" y="311468"/>
                    <a:pt x="242888" y="375285"/>
                    <a:pt x="143827" y="375285"/>
                  </a:cubicBezTo>
                  <a:cubicBezTo>
                    <a:pt x="45720" y="375285"/>
                    <a:pt x="0" y="312420"/>
                    <a:pt x="0" y="222885"/>
                  </a:cubicBezTo>
                  <a:lnTo>
                    <a:pt x="0" y="0"/>
                  </a:lnTo>
                  <a:lnTo>
                    <a:pt x="66675" y="0"/>
                  </a:lnTo>
                  <a:lnTo>
                    <a:pt x="66675" y="219075"/>
                  </a:lnTo>
                  <a:cubicBezTo>
                    <a:pt x="66675" y="274320"/>
                    <a:pt x="90488" y="312420"/>
                    <a:pt x="144780" y="312420"/>
                  </a:cubicBezTo>
                  <a:cubicBezTo>
                    <a:pt x="199073" y="312420"/>
                    <a:pt x="220980" y="275272"/>
                    <a:pt x="220980" y="219075"/>
                  </a:cubicBezTo>
                  <a:lnTo>
                    <a:pt x="220980" y="0"/>
                  </a:lnTo>
                  <a:lnTo>
                    <a:pt x="287655" y="0"/>
                  </a:lnTo>
                  <a:lnTo>
                    <a:pt x="287655" y="22288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3" name="Freihandform: Form 162">
              <a:extLst>
                <a:ext uri="{FF2B5EF4-FFF2-40B4-BE49-F238E27FC236}">
                  <a16:creationId xmlns:a16="http://schemas.microsoft.com/office/drawing/2014/main" id="{060D30F5-7860-4FEF-9867-6D902CB11985}"/>
                </a:ext>
              </a:extLst>
            </p:cNvPr>
            <p:cNvSpPr/>
            <p:nvPr/>
          </p:nvSpPr>
          <p:spPr>
            <a:xfrm>
              <a:off x="7697151" y="2641281"/>
              <a:ext cx="228600" cy="273367"/>
            </a:xfrm>
            <a:custGeom>
              <a:avLst/>
              <a:gdLst>
                <a:gd name="connsiteX0" fmla="*/ 228600 w 228600"/>
                <a:gd name="connsiteY0" fmla="*/ 272415 h 273367"/>
                <a:gd name="connsiteX1" fmla="*/ 166688 w 228600"/>
                <a:gd name="connsiteY1" fmla="*/ 272415 h 273367"/>
                <a:gd name="connsiteX2" fmla="*/ 166688 w 228600"/>
                <a:gd name="connsiteY2" fmla="*/ 120015 h 273367"/>
                <a:gd name="connsiteX3" fmla="*/ 117158 w 228600"/>
                <a:gd name="connsiteY3" fmla="*/ 55245 h 273367"/>
                <a:gd name="connsiteX4" fmla="*/ 61913 w 228600"/>
                <a:gd name="connsiteY4" fmla="*/ 120015 h 273367"/>
                <a:gd name="connsiteX5" fmla="*/ 61913 w 228600"/>
                <a:gd name="connsiteY5" fmla="*/ 273368 h 273367"/>
                <a:gd name="connsiteX6" fmla="*/ 0 w 228600"/>
                <a:gd name="connsiteY6" fmla="*/ 273368 h 273367"/>
                <a:gd name="connsiteX7" fmla="*/ 0 w 228600"/>
                <a:gd name="connsiteY7" fmla="*/ 6668 h 273367"/>
                <a:gd name="connsiteX8" fmla="*/ 61913 w 228600"/>
                <a:gd name="connsiteY8" fmla="*/ 6668 h 273367"/>
                <a:gd name="connsiteX9" fmla="*/ 61913 w 228600"/>
                <a:gd name="connsiteY9" fmla="*/ 39053 h 273367"/>
                <a:gd name="connsiteX10" fmla="*/ 62865 w 228600"/>
                <a:gd name="connsiteY10" fmla="*/ 39053 h 273367"/>
                <a:gd name="connsiteX11" fmla="*/ 140970 w 228600"/>
                <a:gd name="connsiteY11" fmla="*/ 0 h 273367"/>
                <a:gd name="connsiteX12" fmla="*/ 228600 w 228600"/>
                <a:gd name="connsiteY12" fmla="*/ 107632 h 273367"/>
                <a:gd name="connsiteX13" fmla="*/ 228600 w 228600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8" y="55245"/>
                    <a:pt x="117158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8"/>
                  </a:lnTo>
                  <a:lnTo>
                    <a:pt x="0" y="273368"/>
                  </a:lnTo>
                  <a:lnTo>
                    <a:pt x="0" y="6668"/>
                  </a:lnTo>
                  <a:lnTo>
                    <a:pt x="61913" y="6668"/>
                  </a:lnTo>
                  <a:lnTo>
                    <a:pt x="61913" y="39053"/>
                  </a:lnTo>
                  <a:lnTo>
                    <a:pt x="62865" y="39053"/>
                  </a:lnTo>
                  <a:cubicBezTo>
                    <a:pt x="79058" y="15240"/>
                    <a:pt x="106680" y="0"/>
                    <a:pt x="140970" y="0"/>
                  </a:cubicBezTo>
                  <a:cubicBezTo>
                    <a:pt x="201930" y="0"/>
                    <a:pt x="228600" y="44768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4" name="Freihandform: Form 163">
              <a:extLst>
                <a:ext uri="{FF2B5EF4-FFF2-40B4-BE49-F238E27FC236}">
                  <a16:creationId xmlns:a16="http://schemas.microsoft.com/office/drawing/2014/main" id="{732D5F25-F623-49DA-B9D2-8BB8C68F24F2}"/>
                </a:ext>
              </a:extLst>
            </p:cNvPr>
            <p:cNvSpPr/>
            <p:nvPr/>
          </p:nvSpPr>
          <p:spPr>
            <a:xfrm>
              <a:off x="7996237" y="2528887"/>
              <a:ext cx="79057" cy="384810"/>
            </a:xfrm>
            <a:custGeom>
              <a:avLst/>
              <a:gdLst>
                <a:gd name="connsiteX0" fmla="*/ 79057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7 w 79057"/>
                <a:gd name="connsiteY4" fmla="*/ 38100 h 384810"/>
                <a:gd name="connsiteX5" fmla="*/ 70485 w 79057"/>
                <a:gd name="connsiteY5" fmla="*/ 384810 h 384810"/>
                <a:gd name="connsiteX6" fmla="*/ 8573 w 79057"/>
                <a:gd name="connsiteY6" fmla="*/ 384810 h 384810"/>
                <a:gd name="connsiteX7" fmla="*/ 8573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7" y="38100"/>
                  </a:moveTo>
                  <a:cubicBezTo>
                    <a:pt x="79057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0960" y="0"/>
                    <a:pt x="79057" y="16193"/>
                    <a:pt x="79057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5" name="Freihandform: Form 164">
              <a:extLst>
                <a:ext uri="{FF2B5EF4-FFF2-40B4-BE49-F238E27FC236}">
                  <a16:creationId xmlns:a16="http://schemas.microsoft.com/office/drawing/2014/main" id="{0FAC63F4-9971-49C4-8827-AF6DFF0CACC5}"/>
                </a:ext>
              </a:extLst>
            </p:cNvPr>
            <p:cNvSpPr/>
            <p:nvPr/>
          </p:nvSpPr>
          <p:spPr>
            <a:xfrm>
              <a:off x="8119109" y="2647949"/>
              <a:ext cx="259079" cy="266700"/>
            </a:xfrm>
            <a:custGeom>
              <a:avLst/>
              <a:gdLst>
                <a:gd name="connsiteX0" fmla="*/ 259080 w 259079"/>
                <a:gd name="connsiteY0" fmla="*/ 0 h 266700"/>
                <a:gd name="connsiteX1" fmla="*/ 161925 w 259079"/>
                <a:gd name="connsiteY1" fmla="*/ 266700 h 266700"/>
                <a:gd name="connsiteX2" fmla="*/ 97155 w 259079"/>
                <a:gd name="connsiteY2" fmla="*/ 266700 h 266700"/>
                <a:gd name="connsiteX3" fmla="*/ 0 w 259079"/>
                <a:gd name="connsiteY3" fmla="*/ 0 h 266700"/>
                <a:gd name="connsiteX4" fmla="*/ 68580 w 259079"/>
                <a:gd name="connsiteY4" fmla="*/ 0 h 266700"/>
                <a:gd name="connsiteX5" fmla="*/ 129540 w 259079"/>
                <a:gd name="connsiteY5" fmla="*/ 193358 h 266700"/>
                <a:gd name="connsiteX6" fmla="*/ 130492 w 259079"/>
                <a:gd name="connsiteY6" fmla="*/ 193358 h 266700"/>
                <a:gd name="connsiteX7" fmla="*/ 191452 w 259079"/>
                <a:gd name="connsiteY7" fmla="*/ 0 h 266700"/>
                <a:gd name="connsiteX8" fmla="*/ 259080 w 259079"/>
                <a:gd name="connsiteY8" fmla="*/ 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59079" h="266700">
                  <a:moveTo>
                    <a:pt x="259080" y="0"/>
                  </a:moveTo>
                  <a:lnTo>
                    <a:pt x="161925" y="266700"/>
                  </a:lnTo>
                  <a:lnTo>
                    <a:pt x="97155" y="266700"/>
                  </a:lnTo>
                  <a:lnTo>
                    <a:pt x="0" y="0"/>
                  </a:lnTo>
                  <a:lnTo>
                    <a:pt x="68580" y="0"/>
                  </a:lnTo>
                  <a:lnTo>
                    <a:pt x="129540" y="193358"/>
                  </a:lnTo>
                  <a:lnTo>
                    <a:pt x="130492" y="193358"/>
                  </a:lnTo>
                  <a:lnTo>
                    <a:pt x="191452" y="0"/>
                  </a:lnTo>
                  <a:lnTo>
                    <a:pt x="25908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6" name="Freihandform: Form 165">
              <a:extLst>
                <a:ext uri="{FF2B5EF4-FFF2-40B4-BE49-F238E27FC236}">
                  <a16:creationId xmlns:a16="http://schemas.microsoft.com/office/drawing/2014/main" id="{B0C9B571-3A50-4743-B6C5-E6337F5E3872}"/>
                </a:ext>
              </a:extLst>
            </p:cNvPr>
            <p:cNvSpPr/>
            <p:nvPr/>
          </p:nvSpPr>
          <p:spPr>
            <a:xfrm>
              <a:off x="8406764" y="2641281"/>
              <a:ext cx="242887" cy="279082"/>
            </a:xfrm>
            <a:custGeom>
              <a:avLst/>
              <a:gdLst>
                <a:gd name="connsiteX0" fmla="*/ 132398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8 w 242887"/>
                <a:gd name="connsiteY6" fmla="*/ 225743 h 279082"/>
                <a:gd name="connsiteX7" fmla="*/ 198120 w 242887"/>
                <a:gd name="connsiteY7" fmla="*/ 194310 h 279082"/>
                <a:gd name="connsiteX8" fmla="*/ 237173 w 242887"/>
                <a:gd name="connsiteY8" fmla="*/ 235268 h 279082"/>
                <a:gd name="connsiteX9" fmla="*/ 132398 w 242887"/>
                <a:gd name="connsiteY9" fmla="*/ 279083 h 279082"/>
                <a:gd name="connsiteX10" fmla="*/ 62865 w 242887"/>
                <a:gd name="connsiteY10" fmla="*/ 115253 h 279082"/>
                <a:gd name="connsiteX11" fmla="*/ 183833 w 242887"/>
                <a:gd name="connsiteY11" fmla="*/ 115253 h 279082"/>
                <a:gd name="connsiteX12" fmla="*/ 124778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3" y="201930"/>
                    <a:pt x="94298" y="225743"/>
                    <a:pt x="132398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3" y="235268"/>
                  </a:lnTo>
                  <a:cubicBezTo>
                    <a:pt x="206693" y="264795"/>
                    <a:pt x="173355" y="279083"/>
                    <a:pt x="132398" y="279083"/>
                  </a:cubicBezTo>
                  <a:close/>
                  <a:moveTo>
                    <a:pt x="62865" y="115253"/>
                  </a:moveTo>
                  <a:lnTo>
                    <a:pt x="183833" y="115253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8580" y="74295"/>
                    <a:pt x="62865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7" name="Freihandform: Form 166">
              <a:extLst>
                <a:ext uri="{FF2B5EF4-FFF2-40B4-BE49-F238E27FC236}">
                  <a16:creationId xmlns:a16="http://schemas.microsoft.com/office/drawing/2014/main" id="{E454C239-1FB1-4A92-A3A3-00D362D352BB}"/>
                </a:ext>
              </a:extLst>
            </p:cNvPr>
            <p:cNvSpPr/>
            <p:nvPr/>
          </p:nvSpPr>
          <p:spPr>
            <a:xfrm>
              <a:off x="8720137" y="2641039"/>
              <a:ext cx="160019" cy="272657"/>
            </a:xfrm>
            <a:custGeom>
              <a:avLst/>
              <a:gdLst>
                <a:gd name="connsiteX0" fmla="*/ 160020 w 160019"/>
                <a:gd name="connsiteY0" fmla="*/ 5005 h 272657"/>
                <a:gd name="connsiteX1" fmla="*/ 150495 w 160019"/>
                <a:gd name="connsiteY1" fmla="*/ 68823 h 272657"/>
                <a:gd name="connsiteX2" fmla="*/ 116205 w 160019"/>
                <a:gd name="connsiteY2" fmla="*/ 60250 h 272657"/>
                <a:gd name="connsiteX3" fmla="*/ 61913 w 160019"/>
                <a:gd name="connsiteY3" fmla="*/ 135498 h 272657"/>
                <a:gd name="connsiteX4" fmla="*/ 61913 w 160019"/>
                <a:gd name="connsiteY4" fmla="*/ 272658 h 272657"/>
                <a:gd name="connsiteX5" fmla="*/ 0 w 160019"/>
                <a:gd name="connsiteY5" fmla="*/ 272658 h 272657"/>
                <a:gd name="connsiteX6" fmla="*/ 0 w 160019"/>
                <a:gd name="connsiteY6" fmla="*/ 5958 h 272657"/>
                <a:gd name="connsiteX7" fmla="*/ 60960 w 160019"/>
                <a:gd name="connsiteY7" fmla="*/ 5958 h 272657"/>
                <a:gd name="connsiteX8" fmla="*/ 60960 w 160019"/>
                <a:gd name="connsiteY8" fmla="*/ 40248 h 272657"/>
                <a:gd name="connsiteX9" fmla="*/ 61913 w 160019"/>
                <a:gd name="connsiteY9" fmla="*/ 40248 h 272657"/>
                <a:gd name="connsiteX10" fmla="*/ 131445 w 160019"/>
                <a:gd name="connsiteY10" fmla="*/ 243 h 272657"/>
                <a:gd name="connsiteX11" fmla="*/ 160020 w 160019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19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8" name="Freihandform: Form 167">
              <a:extLst>
                <a:ext uri="{FF2B5EF4-FFF2-40B4-BE49-F238E27FC236}">
                  <a16:creationId xmlns:a16="http://schemas.microsoft.com/office/drawing/2014/main" id="{8B477F16-4711-4484-85E1-93965BBDAEC9}"/>
                </a:ext>
              </a:extLst>
            </p:cNvPr>
            <p:cNvSpPr/>
            <p:nvPr/>
          </p:nvSpPr>
          <p:spPr>
            <a:xfrm>
              <a:off x="8909684" y="2640329"/>
              <a:ext cx="205739" cy="280034"/>
            </a:xfrm>
            <a:custGeom>
              <a:avLst/>
              <a:gdLst>
                <a:gd name="connsiteX0" fmla="*/ 29527 w 205739"/>
                <a:gd name="connsiteY0" fmla="*/ 198120 h 280034"/>
                <a:gd name="connsiteX1" fmla="*/ 104775 w 205739"/>
                <a:gd name="connsiteY1" fmla="*/ 227647 h 280034"/>
                <a:gd name="connsiteX2" fmla="*/ 143827 w 205739"/>
                <a:gd name="connsiteY2" fmla="*/ 200978 h 280034"/>
                <a:gd name="connsiteX3" fmla="*/ 10477 w 205739"/>
                <a:gd name="connsiteY3" fmla="*/ 82868 h 280034"/>
                <a:gd name="connsiteX4" fmla="*/ 111442 w 205739"/>
                <a:gd name="connsiteY4" fmla="*/ 0 h 280034"/>
                <a:gd name="connsiteX5" fmla="*/ 203835 w 205739"/>
                <a:gd name="connsiteY5" fmla="*/ 27622 h 280034"/>
                <a:gd name="connsiteX6" fmla="*/ 174307 w 205739"/>
                <a:gd name="connsiteY6" fmla="*/ 76200 h 280034"/>
                <a:gd name="connsiteX7" fmla="*/ 110490 w 205739"/>
                <a:gd name="connsiteY7" fmla="*/ 52387 h 280034"/>
                <a:gd name="connsiteX8" fmla="*/ 72390 w 205739"/>
                <a:gd name="connsiteY8" fmla="*/ 77153 h 280034"/>
                <a:gd name="connsiteX9" fmla="*/ 205740 w 205739"/>
                <a:gd name="connsiteY9" fmla="*/ 195262 h 280034"/>
                <a:gd name="connsiteX10" fmla="*/ 102870 w 205739"/>
                <a:gd name="connsiteY10" fmla="*/ 280035 h 280034"/>
                <a:gd name="connsiteX11" fmla="*/ 0 w 205739"/>
                <a:gd name="connsiteY11" fmla="*/ 247650 h 280034"/>
                <a:gd name="connsiteX12" fmla="*/ 29527 w 205739"/>
                <a:gd name="connsiteY12" fmla="*/ 198120 h 280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39" h="280034">
                  <a:moveTo>
                    <a:pt x="29527" y="198120"/>
                  </a:moveTo>
                  <a:cubicBezTo>
                    <a:pt x="56197" y="218122"/>
                    <a:pt x="80963" y="227647"/>
                    <a:pt x="104775" y="227647"/>
                  </a:cubicBezTo>
                  <a:cubicBezTo>
                    <a:pt x="127635" y="227647"/>
                    <a:pt x="143827" y="217170"/>
                    <a:pt x="143827" y="200978"/>
                  </a:cubicBezTo>
                  <a:cubicBezTo>
                    <a:pt x="143827" y="155258"/>
                    <a:pt x="10477" y="171450"/>
                    <a:pt x="10477" y="82868"/>
                  </a:cubicBezTo>
                  <a:cubicBezTo>
                    <a:pt x="10477" y="33338"/>
                    <a:pt x="51435" y="0"/>
                    <a:pt x="111442" y="0"/>
                  </a:cubicBezTo>
                  <a:cubicBezTo>
                    <a:pt x="143827" y="0"/>
                    <a:pt x="175260" y="9525"/>
                    <a:pt x="203835" y="27622"/>
                  </a:cubicBezTo>
                  <a:lnTo>
                    <a:pt x="174307" y="76200"/>
                  </a:lnTo>
                  <a:cubicBezTo>
                    <a:pt x="151447" y="60960"/>
                    <a:pt x="130492" y="52387"/>
                    <a:pt x="110490" y="52387"/>
                  </a:cubicBezTo>
                  <a:cubicBezTo>
                    <a:pt x="87630" y="52387"/>
                    <a:pt x="72390" y="61912"/>
                    <a:pt x="72390" y="77153"/>
                  </a:cubicBezTo>
                  <a:cubicBezTo>
                    <a:pt x="72390" y="120968"/>
                    <a:pt x="205740" y="105728"/>
                    <a:pt x="205740" y="195262"/>
                  </a:cubicBezTo>
                  <a:cubicBezTo>
                    <a:pt x="205740" y="245745"/>
                    <a:pt x="164782" y="280035"/>
                    <a:pt x="102870" y="280035"/>
                  </a:cubicBezTo>
                  <a:cubicBezTo>
                    <a:pt x="67627" y="280035"/>
                    <a:pt x="31432" y="268605"/>
                    <a:pt x="0" y="247650"/>
                  </a:cubicBezTo>
                  <a:lnTo>
                    <a:pt x="29527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9" name="Freihandform: Form 168">
              <a:extLst>
                <a:ext uri="{FF2B5EF4-FFF2-40B4-BE49-F238E27FC236}">
                  <a16:creationId xmlns:a16="http://schemas.microsoft.com/office/drawing/2014/main" id="{50A65D7A-5744-468F-9625-38183D07B3A0}"/>
                </a:ext>
              </a:extLst>
            </p:cNvPr>
            <p:cNvSpPr/>
            <p:nvPr/>
          </p:nvSpPr>
          <p:spPr>
            <a:xfrm>
              <a:off x="9173526" y="2528887"/>
              <a:ext cx="79057" cy="384810"/>
            </a:xfrm>
            <a:custGeom>
              <a:avLst/>
              <a:gdLst>
                <a:gd name="connsiteX0" fmla="*/ 79058 w 79057"/>
                <a:gd name="connsiteY0" fmla="*/ 38100 h 384810"/>
                <a:gd name="connsiteX1" fmla="*/ 39053 w 79057"/>
                <a:gd name="connsiteY1" fmla="*/ 76200 h 384810"/>
                <a:gd name="connsiteX2" fmla="*/ 0 w 79057"/>
                <a:gd name="connsiteY2" fmla="*/ 38100 h 384810"/>
                <a:gd name="connsiteX3" fmla="*/ 39053 w 79057"/>
                <a:gd name="connsiteY3" fmla="*/ 0 h 384810"/>
                <a:gd name="connsiteX4" fmla="*/ 79058 w 79057"/>
                <a:gd name="connsiteY4" fmla="*/ 38100 h 384810"/>
                <a:gd name="connsiteX5" fmla="*/ 70485 w 79057"/>
                <a:gd name="connsiteY5" fmla="*/ 384810 h 384810"/>
                <a:gd name="connsiteX6" fmla="*/ 8573 w 79057"/>
                <a:gd name="connsiteY6" fmla="*/ 384810 h 384810"/>
                <a:gd name="connsiteX7" fmla="*/ 8573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8" y="38100"/>
                  </a:moveTo>
                  <a:cubicBezTo>
                    <a:pt x="79058" y="60007"/>
                    <a:pt x="60960" y="76200"/>
                    <a:pt x="39053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3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0" name="Freihandform: Form 169">
              <a:extLst>
                <a:ext uri="{FF2B5EF4-FFF2-40B4-BE49-F238E27FC236}">
                  <a16:creationId xmlns:a16="http://schemas.microsoft.com/office/drawing/2014/main" id="{472308F4-C46D-44F7-A941-546D6F81040E}"/>
                </a:ext>
              </a:extLst>
            </p:cNvPr>
            <p:cNvSpPr/>
            <p:nvPr/>
          </p:nvSpPr>
          <p:spPr>
            <a:xfrm>
              <a:off x="9297351" y="2562224"/>
              <a:ext cx="165735" cy="358139"/>
            </a:xfrm>
            <a:custGeom>
              <a:avLst/>
              <a:gdLst>
                <a:gd name="connsiteX0" fmla="*/ 165735 w 165735"/>
                <a:gd name="connsiteY0" fmla="*/ 295275 h 358139"/>
                <a:gd name="connsiteX1" fmla="*/ 165735 w 165735"/>
                <a:gd name="connsiteY1" fmla="*/ 348615 h 358139"/>
                <a:gd name="connsiteX2" fmla="*/ 113348 w 165735"/>
                <a:gd name="connsiteY2" fmla="*/ 358140 h 358139"/>
                <a:gd name="connsiteX3" fmla="*/ 40958 w 165735"/>
                <a:gd name="connsiteY3" fmla="*/ 282892 h 358139"/>
                <a:gd name="connsiteX4" fmla="*/ 40958 w 165735"/>
                <a:gd name="connsiteY4" fmla="*/ 137160 h 358139"/>
                <a:gd name="connsiteX5" fmla="*/ 0 w 165735"/>
                <a:gd name="connsiteY5" fmla="*/ 137160 h 358139"/>
                <a:gd name="connsiteX6" fmla="*/ 0 w 165735"/>
                <a:gd name="connsiteY6" fmla="*/ 85725 h 358139"/>
                <a:gd name="connsiteX7" fmla="*/ 40005 w 165735"/>
                <a:gd name="connsiteY7" fmla="*/ 85725 h 358139"/>
                <a:gd name="connsiteX8" fmla="*/ 40005 w 165735"/>
                <a:gd name="connsiteY8" fmla="*/ 13335 h 358139"/>
                <a:gd name="connsiteX9" fmla="*/ 101918 w 165735"/>
                <a:gd name="connsiteY9" fmla="*/ 0 h 358139"/>
                <a:gd name="connsiteX10" fmla="*/ 101918 w 165735"/>
                <a:gd name="connsiteY10" fmla="*/ 86677 h 358139"/>
                <a:gd name="connsiteX11" fmla="*/ 165735 w 165735"/>
                <a:gd name="connsiteY11" fmla="*/ 86677 h 358139"/>
                <a:gd name="connsiteX12" fmla="*/ 165735 w 165735"/>
                <a:gd name="connsiteY12" fmla="*/ 138113 h 358139"/>
                <a:gd name="connsiteX13" fmla="*/ 101918 w 165735"/>
                <a:gd name="connsiteY13" fmla="*/ 138113 h 358139"/>
                <a:gd name="connsiteX14" fmla="*/ 101918 w 165735"/>
                <a:gd name="connsiteY14" fmla="*/ 269558 h 358139"/>
                <a:gd name="connsiteX15" fmla="*/ 130493 w 165735"/>
                <a:gd name="connsiteY15" fmla="*/ 304800 h 358139"/>
                <a:gd name="connsiteX16" fmla="*/ 165735 w 165735"/>
                <a:gd name="connsiteY16" fmla="*/ 295275 h 358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5" h="358139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8" y="358140"/>
                  </a:cubicBezTo>
                  <a:cubicBezTo>
                    <a:pt x="66675" y="358140"/>
                    <a:pt x="40958" y="331470"/>
                    <a:pt x="40958" y="282892"/>
                  </a:cubicBezTo>
                  <a:lnTo>
                    <a:pt x="40958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3"/>
                    <a:pt x="110490" y="304800"/>
                    <a:pt x="130493" y="304800"/>
                  </a:cubicBezTo>
                  <a:cubicBezTo>
                    <a:pt x="141923" y="303848"/>
                    <a:pt x="155258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1" name="Freihandform: Form 170">
              <a:extLst>
                <a:ext uri="{FF2B5EF4-FFF2-40B4-BE49-F238E27FC236}">
                  <a16:creationId xmlns:a16="http://schemas.microsoft.com/office/drawing/2014/main" id="{410975B0-0BB1-4600-901F-1A785AB533DC}"/>
                </a:ext>
              </a:extLst>
            </p:cNvPr>
            <p:cNvSpPr/>
            <p:nvPr/>
          </p:nvSpPr>
          <p:spPr>
            <a:xfrm>
              <a:off x="9511664" y="2533649"/>
              <a:ext cx="225742" cy="386714"/>
            </a:xfrm>
            <a:custGeom>
              <a:avLst/>
              <a:gdLst>
                <a:gd name="connsiteX0" fmla="*/ 114300 w 225742"/>
                <a:gd name="connsiteY0" fmla="*/ 215265 h 386714"/>
                <a:gd name="connsiteX1" fmla="*/ 164783 w 225742"/>
                <a:gd name="connsiteY1" fmla="*/ 220980 h 386714"/>
                <a:gd name="connsiteX2" fmla="*/ 164783 w 225742"/>
                <a:gd name="connsiteY2" fmla="*/ 211455 h 386714"/>
                <a:gd name="connsiteX3" fmla="*/ 105728 w 225742"/>
                <a:gd name="connsiteY3" fmla="*/ 160020 h 386714"/>
                <a:gd name="connsiteX4" fmla="*/ 38100 w 225742"/>
                <a:gd name="connsiteY4" fmla="*/ 175260 h 386714"/>
                <a:gd name="connsiteX5" fmla="*/ 24765 w 225742"/>
                <a:gd name="connsiteY5" fmla="*/ 122873 h 386714"/>
                <a:gd name="connsiteX6" fmla="*/ 112395 w 225742"/>
                <a:gd name="connsiteY6" fmla="*/ 107632 h 386714"/>
                <a:gd name="connsiteX7" fmla="*/ 225743 w 225742"/>
                <a:gd name="connsiteY7" fmla="*/ 210502 h 386714"/>
                <a:gd name="connsiteX8" fmla="*/ 225743 w 225742"/>
                <a:gd name="connsiteY8" fmla="*/ 381000 h 386714"/>
                <a:gd name="connsiteX9" fmla="*/ 166688 w 225742"/>
                <a:gd name="connsiteY9" fmla="*/ 381000 h 386714"/>
                <a:gd name="connsiteX10" fmla="*/ 166688 w 225742"/>
                <a:gd name="connsiteY10" fmla="*/ 352425 h 386714"/>
                <a:gd name="connsiteX11" fmla="*/ 165735 w 225742"/>
                <a:gd name="connsiteY11" fmla="*/ 352425 h 386714"/>
                <a:gd name="connsiteX12" fmla="*/ 87630 w 225742"/>
                <a:gd name="connsiteY12" fmla="*/ 386715 h 386714"/>
                <a:gd name="connsiteX13" fmla="*/ 0 w 225742"/>
                <a:gd name="connsiteY13" fmla="*/ 301942 h 386714"/>
                <a:gd name="connsiteX14" fmla="*/ 114300 w 225742"/>
                <a:gd name="connsiteY14" fmla="*/ 215265 h 386714"/>
                <a:gd name="connsiteX15" fmla="*/ 63818 w 225742"/>
                <a:gd name="connsiteY15" fmla="*/ 72390 h 386714"/>
                <a:gd name="connsiteX16" fmla="*/ 26670 w 225742"/>
                <a:gd name="connsiteY16" fmla="*/ 36195 h 386714"/>
                <a:gd name="connsiteX17" fmla="*/ 63818 w 225742"/>
                <a:gd name="connsiteY17" fmla="*/ 0 h 386714"/>
                <a:gd name="connsiteX18" fmla="*/ 100965 w 225742"/>
                <a:gd name="connsiteY18" fmla="*/ 36195 h 386714"/>
                <a:gd name="connsiteX19" fmla="*/ 63818 w 225742"/>
                <a:gd name="connsiteY19" fmla="*/ 72390 h 386714"/>
                <a:gd name="connsiteX20" fmla="*/ 103823 w 225742"/>
                <a:gd name="connsiteY20" fmla="*/ 340042 h 386714"/>
                <a:gd name="connsiteX21" fmla="*/ 164783 w 225742"/>
                <a:gd name="connsiteY21" fmla="*/ 307658 h 386714"/>
                <a:gd name="connsiteX22" fmla="*/ 164783 w 225742"/>
                <a:gd name="connsiteY22" fmla="*/ 261938 h 386714"/>
                <a:gd name="connsiteX23" fmla="*/ 120968 w 225742"/>
                <a:gd name="connsiteY23" fmla="*/ 257175 h 386714"/>
                <a:gd name="connsiteX24" fmla="*/ 59055 w 225742"/>
                <a:gd name="connsiteY24" fmla="*/ 300990 h 386714"/>
                <a:gd name="connsiteX25" fmla="*/ 103823 w 225742"/>
                <a:gd name="connsiteY25" fmla="*/ 340042 h 386714"/>
                <a:gd name="connsiteX26" fmla="*/ 172403 w 225742"/>
                <a:gd name="connsiteY26" fmla="*/ 72390 h 386714"/>
                <a:gd name="connsiteX27" fmla="*/ 135255 w 225742"/>
                <a:gd name="connsiteY27" fmla="*/ 36195 h 386714"/>
                <a:gd name="connsiteX28" fmla="*/ 172403 w 225742"/>
                <a:gd name="connsiteY28" fmla="*/ 0 h 386714"/>
                <a:gd name="connsiteX29" fmla="*/ 209550 w 225742"/>
                <a:gd name="connsiteY29" fmla="*/ 36195 h 386714"/>
                <a:gd name="connsiteX30" fmla="*/ 172403 w 225742"/>
                <a:gd name="connsiteY30" fmla="*/ 72390 h 386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25742" h="386714">
                  <a:moveTo>
                    <a:pt x="114300" y="215265"/>
                  </a:moveTo>
                  <a:cubicBezTo>
                    <a:pt x="131445" y="215265"/>
                    <a:pt x="147638" y="216217"/>
                    <a:pt x="164783" y="220980"/>
                  </a:cubicBezTo>
                  <a:lnTo>
                    <a:pt x="164783" y="211455"/>
                  </a:lnTo>
                  <a:cubicBezTo>
                    <a:pt x="164783" y="177165"/>
                    <a:pt x="144780" y="160020"/>
                    <a:pt x="105728" y="160020"/>
                  </a:cubicBezTo>
                  <a:cubicBezTo>
                    <a:pt x="83820" y="160020"/>
                    <a:pt x="60008" y="164783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2"/>
                    <a:pt x="112395" y="107632"/>
                  </a:cubicBezTo>
                  <a:cubicBezTo>
                    <a:pt x="187643" y="107632"/>
                    <a:pt x="225743" y="142875"/>
                    <a:pt x="225743" y="210502"/>
                  </a:cubicBezTo>
                  <a:lnTo>
                    <a:pt x="225743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8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8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8" y="72390"/>
                  </a:cubicBezTo>
                  <a:close/>
                  <a:moveTo>
                    <a:pt x="103823" y="340042"/>
                  </a:moveTo>
                  <a:cubicBezTo>
                    <a:pt x="126683" y="340042"/>
                    <a:pt x="147638" y="328613"/>
                    <a:pt x="164783" y="307658"/>
                  </a:cubicBezTo>
                  <a:lnTo>
                    <a:pt x="164783" y="261938"/>
                  </a:lnTo>
                  <a:cubicBezTo>
                    <a:pt x="150495" y="258127"/>
                    <a:pt x="135255" y="257175"/>
                    <a:pt x="120968" y="257175"/>
                  </a:cubicBezTo>
                  <a:cubicBezTo>
                    <a:pt x="81915" y="257175"/>
                    <a:pt x="59055" y="272415"/>
                    <a:pt x="59055" y="300990"/>
                  </a:cubicBezTo>
                  <a:cubicBezTo>
                    <a:pt x="59055" y="324803"/>
                    <a:pt x="76200" y="340042"/>
                    <a:pt x="103823" y="340042"/>
                  </a:cubicBezTo>
                  <a:close/>
                  <a:moveTo>
                    <a:pt x="172403" y="72390"/>
                  </a:moveTo>
                  <a:cubicBezTo>
                    <a:pt x="152400" y="72390"/>
                    <a:pt x="135255" y="55245"/>
                    <a:pt x="135255" y="36195"/>
                  </a:cubicBezTo>
                  <a:cubicBezTo>
                    <a:pt x="135255" y="17145"/>
                    <a:pt x="152400" y="0"/>
                    <a:pt x="172403" y="0"/>
                  </a:cubicBezTo>
                  <a:cubicBezTo>
                    <a:pt x="192405" y="0"/>
                    <a:pt x="209550" y="17145"/>
                    <a:pt x="209550" y="36195"/>
                  </a:cubicBezTo>
                  <a:cubicBezTo>
                    <a:pt x="209550" y="56198"/>
                    <a:pt x="192405" y="72390"/>
                    <a:pt x="172403" y="723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2" name="Freihandform: Form 171">
              <a:extLst>
                <a:ext uri="{FF2B5EF4-FFF2-40B4-BE49-F238E27FC236}">
                  <a16:creationId xmlns:a16="http://schemas.microsoft.com/office/drawing/2014/main" id="{5E5E3A78-B400-4E3E-A684-1AF24E10D831}"/>
                </a:ext>
              </a:extLst>
            </p:cNvPr>
            <p:cNvSpPr/>
            <p:nvPr/>
          </p:nvSpPr>
          <p:spPr>
            <a:xfrm>
              <a:off x="9785984" y="2562224"/>
              <a:ext cx="165734" cy="358139"/>
            </a:xfrm>
            <a:custGeom>
              <a:avLst/>
              <a:gdLst>
                <a:gd name="connsiteX0" fmla="*/ 165735 w 165734"/>
                <a:gd name="connsiteY0" fmla="*/ 295275 h 358139"/>
                <a:gd name="connsiteX1" fmla="*/ 165735 w 165734"/>
                <a:gd name="connsiteY1" fmla="*/ 348615 h 358139"/>
                <a:gd name="connsiteX2" fmla="*/ 113347 w 165734"/>
                <a:gd name="connsiteY2" fmla="*/ 358140 h 358139"/>
                <a:gd name="connsiteX3" fmla="*/ 40957 w 165734"/>
                <a:gd name="connsiteY3" fmla="*/ 282892 h 358139"/>
                <a:gd name="connsiteX4" fmla="*/ 40957 w 165734"/>
                <a:gd name="connsiteY4" fmla="*/ 137160 h 358139"/>
                <a:gd name="connsiteX5" fmla="*/ 0 w 165734"/>
                <a:gd name="connsiteY5" fmla="*/ 137160 h 358139"/>
                <a:gd name="connsiteX6" fmla="*/ 0 w 165734"/>
                <a:gd name="connsiteY6" fmla="*/ 85725 h 358139"/>
                <a:gd name="connsiteX7" fmla="*/ 40005 w 165734"/>
                <a:gd name="connsiteY7" fmla="*/ 85725 h 358139"/>
                <a:gd name="connsiteX8" fmla="*/ 40005 w 165734"/>
                <a:gd name="connsiteY8" fmla="*/ 13335 h 358139"/>
                <a:gd name="connsiteX9" fmla="*/ 101917 w 165734"/>
                <a:gd name="connsiteY9" fmla="*/ 0 h 358139"/>
                <a:gd name="connsiteX10" fmla="*/ 101917 w 165734"/>
                <a:gd name="connsiteY10" fmla="*/ 86677 h 358139"/>
                <a:gd name="connsiteX11" fmla="*/ 165735 w 165734"/>
                <a:gd name="connsiteY11" fmla="*/ 86677 h 358139"/>
                <a:gd name="connsiteX12" fmla="*/ 165735 w 165734"/>
                <a:gd name="connsiteY12" fmla="*/ 138113 h 358139"/>
                <a:gd name="connsiteX13" fmla="*/ 101917 w 165734"/>
                <a:gd name="connsiteY13" fmla="*/ 138113 h 358139"/>
                <a:gd name="connsiteX14" fmla="*/ 101917 w 165734"/>
                <a:gd name="connsiteY14" fmla="*/ 269558 h 358139"/>
                <a:gd name="connsiteX15" fmla="*/ 130492 w 165734"/>
                <a:gd name="connsiteY15" fmla="*/ 304800 h 358139"/>
                <a:gd name="connsiteX16" fmla="*/ 165735 w 165734"/>
                <a:gd name="connsiteY16" fmla="*/ 295275 h 358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39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7" y="0"/>
                  </a:lnTo>
                  <a:lnTo>
                    <a:pt x="101917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7" y="138113"/>
                  </a:lnTo>
                  <a:lnTo>
                    <a:pt x="101917" y="269558"/>
                  </a:lnTo>
                  <a:cubicBezTo>
                    <a:pt x="101917" y="294323"/>
                    <a:pt x="110490" y="304800"/>
                    <a:pt x="130492" y="304800"/>
                  </a:cubicBezTo>
                  <a:cubicBezTo>
                    <a:pt x="142875" y="303848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3" name="Freihandform: Form 172">
              <a:extLst>
                <a:ext uri="{FF2B5EF4-FFF2-40B4-BE49-F238E27FC236}">
                  <a16:creationId xmlns:a16="http://schemas.microsoft.com/office/drawing/2014/main" id="{59AC3075-8837-4AFD-8F75-890D1D9AF8CF}"/>
                </a:ext>
              </a:extLst>
            </p:cNvPr>
            <p:cNvSpPr/>
            <p:nvPr/>
          </p:nvSpPr>
          <p:spPr>
            <a:xfrm>
              <a:off x="2242184" y="3122294"/>
              <a:ext cx="275272" cy="368617"/>
            </a:xfrm>
            <a:custGeom>
              <a:avLst/>
              <a:gdLst>
                <a:gd name="connsiteX0" fmla="*/ 275273 w 275272"/>
                <a:gd name="connsiteY0" fmla="*/ 60960 h 368617"/>
                <a:gd name="connsiteX1" fmla="*/ 170498 w 275272"/>
                <a:gd name="connsiteY1" fmla="*/ 60960 h 368617"/>
                <a:gd name="connsiteX2" fmla="*/ 170498 w 275272"/>
                <a:gd name="connsiteY2" fmla="*/ 368617 h 368617"/>
                <a:gd name="connsiteX3" fmla="*/ 104775 w 275272"/>
                <a:gd name="connsiteY3" fmla="*/ 368617 h 368617"/>
                <a:gd name="connsiteX4" fmla="*/ 104775 w 275272"/>
                <a:gd name="connsiteY4" fmla="*/ 60960 h 368617"/>
                <a:gd name="connsiteX5" fmla="*/ 0 w 275272"/>
                <a:gd name="connsiteY5" fmla="*/ 60960 h 368617"/>
                <a:gd name="connsiteX6" fmla="*/ 0 w 275272"/>
                <a:gd name="connsiteY6" fmla="*/ 0 h 368617"/>
                <a:gd name="connsiteX7" fmla="*/ 275273 w 275272"/>
                <a:gd name="connsiteY7" fmla="*/ 0 h 368617"/>
                <a:gd name="connsiteX8" fmla="*/ 275273 w 275272"/>
                <a:gd name="connsiteY8" fmla="*/ 60960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272" h="368617">
                  <a:moveTo>
                    <a:pt x="275273" y="60960"/>
                  </a:moveTo>
                  <a:lnTo>
                    <a:pt x="170498" y="60960"/>
                  </a:lnTo>
                  <a:lnTo>
                    <a:pt x="170498" y="368617"/>
                  </a:lnTo>
                  <a:lnTo>
                    <a:pt x="104775" y="368617"/>
                  </a:lnTo>
                  <a:lnTo>
                    <a:pt x="104775" y="60960"/>
                  </a:lnTo>
                  <a:lnTo>
                    <a:pt x="0" y="60960"/>
                  </a:lnTo>
                  <a:lnTo>
                    <a:pt x="0" y="0"/>
                  </a:lnTo>
                  <a:lnTo>
                    <a:pt x="275273" y="0"/>
                  </a:lnTo>
                  <a:lnTo>
                    <a:pt x="275273" y="6096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4" name="Freihandform: Form 173">
              <a:extLst>
                <a:ext uri="{FF2B5EF4-FFF2-40B4-BE49-F238E27FC236}">
                  <a16:creationId xmlns:a16="http://schemas.microsoft.com/office/drawing/2014/main" id="{6F2E48AF-510F-486C-BDB2-4FA9AE217CDF}"/>
                </a:ext>
              </a:extLst>
            </p:cNvPr>
            <p:cNvSpPr/>
            <p:nvPr/>
          </p:nvSpPr>
          <p:spPr>
            <a:xfrm>
              <a:off x="2519362" y="3217544"/>
              <a:ext cx="242887" cy="279082"/>
            </a:xfrm>
            <a:custGeom>
              <a:avLst/>
              <a:gdLst>
                <a:gd name="connsiteX0" fmla="*/ 132398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3817 w 242887"/>
                <a:gd name="connsiteY5" fmla="*/ 160972 h 279082"/>
                <a:gd name="connsiteX6" fmla="*/ 133350 w 242887"/>
                <a:gd name="connsiteY6" fmla="*/ 225742 h 279082"/>
                <a:gd name="connsiteX7" fmla="*/ 199073 w 242887"/>
                <a:gd name="connsiteY7" fmla="*/ 194310 h 279082"/>
                <a:gd name="connsiteX8" fmla="*/ 238125 w 242887"/>
                <a:gd name="connsiteY8" fmla="*/ 235267 h 279082"/>
                <a:gd name="connsiteX9" fmla="*/ 132398 w 242887"/>
                <a:gd name="connsiteY9" fmla="*/ 279083 h 279082"/>
                <a:gd name="connsiteX10" fmla="*/ 62865 w 242887"/>
                <a:gd name="connsiteY10" fmla="*/ 115252 h 279082"/>
                <a:gd name="connsiteX11" fmla="*/ 183833 w 242887"/>
                <a:gd name="connsiteY11" fmla="*/ 115252 h 279082"/>
                <a:gd name="connsiteX12" fmla="*/ 124777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3817" y="160972"/>
                  </a:lnTo>
                  <a:cubicBezTo>
                    <a:pt x="70485" y="201930"/>
                    <a:pt x="95250" y="225742"/>
                    <a:pt x="133350" y="225742"/>
                  </a:cubicBezTo>
                  <a:cubicBezTo>
                    <a:pt x="158115" y="225742"/>
                    <a:pt x="178117" y="216217"/>
                    <a:pt x="199073" y="194310"/>
                  </a:cubicBezTo>
                  <a:lnTo>
                    <a:pt x="238125" y="235267"/>
                  </a:lnTo>
                  <a:cubicBezTo>
                    <a:pt x="206692" y="264795"/>
                    <a:pt x="172402" y="279083"/>
                    <a:pt x="132398" y="279083"/>
                  </a:cubicBezTo>
                  <a:close/>
                  <a:moveTo>
                    <a:pt x="62865" y="115252"/>
                  </a:moveTo>
                  <a:lnTo>
                    <a:pt x="183833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5" name="Freihandform: Form 174">
              <a:extLst>
                <a:ext uri="{FF2B5EF4-FFF2-40B4-BE49-F238E27FC236}">
                  <a16:creationId xmlns:a16="http://schemas.microsoft.com/office/drawing/2014/main" id="{3B965C2F-CC59-477C-B69E-2D51A0CDD5D4}"/>
                </a:ext>
              </a:extLst>
            </p:cNvPr>
            <p:cNvSpPr/>
            <p:nvPr/>
          </p:nvSpPr>
          <p:spPr>
            <a:xfrm>
              <a:off x="2816541" y="3216591"/>
              <a:ext cx="224790" cy="280035"/>
            </a:xfrm>
            <a:custGeom>
              <a:avLst/>
              <a:gdLst>
                <a:gd name="connsiteX0" fmla="*/ 222885 w 224790"/>
                <a:gd name="connsiteY0" fmla="*/ 237173 h 280035"/>
                <a:gd name="connsiteX1" fmla="*/ 127635 w 224790"/>
                <a:gd name="connsiteY1" fmla="*/ 280035 h 280035"/>
                <a:gd name="connsiteX2" fmla="*/ 0 w 224790"/>
                <a:gd name="connsiteY2" fmla="*/ 140970 h 280035"/>
                <a:gd name="connsiteX3" fmla="*/ 128588 w 224790"/>
                <a:gd name="connsiteY3" fmla="*/ 0 h 280035"/>
                <a:gd name="connsiteX4" fmla="*/ 224790 w 224790"/>
                <a:gd name="connsiteY4" fmla="*/ 45720 h 280035"/>
                <a:gd name="connsiteX5" fmla="*/ 181928 w 224790"/>
                <a:gd name="connsiteY5" fmla="*/ 86678 h 280035"/>
                <a:gd name="connsiteX6" fmla="*/ 128588 w 224790"/>
                <a:gd name="connsiteY6" fmla="*/ 57150 h 280035"/>
                <a:gd name="connsiteX7" fmla="*/ 62865 w 224790"/>
                <a:gd name="connsiteY7" fmla="*/ 140017 h 280035"/>
                <a:gd name="connsiteX8" fmla="*/ 128588 w 224790"/>
                <a:gd name="connsiteY8" fmla="*/ 222885 h 280035"/>
                <a:gd name="connsiteX9" fmla="*/ 183833 w 224790"/>
                <a:gd name="connsiteY9" fmla="*/ 193358 h 280035"/>
                <a:gd name="connsiteX10" fmla="*/ 222885 w 224790"/>
                <a:gd name="connsiteY10" fmla="*/ 237173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90" h="280035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3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6688" y="66675"/>
                    <a:pt x="149543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3" y="222885"/>
                    <a:pt x="166688" y="213360"/>
                    <a:pt x="183833" y="193358"/>
                  </a:cubicBezTo>
                  <a:lnTo>
                    <a:pt x="222885" y="2371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6" name="Freihandform: Form 175">
              <a:extLst>
                <a:ext uri="{FF2B5EF4-FFF2-40B4-BE49-F238E27FC236}">
                  <a16:creationId xmlns:a16="http://schemas.microsoft.com/office/drawing/2014/main" id="{0A9408CB-7970-4EA5-8BBC-971D93830404}"/>
                </a:ext>
              </a:extLst>
            </p:cNvPr>
            <p:cNvSpPr/>
            <p:nvPr/>
          </p:nvSpPr>
          <p:spPr>
            <a:xfrm>
              <a:off x="3095624" y="3101339"/>
              <a:ext cx="228600" cy="389572"/>
            </a:xfrm>
            <a:custGeom>
              <a:avLst/>
              <a:gdLst>
                <a:gd name="connsiteX0" fmla="*/ 228600 w 228600"/>
                <a:gd name="connsiteY0" fmla="*/ 388620 h 389572"/>
                <a:gd name="connsiteX1" fmla="*/ 166688 w 228600"/>
                <a:gd name="connsiteY1" fmla="*/ 388620 h 389572"/>
                <a:gd name="connsiteX2" fmla="*/ 166688 w 228600"/>
                <a:gd name="connsiteY2" fmla="*/ 236220 h 389572"/>
                <a:gd name="connsiteX3" fmla="*/ 117158 w 228600"/>
                <a:gd name="connsiteY3" fmla="*/ 171450 h 389572"/>
                <a:gd name="connsiteX4" fmla="*/ 61913 w 228600"/>
                <a:gd name="connsiteY4" fmla="*/ 236220 h 389572"/>
                <a:gd name="connsiteX5" fmla="*/ 61913 w 228600"/>
                <a:gd name="connsiteY5" fmla="*/ 389573 h 389572"/>
                <a:gd name="connsiteX6" fmla="*/ 0 w 228600"/>
                <a:gd name="connsiteY6" fmla="*/ 389573 h 389572"/>
                <a:gd name="connsiteX7" fmla="*/ 0 w 228600"/>
                <a:gd name="connsiteY7" fmla="*/ 15240 h 389572"/>
                <a:gd name="connsiteX8" fmla="*/ 61913 w 228600"/>
                <a:gd name="connsiteY8" fmla="*/ 0 h 389572"/>
                <a:gd name="connsiteX9" fmla="*/ 61913 w 228600"/>
                <a:gd name="connsiteY9" fmla="*/ 155258 h 389572"/>
                <a:gd name="connsiteX10" fmla="*/ 62865 w 228600"/>
                <a:gd name="connsiteY10" fmla="*/ 155258 h 389572"/>
                <a:gd name="connsiteX11" fmla="*/ 140970 w 228600"/>
                <a:gd name="connsiteY11" fmla="*/ 116205 h 389572"/>
                <a:gd name="connsiteX12" fmla="*/ 228600 w 228600"/>
                <a:gd name="connsiteY12" fmla="*/ 223838 h 389572"/>
                <a:gd name="connsiteX13" fmla="*/ 228600 w 228600"/>
                <a:gd name="connsiteY13" fmla="*/ 38862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389572">
                  <a:moveTo>
                    <a:pt x="228600" y="388620"/>
                  </a:moveTo>
                  <a:lnTo>
                    <a:pt x="166688" y="388620"/>
                  </a:lnTo>
                  <a:lnTo>
                    <a:pt x="166688" y="236220"/>
                  </a:lnTo>
                  <a:cubicBezTo>
                    <a:pt x="166688" y="197168"/>
                    <a:pt x="154305" y="171450"/>
                    <a:pt x="117158" y="171450"/>
                  </a:cubicBezTo>
                  <a:cubicBezTo>
                    <a:pt x="74295" y="171450"/>
                    <a:pt x="61913" y="205740"/>
                    <a:pt x="61913" y="236220"/>
                  </a:cubicBezTo>
                  <a:lnTo>
                    <a:pt x="61913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7" name="Freihandform: Form 176">
              <a:extLst>
                <a:ext uri="{FF2B5EF4-FFF2-40B4-BE49-F238E27FC236}">
                  <a16:creationId xmlns:a16="http://schemas.microsoft.com/office/drawing/2014/main" id="{F9118195-76D4-4209-ACC9-AFF1E0377B21}"/>
                </a:ext>
              </a:extLst>
            </p:cNvPr>
            <p:cNvSpPr/>
            <p:nvPr/>
          </p:nvSpPr>
          <p:spPr>
            <a:xfrm>
              <a:off x="3404234" y="3217544"/>
              <a:ext cx="228600" cy="273367"/>
            </a:xfrm>
            <a:custGeom>
              <a:avLst/>
              <a:gdLst>
                <a:gd name="connsiteX0" fmla="*/ 228600 w 228600"/>
                <a:gd name="connsiteY0" fmla="*/ 272415 h 273367"/>
                <a:gd name="connsiteX1" fmla="*/ 166688 w 228600"/>
                <a:gd name="connsiteY1" fmla="*/ 272415 h 273367"/>
                <a:gd name="connsiteX2" fmla="*/ 166688 w 228600"/>
                <a:gd name="connsiteY2" fmla="*/ 120015 h 273367"/>
                <a:gd name="connsiteX3" fmla="*/ 117158 w 228600"/>
                <a:gd name="connsiteY3" fmla="*/ 55245 h 273367"/>
                <a:gd name="connsiteX4" fmla="*/ 61913 w 228600"/>
                <a:gd name="connsiteY4" fmla="*/ 120015 h 273367"/>
                <a:gd name="connsiteX5" fmla="*/ 61913 w 228600"/>
                <a:gd name="connsiteY5" fmla="*/ 273367 h 273367"/>
                <a:gd name="connsiteX6" fmla="*/ 0 w 228600"/>
                <a:gd name="connsiteY6" fmla="*/ 273367 h 273367"/>
                <a:gd name="connsiteX7" fmla="*/ 0 w 228600"/>
                <a:gd name="connsiteY7" fmla="*/ 6667 h 273367"/>
                <a:gd name="connsiteX8" fmla="*/ 61913 w 228600"/>
                <a:gd name="connsiteY8" fmla="*/ 6667 h 273367"/>
                <a:gd name="connsiteX9" fmla="*/ 61913 w 228600"/>
                <a:gd name="connsiteY9" fmla="*/ 39052 h 273367"/>
                <a:gd name="connsiteX10" fmla="*/ 62865 w 228600"/>
                <a:gd name="connsiteY10" fmla="*/ 39052 h 273367"/>
                <a:gd name="connsiteX11" fmla="*/ 140970 w 228600"/>
                <a:gd name="connsiteY11" fmla="*/ 0 h 273367"/>
                <a:gd name="connsiteX12" fmla="*/ 228600 w 228600"/>
                <a:gd name="connsiteY12" fmla="*/ 107633 h 273367"/>
                <a:gd name="connsiteX13" fmla="*/ 228600 w 228600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8" y="55245"/>
                    <a:pt x="117158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7"/>
                  </a:lnTo>
                  <a:lnTo>
                    <a:pt x="0" y="273367"/>
                  </a:lnTo>
                  <a:lnTo>
                    <a:pt x="0" y="6667"/>
                  </a:lnTo>
                  <a:lnTo>
                    <a:pt x="61913" y="6667"/>
                  </a:lnTo>
                  <a:lnTo>
                    <a:pt x="61913" y="39052"/>
                  </a:lnTo>
                  <a:lnTo>
                    <a:pt x="62865" y="39052"/>
                  </a:lnTo>
                  <a:cubicBezTo>
                    <a:pt x="78105" y="15240"/>
                    <a:pt x="106680" y="0"/>
                    <a:pt x="140970" y="0"/>
                  </a:cubicBezTo>
                  <a:cubicBezTo>
                    <a:pt x="201930" y="0"/>
                    <a:pt x="228600" y="44767"/>
                    <a:pt x="228600" y="107633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8" name="Freihandform: Form 177">
              <a:extLst>
                <a:ext uri="{FF2B5EF4-FFF2-40B4-BE49-F238E27FC236}">
                  <a16:creationId xmlns:a16="http://schemas.microsoft.com/office/drawing/2014/main" id="{790E8F94-9DF5-4633-A4DA-1E970ED17EF0}"/>
                </a:ext>
              </a:extLst>
            </p:cNvPr>
            <p:cNvSpPr/>
            <p:nvPr/>
          </p:nvSpPr>
          <p:spPr>
            <a:xfrm>
              <a:off x="3703319" y="3105149"/>
              <a:ext cx="79057" cy="384809"/>
            </a:xfrm>
            <a:custGeom>
              <a:avLst/>
              <a:gdLst>
                <a:gd name="connsiteX0" fmla="*/ 79058 w 79057"/>
                <a:gd name="connsiteY0" fmla="*/ 38100 h 384809"/>
                <a:gd name="connsiteX1" fmla="*/ 39052 w 79057"/>
                <a:gd name="connsiteY1" fmla="*/ 76200 h 384809"/>
                <a:gd name="connsiteX2" fmla="*/ 0 w 79057"/>
                <a:gd name="connsiteY2" fmla="*/ 38100 h 384809"/>
                <a:gd name="connsiteX3" fmla="*/ 39052 w 79057"/>
                <a:gd name="connsiteY3" fmla="*/ 0 h 384809"/>
                <a:gd name="connsiteX4" fmla="*/ 79058 w 79057"/>
                <a:gd name="connsiteY4" fmla="*/ 38100 h 384809"/>
                <a:gd name="connsiteX5" fmla="*/ 70485 w 79057"/>
                <a:gd name="connsiteY5" fmla="*/ 384810 h 384809"/>
                <a:gd name="connsiteX6" fmla="*/ 8572 w 79057"/>
                <a:gd name="connsiteY6" fmla="*/ 384810 h 384809"/>
                <a:gd name="connsiteX7" fmla="*/ 8572 w 79057"/>
                <a:gd name="connsiteY7" fmla="*/ 118110 h 384809"/>
                <a:gd name="connsiteX8" fmla="*/ 70485 w 79057"/>
                <a:gd name="connsiteY8" fmla="*/ 118110 h 384809"/>
                <a:gd name="connsiteX9" fmla="*/ 70485 w 79057"/>
                <a:gd name="connsiteY9" fmla="*/ 384810 h 384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09">
                  <a:moveTo>
                    <a:pt x="79058" y="38100"/>
                  </a:moveTo>
                  <a:cubicBezTo>
                    <a:pt x="79058" y="60008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2"/>
                    <a:pt x="18097" y="0"/>
                    <a:pt x="39052" y="0"/>
                  </a:cubicBezTo>
                  <a:cubicBezTo>
                    <a:pt x="60960" y="0"/>
                    <a:pt x="79058" y="16192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2" y="384810"/>
                  </a:lnTo>
                  <a:lnTo>
                    <a:pt x="8572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9" name="Freihandform: Form 178">
              <a:extLst>
                <a:ext uri="{FF2B5EF4-FFF2-40B4-BE49-F238E27FC236}">
                  <a16:creationId xmlns:a16="http://schemas.microsoft.com/office/drawing/2014/main" id="{8CB1B880-DFBA-47FA-A0D1-80F79DCEF058}"/>
                </a:ext>
              </a:extLst>
            </p:cNvPr>
            <p:cNvSpPr/>
            <p:nvPr/>
          </p:nvSpPr>
          <p:spPr>
            <a:xfrm>
              <a:off x="3830954" y="3216591"/>
              <a:ext cx="205740" cy="280035"/>
            </a:xfrm>
            <a:custGeom>
              <a:avLst/>
              <a:gdLst>
                <a:gd name="connsiteX0" fmla="*/ 29528 w 205740"/>
                <a:gd name="connsiteY0" fmla="*/ 198120 h 280035"/>
                <a:gd name="connsiteX1" fmla="*/ 104775 w 205740"/>
                <a:gd name="connsiteY1" fmla="*/ 227648 h 280035"/>
                <a:gd name="connsiteX2" fmla="*/ 143828 w 205740"/>
                <a:gd name="connsiteY2" fmla="*/ 200978 h 280035"/>
                <a:gd name="connsiteX3" fmla="*/ 10478 w 205740"/>
                <a:gd name="connsiteY3" fmla="*/ 82868 h 280035"/>
                <a:gd name="connsiteX4" fmla="*/ 111442 w 205740"/>
                <a:gd name="connsiteY4" fmla="*/ 0 h 280035"/>
                <a:gd name="connsiteX5" fmla="*/ 203835 w 205740"/>
                <a:gd name="connsiteY5" fmla="*/ 27623 h 280035"/>
                <a:gd name="connsiteX6" fmla="*/ 174308 w 205740"/>
                <a:gd name="connsiteY6" fmla="*/ 76200 h 280035"/>
                <a:gd name="connsiteX7" fmla="*/ 110490 w 205740"/>
                <a:gd name="connsiteY7" fmla="*/ 52388 h 280035"/>
                <a:gd name="connsiteX8" fmla="*/ 72390 w 205740"/>
                <a:gd name="connsiteY8" fmla="*/ 77153 h 280035"/>
                <a:gd name="connsiteX9" fmla="*/ 205740 w 205740"/>
                <a:gd name="connsiteY9" fmla="*/ 195263 h 280035"/>
                <a:gd name="connsiteX10" fmla="*/ 102870 w 205740"/>
                <a:gd name="connsiteY10" fmla="*/ 280035 h 280035"/>
                <a:gd name="connsiteX11" fmla="*/ 0 w 205740"/>
                <a:gd name="connsiteY11" fmla="*/ 247650 h 280035"/>
                <a:gd name="connsiteX12" fmla="*/ 29528 w 205740"/>
                <a:gd name="connsiteY12" fmla="*/ 198120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40" h="280035">
                  <a:moveTo>
                    <a:pt x="29528" y="198120"/>
                  </a:moveTo>
                  <a:cubicBezTo>
                    <a:pt x="55245" y="218123"/>
                    <a:pt x="80963" y="227648"/>
                    <a:pt x="104775" y="227648"/>
                  </a:cubicBezTo>
                  <a:cubicBezTo>
                    <a:pt x="127635" y="227648"/>
                    <a:pt x="143828" y="217170"/>
                    <a:pt x="143828" y="200978"/>
                  </a:cubicBezTo>
                  <a:cubicBezTo>
                    <a:pt x="143828" y="155258"/>
                    <a:pt x="10478" y="171450"/>
                    <a:pt x="10478" y="82868"/>
                  </a:cubicBezTo>
                  <a:cubicBezTo>
                    <a:pt x="10478" y="33338"/>
                    <a:pt x="51435" y="0"/>
                    <a:pt x="111442" y="0"/>
                  </a:cubicBezTo>
                  <a:cubicBezTo>
                    <a:pt x="143828" y="0"/>
                    <a:pt x="175260" y="9525"/>
                    <a:pt x="203835" y="27623"/>
                  </a:cubicBezTo>
                  <a:lnTo>
                    <a:pt x="174308" y="76200"/>
                  </a:lnTo>
                  <a:cubicBezTo>
                    <a:pt x="151448" y="60960"/>
                    <a:pt x="130492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3" y="280035"/>
                    <a:pt x="102870" y="280035"/>
                  </a:cubicBezTo>
                  <a:cubicBezTo>
                    <a:pt x="67628" y="280035"/>
                    <a:pt x="31433" y="268605"/>
                    <a:pt x="0" y="247650"/>
                  </a:cubicBezTo>
                  <a:lnTo>
                    <a:pt x="29528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0" name="Freihandform: Form 179">
              <a:extLst>
                <a:ext uri="{FF2B5EF4-FFF2-40B4-BE49-F238E27FC236}">
                  <a16:creationId xmlns:a16="http://schemas.microsoft.com/office/drawing/2014/main" id="{7F7BC3AF-0B66-4B22-B031-DE626CAAD637}"/>
                </a:ext>
              </a:extLst>
            </p:cNvPr>
            <p:cNvSpPr/>
            <p:nvPr/>
          </p:nvSpPr>
          <p:spPr>
            <a:xfrm>
              <a:off x="4087177" y="3216591"/>
              <a:ext cx="224790" cy="280035"/>
            </a:xfrm>
            <a:custGeom>
              <a:avLst/>
              <a:gdLst>
                <a:gd name="connsiteX0" fmla="*/ 222885 w 224790"/>
                <a:gd name="connsiteY0" fmla="*/ 237173 h 280035"/>
                <a:gd name="connsiteX1" fmla="*/ 127635 w 224790"/>
                <a:gd name="connsiteY1" fmla="*/ 280035 h 280035"/>
                <a:gd name="connsiteX2" fmla="*/ 0 w 224790"/>
                <a:gd name="connsiteY2" fmla="*/ 140970 h 280035"/>
                <a:gd name="connsiteX3" fmla="*/ 128588 w 224790"/>
                <a:gd name="connsiteY3" fmla="*/ 0 h 280035"/>
                <a:gd name="connsiteX4" fmla="*/ 224790 w 224790"/>
                <a:gd name="connsiteY4" fmla="*/ 45720 h 280035"/>
                <a:gd name="connsiteX5" fmla="*/ 181928 w 224790"/>
                <a:gd name="connsiteY5" fmla="*/ 86678 h 280035"/>
                <a:gd name="connsiteX6" fmla="*/ 128588 w 224790"/>
                <a:gd name="connsiteY6" fmla="*/ 57150 h 280035"/>
                <a:gd name="connsiteX7" fmla="*/ 62865 w 224790"/>
                <a:gd name="connsiteY7" fmla="*/ 140017 h 280035"/>
                <a:gd name="connsiteX8" fmla="*/ 128588 w 224790"/>
                <a:gd name="connsiteY8" fmla="*/ 222885 h 280035"/>
                <a:gd name="connsiteX9" fmla="*/ 183832 w 224790"/>
                <a:gd name="connsiteY9" fmla="*/ 193358 h 280035"/>
                <a:gd name="connsiteX10" fmla="*/ 222885 w 224790"/>
                <a:gd name="connsiteY10" fmla="*/ 237173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90" h="280035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5735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2" y="193358"/>
                  </a:cubicBezTo>
                  <a:lnTo>
                    <a:pt x="222885" y="2371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1" name="Freihandform: Form 180">
              <a:extLst>
                <a:ext uri="{FF2B5EF4-FFF2-40B4-BE49-F238E27FC236}">
                  <a16:creationId xmlns:a16="http://schemas.microsoft.com/office/drawing/2014/main" id="{4A283BC6-ABA7-4329-B3E5-10C461ACE247}"/>
                </a:ext>
              </a:extLst>
            </p:cNvPr>
            <p:cNvSpPr/>
            <p:nvPr/>
          </p:nvSpPr>
          <p:spPr>
            <a:xfrm>
              <a:off x="4366259" y="3101339"/>
              <a:ext cx="228600" cy="389572"/>
            </a:xfrm>
            <a:custGeom>
              <a:avLst/>
              <a:gdLst>
                <a:gd name="connsiteX0" fmla="*/ 228600 w 228600"/>
                <a:gd name="connsiteY0" fmla="*/ 388620 h 389572"/>
                <a:gd name="connsiteX1" fmla="*/ 166688 w 228600"/>
                <a:gd name="connsiteY1" fmla="*/ 388620 h 389572"/>
                <a:gd name="connsiteX2" fmla="*/ 166688 w 228600"/>
                <a:gd name="connsiteY2" fmla="*/ 236220 h 389572"/>
                <a:gd name="connsiteX3" fmla="*/ 117158 w 228600"/>
                <a:gd name="connsiteY3" fmla="*/ 171450 h 389572"/>
                <a:gd name="connsiteX4" fmla="*/ 61913 w 228600"/>
                <a:gd name="connsiteY4" fmla="*/ 236220 h 389572"/>
                <a:gd name="connsiteX5" fmla="*/ 61913 w 228600"/>
                <a:gd name="connsiteY5" fmla="*/ 389573 h 389572"/>
                <a:gd name="connsiteX6" fmla="*/ 0 w 228600"/>
                <a:gd name="connsiteY6" fmla="*/ 389573 h 389572"/>
                <a:gd name="connsiteX7" fmla="*/ 0 w 228600"/>
                <a:gd name="connsiteY7" fmla="*/ 15240 h 389572"/>
                <a:gd name="connsiteX8" fmla="*/ 61913 w 228600"/>
                <a:gd name="connsiteY8" fmla="*/ 0 h 389572"/>
                <a:gd name="connsiteX9" fmla="*/ 61913 w 228600"/>
                <a:gd name="connsiteY9" fmla="*/ 155258 h 389572"/>
                <a:gd name="connsiteX10" fmla="*/ 62865 w 228600"/>
                <a:gd name="connsiteY10" fmla="*/ 155258 h 389572"/>
                <a:gd name="connsiteX11" fmla="*/ 140970 w 228600"/>
                <a:gd name="connsiteY11" fmla="*/ 116205 h 389572"/>
                <a:gd name="connsiteX12" fmla="*/ 228600 w 228600"/>
                <a:gd name="connsiteY12" fmla="*/ 223838 h 389572"/>
                <a:gd name="connsiteX13" fmla="*/ 228600 w 228600"/>
                <a:gd name="connsiteY13" fmla="*/ 38862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389572">
                  <a:moveTo>
                    <a:pt x="228600" y="388620"/>
                  </a:moveTo>
                  <a:lnTo>
                    <a:pt x="166688" y="388620"/>
                  </a:lnTo>
                  <a:lnTo>
                    <a:pt x="166688" y="236220"/>
                  </a:lnTo>
                  <a:cubicBezTo>
                    <a:pt x="166688" y="197168"/>
                    <a:pt x="154305" y="171450"/>
                    <a:pt x="117158" y="171450"/>
                  </a:cubicBezTo>
                  <a:cubicBezTo>
                    <a:pt x="74295" y="171450"/>
                    <a:pt x="61913" y="205740"/>
                    <a:pt x="61913" y="236220"/>
                  </a:cubicBezTo>
                  <a:lnTo>
                    <a:pt x="61913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2" name="Freihandform: Form 181">
              <a:extLst>
                <a:ext uri="{FF2B5EF4-FFF2-40B4-BE49-F238E27FC236}">
                  <a16:creationId xmlns:a16="http://schemas.microsoft.com/office/drawing/2014/main" id="{D6ECD116-CF25-4465-B5AC-8F2569E130E0}"/>
                </a:ext>
              </a:extLst>
            </p:cNvPr>
            <p:cNvSpPr/>
            <p:nvPr/>
          </p:nvSpPr>
          <p:spPr>
            <a:xfrm>
              <a:off x="4659629" y="3217544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2 h 279082"/>
                <a:gd name="connsiteX7" fmla="*/ 198120 w 242887"/>
                <a:gd name="connsiteY7" fmla="*/ 194310 h 279082"/>
                <a:gd name="connsiteX8" fmla="*/ 237172 w 242887"/>
                <a:gd name="connsiteY8" fmla="*/ 235267 h 279082"/>
                <a:gd name="connsiteX9" fmla="*/ 132397 w 242887"/>
                <a:gd name="connsiteY9" fmla="*/ 279083 h 279082"/>
                <a:gd name="connsiteX10" fmla="*/ 62865 w 242887"/>
                <a:gd name="connsiteY10" fmla="*/ 115252 h 279082"/>
                <a:gd name="connsiteX11" fmla="*/ 183832 w 242887"/>
                <a:gd name="connsiteY11" fmla="*/ 115252 h 279082"/>
                <a:gd name="connsiteX12" fmla="*/ 124777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2"/>
                    <a:pt x="132397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2" y="235267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2865" y="115252"/>
                  </a:moveTo>
                  <a:lnTo>
                    <a:pt x="183832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3" name="Freihandform: Form 182">
              <a:extLst>
                <a:ext uri="{FF2B5EF4-FFF2-40B4-BE49-F238E27FC236}">
                  <a16:creationId xmlns:a16="http://schemas.microsoft.com/office/drawing/2014/main" id="{AE34A90A-432D-4C60-9F16-7923D1D0B494}"/>
                </a:ext>
              </a:extLst>
            </p:cNvPr>
            <p:cNvSpPr/>
            <p:nvPr/>
          </p:nvSpPr>
          <p:spPr>
            <a:xfrm>
              <a:off x="5130164" y="3122294"/>
              <a:ext cx="231457" cy="368617"/>
            </a:xfrm>
            <a:custGeom>
              <a:avLst/>
              <a:gdLst>
                <a:gd name="connsiteX0" fmla="*/ 231457 w 231457"/>
                <a:gd name="connsiteY0" fmla="*/ 60007 h 368617"/>
                <a:gd name="connsiteX1" fmla="*/ 65722 w 231457"/>
                <a:gd name="connsiteY1" fmla="*/ 60007 h 368617"/>
                <a:gd name="connsiteX2" fmla="*/ 65722 w 231457"/>
                <a:gd name="connsiteY2" fmla="*/ 151447 h 368617"/>
                <a:gd name="connsiteX3" fmla="*/ 189547 w 231457"/>
                <a:gd name="connsiteY3" fmla="*/ 151447 h 368617"/>
                <a:gd name="connsiteX4" fmla="*/ 189547 w 231457"/>
                <a:gd name="connsiteY4" fmla="*/ 211455 h 368617"/>
                <a:gd name="connsiteX5" fmla="*/ 65722 w 231457"/>
                <a:gd name="connsiteY5" fmla="*/ 211455 h 368617"/>
                <a:gd name="connsiteX6" fmla="*/ 65722 w 231457"/>
                <a:gd name="connsiteY6" fmla="*/ 368617 h 368617"/>
                <a:gd name="connsiteX7" fmla="*/ 0 w 231457"/>
                <a:gd name="connsiteY7" fmla="*/ 368617 h 368617"/>
                <a:gd name="connsiteX8" fmla="*/ 0 w 231457"/>
                <a:gd name="connsiteY8" fmla="*/ 0 h 368617"/>
                <a:gd name="connsiteX9" fmla="*/ 231457 w 231457"/>
                <a:gd name="connsiteY9" fmla="*/ 0 h 368617"/>
                <a:gd name="connsiteX10" fmla="*/ 231457 w 231457"/>
                <a:gd name="connsiteY10" fmla="*/ 60007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1457" h="368617">
                  <a:moveTo>
                    <a:pt x="231457" y="60007"/>
                  </a:moveTo>
                  <a:lnTo>
                    <a:pt x="65722" y="60007"/>
                  </a:lnTo>
                  <a:lnTo>
                    <a:pt x="65722" y="151447"/>
                  </a:lnTo>
                  <a:lnTo>
                    <a:pt x="189547" y="151447"/>
                  </a:lnTo>
                  <a:lnTo>
                    <a:pt x="189547" y="211455"/>
                  </a:lnTo>
                  <a:lnTo>
                    <a:pt x="65722" y="211455"/>
                  </a:lnTo>
                  <a:lnTo>
                    <a:pt x="65722" y="368617"/>
                  </a:lnTo>
                  <a:lnTo>
                    <a:pt x="0" y="368617"/>
                  </a:lnTo>
                  <a:lnTo>
                    <a:pt x="0" y="0"/>
                  </a:lnTo>
                  <a:lnTo>
                    <a:pt x="231457" y="0"/>
                  </a:lnTo>
                  <a:lnTo>
                    <a:pt x="231457" y="6000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4" name="Freihandform: Form 183">
              <a:extLst>
                <a:ext uri="{FF2B5EF4-FFF2-40B4-BE49-F238E27FC236}">
                  <a16:creationId xmlns:a16="http://schemas.microsoft.com/office/drawing/2014/main" id="{9B854A39-3934-43E9-8CFE-175EC7FE0A9C}"/>
                </a:ext>
              </a:extLst>
            </p:cNvPr>
            <p:cNvSpPr/>
            <p:nvPr/>
          </p:nvSpPr>
          <p:spPr>
            <a:xfrm>
              <a:off x="5373052" y="3217544"/>
              <a:ext cx="226694" cy="279082"/>
            </a:xfrm>
            <a:custGeom>
              <a:avLst/>
              <a:gdLst>
                <a:gd name="connsiteX0" fmla="*/ 115253 w 226694"/>
                <a:gd name="connsiteY0" fmla="*/ 107633 h 279082"/>
                <a:gd name="connsiteX1" fmla="*/ 165735 w 226694"/>
                <a:gd name="connsiteY1" fmla="*/ 113347 h 279082"/>
                <a:gd name="connsiteX2" fmla="*/ 165735 w 226694"/>
                <a:gd name="connsiteY2" fmla="*/ 103822 h 279082"/>
                <a:gd name="connsiteX3" fmla="*/ 106680 w 226694"/>
                <a:gd name="connsiteY3" fmla="*/ 52388 h 279082"/>
                <a:gd name="connsiteX4" fmla="*/ 39053 w 226694"/>
                <a:gd name="connsiteY4" fmla="*/ 67627 h 279082"/>
                <a:gd name="connsiteX5" fmla="*/ 25717 w 226694"/>
                <a:gd name="connsiteY5" fmla="*/ 15240 h 279082"/>
                <a:gd name="connsiteX6" fmla="*/ 113347 w 226694"/>
                <a:gd name="connsiteY6" fmla="*/ 0 h 279082"/>
                <a:gd name="connsiteX7" fmla="*/ 226695 w 226694"/>
                <a:gd name="connsiteY7" fmla="*/ 102870 h 279082"/>
                <a:gd name="connsiteX8" fmla="*/ 226695 w 226694"/>
                <a:gd name="connsiteY8" fmla="*/ 273367 h 279082"/>
                <a:gd name="connsiteX9" fmla="*/ 167640 w 226694"/>
                <a:gd name="connsiteY9" fmla="*/ 273367 h 279082"/>
                <a:gd name="connsiteX10" fmla="*/ 167640 w 226694"/>
                <a:gd name="connsiteY10" fmla="*/ 244792 h 279082"/>
                <a:gd name="connsiteX11" fmla="*/ 165735 w 226694"/>
                <a:gd name="connsiteY11" fmla="*/ 244792 h 279082"/>
                <a:gd name="connsiteX12" fmla="*/ 87630 w 226694"/>
                <a:gd name="connsiteY12" fmla="*/ 279083 h 279082"/>
                <a:gd name="connsiteX13" fmla="*/ 0 w 226694"/>
                <a:gd name="connsiteY13" fmla="*/ 194310 h 279082"/>
                <a:gd name="connsiteX14" fmla="*/ 115253 w 226694"/>
                <a:gd name="connsiteY14" fmla="*/ 107633 h 279082"/>
                <a:gd name="connsiteX15" fmla="*/ 104775 w 226694"/>
                <a:gd name="connsiteY15" fmla="*/ 232410 h 279082"/>
                <a:gd name="connsiteX16" fmla="*/ 165735 w 226694"/>
                <a:gd name="connsiteY16" fmla="*/ 200025 h 279082"/>
                <a:gd name="connsiteX17" fmla="*/ 165735 w 226694"/>
                <a:gd name="connsiteY17" fmla="*/ 153352 h 279082"/>
                <a:gd name="connsiteX18" fmla="*/ 121920 w 226694"/>
                <a:gd name="connsiteY18" fmla="*/ 148590 h 279082"/>
                <a:gd name="connsiteX19" fmla="*/ 60007 w 226694"/>
                <a:gd name="connsiteY19" fmla="*/ 192405 h 279082"/>
                <a:gd name="connsiteX20" fmla="*/ 104775 w 226694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6694" h="279082">
                  <a:moveTo>
                    <a:pt x="115253" y="107633"/>
                  </a:moveTo>
                  <a:cubicBezTo>
                    <a:pt x="132397" y="107633"/>
                    <a:pt x="148590" y="108585"/>
                    <a:pt x="165735" y="113347"/>
                  </a:cubicBezTo>
                  <a:lnTo>
                    <a:pt x="165735" y="103822"/>
                  </a:lnTo>
                  <a:cubicBezTo>
                    <a:pt x="165735" y="69532"/>
                    <a:pt x="145732" y="52388"/>
                    <a:pt x="106680" y="52388"/>
                  </a:cubicBezTo>
                  <a:cubicBezTo>
                    <a:pt x="84772" y="52388"/>
                    <a:pt x="60960" y="57150"/>
                    <a:pt x="39053" y="67627"/>
                  </a:cubicBezTo>
                  <a:lnTo>
                    <a:pt x="25717" y="15240"/>
                  </a:lnTo>
                  <a:cubicBezTo>
                    <a:pt x="50482" y="5715"/>
                    <a:pt x="82867" y="0"/>
                    <a:pt x="113347" y="0"/>
                  </a:cubicBezTo>
                  <a:cubicBezTo>
                    <a:pt x="188595" y="0"/>
                    <a:pt x="226695" y="35242"/>
                    <a:pt x="226695" y="102870"/>
                  </a:cubicBezTo>
                  <a:lnTo>
                    <a:pt x="226695" y="273367"/>
                  </a:lnTo>
                  <a:lnTo>
                    <a:pt x="167640" y="273367"/>
                  </a:lnTo>
                  <a:lnTo>
                    <a:pt x="167640" y="244792"/>
                  </a:lnTo>
                  <a:lnTo>
                    <a:pt x="165735" y="244792"/>
                  </a:lnTo>
                  <a:cubicBezTo>
                    <a:pt x="142875" y="268605"/>
                    <a:pt x="119063" y="279083"/>
                    <a:pt x="87630" y="279083"/>
                  </a:cubicBezTo>
                  <a:cubicBezTo>
                    <a:pt x="34290" y="279083"/>
                    <a:pt x="0" y="245745"/>
                    <a:pt x="0" y="194310"/>
                  </a:cubicBezTo>
                  <a:cubicBezTo>
                    <a:pt x="0" y="138113"/>
                    <a:pt x="40005" y="107633"/>
                    <a:pt x="115253" y="107633"/>
                  </a:cubicBezTo>
                  <a:close/>
                  <a:moveTo>
                    <a:pt x="104775" y="232410"/>
                  </a:moveTo>
                  <a:cubicBezTo>
                    <a:pt x="127635" y="232410"/>
                    <a:pt x="148590" y="220980"/>
                    <a:pt x="165735" y="200025"/>
                  </a:cubicBezTo>
                  <a:lnTo>
                    <a:pt x="165735" y="153352"/>
                  </a:lnTo>
                  <a:cubicBezTo>
                    <a:pt x="151447" y="149542"/>
                    <a:pt x="136207" y="148590"/>
                    <a:pt x="121920" y="148590"/>
                  </a:cubicBezTo>
                  <a:cubicBezTo>
                    <a:pt x="82867" y="148590"/>
                    <a:pt x="60007" y="163830"/>
                    <a:pt x="60007" y="192405"/>
                  </a:cubicBezTo>
                  <a:cubicBezTo>
                    <a:pt x="60007" y="217170"/>
                    <a:pt x="77153" y="232410"/>
                    <a:pt x="104775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5" name="Freihandform: Form 184">
              <a:extLst>
                <a:ext uri="{FF2B5EF4-FFF2-40B4-BE49-F238E27FC236}">
                  <a16:creationId xmlns:a16="http://schemas.microsoft.com/office/drawing/2014/main" id="{53C14EFA-5A1A-4D01-9767-9A186FA29B5B}"/>
                </a:ext>
              </a:extLst>
            </p:cNvPr>
            <p:cNvSpPr/>
            <p:nvPr/>
          </p:nvSpPr>
          <p:spPr>
            <a:xfrm>
              <a:off x="5678804" y="3101339"/>
              <a:ext cx="234314" cy="389572"/>
            </a:xfrm>
            <a:custGeom>
              <a:avLst/>
              <a:gdLst>
                <a:gd name="connsiteX0" fmla="*/ 0 w 234314"/>
                <a:gd name="connsiteY0" fmla="*/ 15240 h 389572"/>
                <a:gd name="connsiteX1" fmla="*/ 61913 w 234314"/>
                <a:gd name="connsiteY1" fmla="*/ 0 h 389572"/>
                <a:gd name="connsiteX2" fmla="*/ 61913 w 234314"/>
                <a:gd name="connsiteY2" fmla="*/ 234315 h 389572"/>
                <a:gd name="connsiteX3" fmla="*/ 62865 w 234314"/>
                <a:gd name="connsiteY3" fmla="*/ 234315 h 389572"/>
                <a:gd name="connsiteX4" fmla="*/ 150495 w 234314"/>
                <a:gd name="connsiteY4" fmla="*/ 122873 h 389572"/>
                <a:gd name="connsiteX5" fmla="*/ 224790 w 234314"/>
                <a:gd name="connsiteY5" fmla="*/ 122873 h 389572"/>
                <a:gd name="connsiteX6" fmla="*/ 137160 w 234314"/>
                <a:gd name="connsiteY6" fmla="*/ 227648 h 389572"/>
                <a:gd name="connsiteX7" fmla="*/ 234315 w 234314"/>
                <a:gd name="connsiteY7" fmla="*/ 389573 h 389572"/>
                <a:gd name="connsiteX8" fmla="*/ 160020 w 234314"/>
                <a:gd name="connsiteY8" fmla="*/ 389573 h 389572"/>
                <a:gd name="connsiteX9" fmla="*/ 93345 w 234314"/>
                <a:gd name="connsiteY9" fmla="*/ 274320 h 389572"/>
                <a:gd name="connsiteX10" fmla="*/ 62865 w 234314"/>
                <a:gd name="connsiteY10" fmla="*/ 308610 h 389572"/>
                <a:gd name="connsiteX11" fmla="*/ 62865 w 234314"/>
                <a:gd name="connsiteY11" fmla="*/ 389573 h 389572"/>
                <a:gd name="connsiteX12" fmla="*/ 952 w 234314"/>
                <a:gd name="connsiteY12" fmla="*/ 389573 h 389572"/>
                <a:gd name="connsiteX13" fmla="*/ 952 w 234314"/>
                <a:gd name="connsiteY13" fmla="*/ 1524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4314" h="389572">
                  <a:moveTo>
                    <a:pt x="0" y="15240"/>
                  </a:moveTo>
                  <a:lnTo>
                    <a:pt x="61913" y="0"/>
                  </a:lnTo>
                  <a:lnTo>
                    <a:pt x="61913" y="234315"/>
                  </a:lnTo>
                  <a:lnTo>
                    <a:pt x="62865" y="234315"/>
                  </a:lnTo>
                  <a:lnTo>
                    <a:pt x="150495" y="122873"/>
                  </a:lnTo>
                  <a:lnTo>
                    <a:pt x="224790" y="122873"/>
                  </a:lnTo>
                  <a:lnTo>
                    <a:pt x="137160" y="227648"/>
                  </a:lnTo>
                  <a:lnTo>
                    <a:pt x="234315" y="389573"/>
                  </a:lnTo>
                  <a:lnTo>
                    <a:pt x="160020" y="389573"/>
                  </a:lnTo>
                  <a:lnTo>
                    <a:pt x="93345" y="274320"/>
                  </a:lnTo>
                  <a:lnTo>
                    <a:pt x="62865" y="308610"/>
                  </a:lnTo>
                  <a:lnTo>
                    <a:pt x="62865" y="389573"/>
                  </a:lnTo>
                  <a:lnTo>
                    <a:pt x="952" y="389573"/>
                  </a:lnTo>
                  <a:lnTo>
                    <a:pt x="952" y="1524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6" name="Freihandform: Form 185">
              <a:extLst>
                <a:ext uri="{FF2B5EF4-FFF2-40B4-BE49-F238E27FC236}">
                  <a16:creationId xmlns:a16="http://schemas.microsoft.com/office/drawing/2014/main" id="{F69D2715-AF0E-46E1-8FF2-F91E9406D07D}"/>
                </a:ext>
              </a:extLst>
            </p:cNvPr>
            <p:cNvSpPr/>
            <p:nvPr/>
          </p:nvSpPr>
          <p:spPr>
            <a:xfrm>
              <a:off x="5958839" y="3224212"/>
              <a:ext cx="229552" cy="273367"/>
            </a:xfrm>
            <a:custGeom>
              <a:avLst/>
              <a:gdLst>
                <a:gd name="connsiteX0" fmla="*/ 62865 w 229552"/>
                <a:gd name="connsiteY0" fmla="*/ 160020 h 273367"/>
                <a:gd name="connsiteX1" fmla="*/ 116205 w 229552"/>
                <a:gd name="connsiteY1" fmla="*/ 216217 h 273367"/>
                <a:gd name="connsiteX2" fmla="*/ 167640 w 229552"/>
                <a:gd name="connsiteY2" fmla="*/ 160020 h 273367"/>
                <a:gd name="connsiteX3" fmla="*/ 167640 w 229552"/>
                <a:gd name="connsiteY3" fmla="*/ 0 h 273367"/>
                <a:gd name="connsiteX4" fmla="*/ 229553 w 229552"/>
                <a:gd name="connsiteY4" fmla="*/ 0 h 273367"/>
                <a:gd name="connsiteX5" fmla="*/ 229553 w 229552"/>
                <a:gd name="connsiteY5" fmla="*/ 161925 h 273367"/>
                <a:gd name="connsiteX6" fmla="*/ 117157 w 229552"/>
                <a:gd name="connsiteY6" fmla="*/ 273367 h 273367"/>
                <a:gd name="connsiteX7" fmla="*/ 0 w 229552"/>
                <a:gd name="connsiteY7" fmla="*/ 162878 h 273367"/>
                <a:gd name="connsiteX8" fmla="*/ 0 w 229552"/>
                <a:gd name="connsiteY8" fmla="*/ 952 h 273367"/>
                <a:gd name="connsiteX9" fmla="*/ 61913 w 229552"/>
                <a:gd name="connsiteY9" fmla="*/ 952 h 273367"/>
                <a:gd name="connsiteX10" fmla="*/ 61913 w 229552"/>
                <a:gd name="connsiteY10" fmla="*/ 160020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9552" h="273367">
                  <a:moveTo>
                    <a:pt x="62865" y="160020"/>
                  </a:moveTo>
                  <a:cubicBezTo>
                    <a:pt x="62865" y="196215"/>
                    <a:pt x="80963" y="216217"/>
                    <a:pt x="116205" y="216217"/>
                  </a:cubicBezTo>
                  <a:cubicBezTo>
                    <a:pt x="150495" y="216217"/>
                    <a:pt x="167640" y="197167"/>
                    <a:pt x="167640" y="160020"/>
                  </a:cubicBezTo>
                  <a:lnTo>
                    <a:pt x="167640" y="0"/>
                  </a:lnTo>
                  <a:lnTo>
                    <a:pt x="229553" y="0"/>
                  </a:lnTo>
                  <a:lnTo>
                    <a:pt x="229553" y="161925"/>
                  </a:lnTo>
                  <a:cubicBezTo>
                    <a:pt x="229553" y="232410"/>
                    <a:pt x="190500" y="273367"/>
                    <a:pt x="117157" y="273367"/>
                  </a:cubicBezTo>
                  <a:cubicBezTo>
                    <a:pt x="44767" y="273367"/>
                    <a:pt x="0" y="232410"/>
                    <a:pt x="0" y="162878"/>
                  </a:cubicBezTo>
                  <a:lnTo>
                    <a:pt x="0" y="952"/>
                  </a:lnTo>
                  <a:lnTo>
                    <a:pt x="61913" y="952"/>
                  </a:lnTo>
                  <a:lnTo>
                    <a:pt x="61913" y="1600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7" name="Freihandform: Form 186">
              <a:extLst>
                <a:ext uri="{FF2B5EF4-FFF2-40B4-BE49-F238E27FC236}">
                  <a16:creationId xmlns:a16="http://schemas.microsoft.com/office/drawing/2014/main" id="{59E0035D-2A73-49EA-B365-FBBEE42775B2}"/>
                </a:ext>
              </a:extLst>
            </p:cNvPr>
            <p:cNvSpPr/>
            <p:nvPr/>
          </p:nvSpPr>
          <p:spPr>
            <a:xfrm>
              <a:off x="6268402" y="3100387"/>
              <a:ext cx="61912" cy="389572"/>
            </a:xfrm>
            <a:custGeom>
              <a:avLst/>
              <a:gdLst>
                <a:gd name="connsiteX0" fmla="*/ 61913 w 61912"/>
                <a:gd name="connsiteY0" fmla="*/ 389572 h 389572"/>
                <a:gd name="connsiteX1" fmla="*/ 0 w 61912"/>
                <a:gd name="connsiteY1" fmla="*/ 389572 h 389572"/>
                <a:gd name="connsiteX2" fmla="*/ 0 w 61912"/>
                <a:gd name="connsiteY2" fmla="*/ 14288 h 389572"/>
                <a:gd name="connsiteX3" fmla="*/ 61913 w 61912"/>
                <a:gd name="connsiteY3" fmla="*/ 0 h 389572"/>
                <a:gd name="connsiteX4" fmla="*/ 61913 w 61912"/>
                <a:gd name="connsiteY4" fmla="*/ 389572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912" h="389572">
                  <a:moveTo>
                    <a:pt x="61913" y="389572"/>
                  </a:moveTo>
                  <a:lnTo>
                    <a:pt x="0" y="389572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957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8" name="Freihandform: Form 187">
              <a:extLst>
                <a:ext uri="{FF2B5EF4-FFF2-40B4-BE49-F238E27FC236}">
                  <a16:creationId xmlns:a16="http://schemas.microsoft.com/office/drawing/2014/main" id="{C8BFC058-3B6C-4338-940F-5C6277708C38}"/>
                </a:ext>
              </a:extLst>
            </p:cNvPr>
            <p:cNvSpPr/>
            <p:nvPr/>
          </p:nvSpPr>
          <p:spPr>
            <a:xfrm>
              <a:off x="6385559" y="3138487"/>
              <a:ext cx="165734" cy="358140"/>
            </a:xfrm>
            <a:custGeom>
              <a:avLst/>
              <a:gdLst>
                <a:gd name="connsiteX0" fmla="*/ 165735 w 165734"/>
                <a:gd name="connsiteY0" fmla="*/ 295275 h 358140"/>
                <a:gd name="connsiteX1" fmla="*/ 165735 w 165734"/>
                <a:gd name="connsiteY1" fmla="*/ 348615 h 358140"/>
                <a:gd name="connsiteX2" fmla="*/ 113347 w 165734"/>
                <a:gd name="connsiteY2" fmla="*/ 358140 h 358140"/>
                <a:gd name="connsiteX3" fmla="*/ 40958 w 165734"/>
                <a:gd name="connsiteY3" fmla="*/ 282892 h 358140"/>
                <a:gd name="connsiteX4" fmla="*/ 40958 w 165734"/>
                <a:gd name="connsiteY4" fmla="*/ 137160 h 358140"/>
                <a:gd name="connsiteX5" fmla="*/ 0 w 165734"/>
                <a:gd name="connsiteY5" fmla="*/ 137160 h 358140"/>
                <a:gd name="connsiteX6" fmla="*/ 0 w 165734"/>
                <a:gd name="connsiteY6" fmla="*/ 85725 h 358140"/>
                <a:gd name="connsiteX7" fmla="*/ 40005 w 165734"/>
                <a:gd name="connsiteY7" fmla="*/ 85725 h 358140"/>
                <a:gd name="connsiteX8" fmla="*/ 40005 w 165734"/>
                <a:gd name="connsiteY8" fmla="*/ 13335 h 358140"/>
                <a:gd name="connsiteX9" fmla="*/ 101918 w 165734"/>
                <a:gd name="connsiteY9" fmla="*/ 0 h 358140"/>
                <a:gd name="connsiteX10" fmla="*/ 101918 w 165734"/>
                <a:gd name="connsiteY10" fmla="*/ 86677 h 358140"/>
                <a:gd name="connsiteX11" fmla="*/ 165735 w 165734"/>
                <a:gd name="connsiteY11" fmla="*/ 86677 h 358140"/>
                <a:gd name="connsiteX12" fmla="*/ 165735 w 165734"/>
                <a:gd name="connsiteY12" fmla="*/ 138113 h 358140"/>
                <a:gd name="connsiteX13" fmla="*/ 101918 w 165734"/>
                <a:gd name="connsiteY13" fmla="*/ 138113 h 358140"/>
                <a:gd name="connsiteX14" fmla="*/ 101918 w 165734"/>
                <a:gd name="connsiteY14" fmla="*/ 269558 h 358140"/>
                <a:gd name="connsiteX15" fmla="*/ 130493 w 165734"/>
                <a:gd name="connsiteY15" fmla="*/ 304800 h 358140"/>
                <a:gd name="connsiteX16" fmla="*/ 165735 w 165734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8" y="331470"/>
                    <a:pt x="40958" y="282892"/>
                  </a:cubicBezTo>
                  <a:lnTo>
                    <a:pt x="40958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2"/>
                    <a:pt x="110490" y="304800"/>
                    <a:pt x="130493" y="304800"/>
                  </a:cubicBezTo>
                  <a:cubicBezTo>
                    <a:pt x="141922" y="303847"/>
                    <a:pt x="155258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9" name="Freihandform: Form 188">
              <a:extLst>
                <a:ext uri="{FF2B5EF4-FFF2-40B4-BE49-F238E27FC236}">
                  <a16:creationId xmlns:a16="http://schemas.microsoft.com/office/drawing/2014/main" id="{1367B7B8-EDCE-43FA-BEAF-423CF7A90572}"/>
                </a:ext>
              </a:extLst>
            </p:cNvPr>
            <p:cNvSpPr/>
            <p:nvPr/>
          </p:nvSpPr>
          <p:spPr>
            <a:xfrm>
              <a:off x="6599871" y="3109912"/>
              <a:ext cx="225742" cy="386715"/>
            </a:xfrm>
            <a:custGeom>
              <a:avLst/>
              <a:gdLst>
                <a:gd name="connsiteX0" fmla="*/ 114300 w 225742"/>
                <a:gd name="connsiteY0" fmla="*/ 215265 h 386715"/>
                <a:gd name="connsiteX1" fmla="*/ 164783 w 225742"/>
                <a:gd name="connsiteY1" fmla="*/ 220980 h 386715"/>
                <a:gd name="connsiteX2" fmla="*/ 164783 w 225742"/>
                <a:gd name="connsiteY2" fmla="*/ 211455 h 386715"/>
                <a:gd name="connsiteX3" fmla="*/ 105728 w 225742"/>
                <a:gd name="connsiteY3" fmla="*/ 160020 h 386715"/>
                <a:gd name="connsiteX4" fmla="*/ 38100 w 225742"/>
                <a:gd name="connsiteY4" fmla="*/ 175260 h 386715"/>
                <a:gd name="connsiteX5" fmla="*/ 24765 w 225742"/>
                <a:gd name="connsiteY5" fmla="*/ 122873 h 386715"/>
                <a:gd name="connsiteX6" fmla="*/ 112395 w 225742"/>
                <a:gd name="connsiteY6" fmla="*/ 107633 h 386715"/>
                <a:gd name="connsiteX7" fmla="*/ 225742 w 225742"/>
                <a:gd name="connsiteY7" fmla="*/ 210503 h 386715"/>
                <a:gd name="connsiteX8" fmla="*/ 225742 w 225742"/>
                <a:gd name="connsiteY8" fmla="*/ 381000 h 386715"/>
                <a:gd name="connsiteX9" fmla="*/ 166688 w 225742"/>
                <a:gd name="connsiteY9" fmla="*/ 381000 h 386715"/>
                <a:gd name="connsiteX10" fmla="*/ 166688 w 225742"/>
                <a:gd name="connsiteY10" fmla="*/ 352425 h 386715"/>
                <a:gd name="connsiteX11" fmla="*/ 165735 w 225742"/>
                <a:gd name="connsiteY11" fmla="*/ 352425 h 386715"/>
                <a:gd name="connsiteX12" fmla="*/ 87630 w 225742"/>
                <a:gd name="connsiteY12" fmla="*/ 386715 h 386715"/>
                <a:gd name="connsiteX13" fmla="*/ 0 w 225742"/>
                <a:gd name="connsiteY13" fmla="*/ 301942 h 386715"/>
                <a:gd name="connsiteX14" fmla="*/ 114300 w 225742"/>
                <a:gd name="connsiteY14" fmla="*/ 215265 h 386715"/>
                <a:gd name="connsiteX15" fmla="*/ 63817 w 225742"/>
                <a:gd name="connsiteY15" fmla="*/ 72390 h 386715"/>
                <a:gd name="connsiteX16" fmla="*/ 26670 w 225742"/>
                <a:gd name="connsiteY16" fmla="*/ 36195 h 386715"/>
                <a:gd name="connsiteX17" fmla="*/ 63817 w 225742"/>
                <a:gd name="connsiteY17" fmla="*/ 0 h 386715"/>
                <a:gd name="connsiteX18" fmla="*/ 100965 w 225742"/>
                <a:gd name="connsiteY18" fmla="*/ 36195 h 386715"/>
                <a:gd name="connsiteX19" fmla="*/ 63817 w 225742"/>
                <a:gd name="connsiteY19" fmla="*/ 72390 h 386715"/>
                <a:gd name="connsiteX20" fmla="*/ 103822 w 225742"/>
                <a:gd name="connsiteY20" fmla="*/ 340042 h 386715"/>
                <a:gd name="connsiteX21" fmla="*/ 164783 w 225742"/>
                <a:gd name="connsiteY21" fmla="*/ 307658 h 386715"/>
                <a:gd name="connsiteX22" fmla="*/ 164783 w 225742"/>
                <a:gd name="connsiteY22" fmla="*/ 260985 h 386715"/>
                <a:gd name="connsiteX23" fmla="*/ 120967 w 225742"/>
                <a:gd name="connsiteY23" fmla="*/ 256222 h 386715"/>
                <a:gd name="connsiteX24" fmla="*/ 59055 w 225742"/>
                <a:gd name="connsiteY24" fmla="*/ 300038 h 386715"/>
                <a:gd name="connsiteX25" fmla="*/ 103822 w 225742"/>
                <a:gd name="connsiteY25" fmla="*/ 340042 h 386715"/>
                <a:gd name="connsiteX26" fmla="*/ 172403 w 225742"/>
                <a:gd name="connsiteY26" fmla="*/ 72390 h 386715"/>
                <a:gd name="connsiteX27" fmla="*/ 135255 w 225742"/>
                <a:gd name="connsiteY27" fmla="*/ 36195 h 386715"/>
                <a:gd name="connsiteX28" fmla="*/ 172403 w 225742"/>
                <a:gd name="connsiteY28" fmla="*/ 0 h 386715"/>
                <a:gd name="connsiteX29" fmla="*/ 209550 w 225742"/>
                <a:gd name="connsiteY29" fmla="*/ 36195 h 386715"/>
                <a:gd name="connsiteX30" fmla="*/ 172403 w 225742"/>
                <a:gd name="connsiteY30" fmla="*/ 72390 h 38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25742" h="386715">
                  <a:moveTo>
                    <a:pt x="114300" y="215265"/>
                  </a:moveTo>
                  <a:cubicBezTo>
                    <a:pt x="131445" y="215265"/>
                    <a:pt x="147638" y="216217"/>
                    <a:pt x="164783" y="220980"/>
                  </a:cubicBezTo>
                  <a:lnTo>
                    <a:pt x="164783" y="211455"/>
                  </a:lnTo>
                  <a:cubicBezTo>
                    <a:pt x="164783" y="177165"/>
                    <a:pt x="144780" y="160020"/>
                    <a:pt x="105728" y="160020"/>
                  </a:cubicBezTo>
                  <a:cubicBezTo>
                    <a:pt x="83820" y="160020"/>
                    <a:pt x="60008" y="164783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3"/>
                    <a:pt x="112395" y="107633"/>
                  </a:cubicBezTo>
                  <a:cubicBezTo>
                    <a:pt x="187642" y="107633"/>
                    <a:pt x="225742" y="142875"/>
                    <a:pt x="225742" y="210503"/>
                  </a:cubicBezTo>
                  <a:lnTo>
                    <a:pt x="225742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7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7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7" y="72390"/>
                  </a:cubicBezTo>
                  <a:close/>
                  <a:moveTo>
                    <a:pt x="103822" y="340042"/>
                  </a:moveTo>
                  <a:cubicBezTo>
                    <a:pt x="126683" y="340042"/>
                    <a:pt x="147638" y="328613"/>
                    <a:pt x="164783" y="307658"/>
                  </a:cubicBezTo>
                  <a:lnTo>
                    <a:pt x="164783" y="260985"/>
                  </a:lnTo>
                  <a:cubicBezTo>
                    <a:pt x="150495" y="257175"/>
                    <a:pt x="135255" y="256222"/>
                    <a:pt x="120967" y="256222"/>
                  </a:cubicBezTo>
                  <a:cubicBezTo>
                    <a:pt x="81915" y="256222"/>
                    <a:pt x="59055" y="271463"/>
                    <a:pt x="59055" y="300038"/>
                  </a:cubicBezTo>
                  <a:cubicBezTo>
                    <a:pt x="59055" y="324803"/>
                    <a:pt x="76200" y="340042"/>
                    <a:pt x="103822" y="340042"/>
                  </a:cubicBezTo>
                  <a:close/>
                  <a:moveTo>
                    <a:pt x="172403" y="72390"/>
                  </a:moveTo>
                  <a:cubicBezTo>
                    <a:pt x="152400" y="72390"/>
                    <a:pt x="135255" y="55245"/>
                    <a:pt x="135255" y="36195"/>
                  </a:cubicBezTo>
                  <a:cubicBezTo>
                    <a:pt x="135255" y="17145"/>
                    <a:pt x="152400" y="0"/>
                    <a:pt x="172403" y="0"/>
                  </a:cubicBezTo>
                  <a:cubicBezTo>
                    <a:pt x="192405" y="0"/>
                    <a:pt x="209550" y="17145"/>
                    <a:pt x="209550" y="36195"/>
                  </a:cubicBezTo>
                  <a:cubicBezTo>
                    <a:pt x="209550" y="56198"/>
                    <a:pt x="192405" y="72390"/>
                    <a:pt x="172403" y="723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0" name="Freihandform: Form 189">
              <a:extLst>
                <a:ext uri="{FF2B5EF4-FFF2-40B4-BE49-F238E27FC236}">
                  <a16:creationId xmlns:a16="http://schemas.microsoft.com/office/drawing/2014/main" id="{E97F9C3D-43CA-488F-B0D8-FAC6A2FE2AD1}"/>
                </a:ext>
              </a:extLst>
            </p:cNvPr>
            <p:cNvSpPr/>
            <p:nvPr/>
          </p:nvSpPr>
          <p:spPr>
            <a:xfrm>
              <a:off x="6874192" y="3138487"/>
              <a:ext cx="165734" cy="358140"/>
            </a:xfrm>
            <a:custGeom>
              <a:avLst/>
              <a:gdLst>
                <a:gd name="connsiteX0" fmla="*/ 165735 w 165734"/>
                <a:gd name="connsiteY0" fmla="*/ 295275 h 358140"/>
                <a:gd name="connsiteX1" fmla="*/ 165735 w 165734"/>
                <a:gd name="connsiteY1" fmla="*/ 348615 h 358140"/>
                <a:gd name="connsiteX2" fmla="*/ 113347 w 165734"/>
                <a:gd name="connsiteY2" fmla="*/ 358140 h 358140"/>
                <a:gd name="connsiteX3" fmla="*/ 40957 w 165734"/>
                <a:gd name="connsiteY3" fmla="*/ 282892 h 358140"/>
                <a:gd name="connsiteX4" fmla="*/ 40957 w 165734"/>
                <a:gd name="connsiteY4" fmla="*/ 137160 h 358140"/>
                <a:gd name="connsiteX5" fmla="*/ 0 w 165734"/>
                <a:gd name="connsiteY5" fmla="*/ 137160 h 358140"/>
                <a:gd name="connsiteX6" fmla="*/ 0 w 165734"/>
                <a:gd name="connsiteY6" fmla="*/ 85725 h 358140"/>
                <a:gd name="connsiteX7" fmla="*/ 40005 w 165734"/>
                <a:gd name="connsiteY7" fmla="*/ 85725 h 358140"/>
                <a:gd name="connsiteX8" fmla="*/ 40005 w 165734"/>
                <a:gd name="connsiteY8" fmla="*/ 13335 h 358140"/>
                <a:gd name="connsiteX9" fmla="*/ 101918 w 165734"/>
                <a:gd name="connsiteY9" fmla="*/ 0 h 358140"/>
                <a:gd name="connsiteX10" fmla="*/ 101918 w 165734"/>
                <a:gd name="connsiteY10" fmla="*/ 86677 h 358140"/>
                <a:gd name="connsiteX11" fmla="*/ 165735 w 165734"/>
                <a:gd name="connsiteY11" fmla="*/ 86677 h 358140"/>
                <a:gd name="connsiteX12" fmla="*/ 165735 w 165734"/>
                <a:gd name="connsiteY12" fmla="*/ 138113 h 358140"/>
                <a:gd name="connsiteX13" fmla="*/ 102870 w 165734"/>
                <a:gd name="connsiteY13" fmla="*/ 138113 h 358140"/>
                <a:gd name="connsiteX14" fmla="*/ 102870 w 165734"/>
                <a:gd name="connsiteY14" fmla="*/ 269558 h 358140"/>
                <a:gd name="connsiteX15" fmla="*/ 131445 w 165734"/>
                <a:gd name="connsiteY15" fmla="*/ 304800 h 358140"/>
                <a:gd name="connsiteX16" fmla="*/ 165735 w 165734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2870" y="138113"/>
                  </a:lnTo>
                  <a:lnTo>
                    <a:pt x="102870" y="269558"/>
                  </a:lnTo>
                  <a:cubicBezTo>
                    <a:pt x="102870" y="294322"/>
                    <a:pt x="111443" y="304800"/>
                    <a:pt x="131445" y="304800"/>
                  </a:cubicBezTo>
                  <a:cubicBezTo>
                    <a:pt x="142875" y="303847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15248805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.xml"/><Relationship Id="rId13" Type="http://schemas.openxmlformats.org/officeDocument/2006/relationships/slideLayout" Target="../slideLayouts/slideLayout33.xml"/><Relationship Id="rId18" Type="http://schemas.openxmlformats.org/officeDocument/2006/relationships/slideLayout" Target="../slideLayouts/slideLayout38.xml"/><Relationship Id="rId3" Type="http://schemas.openxmlformats.org/officeDocument/2006/relationships/slideLayout" Target="../slideLayouts/slideLayout23.xml"/><Relationship Id="rId21" Type="http://schemas.openxmlformats.org/officeDocument/2006/relationships/theme" Target="../theme/theme2.xml"/><Relationship Id="rId7" Type="http://schemas.openxmlformats.org/officeDocument/2006/relationships/slideLayout" Target="../slideLayouts/slideLayout27.xml"/><Relationship Id="rId12" Type="http://schemas.openxmlformats.org/officeDocument/2006/relationships/slideLayout" Target="../slideLayouts/slideLayout32.xml"/><Relationship Id="rId17" Type="http://schemas.openxmlformats.org/officeDocument/2006/relationships/slideLayout" Target="../slideLayouts/slideLayout37.xml"/><Relationship Id="rId2" Type="http://schemas.openxmlformats.org/officeDocument/2006/relationships/slideLayout" Target="../slideLayouts/slideLayout22.xml"/><Relationship Id="rId16" Type="http://schemas.openxmlformats.org/officeDocument/2006/relationships/slideLayout" Target="../slideLayouts/slideLayout36.xml"/><Relationship Id="rId20" Type="http://schemas.openxmlformats.org/officeDocument/2006/relationships/slideLayout" Target="../slideLayouts/slideLayout40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5.xml"/><Relationship Id="rId15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30.xml"/><Relationship Id="rId19" Type="http://schemas.openxmlformats.org/officeDocument/2006/relationships/slideLayout" Target="../slideLayouts/slideLayout39.xml"/><Relationship Id="rId4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9.xml"/><Relationship Id="rId14" Type="http://schemas.openxmlformats.org/officeDocument/2006/relationships/slideLayout" Target="../slideLayouts/slideLayout3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8.xml"/><Relationship Id="rId13" Type="http://schemas.openxmlformats.org/officeDocument/2006/relationships/slideLayout" Target="../slideLayouts/slideLayout53.xml"/><Relationship Id="rId18" Type="http://schemas.openxmlformats.org/officeDocument/2006/relationships/slideLayout" Target="../slideLayouts/slideLayout58.xml"/><Relationship Id="rId3" Type="http://schemas.openxmlformats.org/officeDocument/2006/relationships/slideLayout" Target="../slideLayouts/slideLayout43.xml"/><Relationship Id="rId21" Type="http://schemas.openxmlformats.org/officeDocument/2006/relationships/theme" Target="../theme/theme3.xml"/><Relationship Id="rId7" Type="http://schemas.openxmlformats.org/officeDocument/2006/relationships/slideLayout" Target="../slideLayouts/slideLayout47.xml"/><Relationship Id="rId12" Type="http://schemas.openxmlformats.org/officeDocument/2006/relationships/slideLayout" Target="../slideLayouts/slideLayout52.xml"/><Relationship Id="rId17" Type="http://schemas.openxmlformats.org/officeDocument/2006/relationships/slideLayout" Target="../slideLayouts/slideLayout57.xml"/><Relationship Id="rId2" Type="http://schemas.openxmlformats.org/officeDocument/2006/relationships/slideLayout" Target="../slideLayouts/slideLayout42.xml"/><Relationship Id="rId16" Type="http://schemas.openxmlformats.org/officeDocument/2006/relationships/slideLayout" Target="../slideLayouts/slideLayout56.xml"/><Relationship Id="rId20" Type="http://schemas.openxmlformats.org/officeDocument/2006/relationships/slideLayout" Target="../slideLayouts/slideLayout60.xml"/><Relationship Id="rId1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6.xml"/><Relationship Id="rId11" Type="http://schemas.openxmlformats.org/officeDocument/2006/relationships/slideLayout" Target="../slideLayouts/slideLayout51.xml"/><Relationship Id="rId5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50.xml"/><Relationship Id="rId19" Type="http://schemas.openxmlformats.org/officeDocument/2006/relationships/slideLayout" Target="../slideLayouts/slideLayout59.xml"/><Relationship Id="rId4" Type="http://schemas.openxmlformats.org/officeDocument/2006/relationships/slideLayout" Target="../slideLayouts/slideLayout44.xml"/><Relationship Id="rId9" Type="http://schemas.openxmlformats.org/officeDocument/2006/relationships/slideLayout" Target="../slideLayouts/slideLayout49.xml"/><Relationship Id="rId14" Type="http://schemas.openxmlformats.org/officeDocument/2006/relationships/slideLayout" Target="../slideLayouts/slideLayout54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8.xml"/><Relationship Id="rId13" Type="http://schemas.openxmlformats.org/officeDocument/2006/relationships/slideLayout" Target="../slideLayouts/slideLayout73.xml"/><Relationship Id="rId18" Type="http://schemas.openxmlformats.org/officeDocument/2006/relationships/slideLayout" Target="../slideLayouts/slideLayout78.xml"/><Relationship Id="rId3" Type="http://schemas.openxmlformats.org/officeDocument/2006/relationships/slideLayout" Target="../slideLayouts/slideLayout63.xml"/><Relationship Id="rId21" Type="http://schemas.openxmlformats.org/officeDocument/2006/relationships/theme" Target="../theme/theme4.xml"/><Relationship Id="rId7" Type="http://schemas.openxmlformats.org/officeDocument/2006/relationships/slideLayout" Target="../slideLayouts/slideLayout67.xml"/><Relationship Id="rId12" Type="http://schemas.openxmlformats.org/officeDocument/2006/relationships/slideLayout" Target="../slideLayouts/slideLayout72.xml"/><Relationship Id="rId17" Type="http://schemas.openxmlformats.org/officeDocument/2006/relationships/slideLayout" Target="../slideLayouts/slideLayout77.xml"/><Relationship Id="rId2" Type="http://schemas.openxmlformats.org/officeDocument/2006/relationships/slideLayout" Target="../slideLayouts/slideLayout62.xml"/><Relationship Id="rId16" Type="http://schemas.openxmlformats.org/officeDocument/2006/relationships/slideLayout" Target="../slideLayouts/slideLayout76.xml"/><Relationship Id="rId20" Type="http://schemas.openxmlformats.org/officeDocument/2006/relationships/slideLayout" Target="../slideLayouts/slideLayout80.xml"/><Relationship Id="rId1" Type="http://schemas.openxmlformats.org/officeDocument/2006/relationships/slideLayout" Target="../slideLayouts/slideLayout61.xml"/><Relationship Id="rId6" Type="http://schemas.openxmlformats.org/officeDocument/2006/relationships/slideLayout" Target="../slideLayouts/slideLayout66.xml"/><Relationship Id="rId11" Type="http://schemas.openxmlformats.org/officeDocument/2006/relationships/slideLayout" Target="../slideLayouts/slideLayout71.xml"/><Relationship Id="rId5" Type="http://schemas.openxmlformats.org/officeDocument/2006/relationships/slideLayout" Target="../slideLayouts/slideLayout65.xml"/><Relationship Id="rId15" Type="http://schemas.openxmlformats.org/officeDocument/2006/relationships/slideLayout" Target="../slideLayouts/slideLayout75.xml"/><Relationship Id="rId10" Type="http://schemas.openxmlformats.org/officeDocument/2006/relationships/slideLayout" Target="../slideLayouts/slideLayout70.xml"/><Relationship Id="rId19" Type="http://schemas.openxmlformats.org/officeDocument/2006/relationships/slideLayout" Target="../slideLayouts/slideLayout79.xml"/><Relationship Id="rId4" Type="http://schemas.openxmlformats.org/officeDocument/2006/relationships/slideLayout" Target="../slideLayouts/slideLayout64.xml"/><Relationship Id="rId9" Type="http://schemas.openxmlformats.org/officeDocument/2006/relationships/slideLayout" Target="../slideLayouts/slideLayout69.xml"/><Relationship Id="rId14" Type="http://schemas.openxmlformats.org/officeDocument/2006/relationships/slideLayout" Target="../slideLayouts/slideLayout7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8.xml"/><Relationship Id="rId13" Type="http://schemas.openxmlformats.org/officeDocument/2006/relationships/slideLayout" Target="../slideLayouts/slideLayout93.xml"/><Relationship Id="rId18" Type="http://schemas.openxmlformats.org/officeDocument/2006/relationships/slideLayout" Target="../slideLayouts/slideLayout98.xml"/><Relationship Id="rId3" Type="http://schemas.openxmlformats.org/officeDocument/2006/relationships/slideLayout" Target="../slideLayouts/slideLayout83.xml"/><Relationship Id="rId21" Type="http://schemas.openxmlformats.org/officeDocument/2006/relationships/theme" Target="../theme/theme5.xml"/><Relationship Id="rId7" Type="http://schemas.openxmlformats.org/officeDocument/2006/relationships/slideLayout" Target="../slideLayouts/slideLayout87.xml"/><Relationship Id="rId12" Type="http://schemas.openxmlformats.org/officeDocument/2006/relationships/slideLayout" Target="../slideLayouts/slideLayout92.xml"/><Relationship Id="rId17" Type="http://schemas.openxmlformats.org/officeDocument/2006/relationships/slideLayout" Target="../slideLayouts/slideLayout97.xml"/><Relationship Id="rId2" Type="http://schemas.openxmlformats.org/officeDocument/2006/relationships/slideLayout" Target="../slideLayouts/slideLayout82.xml"/><Relationship Id="rId16" Type="http://schemas.openxmlformats.org/officeDocument/2006/relationships/slideLayout" Target="../slideLayouts/slideLayout96.xml"/><Relationship Id="rId20" Type="http://schemas.openxmlformats.org/officeDocument/2006/relationships/slideLayout" Target="../slideLayouts/slideLayout100.xml"/><Relationship Id="rId1" Type="http://schemas.openxmlformats.org/officeDocument/2006/relationships/slideLayout" Target="../slideLayouts/slideLayout81.xml"/><Relationship Id="rId6" Type="http://schemas.openxmlformats.org/officeDocument/2006/relationships/slideLayout" Target="../slideLayouts/slideLayout86.xml"/><Relationship Id="rId11" Type="http://schemas.openxmlformats.org/officeDocument/2006/relationships/slideLayout" Target="../slideLayouts/slideLayout91.xml"/><Relationship Id="rId5" Type="http://schemas.openxmlformats.org/officeDocument/2006/relationships/slideLayout" Target="../slideLayouts/slideLayout85.xml"/><Relationship Id="rId15" Type="http://schemas.openxmlformats.org/officeDocument/2006/relationships/slideLayout" Target="../slideLayouts/slideLayout95.xml"/><Relationship Id="rId10" Type="http://schemas.openxmlformats.org/officeDocument/2006/relationships/slideLayout" Target="../slideLayouts/slideLayout90.xml"/><Relationship Id="rId19" Type="http://schemas.openxmlformats.org/officeDocument/2006/relationships/slideLayout" Target="../slideLayouts/slideLayout99.xml"/><Relationship Id="rId4" Type="http://schemas.openxmlformats.org/officeDocument/2006/relationships/slideLayout" Target="../slideLayouts/slideLayout84.xml"/><Relationship Id="rId9" Type="http://schemas.openxmlformats.org/officeDocument/2006/relationships/slideLayout" Target="../slideLayouts/slideLayout89.xml"/><Relationship Id="rId14" Type="http://schemas.openxmlformats.org/officeDocument/2006/relationships/slideLayout" Target="../slideLayouts/slideLayout9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3999BA3-562C-4E45-8F3B-A023F450B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18" y="301185"/>
            <a:ext cx="6844385" cy="33239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A1581D5-332D-4C8E-AF45-43F518A6E5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8319" y="1631156"/>
            <a:ext cx="11157744" cy="4569619"/>
          </a:xfrm>
          <a:prstGeom prst="rect">
            <a:avLst/>
          </a:prstGeom>
        </p:spPr>
        <p:txBody>
          <a:bodyPr vert="horz" lIns="0" tIns="0" rIns="360000" bIns="0" rtlCol="0" anchor="t" anchorCtr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DD440FC-859D-4521-8908-A802F3E535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17351" y="6634666"/>
            <a:ext cx="849593" cy="123111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A5F62C09-3741-FA47-81E6-1D2CB129D1D3}" type="datetime4">
              <a:rPr lang="de-DE" smtClean="0"/>
              <a:t>8. Oktober 2023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88C6C66-9703-4B53-BAF2-1F89587F3C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8319" y="6634666"/>
            <a:ext cx="5469732" cy="12311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C2FAB54-E254-4FCB-BB98-1E4D5A6D0B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2099" y="6634666"/>
            <a:ext cx="193964" cy="123111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639EA0DE-CCA1-4795-BE19-74C50E90E6A6}"/>
              </a:ext>
            </a:extLst>
          </p:cNvPr>
          <p:cNvSpPr/>
          <p:nvPr userDrawn="1"/>
        </p:nvSpPr>
        <p:spPr>
          <a:xfrm>
            <a:off x="518400" y="1196733"/>
            <a:ext cx="11676062" cy="72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F10272FF-60F7-4AF4-9CD6-0A04080EA9B4}"/>
              </a:ext>
            </a:extLst>
          </p:cNvPr>
          <p:cNvSpPr/>
          <p:nvPr userDrawn="1"/>
        </p:nvSpPr>
        <p:spPr>
          <a:xfrm>
            <a:off x="517200" y="6538526"/>
            <a:ext cx="11674800" cy="10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594ED806-CB19-40CC-A79A-590CC1E2001C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10" name="Gerader Verbinder 9">
              <a:extLst>
                <a:ext uri="{FF2B5EF4-FFF2-40B4-BE49-F238E27FC236}">
                  <a16:creationId xmlns:a16="http://schemas.microsoft.com/office/drawing/2014/main" id="{4AAF1C65-9B2D-4CC2-AC17-D265DC4D733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feld 10">
              <a:extLst>
                <a:ext uri="{FF2B5EF4-FFF2-40B4-BE49-F238E27FC236}">
                  <a16:creationId xmlns:a16="http://schemas.microsoft.com/office/drawing/2014/main" id="{1A82F2D7-59C8-4661-B851-DC008AA6297D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211FD6C4-2ACB-4F36-A3BA-68BAE793E096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16" name="Gerader Verbinder 15">
              <a:extLst>
                <a:ext uri="{FF2B5EF4-FFF2-40B4-BE49-F238E27FC236}">
                  <a16:creationId xmlns:a16="http://schemas.microsoft.com/office/drawing/2014/main" id="{779170BC-C4E0-4FC8-93EA-CB17C932729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feld 16">
              <a:extLst>
                <a:ext uri="{FF2B5EF4-FFF2-40B4-BE49-F238E27FC236}">
                  <a16:creationId xmlns:a16="http://schemas.microsoft.com/office/drawing/2014/main" id="{6CF57888-5707-459D-94AC-235CE0EBEDDC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503014F4-59EC-4961-A29D-259A33C423B3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19" name="Gerader Verbinder 18">
              <a:extLst>
                <a:ext uri="{FF2B5EF4-FFF2-40B4-BE49-F238E27FC236}">
                  <a16:creationId xmlns:a16="http://schemas.microsoft.com/office/drawing/2014/main" id="{BD8E14DC-3898-4BA1-91EA-46ADC917A58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feld 19">
              <a:extLst>
                <a:ext uri="{FF2B5EF4-FFF2-40B4-BE49-F238E27FC236}">
                  <a16:creationId xmlns:a16="http://schemas.microsoft.com/office/drawing/2014/main" id="{61BB5C6B-8FE1-44A4-AE66-C1DB01AE301C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B9991022-C87B-4402-BF68-CD3ED59D5D85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22" name="Gerader Verbinder 21">
              <a:extLst>
                <a:ext uri="{FF2B5EF4-FFF2-40B4-BE49-F238E27FC236}">
                  <a16:creationId xmlns:a16="http://schemas.microsoft.com/office/drawing/2014/main" id="{439873FE-8996-424A-94FE-EEEEC0A7B6C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feld 22">
              <a:extLst>
                <a:ext uri="{FF2B5EF4-FFF2-40B4-BE49-F238E27FC236}">
                  <a16:creationId xmlns:a16="http://schemas.microsoft.com/office/drawing/2014/main" id="{A04C5416-0A35-4C8C-8975-2F5057F69C48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FF9A881D-D6E0-4814-9AA3-AAF6697A620E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25" name="Gerader Verbinder 24">
              <a:extLst>
                <a:ext uri="{FF2B5EF4-FFF2-40B4-BE49-F238E27FC236}">
                  <a16:creationId xmlns:a16="http://schemas.microsoft.com/office/drawing/2014/main" id="{7ECA5DFD-01F8-49BC-9DE9-EE577F9B403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feld 25">
              <a:extLst>
                <a:ext uri="{FF2B5EF4-FFF2-40B4-BE49-F238E27FC236}">
                  <a16:creationId xmlns:a16="http://schemas.microsoft.com/office/drawing/2014/main" id="{0348451A-09A8-4D76-AA86-13CB9E640770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324DF2EB-9047-4DDA-A12A-4BAC4962F78F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28" name="Gerader Verbinder 27">
              <a:extLst>
                <a:ext uri="{FF2B5EF4-FFF2-40B4-BE49-F238E27FC236}">
                  <a16:creationId xmlns:a16="http://schemas.microsoft.com/office/drawing/2014/main" id="{690A038D-AD14-4251-A0A9-22A5F6713B0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feld 28">
              <a:extLst>
                <a:ext uri="{FF2B5EF4-FFF2-40B4-BE49-F238E27FC236}">
                  <a16:creationId xmlns:a16="http://schemas.microsoft.com/office/drawing/2014/main" id="{9E3D1027-C73A-4F88-AB8D-55680AB053E7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30" name="Gruppieren 29">
            <a:extLst>
              <a:ext uri="{FF2B5EF4-FFF2-40B4-BE49-F238E27FC236}">
                <a16:creationId xmlns:a16="http://schemas.microsoft.com/office/drawing/2014/main" id="{B6244944-3F97-4474-9D4A-3D31BFBC3DF9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31" name="Gerader Verbinder 30">
              <a:extLst>
                <a:ext uri="{FF2B5EF4-FFF2-40B4-BE49-F238E27FC236}">
                  <a16:creationId xmlns:a16="http://schemas.microsoft.com/office/drawing/2014/main" id="{97182CE3-E874-4552-B5B3-4076C990890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feld 31">
              <a:extLst>
                <a:ext uri="{FF2B5EF4-FFF2-40B4-BE49-F238E27FC236}">
                  <a16:creationId xmlns:a16="http://schemas.microsoft.com/office/drawing/2014/main" id="{DFE6B92B-AC01-4482-A6E7-400EF0E7F9ED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33" name="Gruppieren 32">
            <a:extLst>
              <a:ext uri="{FF2B5EF4-FFF2-40B4-BE49-F238E27FC236}">
                <a16:creationId xmlns:a16="http://schemas.microsoft.com/office/drawing/2014/main" id="{5EC5B3E5-86C1-4027-A74F-789345DFA684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34" name="Gerader Verbinder 33">
              <a:extLst>
                <a:ext uri="{FF2B5EF4-FFF2-40B4-BE49-F238E27FC236}">
                  <a16:creationId xmlns:a16="http://schemas.microsoft.com/office/drawing/2014/main" id="{7B62256D-25C9-4899-8A3A-7970EB4706F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feld 34">
              <a:extLst>
                <a:ext uri="{FF2B5EF4-FFF2-40B4-BE49-F238E27FC236}">
                  <a16:creationId xmlns:a16="http://schemas.microsoft.com/office/drawing/2014/main" id="{29A2699B-FFE8-4320-BD7A-68D214D9A58B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11A9EBBA-C118-4592-8B41-99FA797C19C4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37" name="Gerader Verbinder 36">
              <a:extLst>
                <a:ext uri="{FF2B5EF4-FFF2-40B4-BE49-F238E27FC236}">
                  <a16:creationId xmlns:a16="http://schemas.microsoft.com/office/drawing/2014/main" id="{45C123C4-4121-4372-95DF-DC232FC6A3E1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feld 37">
              <a:extLst>
                <a:ext uri="{FF2B5EF4-FFF2-40B4-BE49-F238E27FC236}">
                  <a16:creationId xmlns:a16="http://schemas.microsoft.com/office/drawing/2014/main" id="{10C304B0-38F3-48B3-A23F-BE3EEAF774D6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40" name="Gerader Verbinder 39">
            <a:extLst>
              <a:ext uri="{FF2B5EF4-FFF2-40B4-BE49-F238E27FC236}">
                <a16:creationId xmlns:a16="http://schemas.microsoft.com/office/drawing/2014/main" id="{EA609601-D94C-4D05-A7EF-EBA9D6ACA000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Gruppieren 40">
            <a:extLst>
              <a:ext uri="{FF2B5EF4-FFF2-40B4-BE49-F238E27FC236}">
                <a16:creationId xmlns:a16="http://schemas.microsoft.com/office/drawing/2014/main" id="{E2CEB042-C849-4BE4-A0F0-03828777E713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42" name="Gerader Verbinder 41">
              <a:extLst>
                <a:ext uri="{FF2B5EF4-FFF2-40B4-BE49-F238E27FC236}">
                  <a16:creationId xmlns:a16="http://schemas.microsoft.com/office/drawing/2014/main" id="{A58E387D-7C2C-4001-94B6-8372A7A1305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feld 42">
              <a:extLst>
                <a:ext uri="{FF2B5EF4-FFF2-40B4-BE49-F238E27FC236}">
                  <a16:creationId xmlns:a16="http://schemas.microsoft.com/office/drawing/2014/main" id="{29EC0E69-66B7-4E97-B0AC-9CFA0DDEC604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sp>
        <p:nvSpPr>
          <p:cNvPr id="45" name="Freihandform: Form 44">
            <a:extLst>
              <a:ext uri="{FF2B5EF4-FFF2-40B4-BE49-F238E27FC236}">
                <a16:creationId xmlns:a16="http://schemas.microsoft.com/office/drawing/2014/main" id="{2E8F5DC4-B3AD-4456-8E9B-9A5F7EF38D3B}"/>
              </a:ext>
            </a:extLst>
          </p:cNvPr>
          <p:cNvSpPr>
            <a:spLocks noChangeAspect="1"/>
          </p:cNvSpPr>
          <p:nvPr userDrawn="1"/>
        </p:nvSpPr>
        <p:spPr>
          <a:xfrm>
            <a:off x="10596063" y="299346"/>
            <a:ext cx="1080000" cy="412328"/>
          </a:xfrm>
          <a:custGeom>
            <a:avLst/>
            <a:gdLst>
              <a:gd name="connsiteX0" fmla="*/ 0 w 4797018"/>
              <a:gd name="connsiteY0" fmla="*/ 170736 h 1831428"/>
              <a:gd name="connsiteX1" fmla="*/ 92812 w 4797018"/>
              <a:gd name="connsiteY1" fmla="*/ 77924 h 1831428"/>
              <a:gd name="connsiteX2" fmla="*/ 92812 w 4797018"/>
              <a:gd name="connsiteY2" fmla="*/ 1763373 h 1831428"/>
              <a:gd name="connsiteX3" fmla="*/ 0 w 4797018"/>
              <a:gd name="connsiteY3" fmla="*/ 1763373 h 1831428"/>
              <a:gd name="connsiteX4" fmla="*/ 0 w 4797018"/>
              <a:gd name="connsiteY4" fmla="*/ 170736 h 1831428"/>
              <a:gd name="connsiteX5" fmla="*/ 278425 w 4797018"/>
              <a:gd name="connsiteY5" fmla="*/ 92812 h 1831428"/>
              <a:gd name="connsiteX6" fmla="*/ 1392136 w 4797018"/>
              <a:gd name="connsiteY6" fmla="*/ 92812 h 1831428"/>
              <a:gd name="connsiteX7" fmla="*/ 1392136 w 4797018"/>
              <a:gd name="connsiteY7" fmla="*/ 0 h 1831428"/>
              <a:gd name="connsiteX8" fmla="*/ 185614 w 4797018"/>
              <a:gd name="connsiteY8" fmla="*/ 0 h 1831428"/>
              <a:gd name="connsiteX9" fmla="*/ 185614 w 4797018"/>
              <a:gd name="connsiteY9" fmla="*/ 1113701 h 1831428"/>
              <a:gd name="connsiteX10" fmla="*/ 1210723 w 4797018"/>
              <a:gd name="connsiteY10" fmla="*/ 1113701 h 1831428"/>
              <a:gd name="connsiteX11" fmla="*/ 1210723 w 4797018"/>
              <a:gd name="connsiteY11" fmla="*/ 1020899 h 1831428"/>
              <a:gd name="connsiteX12" fmla="*/ 278425 w 4797018"/>
              <a:gd name="connsiteY12" fmla="*/ 1020899 h 1831428"/>
              <a:gd name="connsiteX13" fmla="*/ 278425 w 4797018"/>
              <a:gd name="connsiteY13" fmla="*/ 92812 h 1831428"/>
              <a:gd name="connsiteX14" fmla="*/ 1350464 w 4797018"/>
              <a:gd name="connsiteY14" fmla="*/ 835285 h 1831428"/>
              <a:gd name="connsiteX15" fmla="*/ 464048 w 4797018"/>
              <a:gd name="connsiteY15" fmla="*/ 835285 h 1831428"/>
              <a:gd name="connsiteX16" fmla="*/ 464048 w 4797018"/>
              <a:gd name="connsiteY16" fmla="*/ 464048 h 1831428"/>
              <a:gd name="connsiteX17" fmla="*/ 1222124 w 4797018"/>
              <a:gd name="connsiteY17" fmla="*/ 464048 h 1831428"/>
              <a:gd name="connsiteX18" fmla="*/ 1314926 w 4797018"/>
              <a:gd name="connsiteY18" fmla="*/ 371237 h 1831428"/>
              <a:gd name="connsiteX19" fmla="*/ 464048 w 4797018"/>
              <a:gd name="connsiteY19" fmla="*/ 371237 h 1831428"/>
              <a:gd name="connsiteX20" fmla="*/ 464048 w 4797018"/>
              <a:gd name="connsiteY20" fmla="*/ 278425 h 1831428"/>
              <a:gd name="connsiteX21" fmla="*/ 1392146 w 4797018"/>
              <a:gd name="connsiteY21" fmla="*/ 278425 h 1831428"/>
              <a:gd name="connsiteX22" fmla="*/ 1392146 w 4797018"/>
              <a:gd name="connsiteY22" fmla="*/ 185614 h 1831428"/>
              <a:gd name="connsiteX23" fmla="*/ 371237 w 4797018"/>
              <a:gd name="connsiteY23" fmla="*/ 185614 h 1831428"/>
              <a:gd name="connsiteX24" fmla="*/ 371237 w 4797018"/>
              <a:gd name="connsiteY24" fmla="*/ 928087 h 1831428"/>
              <a:gd name="connsiteX25" fmla="*/ 1258872 w 4797018"/>
              <a:gd name="connsiteY25" fmla="*/ 928087 h 1831428"/>
              <a:gd name="connsiteX26" fmla="*/ 1350464 w 4797018"/>
              <a:gd name="connsiteY26" fmla="*/ 835285 h 1831428"/>
              <a:gd name="connsiteX27" fmla="*/ 185614 w 4797018"/>
              <a:gd name="connsiteY27" fmla="*/ 1763373 h 1831428"/>
              <a:gd name="connsiteX28" fmla="*/ 278425 w 4797018"/>
              <a:gd name="connsiteY28" fmla="*/ 1763373 h 1831428"/>
              <a:gd name="connsiteX29" fmla="*/ 278425 w 4797018"/>
              <a:gd name="connsiteY29" fmla="*/ 1299324 h 1831428"/>
              <a:gd name="connsiteX30" fmla="*/ 371237 w 4797018"/>
              <a:gd name="connsiteY30" fmla="*/ 1299324 h 1831428"/>
              <a:gd name="connsiteX31" fmla="*/ 371237 w 4797018"/>
              <a:gd name="connsiteY31" fmla="*/ 1685449 h 1831428"/>
              <a:gd name="connsiteX32" fmla="*/ 464039 w 4797018"/>
              <a:gd name="connsiteY32" fmla="*/ 1592647 h 1831428"/>
              <a:gd name="connsiteX33" fmla="*/ 464039 w 4797018"/>
              <a:gd name="connsiteY33" fmla="*/ 1299324 h 1831428"/>
              <a:gd name="connsiteX34" fmla="*/ 1210723 w 4797018"/>
              <a:gd name="connsiteY34" fmla="*/ 1299324 h 1831428"/>
              <a:gd name="connsiteX35" fmla="*/ 1210723 w 4797018"/>
              <a:gd name="connsiteY35" fmla="*/ 1206522 h 1831428"/>
              <a:gd name="connsiteX36" fmla="*/ 185614 w 4797018"/>
              <a:gd name="connsiteY36" fmla="*/ 1206522 h 1831428"/>
              <a:gd name="connsiteX37" fmla="*/ 185614 w 4797018"/>
              <a:gd name="connsiteY37" fmla="*/ 1763373 h 1831428"/>
              <a:gd name="connsiteX38" fmla="*/ 4704207 w 4797018"/>
              <a:gd name="connsiteY38" fmla="*/ 0 h 1831428"/>
              <a:gd name="connsiteX39" fmla="*/ 4704207 w 4797018"/>
              <a:gd name="connsiteY39" fmla="*/ 1067314 h 1831428"/>
              <a:gd name="connsiteX40" fmla="*/ 4334837 w 4797018"/>
              <a:gd name="connsiteY40" fmla="*/ 1692688 h 1831428"/>
              <a:gd name="connsiteX41" fmla="*/ 4332742 w 4797018"/>
              <a:gd name="connsiteY41" fmla="*/ 1689954 h 1831428"/>
              <a:gd name="connsiteX42" fmla="*/ 4611405 w 4797018"/>
              <a:gd name="connsiteY42" fmla="*/ 1158564 h 1831428"/>
              <a:gd name="connsiteX43" fmla="*/ 4611405 w 4797018"/>
              <a:gd name="connsiteY43" fmla="*/ 0 h 1831428"/>
              <a:gd name="connsiteX44" fmla="*/ 4518594 w 4797018"/>
              <a:gd name="connsiteY44" fmla="*/ 0 h 1831428"/>
              <a:gd name="connsiteX45" fmla="*/ 4518594 w 4797018"/>
              <a:gd name="connsiteY45" fmla="*/ 1157021 h 1831428"/>
              <a:gd name="connsiteX46" fmla="*/ 3915337 w 4797018"/>
              <a:gd name="connsiteY46" fmla="*/ 1740170 h 1831428"/>
              <a:gd name="connsiteX47" fmla="*/ 3312081 w 4797018"/>
              <a:gd name="connsiteY47" fmla="*/ 1157021 h 1831428"/>
              <a:gd name="connsiteX48" fmla="*/ 3312081 w 4797018"/>
              <a:gd name="connsiteY48" fmla="*/ 77924 h 1831428"/>
              <a:gd name="connsiteX49" fmla="*/ 3219269 w 4797018"/>
              <a:gd name="connsiteY49" fmla="*/ 170736 h 1831428"/>
              <a:gd name="connsiteX50" fmla="*/ 3219269 w 4797018"/>
              <a:gd name="connsiteY50" fmla="*/ 1158564 h 1831428"/>
              <a:gd name="connsiteX51" fmla="*/ 3915337 w 4797018"/>
              <a:gd name="connsiteY51" fmla="*/ 1831429 h 1831428"/>
              <a:gd name="connsiteX52" fmla="*/ 4008139 w 4797018"/>
              <a:gd name="connsiteY52" fmla="*/ 1831429 h 1831428"/>
              <a:gd name="connsiteX53" fmla="*/ 4797019 w 4797018"/>
              <a:gd name="connsiteY53" fmla="*/ 1068667 h 1831428"/>
              <a:gd name="connsiteX54" fmla="*/ 4797019 w 4797018"/>
              <a:gd name="connsiteY54" fmla="*/ 0 h 1831428"/>
              <a:gd name="connsiteX55" fmla="*/ 4704207 w 4797018"/>
              <a:gd name="connsiteY55" fmla="*/ 0 h 1831428"/>
              <a:gd name="connsiteX56" fmla="*/ 3915328 w 4797018"/>
              <a:gd name="connsiteY56" fmla="*/ 1647358 h 1831428"/>
              <a:gd name="connsiteX57" fmla="*/ 4425773 w 4797018"/>
              <a:gd name="connsiteY57" fmla="*/ 1157021 h 1831428"/>
              <a:gd name="connsiteX58" fmla="*/ 4425782 w 4797018"/>
              <a:gd name="connsiteY58" fmla="*/ 1157021 h 1831428"/>
              <a:gd name="connsiteX59" fmla="*/ 4425782 w 4797018"/>
              <a:gd name="connsiteY59" fmla="*/ 77924 h 1831428"/>
              <a:gd name="connsiteX60" fmla="*/ 4332970 w 4797018"/>
              <a:gd name="connsiteY60" fmla="*/ 170736 h 1831428"/>
              <a:gd name="connsiteX61" fmla="*/ 4332970 w 4797018"/>
              <a:gd name="connsiteY61" fmla="*/ 1067305 h 1831428"/>
              <a:gd name="connsiteX62" fmla="*/ 4008130 w 4797018"/>
              <a:gd name="connsiteY62" fmla="*/ 1368933 h 1831428"/>
              <a:gd name="connsiteX63" fmla="*/ 3683298 w 4797018"/>
              <a:gd name="connsiteY63" fmla="*/ 1067305 h 1831428"/>
              <a:gd name="connsiteX64" fmla="*/ 3683289 w 4797018"/>
              <a:gd name="connsiteY64" fmla="*/ 0 h 1831428"/>
              <a:gd name="connsiteX65" fmla="*/ 3590487 w 4797018"/>
              <a:gd name="connsiteY65" fmla="*/ 0 h 1831428"/>
              <a:gd name="connsiteX66" fmla="*/ 3590487 w 4797018"/>
              <a:gd name="connsiteY66" fmla="*/ 1067305 h 1831428"/>
              <a:gd name="connsiteX67" fmla="*/ 4008130 w 4797018"/>
              <a:gd name="connsiteY67" fmla="*/ 1461745 h 1831428"/>
              <a:gd name="connsiteX68" fmla="*/ 4294699 w 4797018"/>
              <a:gd name="connsiteY68" fmla="*/ 1333129 h 1831428"/>
              <a:gd name="connsiteX69" fmla="*/ 4296785 w 4797018"/>
              <a:gd name="connsiteY69" fmla="*/ 1335862 h 1831428"/>
              <a:gd name="connsiteX70" fmla="*/ 3915328 w 4797018"/>
              <a:gd name="connsiteY70" fmla="*/ 1554556 h 1831428"/>
              <a:gd name="connsiteX71" fmla="*/ 3497742 w 4797018"/>
              <a:gd name="connsiteY71" fmla="*/ 1160116 h 1831428"/>
              <a:gd name="connsiteX72" fmla="*/ 3497685 w 4797018"/>
              <a:gd name="connsiteY72" fmla="*/ 1160116 h 1831428"/>
              <a:gd name="connsiteX73" fmla="*/ 3497685 w 4797018"/>
              <a:gd name="connsiteY73" fmla="*/ 0 h 1831428"/>
              <a:gd name="connsiteX74" fmla="*/ 3404873 w 4797018"/>
              <a:gd name="connsiteY74" fmla="*/ 0 h 1831428"/>
              <a:gd name="connsiteX75" fmla="*/ 3404873 w 4797018"/>
              <a:gd name="connsiteY75" fmla="*/ 1160107 h 1831428"/>
              <a:gd name="connsiteX76" fmla="*/ 3404921 w 4797018"/>
              <a:gd name="connsiteY76" fmla="*/ 1160107 h 1831428"/>
              <a:gd name="connsiteX77" fmla="*/ 3915328 w 4797018"/>
              <a:gd name="connsiteY77" fmla="*/ 1647358 h 1831428"/>
              <a:gd name="connsiteX78" fmla="*/ 1852984 w 4797018"/>
              <a:gd name="connsiteY78" fmla="*/ 1206522 h 1831428"/>
              <a:gd name="connsiteX79" fmla="*/ 1618288 w 4797018"/>
              <a:gd name="connsiteY79" fmla="*/ 1763373 h 1831428"/>
              <a:gd name="connsiteX80" fmla="*/ 1711119 w 4797018"/>
              <a:gd name="connsiteY80" fmla="*/ 1763363 h 1831428"/>
              <a:gd name="connsiteX81" fmla="*/ 1711100 w 4797018"/>
              <a:gd name="connsiteY81" fmla="*/ 1763373 h 1831428"/>
              <a:gd name="connsiteX82" fmla="*/ 1711119 w 4797018"/>
              <a:gd name="connsiteY82" fmla="*/ 1763373 h 1831428"/>
              <a:gd name="connsiteX83" fmla="*/ 1828448 w 4797018"/>
              <a:gd name="connsiteY83" fmla="*/ 1484948 h 1831428"/>
              <a:gd name="connsiteX84" fmla="*/ 2614774 w 4797018"/>
              <a:gd name="connsiteY84" fmla="*/ 1484948 h 1831428"/>
              <a:gd name="connsiteX85" fmla="*/ 2732018 w 4797018"/>
              <a:gd name="connsiteY85" fmla="*/ 1763373 h 1831428"/>
              <a:gd name="connsiteX86" fmla="*/ 2824820 w 4797018"/>
              <a:gd name="connsiteY86" fmla="*/ 1763373 h 1831428"/>
              <a:gd name="connsiteX87" fmla="*/ 2668515 w 4797018"/>
              <a:gd name="connsiteY87" fmla="*/ 1392136 h 1831428"/>
              <a:gd name="connsiteX88" fmla="*/ 1867567 w 4797018"/>
              <a:gd name="connsiteY88" fmla="*/ 1392136 h 1831428"/>
              <a:gd name="connsiteX89" fmla="*/ 1906676 w 4797018"/>
              <a:gd name="connsiteY89" fmla="*/ 1299324 h 1831428"/>
              <a:gd name="connsiteX90" fmla="*/ 2722236 w 4797018"/>
              <a:gd name="connsiteY90" fmla="*/ 1299324 h 1831428"/>
              <a:gd name="connsiteX91" fmla="*/ 2917632 w 4797018"/>
              <a:gd name="connsiteY91" fmla="*/ 1763373 h 1831428"/>
              <a:gd name="connsiteX92" fmla="*/ 3010443 w 4797018"/>
              <a:gd name="connsiteY92" fmla="*/ 1763373 h 1831428"/>
              <a:gd name="connsiteX93" fmla="*/ 2775976 w 4797018"/>
              <a:gd name="connsiteY93" fmla="*/ 1206522 h 1831428"/>
              <a:gd name="connsiteX94" fmla="*/ 1852984 w 4797018"/>
              <a:gd name="connsiteY94" fmla="*/ 1206522 h 1831428"/>
              <a:gd name="connsiteX95" fmla="*/ 1989544 w 4797018"/>
              <a:gd name="connsiteY95" fmla="*/ 0 h 1831428"/>
              <a:gd name="connsiteX96" fmla="*/ 1307459 w 4797018"/>
              <a:gd name="connsiteY96" fmla="*/ 1617898 h 1831428"/>
              <a:gd name="connsiteX97" fmla="*/ 1366533 w 4797018"/>
              <a:gd name="connsiteY97" fmla="*/ 1698098 h 1831428"/>
              <a:gd name="connsiteX98" fmla="*/ 2082356 w 4797018"/>
              <a:gd name="connsiteY98" fmla="*/ 0 h 1831428"/>
              <a:gd name="connsiteX99" fmla="*/ 1989544 w 4797018"/>
              <a:gd name="connsiteY99" fmla="*/ 0 h 1831428"/>
              <a:gd name="connsiteX100" fmla="*/ 2360771 w 4797018"/>
              <a:gd name="connsiteY100" fmla="*/ 0 h 1831428"/>
              <a:gd name="connsiteX101" fmla="*/ 3075708 w 4797018"/>
              <a:gd name="connsiteY101" fmla="*/ 1698098 h 1831428"/>
              <a:gd name="connsiteX102" fmla="*/ 3134639 w 4797018"/>
              <a:gd name="connsiteY102" fmla="*/ 1617898 h 1831428"/>
              <a:gd name="connsiteX103" fmla="*/ 2453592 w 4797018"/>
              <a:gd name="connsiteY103" fmla="*/ 0 h 1831428"/>
              <a:gd name="connsiteX104" fmla="*/ 2360771 w 4797018"/>
              <a:gd name="connsiteY104" fmla="*/ 0 h 1831428"/>
              <a:gd name="connsiteX105" fmla="*/ 1799101 w 4797018"/>
              <a:gd name="connsiteY105" fmla="*/ 1113711 h 1831428"/>
              <a:gd name="connsiteX106" fmla="*/ 1524610 w 4797018"/>
              <a:gd name="connsiteY106" fmla="*/ 1763373 h 1831428"/>
              <a:gd name="connsiteX107" fmla="*/ 1431798 w 4797018"/>
              <a:gd name="connsiteY107" fmla="*/ 1763373 h 1831428"/>
              <a:gd name="connsiteX108" fmla="*/ 2128761 w 4797018"/>
              <a:gd name="connsiteY108" fmla="*/ 110195 h 1831428"/>
              <a:gd name="connsiteX109" fmla="*/ 2512219 w 4797018"/>
              <a:gd name="connsiteY109" fmla="*/ 1020899 h 1831428"/>
              <a:gd name="connsiteX110" fmla="*/ 2605021 w 4797018"/>
              <a:gd name="connsiteY110" fmla="*/ 1020899 h 1831428"/>
              <a:gd name="connsiteX111" fmla="*/ 2175158 w 4797018"/>
              <a:gd name="connsiteY111" fmla="*/ 0 h 1831428"/>
              <a:gd name="connsiteX112" fmla="*/ 2267969 w 4797018"/>
              <a:gd name="connsiteY112" fmla="*/ 0 h 1831428"/>
              <a:gd name="connsiteX113" fmla="*/ 2736895 w 4797018"/>
              <a:gd name="connsiteY113" fmla="*/ 1113701 h 1831428"/>
              <a:gd name="connsiteX114" fmla="*/ 1799101 w 4797018"/>
              <a:gd name="connsiteY114" fmla="*/ 1113701 h 1831428"/>
              <a:gd name="connsiteX115" fmla="*/ 2221802 w 4797018"/>
              <a:gd name="connsiteY115" fmla="*/ 551602 h 1831428"/>
              <a:gd name="connsiteX116" fmla="*/ 2024015 w 4797018"/>
              <a:gd name="connsiteY116" fmla="*/ 1020899 h 1831428"/>
              <a:gd name="connsiteX117" fmla="*/ 2419398 w 4797018"/>
              <a:gd name="connsiteY117" fmla="*/ 1020899 h 1831428"/>
              <a:gd name="connsiteX118" fmla="*/ 2221802 w 4797018"/>
              <a:gd name="connsiteY118" fmla="*/ 551602 h 1831428"/>
              <a:gd name="connsiteX119" fmla="*/ 1838163 w 4797018"/>
              <a:gd name="connsiteY119" fmla="*/ 1020899 h 1831428"/>
              <a:gd name="connsiteX120" fmla="*/ 1931213 w 4797018"/>
              <a:gd name="connsiteY120" fmla="*/ 1020899 h 1831428"/>
              <a:gd name="connsiteX121" fmla="*/ 2175415 w 4797018"/>
              <a:gd name="connsiteY121" fmla="*/ 441436 h 1831428"/>
              <a:gd name="connsiteX122" fmla="*/ 2128942 w 4797018"/>
              <a:gd name="connsiteY122" fmla="*/ 331070 h 1831428"/>
              <a:gd name="connsiteX123" fmla="*/ 1838163 w 4797018"/>
              <a:gd name="connsiteY123" fmla="*/ 1020899 h 1831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4797018" h="1831428">
                <a:moveTo>
                  <a:pt x="0" y="170736"/>
                </a:moveTo>
                <a:lnTo>
                  <a:pt x="92812" y="77924"/>
                </a:lnTo>
                <a:lnTo>
                  <a:pt x="92812" y="1763373"/>
                </a:lnTo>
                <a:lnTo>
                  <a:pt x="0" y="1763373"/>
                </a:lnTo>
                <a:lnTo>
                  <a:pt x="0" y="170736"/>
                </a:lnTo>
                <a:close/>
                <a:moveTo>
                  <a:pt x="278425" y="92812"/>
                </a:moveTo>
                <a:lnTo>
                  <a:pt x="1392136" y="92812"/>
                </a:lnTo>
                <a:lnTo>
                  <a:pt x="1392136" y="0"/>
                </a:lnTo>
                <a:lnTo>
                  <a:pt x="185614" y="0"/>
                </a:lnTo>
                <a:lnTo>
                  <a:pt x="185614" y="1113701"/>
                </a:lnTo>
                <a:lnTo>
                  <a:pt x="1210723" y="1113701"/>
                </a:lnTo>
                <a:lnTo>
                  <a:pt x="1210723" y="1020899"/>
                </a:lnTo>
                <a:lnTo>
                  <a:pt x="278425" y="1020899"/>
                </a:lnTo>
                <a:lnTo>
                  <a:pt x="278425" y="92812"/>
                </a:lnTo>
                <a:close/>
                <a:moveTo>
                  <a:pt x="1350464" y="835285"/>
                </a:moveTo>
                <a:lnTo>
                  <a:pt x="464048" y="835285"/>
                </a:lnTo>
                <a:lnTo>
                  <a:pt x="464048" y="464048"/>
                </a:lnTo>
                <a:lnTo>
                  <a:pt x="1222124" y="464048"/>
                </a:lnTo>
                <a:lnTo>
                  <a:pt x="1314926" y="371237"/>
                </a:lnTo>
                <a:lnTo>
                  <a:pt x="464048" y="371237"/>
                </a:lnTo>
                <a:lnTo>
                  <a:pt x="464048" y="278425"/>
                </a:lnTo>
                <a:lnTo>
                  <a:pt x="1392146" y="278425"/>
                </a:lnTo>
                <a:lnTo>
                  <a:pt x="1392146" y="185614"/>
                </a:lnTo>
                <a:lnTo>
                  <a:pt x="371237" y="185614"/>
                </a:lnTo>
                <a:lnTo>
                  <a:pt x="371237" y="928087"/>
                </a:lnTo>
                <a:lnTo>
                  <a:pt x="1258872" y="928087"/>
                </a:lnTo>
                <a:lnTo>
                  <a:pt x="1350464" y="835285"/>
                </a:lnTo>
                <a:close/>
                <a:moveTo>
                  <a:pt x="185614" y="1763373"/>
                </a:moveTo>
                <a:lnTo>
                  <a:pt x="278425" y="1763373"/>
                </a:lnTo>
                <a:lnTo>
                  <a:pt x="278425" y="1299324"/>
                </a:lnTo>
                <a:lnTo>
                  <a:pt x="371237" y="1299324"/>
                </a:lnTo>
                <a:lnTo>
                  <a:pt x="371237" y="1685449"/>
                </a:lnTo>
                <a:lnTo>
                  <a:pt x="464039" y="1592647"/>
                </a:lnTo>
                <a:lnTo>
                  <a:pt x="464039" y="1299324"/>
                </a:lnTo>
                <a:lnTo>
                  <a:pt x="1210723" y="1299324"/>
                </a:lnTo>
                <a:lnTo>
                  <a:pt x="1210723" y="1206522"/>
                </a:lnTo>
                <a:lnTo>
                  <a:pt x="185614" y="1206522"/>
                </a:lnTo>
                <a:lnTo>
                  <a:pt x="185614" y="1763373"/>
                </a:lnTo>
                <a:close/>
                <a:moveTo>
                  <a:pt x="4704207" y="0"/>
                </a:moveTo>
                <a:lnTo>
                  <a:pt x="4704207" y="1067314"/>
                </a:lnTo>
                <a:cubicBezTo>
                  <a:pt x="4704207" y="1315669"/>
                  <a:pt x="4593393" y="1529039"/>
                  <a:pt x="4334837" y="1692688"/>
                </a:cubicBezTo>
                <a:lnTo>
                  <a:pt x="4332742" y="1689954"/>
                </a:lnTo>
                <a:cubicBezTo>
                  <a:pt x="4502639" y="1555213"/>
                  <a:pt x="4611405" y="1382144"/>
                  <a:pt x="4611405" y="1158564"/>
                </a:cubicBezTo>
                <a:lnTo>
                  <a:pt x="4611405" y="0"/>
                </a:lnTo>
                <a:lnTo>
                  <a:pt x="4518594" y="0"/>
                </a:lnTo>
                <a:lnTo>
                  <a:pt x="4518594" y="1157021"/>
                </a:lnTo>
                <a:cubicBezTo>
                  <a:pt x="4518594" y="1490196"/>
                  <a:pt x="4248512" y="1740170"/>
                  <a:pt x="3915337" y="1740170"/>
                </a:cubicBezTo>
                <a:cubicBezTo>
                  <a:pt x="3582162" y="1740170"/>
                  <a:pt x="3312081" y="1490186"/>
                  <a:pt x="3312081" y="1157021"/>
                </a:cubicBezTo>
                <a:lnTo>
                  <a:pt x="3312081" y="77924"/>
                </a:lnTo>
                <a:lnTo>
                  <a:pt x="3219269" y="170736"/>
                </a:lnTo>
                <a:lnTo>
                  <a:pt x="3219269" y="1158564"/>
                </a:lnTo>
                <a:cubicBezTo>
                  <a:pt x="3219269" y="1542993"/>
                  <a:pt x="3530908" y="1831429"/>
                  <a:pt x="3915337" y="1831429"/>
                </a:cubicBezTo>
                <a:cubicBezTo>
                  <a:pt x="3924233" y="1831429"/>
                  <a:pt x="4008139" y="1831429"/>
                  <a:pt x="4008139" y="1831429"/>
                </a:cubicBezTo>
                <a:cubicBezTo>
                  <a:pt x="4386691" y="1831429"/>
                  <a:pt x="4797019" y="1551870"/>
                  <a:pt x="4797019" y="1068667"/>
                </a:cubicBezTo>
                <a:cubicBezTo>
                  <a:pt x="4797019" y="1068210"/>
                  <a:pt x="4797019" y="0"/>
                  <a:pt x="4797019" y="0"/>
                </a:cubicBezTo>
                <a:lnTo>
                  <a:pt x="4704207" y="0"/>
                </a:lnTo>
                <a:close/>
                <a:moveTo>
                  <a:pt x="3915328" y="1647358"/>
                </a:moveTo>
                <a:cubicBezTo>
                  <a:pt x="4197077" y="1647358"/>
                  <a:pt x="4425515" y="1438694"/>
                  <a:pt x="4425773" y="1157021"/>
                </a:cubicBezTo>
                <a:lnTo>
                  <a:pt x="4425782" y="1157021"/>
                </a:lnTo>
                <a:lnTo>
                  <a:pt x="4425782" y="77924"/>
                </a:lnTo>
                <a:lnTo>
                  <a:pt x="4332970" y="170736"/>
                </a:lnTo>
                <a:lnTo>
                  <a:pt x="4332970" y="1067305"/>
                </a:lnTo>
                <a:cubicBezTo>
                  <a:pt x="4332970" y="1246699"/>
                  <a:pt x="4187533" y="1368933"/>
                  <a:pt x="4008130" y="1368933"/>
                </a:cubicBezTo>
                <a:cubicBezTo>
                  <a:pt x="3828736" y="1368933"/>
                  <a:pt x="3683298" y="1246699"/>
                  <a:pt x="3683298" y="1067305"/>
                </a:cubicBezTo>
                <a:lnTo>
                  <a:pt x="3683289" y="0"/>
                </a:lnTo>
                <a:lnTo>
                  <a:pt x="3590487" y="0"/>
                </a:lnTo>
                <a:lnTo>
                  <a:pt x="3590487" y="1067305"/>
                </a:lnTo>
                <a:cubicBezTo>
                  <a:pt x="3590487" y="1297962"/>
                  <a:pt x="3777472" y="1461745"/>
                  <a:pt x="4008130" y="1461745"/>
                </a:cubicBezTo>
                <a:cubicBezTo>
                  <a:pt x="4102446" y="1461745"/>
                  <a:pt x="4216937" y="1415148"/>
                  <a:pt x="4294699" y="1333129"/>
                </a:cubicBezTo>
                <a:lnTo>
                  <a:pt x="4296785" y="1335862"/>
                </a:lnTo>
                <a:cubicBezTo>
                  <a:pt x="4223881" y="1471070"/>
                  <a:pt x="4089102" y="1554556"/>
                  <a:pt x="3915328" y="1554556"/>
                </a:cubicBezTo>
                <a:cubicBezTo>
                  <a:pt x="3686090" y="1554556"/>
                  <a:pt x="3500009" y="1388593"/>
                  <a:pt x="3497742" y="1160116"/>
                </a:cubicBezTo>
                <a:lnTo>
                  <a:pt x="3497685" y="1160116"/>
                </a:lnTo>
                <a:lnTo>
                  <a:pt x="3497685" y="0"/>
                </a:lnTo>
                <a:lnTo>
                  <a:pt x="3404873" y="0"/>
                </a:lnTo>
                <a:lnTo>
                  <a:pt x="3404873" y="1160107"/>
                </a:lnTo>
                <a:lnTo>
                  <a:pt x="3404921" y="1160107"/>
                </a:lnTo>
                <a:cubicBezTo>
                  <a:pt x="3406855" y="1440218"/>
                  <a:pt x="3634616" y="1647358"/>
                  <a:pt x="3915328" y="1647358"/>
                </a:cubicBezTo>
                <a:close/>
                <a:moveTo>
                  <a:pt x="1852984" y="1206522"/>
                </a:moveTo>
                <a:lnTo>
                  <a:pt x="1618288" y="1763373"/>
                </a:lnTo>
                <a:lnTo>
                  <a:pt x="1711119" y="1763363"/>
                </a:lnTo>
                <a:lnTo>
                  <a:pt x="1711100" y="1763373"/>
                </a:lnTo>
                <a:lnTo>
                  <a:pt x="1711119" y="1763373"/>
                </a:lnTo>
                <a:lnTo>
                  <a:pt x="1828448" y="1484948"/>
                </a:lnTo>
                <a:lnTo>
                  <a:pt x="2614774" y="1484948"/>
                </a:lnTo>
                <a:lnTo>
                  <a:pt x="2732018" y="1763373"/>
                </a:lnTo>
                <a:lnTo>
                  <a:pt x="2824820" y="1763373"/>
                </a:lnTo>
                <a:lnTo>
                  <a:pt x="2668515" y="1392136"/>
                </a:lnTo>
                <a:lnTo>
                  <a:pt x="1867567" y="1392136"/>
                </a:lnTo>
                <a:lnTo>
                  <a:pt x="1906676" y="1299324"/>
                </a:lnTo>
                <a:lnTo>
                  <a:pt x="2722236" y="1299324"/>
                </a:lnTo>
                <a:lnTo>
                  <a:pt x="2917632" y="1763373"/>
                </a:lnTo>
                <a:lnTo>
                  <a:pt x="3010443" y="1763373"/>
                </a:lnTo>
                <a:lnTo>
                  <a:pt x="2775976" y="1206522"/>
                </a:lnTo>
                <a:lnTo>
                  <a:pt x="1852984" y="1206522"/>
                </a:lnTo>
                <a:close/>
                <a:moveTo>
                  <a:pt x="1989544" y="0"/>
                </a:moveTo>
                <a:lnTo>
                  <a:pt x="1307459" y="1617898"/>
                </a:lnTo>
                <a:lnTo>
                  <a:pt x="1366533" y="1698098"/>
                </a:lnTo>
                <a:lnTo>
                  <a:pt x="2082356" y="0"/>
                </a:lnTo>
                <a:lnTo>
                  <a:pt x="1989544" y="0"/>
                </a:lnTo>
                <a:close/>
                <a:moveTo>
                  <a:pt x="2360771" y="0"/>
                </a:moveTo>
                <a:lnTo>
                  <a:pt x="3075708" y="1698098"/>
                </a:lnTo>
                <a:lnTo>
                  <a:pt x="3134639" y="1617898"/>
                </a:lnTo>
                <a:lnTo>
                  <a:pt x="2453592" y="0"/>
                </a:lnTo>
                <a:lnTo>
                  <a:pt x="2360771" y="0"/>
                </a:lnTo>
                <a:close/>
                <a:moveTo>
                  <a:pt x="1799101" y="1113711"/>
                </a:moveTo>
                <a:lnTo>
                  <a:pt x="1524610" y="1763373"/>
                </a:lnTo>
                <a:lnTo>
                  <a:pt x="1431798" y="1763373"/>
                </a:lnTo>
                <a:lnTo>
                  <a:pt x="2128761" y="110195"/>
                </a:lnTo>
                <a:lnTo>
                  <a:pt x="2512219" y="1020899"/>
                </a:lnTo>
                <a:lnTo>
                  <a:pt x="2605021" y="1020899"/>
                </a:lnTo>
                <a:lnTo>
                  <a:pt x="2175158" y="0"/>
                </a:lnTo>
                <a:lnTo>
                  <a:pt x="2267969" y="0"/>
                </a:lnTo>
                <a:lnTo>
                  <a:pt x="2736895" y="1113701"/>
                </a:lnTo>
                <a:lnTo>
                  <a:pt x="1799101" y="1113701"/>
                </a:lnTo>
                <a:close/>
                <a:moveTo>
                  <a:pt x="2221802" y="551602"/>
                </a:moveTo>
                <a:lnTo>
                  <a:pt x="2024015" y="1020899"/>
                </a:lnTo>
                <a:lnTo>
                  <a:pt x="2419398" y="1020899"/>
                </a:lnTo>
                <a:lnTo>
                  <a:pt x="2221802" y="551602"/>
                </a:lnTo>
                <a:close/>
                <a:moveTo>
                  <a:pt x="1838163" y="1020899"/>
                </a:moveTo>
                <a:lnTo>
                  <a:pt x="1931213" y="1020899"/>
                </a:lnTo>
                <a:lnTo>
                  <a:pt x="2175415" y="441436"/>
                </a:lnTo>
                <a:lnTo>
                  <a:pt x="2128942" y="331070"/>
                </a:lnTo>
                <a:lnTo>
                  <a:pt x="1838163" y="1020899"/>
                </a:lnTo>
                <a:close/>
              </a:path>
            </a:pathLst>
          </a:custGeom>
          <a:solidFill>
            <a:srgbClr val="04316A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530053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  <p:sldLayoutId id="2147483690" r:id="rId18"/>
    <p:sldLayoutId id="2147483691" r:id="rId19"/>
    <p:sldLayoutId id="2147483692" r:id="rId2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accent3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8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3"/>
        </a:buClr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3"/>
        </a:buClr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4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3"/>
        </a:buClr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2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3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0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3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8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3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6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3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44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3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325">
          <p15:clr>
            <a:srgbClr val="F26B43"/>
          </p15:clr>
        </p15:guide>
        <p15:guide id="4" pos="7355">
          <p15:clr>
            <a:srgbClr val="F26B43"/>
          </p15:clr>
        </p15:guide>
        <p15:guide id="5" orient="horz" pos="187">
          <p15:clr>
            <a:srgbClr val="F26B43"/>
          </p15:clr>
        </p15:guide>
        <p15:guide id="6" orient="horz" pos="799">
          <p15:clr>
            <a:srgbClr val="F26B43"/>
          </p15:clr>
        </p15:guide>
        <p15:guide id="7" orient="horz" pos="1026">
          <p15:clr>
            <a:srgbClr val="F26B43"/>
          </p15:clr>
        </p15:guide>
        <p15:guide id="8" orient="horz" pos="3906">
          <p15:clr>
            <a:srgbClr val="F26B43"/>
          </p15:clr>
        </p15:guide>
        <p15:guide id="9" orient="horz" pos="4178">
          <p15:clr>
            <a:srgbClr val="F26B43"/>
          </p15:clr>
        </p15:guide>
        <p15:guide id="10" pos="3908">
          <p15:clr>
            <a:srgbClr val="F26B43"/>
          </p15:clr>
        </p15:guide>
        <p15:guide id="11" pos="3772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3999BA3-562C-4E45-8F3B-A023F450B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18" y="301185"/>
            <a:ext cx="6844385" cy="33239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A1581D5-332D-4C8E-AF45-43F518A6E5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8319" y="1631156"/>
            <a:ext cx="11157744" cy="4569619"/>
          </a:xfrm>
          <a:prstGeom prst="rect">
            <a:avLst/>
          </a:prstGeom>
        </p:spPr>
        <p:txBody>
          <a:bodyPr vert="horz" lIns="0" tIns="0" rIns="360000" bIns="0" rtlCol="0" anchor="t" anchorCtr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DD440FC-859D-4521-8908-A802F3E535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17351" y="6634666"/>
            <a:ext cx="849593" cy="123111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2EE1C74F-AF2E-BD47-82BF-C60B2FAF1DA5}" type="datetime4">
              <a:rPr lang="de-DE" smtClean="0"/>
              <a:t>8. Oktober 2023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88C6C66-9703-4B53-BAF2-1F89587F3C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8319" y="6634666"/>
            <a:ext cx="5469732" cy="12311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C2FAB54-E254-4FCB-BB98-1E4D5A6D0B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2099" y="6634666"/>
            <a:ext cx="193964" cy="123111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639EA0DE-CCA1-4795-BE19-74C50E90E6A6}"/>
              </a:ext>
            </a:extLst>
          </p:cNvPr>
          <p:cNvSpPr/>
          <p:nvPr userDrawn="1"/>
        </p:nvSpPr>
        <p:spPr>
          <a:xfrm>
            <a:off x="518400" y="1196733"/>
            <a:ext cx="11676062" cy="72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F10272FF-60F7-4AF4-9CD6-0A04080EA9B4}"/>
              </a:ext>
            </a:extLst>
          </p:cNvPr>
          <p:cNvSpPr/>
          <p:nvPr userDrawn="1"/>
        </p:nvSpPr>
        <p:spPr>
          <a:xfrm>
            <a:off x="517200" y="6538526"/>
            <a:ext cx="11674800" cy="10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594ED806-CB19-40CC-A79A-590CC1E2001C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10" name="Gerader Verbinder 9">
              <a:extLst>
                <a:ext uri="{FF2B5EF4-FFF2-40B4-BE49-F238E27FC236}">
                  <a16:creationId xmlns:a16="http://schemas.microsoft.com/office/drawing/2014/main" id="{4AAF1C65-9B2D-4CC2-AC17-D265DC4D733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feld 10">
              <a:extLst>
                <a:ext uri="{FF2B5EF4-FFF2-40B4-BE49-F238E27FC236}">
                  <a16:creationId xmlns:a16="http://schemas.microsoft.com/office/drawing/2014/main" id="{1A82F2D7-59C8-4661-B851-DC008AA6297D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211FD6C4-2ACB-4F36-A3BA-68BAE793E096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16" name="Gerader Verbinder 15">
              <a:extLst>
                <a:ext uri="{FF2B5EF4-FFF2-40B4-BE49-F238E27FC236}">
                  <a16:creationId xmlns:a16="http://schemas.microsoft.com/office/drawing/2014/main" id="{779170BC-C4E0-4FC8-93EA-CB17C932729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feld 16">
              <a:extLst>
                <a:ext uri="{FF2B5EF4-FFF2-40B4-BE49-F238E27FC236}">
                  <a16:creationId xmlns:a16="http://schemas.microsoft.com/office/drawing/2014/main" id="{6CF57888-5707-459D-94AC-235CE0EBEDDC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503014F4-59EC-4961-A29D-259A33C423B3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19" name="Gerader Verbinder 18">
              <a:extLst>
                <a:ext uri="{FF2B5EF4-FFF2-40B4-BE49-F238E27FC236}">
                  <a16:creationId xmlns:a16="http://schemas.microsoft.com/office/drawing/2014/main" id="{BD8E14DC-3898-4BA1-91EA-46ADC917A58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feld 19">
              <a:extLst>
                <a:ext uri="{FF2B5EF4-FFF2-40B4-BE49-F238E27FC236}">
                  <a16:creationId xmlns:a16="http://schemas.microsoft.com/office/drawing/2014/main" id="{61BB5C6B-8FE1-44A4-AE66-C1DB01AE301C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B9991022-C87B-4402-BF68-CD3ED59D5D85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22" name="Gerader Verbinder 21">
              <a:extLst>
                <a:ext uri="{FF2B5EF4-FFF2-40B4-BE49-F238E27FC236}">
                  <a16:creationId xmlns:a16="http://schemas.microsoft.com/office/drawing/2014/main" id="{439873FE-8996-424A-94FE-EEEEC0A7B6C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feld 22">
              <a:extLst>
                <a:ext uri="{FF2B5EF4-FFF2-40B4-BE49-F238E27FC236}">
                  <a16:creationId xmlns:a16="http://schemas.microsoft.com/office/drawing/2014/main" id="{A04C5416-0A35-4C8C-8975-2F5057F69C48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FF9A881D-D6E0-4814-9AA3-AAF6697A620E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25" name="Gerader Verbinder 24">
              <a:extLst>
                <a:ext uri="{FF2B5EF4-FFF2-40B4-BE49-F238E27FC236}">
                  <a16:creationId xmlns:a16="http://schemas.microsoft.com/office/drawing/2014/main" id="{7ECA5DFD-01F8-49BC-9DE9-EE577F9B403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feld 25">
              <a:extLst>
                <a:ext uri="{FF2B5EF4-FFF2-40B4-BE49-F238E27FC236}">
                  <a16:creationId xmlns:a16="http://schemas.microsoft.com/office/drawing/2014/main" id="{0348451A-09A8-4D76-AA86-13CB9E640770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324DF2EB-9047-4DDA-A12A-4BAC4962F78F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28" name="Gerader Verbinder 27">
              <a:extLst>
                <a:ext uri="{FF2B5EF4-FFF2-40B4-BE49-F238E27FC236}">
                  <a16:creationId xmlns:a16="http://schemas.microsoft.com/office/drawing/2014/main" id="{690A038D-AD14-4251-A0A9-22A5F6713B0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feld 28">
              <a:extLst>
                <a:ext uri="{FF2B5EF4-FFF2-40B4-BE49-F238E27FC236}">
                  <a16:creationId xmlns:a16="http://schemas.microsoft.com/office/drawing/2014/main" id="{9E3D1027-C73A-4F88-AB8D-55680AB053E7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30" name="Gruppieren 29">
            <a:extLst>
              <a:ext uri="{FF2B5EF4-FFF2-40B4-BE49-F238E27FC236}">
                <a16:creationId xmlns:a16="http://schemas.microsoft.com/office/drawing/2014/main" id="{B6244944-3F97-4474-9D4A-3D31BFBC3DF9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31" name="Gerader Verbinder 30">
              <a:extLst>
                <a:ext uri="{FF2B5EF4-FFF2-40B4-BE49-F238E27FC236}">
                  <a16:creationId xmlns:a16="http://schemas.microsoft.com/office/drawing/2014/main" id="{97182CE3-E874-4552-B5B3-4076C990890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feld 31">
              <a:extLst>
                <a:ext uri="{FF2B5EF4-FFF2-40B4-BE49-F238E27FC236}">
                  <a16:creationId xmlns:a16="http://schemas.microsoft.com/office/drawing/2014/main" id="{DFE6B92B-AC01-4482-A6E7-400EF0E7F9ED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33" name="Gruppieren 32">
            <a:extLst>
              <a:ext uri="{FF2B5EF4-FFF2-40B4-BE49-F238E27FC236}">
                <a16:creationId xmlns:a16="http://schemas.microsoft.com/office/drawing/2014/main" id="{5EC5B3E5-86C1-4027-A74F-789345DFA684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34" name="Gerader Verbinder 33">
              <a:extLst>
                <a:ext uri="{FF2B5EF4-FFF2-40B4-BE49-F238E27FC236}">
                  <a16:creationId xmlns:a16="http://schemas.microsoft.com/office/drawing/2014/main" id="{7B62256D-25C9-4899-8A3A-7970EB4706F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feld 34">
              <a:extLst>
                <a:ext uri="{FF2B5EF4-FFF2-40B4-BE49-F238E27FC236}">
                  <a16:creationId xmlns:a16="http://schemas.microsoft.com/office/drawing/2014/main" id="{29A2699B-FFE8-4320-BD7A-68D214D9A58B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11A9EBBA-C118-4592-8B41-99FA797C19C4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37" name="Gerader Verbinder 36">
              <a:extLst>
                <a:ext uri="{FF2B5EF4-FFF2-40B4-BE49-F238E27FC236}">
                  <a16:creationId xmlns:a16="http://schemas.microsoft.com/office/drawing/2014/main" id="{45C123C4-4121-4372-95DF-DC232FC6A3E1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feld 37">
              <a:extLst>
                <a:ext uri="{FF2B5EF4-FFF2-40B4-BE49-F238E27FC236}">
                  <a16:creationId xmlns:a16="http://schemas.microsoft.com/office/drawing/2014/main" id="{10C304B0-38F3-48B3-A23F-BE3EEAF774D6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40" name="Gerader Verbinder 39">
            <a:extLst>
              <a:ext uri="{FF2B5EF4-FFF2-40B4-BE49-F238E27FC236}">
                <a16:creationId xmlns:a16="http://schemas.microsoft.com/office/drawing/2014/main" id="{EA609601-D94C-4D05-A7EF-EBA9D6ACA000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Gruppieren 40">
            <a:extLst>
              <a:ext uri="{FF2B5EF4-FFF2-40B4-BE49-F238E27FC236}">
                <a16:creationId xmlns:a16="http://schemas.microsoft.com/office/drawing/2014/main" id="{E2CEB042-C849-4BE4-A0F0-03828777E713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42" name="Gerader Verbinder 41">
              <a:extLst>
                <a:ext uri="{FF2B5EF4-FFF2-40B4-BE49-F238E27FC236}">
                  <a16:creationId xmlns:a16="http://schemas.microsoft.com/office/drawing/2014/main" id="{A58E387D-7C2C-4001-94B6-8372A7A1305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feld 42">
              <a:extLst>
                <a:ext uri="{FF2B5EF4-FFF2-40B4-BE49-F238E27FC236}">
                  <a16:creationId xmlns:a16="http://schemas.microsoft.com/office/drawing/2014/main" id="{29EC0E69-66B7-4E97-B0AC-9CFA0DDEC604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sp>
        <p:nvSpPr>
          <p:cNvPr id="44" name="Freihandform: Form 43">
            <a:extLst>
              <a:ext uri="{FF2B5EF4-FFF2-40B4-BE49-F238E27FC236}">
                <a16:creationId xmlns:a16="http://schemas.microsoft.com/office/drawing/2014/main" id="{5455B7B7-D66F-4A5D-9E90-5BA38D64518F}"/>
              </a:ext>
            </a:extLst>
          </p:cNvPr>
          <p:cNvSpPr>
            <a:spLocks noChangeAspect="1"/>
          </p:cNvSpPr>
          <p:nvPr userDrawn="1"/>
        </p:nvSpPr>
        <p:spPr>
          <a:xfrm>
            <a:off x="10596063" y="299346"/>
            <a:ext cx="1080000" cy="412328"/>
          </a:xfrm>
          <a:custGeom>
            <a:avLst/>
            <a:gdLst>
              <a:gd name="connsiteX0" fmla="*/ 0 w 4797018"/>
              <a:gd name="connsiteY0" fmla="*/ 170736 h 1831428"/>
              <a:gd name="connsiteX1" fmla="*/ 92812 w 4797018"/>
              <a:gd name="connsiteY1" fmla="*/ 77924 h 1831428"/>
              <a:gd name="connsiteX2" fmla="*/ 92812 w 4797018"/>
              <a:gd name="connsiteY2" fmla="*/ 1763373 h 1831428"/>
              <a:gd name="connsiteX3" fmla="*/ 0 w 4797018"/>
              <a:gd name="connsiteY3" fmla="*/ 1763373 h 1831428"/>
              <a:gd name="connsiteX4" fmla="*/ 0 w 4797018"/>
              <a:gd name="connsiteY4" fmla="*/ 170736 h 1831428"/>
              <a:gd name="connsiteX5" fmla="*/ 278425 w 4797018"/>
              <a:gd name="connsiteY5" fmla="*/ 92812 h 1831428"/>
              <a:gd name="connsiteX6" fmla="*/ 1392136 w 4797018"/>
              <a:gd name="connsiteY6" fmla="*/ 92812 h 1831428"/>
              <a:gd name="connsiteX7" fmla="*/ 1392136 w 4797018"/>
              <a:gd name="connsiteY7" fmla="*/ 0 h 1831428"/>
              <a:gd name="connsiteX8" fmla="*/ 185614 w 4797018"/>
              <a:gd name="connsiteY8" fmla="*/ 0 h 1831428"/>
              <a:gd name="connsiteX9" fmla="*/ 185614 w 4797018"/>
              <a:gd name="connsiteY9" fmla="*/ 1113701 h 1831428"/>
              <a:gd name="connsiteX10" fmla="*/ 1210723 w 4797018"/>
              <a:gd name="connsiteY10" fmla="*/ 1113701 h 1831428"/>
              <a:gd name="connsiteX11" fmla="*/ 1210723 w 4797018"/>
              <a:gd name="connsiteY11" fmla="*/ 1020899 h 1831428"/>
              <a:gd name="connsiteX12" fmla="*/ 278425 w 4797018"/>
              <a:gd name="connsiteY12" fmla="*/ 1020899 h 1831428"/>
              <a:gd name="connsiteX13" fmla="*/ 278425 w 4797018"/>
              <a:gd name="connsiteY13" fmla="*/ 92812 h 1831428"/>
              <a:gd name="connsiteX14" fmla="*/ 1350464 w 4797018"/>
              <a:gd name="connsiteY14" fmla="*/ 835285 h 1831428"/>
              <a:gd name="connsiteX15" fmla="*/ 464048 w 4797018"/>
              <a:gd name="connsiteY15" fmla="*/ 835285 h 1831428"/>
              <a:gd name="connsiteX16" fmla="*/ 464048 w 4797018"/>
              <a:gd name="connsiteY16" fmla="*/ 464048 h 1831428"/>
              <a:gd name="connsiteX17" fmla="*/ 1222124 w 4797018"/>
              <a:gd name="connsiteY17" fmla="*/ 464048 h 1831428"/>
              <a:gd name="connsiteX18" fmla="*/ 1314926 w 4797018"/>
              <a:gd name="connsiteY18" fmla="*/ 371237 h 1831428"/>
              <a:gd name="connsiteX19" fmla="*/ 464048 w 4797018"/>
              <a:gd name="connsiteY19" fmla="*/ 371237 h 1831428"/>
              <a:gd name="connsiteX20" fmla="*/ 464048 w 4797018"/>
              <a:gd name="connsiteY20" fmla="*/ 278425 h 1831428"/>
              <a:gd name="connsiteX21" fmla="*/ 1392146 w 4797018"/>
              <a:gd name="connsiteY21" fmla="*/ 278425 h 1831428"/>
              <a:gd name="connsiteX22" fmla="*/ 1392146 w 4797018"/>
              <a:gd name="connsiteY22" fmla="*/ 185614 h 1831428"/>
              <a:gd name="connsiteX23" fmla="*/ 371237 w 4797018"/>
              <a:gd name="connsiteY23" fmla="*/ 185614 h 1831428"/>
              <a:gd name="connsiteX24" fmla="*/ 371237 w 4797018"/>
              <a:gd name="connsiteY24" fmla="*/ 928087 h 1831428"/>
              <a:gd name="connsiteX25" fmla="*/ 1258872 w 4797018"/>
              <a:gd name="connsiteY25" fmla="*/ 928087 h 1831428"/>
              <a:gd name="connsiteX26" fmla="*/ 1350464 w 4797018"/>
              <a:gd name="connsiteY26" fmla="*/ 835285 h 1831428"/>
              <a:gd name="connsiteX27" fmla="*/ 185614 w 4797018"/>
              <a:gd name="connsiteY27" fmla="*/ 1763373 h 1831428"/>
              <a:gd name="connsiteX28" fmla="*/ 278425 w 4797018"/>
              <a:gd name="connsiteY28" fmla="*/ 1763373 h 1831428"/>
              <a:gd name="connsiteX29" fmla="*/ 278425 w 4797018"/>
              <a:gd name="connsiteY29" fmla="*/ 1299324 h 1831428"/>
              <a:gd name="connsiteX30" fmla="*/ 371237 w 4797018"/>
              <a:gd name="connsiteY30" fmla="*/ 1299324 h 1831428"/>
              <a:gd name="connsiteX31" fmla="*/ 371237 w 4797018"/>
              <a:gd name="connsiteY31" fmla="*/ 1685449 h 1831428"/>
              <a:gd name="connsiteX32" fmla="*/ 464039 w 4797018"/>
              <a:gd name="connsiteY32" fmla="*/ 1592647 h 1831428"/>
              <a:gd name="connsiteX33" fmla="*/ 464039 w 4797018"/>
              <a:gd name="connsiteY33" fmla="*/ 1299324 h 1831428"/>
              <a:gd name="connsiteX34" fmla="*/ 1210723 w 4797018"/>
              <a:gd name="connsiteY34" fmla="*/ 1299324 h 1831428"/>
              <a:gd name="connsiteX35" fmla="*/ 1210723 w 4797018"/>
              <a:gd name="connsiteY35" fmla="*/ 1206522 h 1831428"/>
              <a:gd name="connsiteX36" fmla="*/ 185614 w 4797018"/>
              <a:gd name="connsiteY36" fmla="*/ 1206522 h 1831428"/>
              <a:gd name="connsiteX37" fmla="*/ 185614 w 4797018"/>
              <a:gd name="connsiteY37" fmla="*/ 1763373 h 1831428"/>
              <a:gd name="connsiteX38" fmla="*/ 4704207 w 4797018"/>
              <a:gd name="connsiteY38" fmla="*/ 0 h 1831428"/>
              <a:gd name="connsiteX39" fmla="*/ 4704207 w 4797018"/>
              <a:gd name="connsiteY39" fmla="*/ 1067314 h 1831428"/>
              <a:gd name="connsiteX40" fmla="*/ 4334837 w 4797018"/>
              <a:gd name="connsiteY40" fmla="*/ 1692688 h 1831428"/>
              <a:gd name="connsiteX41" fmla="*/ 4332742 w 4797018"/>
              <a:gd name="connsiteY41" fmla="*/ 1689954 h 1831428"/>
              <a:gd name="connsiteX42" fmla="*/ 4611405 w 4797018"/>
              <a:gd name="connsiteY42" fmla="*/ 1158564 h 1831428"/>
              <a:gd name="connsiteX43" fmla="*/ 4611405 w 4797018"/>
              <a:gd name="connsiteY43" fmla="*/ 0 h 1831428"/>
              <a:gd name="connsiteX44" fmla="*/ 4518594 w 4797018"/>
              <a:gd name="connsiteY44" fmla="*/ 0 h 1831428"/>
              <a:gd name="connsiteX45" fmla="*/ 4518594 w 4797018"/>
              <a:gd name="connsiteY45" fmla="*/ 1157021 h 1831428"/>
              <a:gd name="connsiteX46" fmla="*/ 3915337 w 4797018"/>
              <a:gd name="connsiteY46" fmla="*/ 1740170 h 1831428"/>
              <a:gd name="connsiteX47" fmla="*/ 3312081 w 4797018"/>
              <a:gd name="connsiteY47" fmla="*/ 1157021 h 1831428"/>
              <a:gd name="connsiteX48" fmla="*/ 3312081 w 4797018"/>
              <a:gd name="connsiteY48" fmla="*/ 77924 h 1831428"/>
              <a:gd name="connsiteX49" fmla="*/ 3219269 w 4797018"/>
              <a:gd name="connsiteY49" fmla="*/ 170736 h 1831428"/>
              <a:gd name="connsiteX50" fmla="*/ 3219269 w 4797018"/>
              <a:gd name="connsiteY50" fmla="*/ 1158564 h 1831428"/>
              <a:gd name="connsiteX51" fmla="*/ 3915337 w 4797018"/>
              <a:gd name="connsiteY51" fmla="*/ 1831429 h 1831428"/>
              <a:gd name="connsiteX52" fmla="*/ 4008139 w 4797018"/>
              <a:gd name="connsiteY52" fmla="*/ 1831429 h 1831428"/>
              <a:gd name="connsiteX53" fmla="*/ 4797019 w 4797018"/>
              <a:gd name="connsiteY53" fmla="*/ 1068667 h 1831428"/>
              <a:gd name="connsiteX54" fmla="*/ 4797019 w 4797018"/>
              <a:gd name="connsiteY54" fmla="*/ 0 h 1831428"/>
              <a:gd name="connsiteX55" fmla="*/ 4704207 w 4797018"/>
              <a:gd name="connsiteY55" fmla="*/ 0 h 1831428"/>
              <a:gd name="connsiteX56" fmla="*/ 3915328 w 4797018"/>
              <a:gd name="connsiteY56" fmla="*/ 1647358 h 1831428"/>
              <a:gd name="connsiteX57" fmla="*/ 4425773 w 4797018"/>
              <a:gd name="connsiteY57" fmla="*/ 1157021 h 1831428"/>
              <a:gd name="connsiteX58" fmla="*/ 4425782 w 4797018"/>
              <a:gd name="connsiteY58" fmla="*/ 1157021 h 1831428"/>
              <a:gd name="connsiteX59" fmla="*/ 4425782 w 4797018"/>
              <a:gd name="connsiteY59" fmla="*/ 77924 h 1831428"/>
              <a:gd name="connsiteX60" fmla="*/ 4332970 w 4797018"/>
              <a:gd name="connsiteY60" fmla="*/ 170736 h 1831428"/>
              <a:gd name="connsiteX61" fmla="*/ 4332970 w 4797018"/>
              <a:gd name="connsiteY61" fmla="*/ 1067305 h 1831428"/>
              <a:gd name="connsiteX62" fmla="*/ 4008130 w 4797018"/>
              <a:gd name="connsiteY62" fmla="*/ 1368933 h 1831428"/>
              <a:gd name="connsiteX63" fmla="*/ 3683298 w 4797018"/>
              <a:gd name="connsiteY63" fmla="*/ 1067305 h 1831428"/>
              <a:gd name="connsiteX64" fmla="*/ 3683289 w 4797018"/>
              <a:gd name="connsiteY64" fmla="*/ 0 h 1831428"/>
              <a:gd name="connsiteX65" fmla="*/ 3590487 w 4797018"/>
              <a:gd name="connsiteY65" fmla="*/ 0 h 1831428"/>
              <a:gd name="connsiteX66" fmla="*/ 3590487 w 4797018"/>
              <a:gd name="connsiteY66" fmla="*/ 1067305 h 1831428"/>
              <a:gd name="connsiteX67" fmla="*/ 4008130 w 4797018"/>
              <a:gd name="connsiteY67" fmla="*/ 1461745 h 1831428"/>
              <a:gd name="connsiteX68" fmla="*/ 4294699 w 4797018"/>
              <a:gd name="connsiteY68" fmla="*/ 1333129 h 1831428"/>
              <a:gd name="connsiteX69" fmla="*/ 4296785 w 4797018"/>
              <a:gd name="connsiteY69" fmla="*/ 1335862 h 1831428"/>
              <a:gd name="connsiteX70" fmla="*/ 3915328 w 4797018"/>
              <a:gd name="connsiteY70" fmla="*/ 1554556 h 1831428"/>
              <a:gd name="connsiteX71" fmla="*/ 3497742 w 4797018"/>
              <a:gd name="connsiteY71" fmla="*/ 1160116 h 1831428"/>
              <a:gd name="connsiteX72" fmla="*/ 3497685 w 4797018"/>
              <a:gd name="connsiteY72" fmla="*/ 1160116 h 1831428"/>
              <a:gd name="connsiteX73" fmla="*/ 3497685 w 4797018"/>
              <a:gd name="connsiteY73" fmla="*/ 0 h 1831428"/>
              <a:gd name="connsiteX74" fmla="*/ 3404873 w 4797018"/>
              <a:gd name="connsiteY74" fmla="*/ 0 h 1831428"/>
              <a:gd name="connsiteX75" fmla="*/ 3404873 w 4797018"/>
              <a:gd name="connsiteY75" fmla="*/ 1160107 h 1831428"/>
              <a:gd name="connsiteX76" fmla="*/ 3404921 w 4797018"/>
              <a:gd name="connsiteY76" fmla="*/ 1160107 h 1831428"/>
              <a:gd name="connsiteX77" fmla="*/ 3915328 w 4797018"/>
              <a:gd name="connsiteY77" fmla="*/ 1647358 h 1831428"/>
              <a:gd name="connsiteX78" fmla="*/ 1852984 w 4797018"/>
              <a:gd name="connsiteY78" fmla="*/ 1206522 h 1831428"/>
              <a:gd name="connsiteX79" fmla="*/ 1618288 w 4797018"/>
              <a:gd name="connsiteY79" fmla="*/ 1763373 h 1831428"/>
              <a:gd name="connsiteX80" fmla="*/ 1711119 w 4797018"/>
              <a:gd name="connsiteY80" fmla="*/ 1763363 h 1831428"/>
              <a:gd name="connsiteX81" fmla="*/ 1711100 w 4797018"/>
              <a:gd name="connsiteY81" fmla="*/ 1763373 h 1831428"/>
              <a:gd name="connsiteX82" fmla="*/ 1711119 w 4797018"/>
              <a:gd name="connsiteY82" fmla="*/ 1763373 h 1831428"/>
              <a:gd name="connsiteX83" fmla="*/ 1828448 w 4797018"/>
              <a:gd name="connsiteY83" fmla="*/ 1484948 h 1831428"/>
              <a:gd name="connsiteX84" fmla="*/ 2614774 w 4797018"/>
              <a:gd name="connsiteY84" fmla="*/ 1484948 h 1831428"/>
              <a:gd name="connsiteX85" fmla="*/ 2732018 w 4797018"/>
              <a:gd name="connsiteY85" fmla="*/ 1763373 h 1831428"/>
              <a:gd name="connsiteX86" fmla="*/ 2824820 w 4797018"/>
              <a:gd name="connsiteY86" fmla="*/ 1763373 h 1831428"/>
              <a:gd name="connsiteX87" fmla="*/ 2668515 w 4797018"/>
              <a:gd name="connsiteY87" fmla="*/ 1392136 h 1831428"/>
              <a:gd name="connsiteX88" fmla="*/ 1867567 w 4797018"/>
              <a:gd name="connsiteY88" fmla="*/ 1392136 h 1831428"/>
              <a:gd name="connsiteX89" fmla="*/ 1906676 w 4797018"/>
              <a:gd name="connsiteY89" fmla="*/ 1299324 h 1831428"/>
              <a:gd name="connsiteX90" fmla="*/ 2722236 w 4797018"/>
              <a:gd name="connsiteY90" fmla="*/ 1299324 h 1831428"/>
              <a:gd name="connsiteX91" fmla="*/ 2917632 w 4797018"/>
              <a:gd name="connsiteY91" fmla="*/ 1763373 h 1831428"/>
              <a:gd name="connsiteX92" fmla="*/ 3010443 w 4797018"/>
              <a:gd name="connsiteY92" fmla="*/ 1763373 h 1831428"/>
              <a:gd name="connsiteX93" fmla="*/ 2775976 w 4797018"/>
              <a:gd name="connsiteY93" fmla="*/ 1206522 h 1831428"/>
              <a:gd name="connsiteX94" fmla="*/ 1852984 w 4797018"/>
              <a:gd name="connsiteY94" fmla="*/ 1206522 h 1831428"/>
              <a:gd name="connsiteX95" fmla="*/ 1989544 w 4797018"/>
              <a:gd name="connsiteY95" fmla="*/ 0 h 1831428"/>
              <a:gd name="connsiteX96" fmla="*/ 1307459 w 4797018"/>
              <a:gd name="connsiteY96" fmla="*/ 1617898 h 1831428"/>
              <a:gd name="connsiteX97" fmla="*/ 1366533 w 4797018"/>
              <a:gd name="connsiteY97" fmla="*/ 1698098 h 1831428"/>
              <a:gd name="connsiteX98" fmla="*/ 2082356 w 4797018"/>
              <a:gd name="connsiteY98" fmla="*/ 0 h 1831428"/>
              <a:gd name="connsiteX99" fmla="*/ 1989544 w 4797018"/>
              <a:gd name="connsiteY99" fmla="*/ 0 h 1831428"/>
              <a:gd name="connsiteX100" fmla="*/ 2360771 w 4797018"/>
              <a:gd name="connsiteY100" fmla="*/ 0 h 1831428"/>
              <a:gd name="connsiteX101" fmla="*/ 3075708 w 4797018"/>
              <a:gd name="connsiteY101" fmla="*/ 1698098 h 1831428"/>
              <a:gd name="connsiteX102" fmla="*/ 3134639 w 4797018"/>
              <a:gd name="connsiteY102" fmla="*/ 1617898 h 1831428"/>
              <a:gd name="connsiteX103" fmla="*/ 2453592 w 4797018"/>
              <a:gd name="connsiteY103" fmla="*/ 0 h 1831428"/>
              <a:gd name="connsiteX104" fmla="*/ 2360771 w 4797018"/>
              <a:gd name="connsiteY104" fmla="*/ 0 h 1831428"/>
              <a:gd name="connsiteX105" fmla="*/ 1799101 w 4797018"/>
              <a:gd name="connsiteY105" fmla="*/ 1113711 h 1831428"/>
              <a:gd name="connsiteX106" fmla="*/ 1524610 w 4797018"/>
              <a:gd name="connsiteY106" fmla="*/ 1763373 h 1831428"/>
              <a:gd name="connsiteX107" fmla="*/ 1431798 w 4797018"/>
              <a:gd name="connsiteY107" fmla="*/ 1763373 h 1831428"/>
              <a:gd name="connsiteX108" fmla="*/ 2128761 w 4797018"/>
              <a:gd name="connsiteY108" fmla="*/ 110195 h 1831428"/>
              <a:gd name="connsiteX109" fmla="*/ 2512219 w 4797018"/>
              <a:gd name="connsiteY109" fmla="*/ 1020899 h 1831428"/>
              <a:gd name="connsiteX110" fmla="*/ 2605021 w 4797018"/>
              <a:gd name="connsiteY110" fmla="*/ 1020899 h 1831428"/>
              <a:gd name="connsiteX111" fmla="*/ 2175158 w 4797018"/>
              <a:gd name="connsiteY111" fmla="*/ 0 h 1831428"/>
              <a:gd name="connsiteX112" fmla="*/ 2267969 w 4797018"/>
              <a:gd name="connsiteY112" fmla="*/ 0 h 1831428"/>
              <a:gd name="connsiteX113" fmla="*/ 2736895 w 4797018"/>
              <a:gd name="connsiteY113" fmla="*/ 1113701 h 1831428"/>
              <a:gd name="connsiteX114" fmla="*/ 1799101 w 4797018"/>
              <a:gd name="connsiteY114" fmla="*/ 1113701 h 1831428"/>
              <a:gd name="connsiteX115" fmla="*/ 2221802 w 4797018"/>
              <a:gd name="connsiteY115" fmla="*/ 551602 h 1831428"/>
              <a:gd name="connsiteX116" fmla="*/ 2024015 w 4797018"/>
              <a:gd name="connsiteY116" fmla="*/ 1020899 h 1831428"/>
              <a:gd name="connsiteX117" fmla="*/ 2419398 w 4797018"/>
              <a:gd name="connsiteY117" fmla="*/ 1020899 h 1831428"/>
              <a:gd name="connsiteX118" fmla="*/ 2221802 w 4797018"/>
              <a:gd name="connsiteY118" fmla="*/ 551602 h 1831428"/>
              <a:gd name="connsiteX119" fmla="*/ 1838163 w 4797018"/>
              <a:gd name="connsiteY119" fmla="*/ 1020899 h 1831428"/>
              <a:gd name="connsiteX120" fmla="*/ 1931213 w 4797018"/>
              <a:gd name="connsiteY120" fmla="*/ 1020899 h 1831428"/>
              <a:gd name="connsiteX121" fmla="*/ 2175415 w 4797018"/>
              <a:gd name="connsiteY121" fmla="*/ 441436 h 1831428"/>
              <a:gd name="connsiteX122" fmla="*/ 2128942 w 4797018"/>
              <a:gd name="connsiteY122" fmla="*/ 331070 h 1831428"/>
              <a:gd name="connsiteX123" fmla="*/ 1838163 w 4797018"/>
              <a:gd name="connsiteY123" fmla="*/ 1020899 h 1831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4797018" h="1831428">
                <a:moveTo>
                  <a:pt x="0" y="170736"/>
                </a:moveTo>
                <a:lnTo>
                  <a:pt x="92812" y="77924"/>
                </a:lnTo>
                <a:lnTo>
                  <a:pt x="92812" y="1763373"/>
                </a:lnTo>
                <a:lnTo>
                  <a:pt x="0" y="1763373"/>
                </a:lnTo>
                <a:lnTo>
                  <a:pt x="0" y="170736"/>
                </a:lnTo>
                <a:close/>
                <a:moveTo>
                  <a:pt x="278425" y="92812"/>
                </a:moveTo>
                <a:lnTo>
                  <a:pt x="1392136" y="92812"/>
                </a:lnTo>
                <a:lnTo>
                  <a:pt x="1392136" y="0"/>
                </a:lnTo>
                <a:lnTo>
                  <a:pt x="185614" y="0"/>
                </a:lnTo>
                <a:lnTo>
                  <a:pt x="185614" y="1113701"/>
                </a:lnTo>
                <a:lnTo>
                  <a:pt x="1210723" y="1113701"/>
                </a:lnTo>
                <a:lnTo>
                  <a:pt x="1210723" y="1020899"/>
                </a:lnTo>
                <a:lnTo>
                  <a:pt x="278425" y="1020899"/>
                </a:lnTo>
                <a:lnTo>
                  <a:pt x="278425" y="92812"/>
                </a:lnTo>
                <a:close/>
                <a:moveTo>
                  <a:pt x="1350464" y="835285"/>
                </a:moveTo>
                <a:lnTo>
                  <a:pt x="464048" y="835285"/>
                </a:lnTo>
                <a:lnTo>
                  <a:pt x="464048" y="464048"/>
                </a:lnTo>
                <a:lnTo>
                  <a:pt x="1222124" y="464048"/>
                </a:lnTo>
                <a:lnTo>
                  <a:pt x="1314926" y="371237"/>
                </a:lnTo>
                <a:lnTo>
                  <a:pt x="464048" y="371237"/>
                </a:lnTo>
                <a:lnTo>
                  <a:pt x="464048" y="278425"/>
                </a:lnTo>
                <a:lnTo>
                  <a:pt x="1392146" y="278425"/>
                </a:lnTo>
                <a:lnTo>
                  <a:pt x="1392146" y="185614"/>
                </a:lnTo>
                <a:lnTo>
                  <a:pt x="371237" y="185614"/>
                </a:lnTo>
                <a:lnTo>
                  <a:pt x="371237" y="928087"/>
                </a:lnTo>
                <a:lnTo>
                  <a:pt x="1258872" y="928087"/>
                </a:lnTo>
                <a:lnTo>
                  <a:pt x="1350464" y="835285"/>
                </a:lnTo>
                <a:close/>
                <a:moveTo>
                  <a:pt x="185614" y="1763373"/>
                </a:moveTo>
                <a:lnTo>
                  <a:pt x="278425" y="1763373"/>
                </a:lnTo>
                <a:lnTo>
                  <a:pt x="278425" y="1299324"/>
                </a:lnTo>
                <a:lnTo>
                  <a:pt x="371237" y="1299324"/>
                </a:lnTo>
                <a:lnTo>
                  <a:pt x="371237" y="1685449"/>
                </a:lnTo>
                <a:lnTo>
                  <a:pt x="464039" y="1592647"/>
                </a:lnTo>
                <a:lnTo>
                  <a:pt x="464039" y="1299324"/>
                </a:lnTo>
                <a:lnTo>
                  <a:pt x="1210723" y="1299324"/>
                </a:lnTo>
                <a:lnTo>
                  <a:pt x="1210723" y="1206522"/>
                </a:lnTo>
                <a:lnTo>
                  <a:pt x="185614" y="1206522"/>
                </a:lnTo>
                <a:lnTo>
                  <a:pt x="185614" y="1763373"/>
                </a:lnTo>
                <a:close/>
                <a:moveTo>
                  <a:pt x="4704207" y="0"/>
                </a:moveTo>
                <a:lnTo>
                  <a:pt x="4704207" y="1067314"/>
                </a:lnTo>
                <a:cubicBezTo>
                  <a:pt x="4704207" y="1315669"/>
                  <a:pt x="4593393" y="1529039"/>
                  <a:pt x="4334837" y="1692688"/>
                </a:cubicBezTo>
                <a:lnTo>
                  <a:pt x="4332742" y="1689954"/>
                </a:lnTo>
                <a:cubicBezTo>
                  <a:pt x="4502639" y="1555213"/>
                  <a:pt x="4611405" y="1382144"/>
                  <a:pt x="4611405" y="1158564"/>
                </a:cubicBezTo>
                <a:lnTo>
                  <a:pt x="4611405" y="0"/>
                </a:lnTo>
                <a:lnTo>
                  <a:pt x="4518594" y="0"/>
                </a:lnTo>
                <a:lnTo>
                  <a:pt x="4518594" y="1157021"/>
                </a:lnTo>
                <a:cubicBezTo>
                  <a:pt x="4518594" y="1490196"/>
                  <a:pt x="4248512" y="1740170"/>
                  <a:pt x="3915337" y="1740170"/>
                </a:cubicBezTo>
                <a:cubicBezTo>
                  <a:pt x="3582162" y="1740170"/>
                  <a:pt x="3312081" y="1490186"/>
                  <a:pt x="3312081" y="1157021"/>
                </a:cubicBezTo>
                <a:lnTo>
                  <a:pt x="3312081" y="77924"/>
                </a:lnTo>
                <a:lnTo>
                  <a:pt x="3219269" y="170736"/>
                </a:lnTo>
                <a:lnTo>
                  <a:pt x="3219269" y="1158564"/>
                </a:lnTo>
                <a:cubicBezTo>
                  <a:pt x="3219269" y="1542993"/>
                  <a:pt x="3530908" y="1831429"/>
                  <a:pt x="3915337" y="1831429"/>
                </a:cubicBezTo>
                <a:cubicBezTo>
                  <a:pt x="3924233" y="1831429"/>
                  <a:pt x="4008139" y="1831429"/>
                  <a:pt x="4008139" y="1831429"/>
                </a:cubicBezTo>
                <a:cubicBezTo>
                  <a:pt x="4386691" y="1831429"/>
                  <a:pt x="4797019" y="1551870"/>
                  <a:pt x="4797019" y="1068667"/>
                </a:cubicBezTo>
                <a:cubicBezTo>
                  <a:pt x="4797019" y="1068210"/>
                  <a:pt x="4797019" y="0"/>
                  <a:pt x="4797019" y="0"/>
                </a:cubicBezTo>
                <a:lnTo>
                  <a:pt x="4704207" y="0"/>
                </a:lnTo>
                <a:close/>
                <a:moveTo>
                  <a:pt x="3915328" y="1647358"/>
                </a:moveTo>
                <a:cubicBezTo>
                  <a:pt x="4197077" y="1647358"/>
                  <a:pt x="4425515" y="1438694"/>
                  <a:pt x="4425773" y="1157021"/>
                </a:cubicBezTo>
                <a:lnTo>
                  <a:pt x="4425782" y="1157021"/>
                </a:lnTo>
                <a:lnTo>
                  <a:pt x="4425782" y="77924"/>
                </a:lnTo>
                <a:lnTo>
                  <a:pt x="4332970" y="170736"/>
                </a:lnTo>
                <a:lnTo>
                  <a:pt x="4332970" y="1067305"/>
                </a:lnTo>
                <a:cubicBezTo>
                  <a:pt x="4332970" y="1246699"/>
                  <a:pt x="4187533" y="1368933"/>
                  <a:pt x="4008130" y="1368933"/>
                </a:cubicBezTo>
                <a:cubicBezTo>
                  <a:pt x="3828736" y="1368933"/>
                  <a:pt x="3683298" y="1246699"/>
                  <a:pt x="3683298" y="1067305"/>
                </a:cubicBezTo>
                <a:lnTo>
                  <a:pt x="3683289" y="0"/>
                </a:lnTo>
                <a:lnTo>
                  <a:pt x="3590487" y="0"/>
                </a:lnTo>
                <a:lnTo>
                  <a:pt x="3590487" y="1067305"/>
                </a:lnTo>
                <a:cubicBezTo>
                  <a:pt x="3590487" y="1297962"/>
                  <a:pt x="3777472" y="1461745"/>
                  <a:pt x="4008130" y="1461745"/>
                </a:cubicBezTo>
                <a:cubicBezTo>
                  <a:pt x="4102446" y="1461745"/>
                  <a:pt x="4216937" y="1415148"/>
                  <a:pt x="4294699" y="1333129"/>
                </a:cubicBezTo>
                <a:lnTo>
                  <a:pt x="4296785" y="1335862"/>
                </a:lnTo>
                <a:cubicBezTo>
                  <a:pt x="4223881" y="1471070"/>
                  <a:pt x="4089102" y="1554556"/>
                  <a:pt x="3915328" y="1554556"/>
                </a:cubicBezTo>
                <a:cubicBezTo>
                  <a:pt x="3686090" y="1554556"/>
                  <a:pt x="3500009" y="1388593"/>
                  <a:pt x="3497742" y="1160116"/>
                </a:cubicBezTo>
                <a:lnTo>
                  <a:pt x="3497685" y="1160116"/>
                </a:lnTo>
                <a:lnTo>
                  <a:pt x="3497685" y="0"/>
                </a:lnTo>
                <a:lnTo>
                  <a:pt x="3404873" y="0"/>
                </a:lnTo>
                <a:lnTo>
                  <a:pt x="3404873" y="1160107"/>
                </a:lnTo>
                <a:lnTo>
                  <a:pt x="3404921" y="1160107"/>
                </a:lnTo>
                <a:cubicBezTo>
                  <a:pt x="3406855" y="1440218"/>
                  <a:pt x="3634616" y="1647358"/>
                  <a:pt x="3915328" y="1647358"/>
                </a:cubicBezTo>
                <a:close/>
                <a:moveTo>
                  <a:pt x="1852984" y="1206522"/>
                </a:moveTo>
                <a:lnTo>
                  <a:pt x="1618288" y="1763373"/>
                </a:lnTo>
                <a:lnTo>
                  <a:pt x="1711119" y="1763363"/>
                </a:lnTo>
                <a:lnTo>
                  <a:pt x="1711100" y="1763373"/>
                </a:lnTo>
                <a:lnTo>
                  <a:pt x="1711119" y="1763373"/>
                </a:lnTo>
                <a:lnTo>
                  <a:pt x="1828448" y="1484948"/>
                </a:lnTo>
                <a:lnTo>
                  <a:pt x="2614774" y="1484948"/>
                </a:lnTo>
                <a:lnTo>
                  <a:pt x="2732018" y="1763373"/>
                </a:lnTo>
                <a:lnTo>
                  <a:pt x="2824820" y="1763373"/>
                </a:lnTo>
                <a:lnTo>
                  <a:pt x="2668515" y="1392136"/>
                </a:lnTo>
                <a:lnTo>
                  <a:pt x="1867567" y="1392136"/>
                </a:lnTo>
                <a:lnTo>
                  <a:pt x="1906676" y="1299324"/>
                </a:lnTo>
                <a:lnTo>
                  <a:pt x="2722236" y="1299324"/>
                </a:lnTo>
                <a:lnTo>
                  <a:pt x="2917632" y="1763373"/>
                </a:lnTo>
                <a:lnTo>
                  <a:pt x="3010443" y="1763373"/>
                </a:lnTo>
                <a:lnTo>
                  <a:pt x="2775976" y="1206522"/>
                </a:lnTo>
                <a:lnTo>
                  <a:pt x="1852984" y="1206522"/>
                </a:lnTo>
                <a:close/>
                <a:moveTo>
                  <a:pt x="1989544" y="0"/>
                </a:moveTo>
                <a:lnTo>
                  <a:pt x="1307459" y="1617898"/>
                </a:lnTo>
                <a:lnTo>
                  <a:pt x="1366533" y="1698098"/>
                </a:lnTo>
                <a:lnTo>
                  <a:pt x="2082356" y="0"/>
                </a:lnTo>
                <a:lnTo>
                  <a:pt x="1989544" y="0"/>
                </a:lnTo>
                <a:close/>
                <a:moveTo>
                  <a:pt x="2360771" y="0"/>
                </a:moveTo>
                <a:lnTo>
                  <a:pt x="3075708" y="1698098"/>
                </a:lnTo>
                <a:lnTo>
                  <a:pt x="3134639" y="1617898"/>
                </a:lnTo>
                <a:lnTo>
                  <a:pt x="2453592" y="0"/>
                </a:lnTo>
                <a:lnTo>
                  <a:pt x="2360771" y="0"/>
                </a:lnTo>
                <a:close/>
                <a:moveTo>
                  <a:pt x="1799101" y="1113711"/>
                </a:moveTo>
                <a:lnTo>
                  <a:pt x="1524610" y="1763373"/>
                </a:lnTo>
                <a:lnTo>
                  <a:pt x="1431798" y="1763373"/>
                </a:lnTo>
                <a:lnTo>
                  <a:pt x="2128761" y="110195"/>
                </a:lnTo>
                <a:lnTo>
                  <a:pt x="2512219" y="1020899"/>
                </a:lnTo>
                <a:lnTo>
                  <a:pt x="2605021" y="1020899"/>
                </a:lnTo>
                <a:lnTo>
                  <a:pt x="2175158" y="0"/>
                </a:lnTo>
                <a:lnTo>
                  <a:pt x="2267969" y="0"/>
                </a:lnTo>
                <a:lnTo>
                  <a:pt x="2736895" y="1113701"/>
                </a:lnTo>
                <a:lnTo>
                  <a:pt x="1799101" y="1113701"/>
                </a:lnTo>
                <a:close/>
                <a:moveTo>
                  <a:pt x="2221802" y="551602"/>
                </a:moveTo>
                <a:lnTo>
                  <a:pt x="2024015" y="1020899"/>
                </a:lnTo>
                <a:lnTo>
                  <a:pt x="2419398" y="1020899"/>
                </a:lnTo>
                <a:lnTo>
                  <a:pt x="2221802" y="551602"/>
                </a:lnTo>
                <a:close/>
                <a:moveTo>
                  <a:pt x="1838163" y="1020899"/>
                </a:moveTo>
                <a:lnTo>
                  <a:pt x="1931213" y="1020899"/>
                </a:lnTo>
                <a:lnTo>
                  <a:pt x="2175415" y="441436"/>
                </a:lnTo>
                <a:lnTo>
                  <a:pt x="2128942" y="331070"/>
                </a:lnTo>
                <a:lnTo>
                  <a:pt x="1838163" y="1020899"/>
                </a:lnTo>
                <a:close/>
              </a:path>
            </a:pathLst>
          </a:custGeom>
          <a:solidFill>
            <a:srgbClr val="04316A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590051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  <p:sldLayoutId id="2147483706" r:id="rId13"/>
    <p:sldLayoutId id="2147483707" r:id="rId14"/>
    <p:sldLayoutId id="2147483708" r:id="rId15"/>
    <p:sldLayoutId id="2147483709" r:id="rId16"/>
    <p:sldLayoutId id="2147483710" r:id="rId17"/>
    <p:sldLayoutId id="2147483711" r:id="rId18"/>
    <p:sldLayoutId id="2147483712" r:id="rId19"/>
    <p:sldLayoutId id="2147483713" r:id="rId2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accent3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8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4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2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0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8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6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44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325">
          <p15:clr>
            <a:srgbClr val="F26B43"/>
          </p15:clr>
        </p15:guide>
        <p15:guide id="4" pos="7355">
          <p15:clr>
            <a:srgbClr val="F26B43"/>
          </p15:clr>
        </p15:guide>
        <p15:guide id="5" orient="horz" pos="187">
          <p15:clr>
            <a:srgbClr val="F26B43"/>
          </p15:clr>
        </p15:guide>
        <p15:guide id="6" orient="horz" pos="799">
          <p15:clr>
            <a:srgbClr val="F26B43"/>
          </p15:clr>
        </p15:guide>
        <p15:guide id="7" orient="horz" pos="1026">
          <p15:clr>
            <a:srgbClr val="F26B43"/>
          </p15:clr>
        </p15:guide>
        <p15:guide id="8" orient="horz" pos="3906">
          <p15:clr>
            <a:srgbClr val="F26B43"/>
          </p15:clr>
        </p15:guide>
        <p15:guide id="9" orient="horz" pos="4178">
          <p15:clr>
            <a:srgbClr val="F26B43"/>
          </p15:clr>
        </p15:guide>
        <p15:guide id="10" pos="3908">
          <p15:clr>
            <a:srgbClr val="F26B43"/>
          </p15:clr>
        </p15:guide>
        <p15:guide id="11" pos="3772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3999BA3-562C-4E45-8F3B-A023F450B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18" y="301185"/>
            <a:ext cx="6844385" cy="33239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A1581D5-332D-4C8E-AF45-43F518A6E5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8319" y="1631156"/>
            <a:ext cx="11157744" cy="4569619"/>
          </a:xfrm>
          <a:prstGeom prst="rect">
            <a:avLst/>
          </a:prstGeom>
        </p:spPr>
        <p:txBody>
          <a:bodyPr vert="horz" lIns="0" tIns="0" rIns="360000" bIns="0" rtlCol="0" anchor="t" anchorCtr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DD440FC-859D-4521-8908-A802F3E535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17351" y="6634666"/>
            <a:ext cx="849593" cy="123111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2778AB1-ADFD-8A4C-B634-A1BFD28509A8}" type="datetime4">
              <a:rPr lang="de-DE" smtClean="0"/>
              <a:t>8. Oktober 2023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88C6C66-9703-4B53-BAF2-1F89587F3C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8319" y="6634666"/>
            <a:ext cx="5469732" cy="12311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C2FAB54-E254-4FCB-BB98-1E4D5A6D0B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2099" y="6634666"/>
            <a:ext cx="193964" cy="123111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639EA0DE-CCA1-4795-BE19-74C50E90E6A6}"/>
              </a:ext>
            </a:extLst>
          </p:cNvPr>
          <p:cNvSpPr/>
          <p:nvPr userDrawn="1"/>
        </p:nvSpPr>
        <p:spPr>
          <a:xfrm>
            <a:off x="518400" y="1196733"/>
            <a:ext cx="11676062" cy="72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F10272FF-60F7-4AF4-9CD6-0A04080EA9B4}"/>
              </a:ext>
            </a:extLst>
          </p:cNvPr>
          <p:cNvSpPr/>
          <p:nvPr userDrawn="1"/>
        </p:nvSpPr>
        <p:spPr>
          <a:xfrm>
            <a:off x="517200" y="6538526"/>
            <a:ext cx="11674800" cy="10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594ED806-CB19-40CC-A79A-590CC1E2001C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10" name="Gerader Verbinder 9">
              <a:extLst>
                <a:ext uri="{FF2B5EF4-FFF2-40B4-BE49-F238E27FC236}">
                  <a16:creationId xmlns:a16="http://schemas.microsoft.com/office/drawing/2014/main" id="{4AAF1C65-9B2D-4CC2-AC17-D265DC4D733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feld 10">
              <a:extLst>
                <a:ext uri="{FF2B5EF4-FFF2-40B4-BE49-F238E27FC236}">
                  <a16:creationId xmlns:a16="http://schemas.microsoft.com/office/drawing/2014/main" id="{1A82F2D7-59C8-4661-B851-DC008AA6297D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211FD6C4-2ACB-4F36-A3BA-68BAE793E096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16" name="Gerader Verbinder 15">
              <a:extLst>
                <a:ext uri="{FF2B5EF4-FFF2-40B4-BE49-F238E27FC236}">
                  <a16:creationId xmlns:a16="http://schemas.microsoft.com/office/drawing/2014/main" id="{779170BC-C4E0-4FC8-93EA-CB17C932729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feld 16">
              <a:extLst>
                <a:ext uri="{FF2B5EF4-FFF2-40B4-BE49-F238E27FC236}">
                  <a16:creationId xmlns:a16="http://schemas.microsoft.com/office/drawing/2014/main" id="{6CF57888-5707-459D-94AC-235CE0EBEDDC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503014F4-59EC-4961-A29D-259A33C423B3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19" name="Gerader Verbinder 18">
              <a:extLst>
                <a:ext uri="{FF2B5EF4-FFF2-40B4-BE49-F238E27FC236}">
                  <a16:creationId xmlns:a16="http://schemas.microsoft.com/office/drawing/2014/main" id="{BD8E14DC-3898-4BA1-91EA-46ADC917A58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feld 19">
              <a:extLst>
                <a:ext uri="{FF2B5EF4-FFF2-40B4-BE49-F238E27FC236}">
                  <a16:creationId xmlns:a16="http://schemas.microsoft.com/office/drawing/2014/main" id="{61BB5C6B-8FE1-44A4-AE66-C1DB01AE301C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B9991022-C87B-4402-BF68-CD3ED59D5D85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22" name="Gerader Verbinder 21">
              <a:extLst>
                <a:ext uri="{FF2B5EF4-FFF2-40B4-BE49-F238E27FC236}">
                  <a16:creationId xmlns:a16="http://schemas.microsoft.com/office/drawing/2014/main" id="{439873FE-8996-424A-94FE-EEEEC0A7B6C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feld 22">
              <a:extLst>
                <a:ext uri="{FF2B5EF4-FFF2-40B4-BE49-F238E27FC236}">
                  <a16:creationId xmlns:a16="http://schemas.microsoft.com/office/drawing/2014/main" id="{A04C5416-0A35-4C8C-8975-2F5057F69C48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FF9A881D-D6E0-4814-9AA3-AAF6697A620E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25" name="Gerader Verbinder 24">
              <a:extLst>
                <a:ext uri="{FF2B5EF4-FFF2-40B4-BE49-F238E27FC236}">
                  <a16:creationId xmlns:a16="http://schemas.microsoft.com/office/drawing/2014/main" id="{7ECA5DFD-01F8-49BC-9DE9-EE577F9B403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feld 25">
              <a:extLst>
                <a:ext uri="{FF2B5EF4-FFF2-40B4-BE49-F238E27FC236}">
                  <a16:creationId xmlns:a16="http://schemas.microsoft.com/office/drawing/2014/main" id="{0348451A-09A8-4D76-AA86-13CB9E640770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324DF2EB-9047-4DDA-A12A-4BAC4962F78F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28" name="Gerader Verbinder 27">
              <a:extLst>
                <a:ext uri="{FF2B5EF4-FFF2-40B4-BE49-F238E27FC236}">
                  <a16:creationId xmlns:a16="http://schemas.microsoft.com/office/drawing/2014/main" id="{690A038D-AD14-4251-A0A9-22A5F6713B0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feld 28">
              <a:extLst>
                <a:ext uri="{FF2B5EF4-FFF2-40B4-BE49-F238E27FC236}">
                  <a16:creationId xmlns:a16="http://schemas.microsoft.com/office/drawing/2014/main" id="{9E3D1027-C73A-4F88-AB8D-55680AB053E7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30" name="Gruppieren 29">
            <a:extLst>
              <a:ext uri="{FF2B5EF4-FFF2-40B4-BE49-F238E27FC236}">
                <a16:creationId xmlns:a16="http://schemas.microsoft.com/office/drawing/2014/main" id="{B6244944-3F97-4474-9D4A-3D31BFBC3DF9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31" name="Gerader Verbinder 30">
              <a:extLst>
                <a:ext uri="{FF2B5EF4-FFF2-40B4-BE49-F238E27FC236}">
                  <a16:creationId xmlns:a16="http://schemas.microsoft.com/office/drawing/2014/main" id="{97182CE3-E874-4552-B5B3-4076C990890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feld 31">
              <a:extLst>
                <a:ext uri="{FF2B5EF4-FFF2-40B4-BE49-F238E27FC236}">
                  <a16:creationId xmlns:a16="http://schemas.microsoft.com/office/drawing/2014/main" id="{DFE6B92B-AC01-4482-A6E7-400EF0E7F9ED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33" name="Gruppieren 32">
            <a:extLst>
              <a:ext uri="{FF2B5EF4-FFF2-40B4-BE49-F238E27FC236}">
                <a16:creationId xmlns:a16="http://schemas.microsoft.com/office/drawing/2014/main" id="{5EC5B3E5-86C1-4027-A74F-789345DFA684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34" name="Gerader Verbinder 33">
              <a:extLst>
                <a:ext uri="{FF2B5EF4-FFF2-40B4-BE49-F238E27FC236}">
                  <a16:creationId xmlns:a16="http://schemas.microsoft.com/office/drawing/2014/main" id="{7B62256D-25C9-4899-8A3A-7970EB4706F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feld 34">
              <a:extLst>
                <a:ext uri="{FF2B5EF4-FFF2-40B4-BE49-F238E27FC236}">
                  <a16:creationId xmlns:a16="http://schemas.microsoft.com/office/drawing/2014/main" id="{29A2699B-FFE8-4320-BD7A-68D214D9A58B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11A9EBBA-C118-4592-8B41-99FA797C19C4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37" name="Gerader Verbinder 36">
              <a:extLst>
                <a:ext uri="{FF2B5EF4-FFF2-40B4-BE49-F238E27FC236}">
                  <a16:creationId xmlns:a16="http://schemas.microsoft.com/office/drawing/2014/main" id="{45C123C4-4121-4372-95DF-DC232FC6A3E1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feld 37">
              <a:extLst>
                <a:ext uri="{FF2B5EF4-FFF2-40B4-BE49-F238E27FC236}">
                  <a16:creationId xmlns:a16="http://schemas.microsoft.com/office/drawing/2014/main" id="{10C304B0-38F3-48B3-A23F-BE3EEAF774D6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40" name="Gerader Verbinder 39">
            <a:extLst>
              <a:ext uri="{FF2B5EF4-FFF2-40B4-BE49-F238E27FC236}">
                <a16:creationId xmlns:a16="http://schemas.microsoft.com/office/drawing/2014/main" id="{EA609601-D94C-4D05-A7EF-EBA9D6ACA000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Gruppieren 40">
            <a:extLst>
              <a:ext uri="{FF2B5EF4-FFF2-40B4-BE49-F238E27FC236}">
                <a16:creationId xmlns:a16="http://schemas.microsoft.com/office/drawing/2014/main" id="{E2CEB042-C849-4BE4-A0F0-03828777E713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42" name="Gerader Verbinder 41">
              <a:extLst>
                <a:ext uri="{FF2B5EF4-FFF2-40B4-BE49-F238E27FC236}">
                  <a16:creationId xmlns:a16="http://schemas.microsoft.com/office/drawing/2014/main" id="{A58E387D-7C2C-4001-94B6-8372A7A1305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feld 42">
              <a:extLst>
                <a:ext uri="{FF2B5EF4-FFF2-40B4-BE49-F238E27FC236}">
                  <a16:creationId xmlns:a16="http://schemas.microsoft.com/office/drawing/2014/main" id="{29EC0E69-66B7-4E97-B0AC-9CFA0DDEC604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sp>
        <p:nvSpPr>
          <p:cNvPr id="44" name="Freihandform: Form 43">
            <a:extLst>
              <a:ext uri="{FF2B5EF4-FFF2-40B4-BE49-F238E27FC236}">
                <a16:creationId xmlns:a16="http://schemas.microsoft.com/office/drawing/2014/main" id="{A4B336B0-5AA0-4184-BF29-90BF37A678FA}"/>
              </a:ext>
            </a:extLst>
          </p:cNvPr>
          <p:cNvSpPr>
            <a:spLocks noChangeAspect="1"/>
          </p:cNvSpPr>
          <p:nvPr userDrawn="1"/>
        </p:nvSpPr>
        <p:spPr>
          <a:xfrm>
            <a:off x="10596063" y="299346"/>
            <a:ext cx="1080000" cy="412328"/>
          </a:xfrm>
          <a:custGeom>
            <a:avLst/>
            <a:gdLst>
              <a:gd name="connsiteX0" fmla="*/ 0 w 4797018"/>
              <a:gd name="connsiteY0" fmla="*/ 170736 h 1831428"/>
              <a:gd name="connsiteX1" fmla="*/ 92812 w 4797018"/>
              <a:gd name="connsiteY1" fmla="*/ 77924 h 1831428"/>
              <a:gd name="connsiteX2" fmla="*/ 92812 w 4797018"/>
              <a:gd name="connsiteY2" fmla="*/ 1763373 h 1831428"/>
              <a:gd name="connsiteX3" fmla="*/ 0 w 4797018"/>
              <a:gd name="connsiteY3" fmla="*/ 1763373 h 1831428"/>
              <a:gd name="connsiteX4" fmla="*/ 0 w 4797018"/>
              <a:gd name="connsiteY4" fmla="*/ 170736 h 1831428"/>
              <a:gd name="connsiteX5" fmla="*/ 278425 w 4797018"/>
              <a:gd name="connsiteY5" fmla="*/ 92812 h 1831428"/>
              <a:gd name="connsiteX6" fmla="*/ 1392136 w 4797018"/>
              <a:gd name="connsiteY6" fmla="*/ 92812 h 1831428"/>
              <a:gd name="connsiteX7" fmla="*/ 1392136 w 4797018"/>
              <a:gd name="connsiteY7" fmla="*/ 0 h 1831428"/>
              <a:gd name="connsiteX8" fmla="*/ 185614 w 4797018"/>
              <a:gd name="connsiteY8" fmla="*/ 0 h 1831428"/>
              <a:gd name="connsiteX9" fmla="*/ 185614 w 4797018"/>
              <a:gd name="connsiteY9" fmla="*/ 1113701 h 1831428"/>
              <a:gd name="connsiteX10" fmla="*/ 1210723 w 4797018"/>
              <a:gd name="connsiteY10" fmla="*/ 1113701 h 1831428"/>
              <a:gd name="connsiteX11" fmla="*/ 1210723 w 4797018"/>
              <a:gd name="connsiteY11" fmla="*/ 1020899 h 1831428"/>
              <a:gd name="connsiteX12" fmla="*/ 278425 w 4797018"/>
              <a:gd name="connsiteY12" fmla="*/ 1020899 h 1831428"/>
              <a:gd name="connsiteX13" fmla="*/ 278425 w 4797018"/>
              <a:gd name="connsiteY13" fmla="*/ 92812 h 1831428"/>
              <a:gd name="connsiteX14" fmla="*/ 1350464 w 4797018"/>
              <a:gd name="connsiteY14" fmla="*/ 835285 h 1831428"/>
              <a:gd name="connsiteX15" fmla="*/ 464048 w 4797018"/>
              <a:gd name="connsiteY15" fmla="*/ 835285 h 1831428"/>
              <a:gd name="connsiteX16" fmla="*/ 464048 w 4797018"/>
              <a:gd name="connsiteY16" fmla="*/ 464048 h 1831428"/>
              <a:gd name="connsiteX17" fmla="*/ 1222124 w 4797018"/>
              <a:gd name="connsiteY17" fmla="*/ 464048 h 1831428"/>
              <a:gd name="connsiteX18" fmla="*/ 1314926 w 4797018"/>
              <a:gd name="connsiteY18" fmla="*/ 371237 h 1831428"/>
              <a:gd name="connsiteX19" fmla="*/ 464048 w 4797018"/>
              <a:gd name="connsiteY19" fmla="*/ 371237 h 1831428"/>
              <a:gd name="connsiteX20" fmla="*/ 464048 w 4797018"/>
              <a:gd name="connsiteY20" fmla="*/ 278425 h 1831428"/>
              <a:gd name="connsiteX21" fmla="*/ 1392146 w 4797018"/>
              <a:gd name="connsiteY21" fmla="*/ 278425 h 1831428"/>
              <a:gd name="connsiteX22" fmla="*/ 1392146 w 4797018"/>
              <a:gd name="connsiteY22" fmla="*/ 185614 h 1831428"/>
              <a:gd name="connsiteX23" fmla="*/ 371237 w 4797018"/>
              <a:gd name="connsiteY23" fmla="*/ 185614 h 1831428"/>
              <a:gd name="connsiteX24" fmla="*/ 371237 w 4797018"/>
              <a:gd name="connsiteY24" fmla="*/ 928087 h 1831428"/>
              <a:gd name="connsiteX25" fmla="*/ 1258872 w 4797018"/>
              <a:gd name="connsiteY25" fmla="*/ 928087 h 1831428"/>
              <a:gd name="connsiteX26" fmla="*/ 1350464 w 4797018"/>
              <a:gd name="connsiteY26" fmla="*/ 835285 h 1831428"/>
              <a:gd name="connsiteX27" fmla="*/ 185614 w 4797018"/>
              <a:gd name="connsiteY27" fmla="*/ 1763373 h 1831428"/>
              <a:gd name="connsiteX28" fmla="*/ 278425 w 4797018"/>
              <a:gd name="connsiteY28" fmla="*/ 1763373 h 1831428"/>
              <a:gd name="connsiteX29" fmla="*/ 278425 w 4797018"/>
              <a:gd name="connsiteY29" fmla="*/ 1299324 h 1831428"/>
              <a:gd name="connsiteX30" fmla="*/ 371237 w 4797018"/>
              <a:gd name="connsiteY30" fmla="*/ 1299324 h 1831428"/>
              <a:gd name="connsiteX31" fmla="*/ 371237 w 4797018"/>
              <a:gd name="connsiteY31" fmla="*/ 1685449 h 1831428"/>
              <a:gd name="connsiteX32" fmla="*/ 464039 w 4797018"/>
              <a:gd name="connsiteY32" fmla="*/ 1592647 h 1831428"/>
              <a:gd name="connsiteX33" fmla="*/ 464039 w 4797018"/>
              <a:gd name="connsiteY33" fmla="*/ 1299324 h 1831428"/>
              <a:gd name="connsiteX34" fmla="*/ 1210723 w 4797018"/>
              <a:gd name="connsiteY34" fmla="*/ 1299324 h 1831428"/>
              <a:gd name="connsiteX35" fmla="*/ 1210723 w 4797018"/>
              <a:gd name="connsiteY35" fmla="*/ 1206522 h 1831428"/>
              <a:gd name="connsiteX36" fmla="*/ 185614 w 4797018"/>
              <a:gd name="connsiteY36" fmla="*/ 1206522 h 1831428"/>
              <a:gd name="connsiteX37" fmla="*/ 185614 w 4797018"/>
              <a:gd name="connsiteY37" fmla="*/ 1763373 h 1831428"/>
              <a:gd name="connsiteX38" fmla="*/ 4704207 w 4797018"/>
              <a:gd name="connsiteY38" fmla="*/ 0 h 1831428"/>
              <a:gd name="connsiteX39" fmla="*/ 4704207 w 4797018"/>
              <a:gd name="connsiteY39" fmla="*/ 1067314 h 1831428"/>
              <a:gd name="connsiteX40" fmla="*/ 4334837 w 4797018"/>
              <a:gd name="connsiteY40" fmla="*/ 1692688 h 1831428"/>
              <a:gd name="connsiteX41" fmla="*/ 4332742 w 4797018"/>
              <a:gd name="connsiteY41" fmla="*/ 1689954 h 1831428"/>
              <a:gd name="connsiteX42" fmla="*/ 4611405 w 4797018"/>
              <a:gd name="connsiteY42" fmla="*/ 1158564 h 1831428"/>
              <a:gd name="connsiteX43" fmla="*/ 4611405 w 4797018"/>
              <a:gd name="connsiteY43" fmla="*/ 0 h 1831428"/>
              <a:gd name="connsiteX44" fmla="*/ 4518594 w 4797018"/>
              <a:gd name="connsiteY44" fmla="*/ 0 h 1831428"/>
              <a:gd name="connsiteX45" fmla="*/ 4518594 w 4797018"/>
              <a:gd name="connsiteY45" fmla="*/ 1157021 h 1831428"/>
              <a:gd name="connsiteX46" fmla="*/ 3915337 w 4797018"/>
              <a:gd name="connsiteY46" fmla="*/ 1740170 h 1831428"/>
              <a:gd name="connsiteX47" fmla="*/ 3312081 w 4797018"/>
              <a:gd name="connsiteY47" fmla="*/ 1157021 h 1831428"/>
              <a:gd name="connsiteX48" fmla="*/ 3312081 w 4797018"/>
              <a:gd name="connsiteY48" fmla="*/ 77924 h 1831428"/>
              <a:gd name="connsiteX49" fmla="*/ 3219269 w 4797018"/>
              <a:gd name="connsiteY49" fmla="*/ 170736 h 1831428"/>
              <a:gd name="connsiteX50" fmla="*/ 3219269 w 4797018"/>
              <a:gd name="connsiteY50" fmla="*/ 1158564 h 1831428"/>
              <a:gd name="connsiteX51" fmla="*/ 3915337 w 4797018"/>
              <a:gd name="connsiteY51" fmla="*/ 1831429 h 1831428"/>
              <a:gd name="connsiteX52" fmla="*/ 4008139 w 4797018"/>
              <a:gd name="connsiteY52" fmla="*/ 1831429 h 1831428"/>
              <a:gd name="connsiteX53" fmla="*/ 4797019 w 4797018"/>
              <a:gd name="connsiteY53" fmla="*/ 1068667 h 1831428"/>
              <a:gd name="connsiteX54" fmla="*/ 4797019 w 4797018"/>
              <a:gd name="connsiteY54" fmla="*/ 0 h 1831428"/>
              <a:gd name="connsiteX55" fmla="*/ 4704207 w 4797018"/>
              <a:gd name="connsiteY55" fmla="*/ 0 h 1831428"/>
              <a:gd name="connsiteX56" fmla="*/ 3915328 w 4797018"/>
              <a:gd name="connsiteY56" fmla="*/ 1647358 h 1831428"/>
              <a:gd name="connsiteX57" fmla="*/ 4425773 w 4797018"/>
              <a:gd name="connsiteY57" fmla="*/ 1157021 h 1831428"/>
              <a:gd name="connsiteX58" fmla="*/ 4425782 w 4797018"/>
              <a:gd name="connsiteY58" fmla="*/ 1157021 h 1831428"/>
              <a:gd name="connsiteX59" fmla="*/ 4425782 w 4797018"/>
              <a:gd name="connsiteY59" fmla="*/ 77924 h 1831428"/>
              <a:gd name="connsiteX60" fmla="*/ 4332970 w 4797018"/>
              <a:gd name="connsiteY60" fmla="*/ 170736 h 1831428"/>
              <a:gd name="connsiteX61" fmla="*/ 4332970 w 4797018"/>
              <a:gd name="connsiteY61" fmla="*/ 1067305 h 1831428"/>
              <a:gd name="connsiteX62" fmla="*/ 4008130 w 4797018"/>
              <a:gd name="connsiteY62" fmla="*/ 1368933 h 1831428"/>
              <a:gd name="connsiteX63" fmla="*/ 3683298 w 4797018"/>
              <a:gd name="connsiteY63" fmla="*/ 1067305 h 1831428"/>
              <a:gd name="connsiteX64" fmla="*/ 3683289 w 4797018"/>
              <a:gd name="connsiteY64" fmla="*/ 0 h 1831428"/>
              <a:gd name="connsiteX65" fmla="*/ 3590487 w 4797018"/>
              <a:gd name="connsiteY65" fmla="*/ 0 h 1831428"/>
              <a:gd name="connsiteX66" fmla="*/ 3590487 w 4797018"/>
              <a:gd name="connsiteY66" fmla="*/ 1067305 h 1831428"/>
              <a:gd name="connsiteX67" fmla="*/ 4008130 w 4797018"/>
              <a:gd name="connsiteY67" fmla="*/ 1461745 h 1831428"/>
              <a:gd name="connsiteX68" fmla="*/ 4294699 w 4797018"/>
              <a:gd name="connsiteY68" fmla="*/ 1333129 h 1831428"/>
              <a:gd name="connsiteX69" fmla="*/ 4296785 w 4797018"/>
              <a:gd name="connsiteY69" fmla="*/ 1335862 h 1831428"/>
              <a:gd name="connsiteX70" fmla="*/ 3915328 w 4797018"/>
              <a:gd name="connsiteY70" fmla="*/ 1554556 h 1831428"/>
              <a:gd name="connsiteX71" fmla="*/ 3497742 w 4797018"/>
              <a:gd name="connsiteY71" fmla="*/ 1160116 h 1831428"/>
              <a:gd name="connsiteX72" fmla="*/ 3497685 w 4797018"/>
              <a:gd name="connsiteY72" fmla="*/ 1160116 h 1831428"/>
              <a:gd name="connsiteX73" fmla="*/ 3497685 w 4797018"/>
              <a:gd name="connsiteY73" fmla="*/ 0 h 1831428"/>
              <a:gd name="connsiteX74" fmla="*/ 3404873 w 4797018"/>
              <a:gd name="connsiteY74" fmla="*/ 0 h 1831428"/>
              <a:gd name="connsiteX75" fmla="*/ 3404873 w 4797018"/>
              <a:gd name="connsiteY75" fmla="*/ 1160107 h 1831428"/>
              <a:gd name="connsiteX76" fmla="*/ 3404921 w 4797018"/>
              <a:gd name="connsiteY76" fmla="*/ 1160107 h 1831428"/>
              <a:gd name="connsiteX77" fmla="*/ 3915328 w 4797018"/>
              <a:gd name="connsiteY77" fmla="*/ 1647358 h 1831428"/>
              <a:gd name="connsiteX78" fmla="*/ 1852984 w 4797018"/>
              <a:gd name="connsiteY78" fmla="*/ 1206522 h 1831428"/>
              <a:gd name="connsiteX79" fmla="*/ 1618288 w 4797018"/>
              <a:gd name="connsiteY79" fmla="*/ 1763373 h 1831428"/>
              <a:gd name="connsiteX80" fmla="*/ 1711119 w 4797018"/>
              <a:gd name="connsiteY80" fmla="*/ 1763363 h 1831428"/>
              <a:gd name="connsiteX81" fmla="*/ 1711100 w 4797018"/>
              <a:gd name="connsiteY81" fmla="*/ 1763373 h 1831428"/>
              <a:gd name="connsiteX82" fmla="*/ 1711119 w 4797018"/>
              <a:gd name="connsiteY82" fmla="*/ 1763373 h 1831428"/>
              <a:gd name="connsiteX83" fmla="*/ 1828448 w 4797018"/>
              <a:gd name="connsiteY83" fmla="*/ 1484948 h 1831428"/>
              <a:gd name="connsiteX84" fmla="*/ 2614774 w 4797018"/>
              <a:gd name="connsiteY84" fmla="*/ 1484948 h 1831428"/>
              <a:gd name="connsiteX85" fmla="*/ 2732018 w 4797018"/>
              <a:gd name="connsiteY85" fmla="*/ 1763373 h 1831428"/>
              <a:gd name="connsiteX86" fmla="*/ 2824820 w 4797018"/>
              <a:gd name="connsiteY86" fmla="*/ 1763373 h 1831428"/>
              <a:gd name="connsiteX87" fmla="*/ 2668515 w 4797018"/>
              <a:gd name="connsiteY87" fmla="*/ 1392136 h 1831428"/>
              <a:gd name="connsiteX88" fmla="*/ 1867567 w 4797018"/>
              <a:gd name="connsiteY88" fmla="*/ 1392136 h 1831428"/>
              <a:gd name="connsiteX89" fmla="*/ 1906676 w 4797018"/>
              <a:gd name="connsiteY89" fmla="*/ 1299324 h 1831428"/>
              <a:gd name="connsiteX90" fmla="*/ 2722236 w 4797018"/>
              <a:gd name="connsiteY90" fmla="*/ 1299324 h 1831428"/>
              <a:gd name="connsiteX91" fmla="*/ 2917632 w 4797018"/>
              <a:gd name="connsiteY91" fmla="*/ 1763373 h 1831428"/>
              <a:gd name="connsiteX92" fmla="*/ 3010443 w 4797018"/>
              <a:gd name="connsiteY92" fmla="*/ 1763373 h 1831428"/>
              <a:gd name="connsiteX93" fmla="*/ 2775976 w 4797018"/>
              <a:gd name="connsiteY93" fmla="*/ 1206522 h 1831428"/>
              <a:gd name="connsiteX94" fmla="*/ 1852984 w 4797018"/>
              <a:gd name="connsiteY94" fmla="*/ 1206522 h 1831428"/>
              <a:gd name="connsiteX95" fmla="*/ 1989544 w 4797018"/>
              <a:gd name="connsiteY95" fmla="*/ 0 h 1831428"/>
              <a:gd name="connsiteX96" fmla="*/ 1307459 w 4797018"/>
              <a:gd name="connsiteY96" fmla="*/ 1617898 h 1831428"/>
              <a:gd name="connsiteX97" fmla="*/ 1366533 w 4797018"/>
              <a:gd name="connsiteY97" fmla="*/ 1698098 h 1831428"/>
              <a:gd name="connsiteX98" fmla="*/ 2082356 w 4797018"/>
              <a:gd name="connsiteY98" fmla="*/ 0 h 1831428"/>
              <a:gd name="connsiteX99" fmla="*/ 1989544 w 4797018"/>
              <a:gd name="connsiteY99" fmla="*/ 0 h 1831428"/>
              <a:gd name="connsiteX100" fmla="*/ 2360771 w 4797018"/>
              <a:gd name="connsiteY100" fmla="*/ 0 h 1831428"/>
              <a:gd name="connsiteX101" fmla="*/ 3075708 w 4797018"/>
              <a:gd name="connsiteY101" fmla="*/ 1698098 h 1831428"/>
              <a:gd name="connsiteX102" fmla="*/ 3134639 w 4797018"/>
              <a:gd name="connsiteY102" fmla="*/ 1617898 h 1831428"/>
              <a:gd name="connsiteX103" fmla="*/ 2453592 w 4797018"/>
              <a:gd name="connsiteY103" fmla="*/ 0 h 1831428"/>
              <a:gd name="connsiteX104" fmla="*/ 2360771 w 4797018"/>
              <a:gd name="connsiteY104" fmla="*/ 0 h 1831428"/>
              <a:gd name="connsiteX105" fmla="*/ 1799101 w 4797018"/>
              <a:gd name="connsiteY105" fmla="*/ 1113711 h 1831428"/>
              <a:gd name="connsiteX106" fmla="*/ 1524610 w 4797018"/>
              <a:gd name="connsiteY106" fmla="*/ 1763373 h 1831428"/>
              <a:gd name="connsiteX107" fmla="*/ 1431798 w 4797018"/>
              <a:gd name="connsiteY107" fmla="*/ 1763373 h 1831428"/>
              <a:gd name="connsiteX108" fmla="*/ 2128761 w 4797018"/>
              <a:gd name="connsiteY108" fmla="*/ 110195 h 1831428"/>
              <a:gd name="connsiteX109" fmla="*/ 2512219 w 4797018"/>
              <a:gd name="connsiteY109" fmla="*/ 1020899 h 1831428"/>
              <a:gd name="connsiteX110" fmla="*/ 2605021 w 4797018"/>
              <a:gd name="connsiteY110" fmla="*/ 1020899 h 1831428"/>
              <a:gd name="connsiteX111" fmla="*/ 2175158 w 4797018"/>
              <a:gd name="connsiteY111" fmla="*/ 0 h 1831428"/>
              <a:gd name="connsiteX112" fmla="*/ 2267969 w 4797018"/>
              <a:gd name="connsiteY112" fmla="*/ 0 h 1831428"/>
              <a:gd name="connsiteX113" fmla="*/ 2736895 w 4797018"/>
              <a:gd name="connsiteY113" fmla="*/ 1113701 h 1831428"/>
              <a:gd name="connsiteX114" fmla="*/ 1799101 w 4797018"/>
              <a:gd name="connsiteY114" fmla="*/ 1113701 h 1831428"/>
              <a:gd name="connsiteX115" fmla="*/ 2221802 w 4797018"/>
              <a:gd name="connsiteY115" fmla="*/ 551602 h 1831428"/>
              <a:gd name="connsiteX116" fmla="*/ 2024015 w 4797018"/>
              <a:gd name="connsiteY116" fmla="*/ 1020899 h 1831428"/>
              <a:gd name="connsiteX117" fmla="*/ 2419398 w 4797018"/>
              <a:gd name="connsiteY117" fmla="*/ 1020899 h 1831428"/>
              <a:gd name="connsiteX118" fmla="*/ 2221802 w 4797018"/>
              <a:gd name="connsiteY118" fmla="*/ 551602 h 1831428"/>
              <a:gd name="connsiteX119" fmla="*/ 1838163 w 4797018"/>
              <a:gd name="connsiteY119" fmla="*/ 1020899 h 1831428"/>
              <a:gd name="connsiteX120" fmla="*/ 1931213 w 4797018"/>
              <a:gd name="connsiteY120" fmla="*/ 1020899 h 1831428"/>
              <a:gd name="connsiteX121" fmla="*/ 2175415 w 4797018"/>
              <a:gd name="connsiteY121" fmla="*/ 441436 h 1831428"/>
              <a:gd name="connsiteX122" fmla="*/ 2128942 w 4797018"/>
              <a:gd name="connsiteY122" fmla="*/ 331070 h 1831428"/>
              <a:gd name="connsiteX123" fmla="*/ 1838163 w 4797018"/>
              <a:gd name="connsiteY123" fmla="*/ 1020899 h 1831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4797018" h="1831428">
                <a:moveTo>
                  <a:pt x="0" y="170736"/>
                </a:moveTo>
                <a:lnTo>
                  <a:pt x="92812" y="77924"/>
                </a:lnTo>
                <a:lnTo>
                  <a:pt x="92812" y="1763373"/>
                </a:lnTo>
                <a:lnTo>
                  <a:pt x="0" y="1763373"/>
                </a:lnTo>
                <a:lnTo>
                  <a:pt x="0" y="170736"/>
                </a:lnTo>
                <a:close/>
                <a:moveTo>
                  <a:pt x="278425" y="92812"/>
                </a:moveTo>
                <a:lnTo>
                  <a:pt x="1392136" y="92812"/>
                </a:lnTo>
                <a:lnTo>
                  <a:pt x="1392136" y="0"/>
                </a:lnTo>
                <a:lnTo>
                  <a:pt x="185614" y="0"/>
                </a:lnTo>
                <a:lnTo>
                  <a:pt x="185614" y="1113701"/>
                </a:lnTo>
                <a:lnTo>
                  <a:pt x="1210723" y="1113701"/>
                </a:lnTo>
                <a:lnTo>
                  <a:pt x="1210723" y="1020899"/>
                </a:lnTo>
                <a:lnTo>
                  <a:pt x="278425" y="1020899"/>
                </a:lnTo>
                <a:lnTo>
                  <a:pt x="278425" y="92812"/>
                </a:lnTo>
                <a:close/>
                <a:moveTo>
                  <a:pt x="1350464" y="835285"/>
                </a:moveTo>
                <a:lnTo>
                  <a:pt x="464048" y="835285"/>
                </a:lnTo>
                <a:lnTo>
                  <a:pt x="464048" y="464048"/>
                </a:lnTo>
                <a:lnTo>
                  <a:pt x="1222124" y="464048"/>
                </a:lnTo>
                <a:lnTo>
                  <a:pt x="1314926" y="371237"/>
                </a:lnTo>
                <a:lnTo>
                  <a:pt x="464048" y="371237"/>
                </a:lnTo>
                <a:lnTo>
                  <a:pt x="464048" y="278425"/>
                </a:lnTo>
                <a:lnTo>
                  <a:pt x="1392146" y="278425"/>
                </a:lnTo>
                <a:lnTo>
                  <a:pt x="1392146" y="185614"/>
                </a:lnTo>
                <a:lnTo>
                  <a:pt x="371237" y="185614"/>
                </a:lnTo>
                <a:lnTo>
                  <a:pt x="371237" y="928087"/>
                </a:lnTo>
                <a:lnTo>
                  <a:pt x="1258872" y="928087"/>
                </a:lnTo>
                <a:lnTo>
                  <a:pt x="1350464" y="835285"/>
                </a:lnTo>
                <a:close/>
                <a:moveTo>
                  <a:pt x="185614" y="1763373"/>
                </a:moveTo>
                <a:lnTo>
                  <a:pt x="278425" y="1763373"/>
                </a:lnTo>
                <a:lnTo>
                  <a:pt x="278425" y="1299324"/>
                </a:lnTo>
                <a:lnTo>
                  <a:pt x="371237" y="1299324"/>
                </a:lnTo>
                <a:lnTo>
                  <a:pt x="371237" y="1685449"/>
                </a:lnTo>
                <a:lnTo>
                  <a:pt x="464039" y="1592647"/>
                </a:lnTo>
                <a:lnTo>
                  <a:pt x="464039" y="1299324"/>
                </a:lnTo>
                <a:lnTo>
                  <a:pt x="1210723" y="1299324"/>
                </a:lnTo>
                <a:lnTo>
                  <a:pt x="1210723" y="1206522"/>
                </a:lnTo>
                <a:lnTo>
                  <a:pt x="185614" y="1206522"/>
                </a:lnTo>
                <a:lnTo>
                  <a:pt x="185614" y="1763373"/>
                </a:lnTo>
                <a:close/>
                <a:moveTo>
                  <a:pt x="4704207" y="0"/>
                </a:moveTo>
                <a:lnTo>
                  <a:pt x="4704207" y="1067314"/>
                </a:lnTo>
                <a:cubicBezTo>
                  <a:pt x="4704207" y="1315669"/>
                  <a:pt x="4593393" y="1529039"/>
                  <a:pt x="4334837" y="1692688"/>
                </a:cubicBezTo>
                <a:lnTo>
                  <a:pt x="4332742" y="1689954"/>
                </a:lnTo>
                <a:cubicBezTo>
                  <a:pt x="4502639" y="1555213"/>
                  <a:pt x="4611405" y="1382144"/>
                  <a:pt x="4611405" y="1158564"/>
                </a:cubicBezTo>
                <a:lnTo>
                  <a:pt x="4611405" y="0"/>
                </a:lnTo>
                <a:lnTo>
                  <a:pt x="4518594" y="0"/>
                </a:lnTo>
                <a:lnTo>
                  <a:pt x="4518594" y="1157021"/>
                </a:lnTo>
                <a:cubicBezTo>
                  <a:pt x="4518594" y="1490196"/>
                  <a:pt x="4248512" y="1740170"/>
                  <a:pt x="3915337" y="1740170"/>
                </a:cubicBezTo>
                <a:cubicBezTo>
                  <a:pt x="3582162" y="1740170"/>
                  <a:pt x="3312081" y="1490186"/>
                  <a:pt x="3312081" y="1157021"/>
                </a:cubicBezTo>
                <a:lnTo>
                  <a:pt x="3312081" y="77924"/>
                </a:lnTo>
                <a:lnTo>
                  <a:pt x="3219269" y="170736"/>
                </a:lnTo>
                <a:lnTo>
                  <a:pt x="3219269" y="1158564"/>
                </a:lnTo>
                <a:cubicBezTo>
                  <a:pt x="3219269" y="1542993"/>
                  <a:pt x="3530908" y="1831429"/>
                  <a:pt x="3915337" y="1831429"/>
                </a:cubicBezTo>
                <a:cubicBezTo>
                  <a:pt x="3924233" y="1831429"/>
                  <a:pt x="4008139" y="1831429"/>
                  <a:pt x="4008139" y="1831429"/>
                </a:cubicBezTo>
                <a:cubicBezTo>
                  <a:pt x="4386691" y="1831429"/>
                  <a:pt x="4797019" y="1551870"/>
                  <a:pt x="4797019" y="1068667"/>
                </a:cubicBezTo>
                <a:cubicBezTo>
                  <a:pt x="4797019" y="1068210"/>
                  <a:pt x="4797019" y="0"/>
                  <a:pt x="4797019" y="0"/>
                </a:cubicBezTo>
                <a:lnTo>
                  <a:pt x="4704207" y="0"/>
                </a:lnTo>
                <a:close/>
                <a:moveTo>
                  <a:pt x="3915328" y="1647358"/>
                </a:moveTo>
                <a:cubicBezTo>
                  <a:pt x="4197077" y="1647358"/>
                  <a:pt x="4425515" y="1438694"/>
                  <a:pt x="4425773" y="1157021"/>
                </a:cubicBezTo>
                <a:lnTo>
                  <a:pt x="4425782" y="1157021"/>
                </a:lnTo>
                <a:lnTo>
                  <a:pt x="4425782" y="77924"/>
                </a:lnTo>
                <a:lnTo>
                  <a:pt x="4332970" y="170736"/>
                </a:lnTo>
                <a:lnTo>
                  <a:pt x="4332970" y="1067305"/>
                </a:lnTo>
                <a:cubicBezTo>
                  <a:pt x="4332970" y="1246699"/>
                  <a:pt x="4187533" y="1368933"/>
                  <a:pt x="4008130" y="1368933"/>
                </a:cubicBezTo>
                <a:cubicBezTo>
                  <a:pt x="3828736" y="1368933"/>
                  <a:pt x="3683298" y="1246699"/>
                  <a:pt x="3683298" y="1067305"/>
                </a:cubicBezTo>
                <a:lnTo>
                  <a:pt x="3683289" y="0"/>
                </a:lnTo>
                <a:lnTo>
                  <a:pt x="3590487" y="0"/>
                </a:lnTo>
                <a:lnTo>
                  <a:pt x="3590487" y="1067305"/>
                </a:lnTo>
                <a:cubicBezTo>
                  <a:pt x="3590487" y="1297962"/>
                  <a:pt x="3777472" y="1461745"/>
                  <a:pt x="4008130" y="1461745"/>
                </a:cubicBezTo>
                <a:cubicBezTo>
                  <a:pt x="4102446" y="1461745"/>
                  <a:pt x="4216937" y="1415148"/>
                  <a:pt x="4294699" y="1333129"/>
                </a:cubicBezTo>
                <a:lnTo>
                  <a:pt x="4296785" y="1335862"/>
                </a:lnTo>
                <a:cubicBezTo>
                  <a:pt x="4223881" y="1471070"/>
                  <a:pt x="4089102" y="1554556"/>
                  <a:pt x="3915328" y="1554556"/>
                </a:cubicBezTo>
                <a:cubicBezTo>
                  <a:pt x="3686090" y="1554556"/>
                  <a:pt x="3500009" y="1388593"/>
                  <a:pt x="3497742" y="1160116"/>
                </a:cubicBezTo>
                <a:lnTo>
                  <a:pt x="3497685" y="1160116"/>
                </a:lnTo>
                <a:lnTo>
                  <a:pt x="3497685" y="0"/>
                </a:lnTo>
                <a:lnTo>
                  <a:pt x="3404873" y="0"/>
                </a:lnTo>
                <a:lnTo>
                  <a:pt x="3404873" y="1160107"/>
                </a:lnTo>
                <a:lnTo>
                  <a:pt x="3404921" y="1160107"/>
                </a:lnTo>
                <a:cubicBezTo>
                  <a:pt x="3406855" y="1440218"/>
                  <a:pt x="3634616" y="1647358"/>
                  <a:pt x="3915328" y="1647358"/>
                </a:cubicBezTo>
                <a:close/>
                <a:moveTo>
                  <a:pt x="1852984" y="1206522"/>
                </a:moveTo>
                <a:lnTo>
                  <a:pt x="1618288" y="1763373"/>
                </a:lnTo>
                <a:lnTo>
                  <a:pt x="1711119" y="1763363"/>
                </a:lnTo>
                <a:lnTo>
                  <a:pt x="1711100" y="1763373"/>
                </a:lnTo>
                <a:lnTo>
                  <a:pt x="1711119" y="1763373"/>
                </a:lnTo>
                <a:lnTo>
                  <a:pt x="1828448" y="1484948"/>
                </a:lnTo>
                <a:lnTo>
                  <a:pt x="2614774" y="1484948"/>
                </a:lnTo>
                <a:lnTo>
                  <a:pt x="2732018" y="1763373"/>
                </a:lnTo>
                <a:lnTo>
                  <a:pt x="2824820" y="1763373"/>
                </a:lnTo>
                <a:lnTo>
                  <a:pt x="2668515" y="1392136"/>
                </a:lnTo>
                <a:lnTo>
                  <a:pt x="1867567" y="1392136"/>
                </a:lnTo>
                <a:lnTo>
                  <a:pt x="1906676" y="1299324"/>
                </a:lnTo>
                <a:lnTo>
                  <a:pt x="2722236" y="1299324"/>
                </a:lnTo>
                <a:lnTo>
                  <a:pt x="2917632" y="1763373"/>
                </a:lnTo>
                <a:lnTo>
                  <a:pt x="3010443" y="1763373"/>
                </a:lnTo>
                <a:lnTo>
                  <a:pt x="2775976" y="1206522"/>
                </a:lnTo>
                <a:lnTo>
                  <a:pt x="1852984" y="1206522"/>
                </a:lnTo>
                <a:close/>
                <a:moveTo>
                  <a:pt x="1989544" y="0"/>
                </a:moveTo>
                <a:lnTo>
                  <a:pt x="1307459" y="1617898"/>
                </a:lnTo>
                <a:lnTo>
                  <a:pt x="1366533" y="1698098"/>
                </a:lnTo>
                <a:lnTo>
                  <a:pt x="2082356" y="0"/>
                </a:lnTo>
                <a:lnTo>
                  <a:pt x="1989544" y="0"/>
                </a:lnTo>
                <a:close/>
                <a:moveTo>
                  <a:pt x="2360771" y="0"/>
                </a:moveTo>
                <a:lnTo>
                  <a:pt x="3075708" y="1698098"/>
                </a:lnTo>
                <a:lnTo>
                  <a:pt x="3134639" y="1617898"/>
                </a:lnTo>
                <a:lnTo>
                  <a:pt x="2453592" y="0"/>
                </a:lnTo>
                <a:lnTo>
                  <a:pt x="2360771" y="0"/>
                </a:lnTo>
                <a:close/>
                <a:moveTo>
                  <a:pt x="1799101" y="1113711"/>
                </a:moveTo>
                <a:lnTo>
                  <a:pt x="1524610" y="1763373"/>
                </a:lnTo>
                <a:lnTo>
                  <a:pt x="1431798" y="1763373"/>
                </a:lnTo>
                <a:lnTo>
                  <a:pt x="2128761" y="110195"/>
                </a:lnTo>
                <a:lnTo>
                  <a:pt x="2512219" y="1020899"/>
                </a:lnTo>
                <a:lnTo>
                  <a:pt x="2605021" y="1020899"/>
                </a:lnTo>
                <a:lnTo>
                  <a:pt x="2175158" y="0"/>
                </a:lnTo>
                <a:lnTo>
                  <a:pt x="2267969" y="0"/>
                </a:lnTo>
                <a:lnTo>
                  <a:pt x="2736895" y="1113701"/>
                </a:lnTo>
                <a:lnTo>
                  <a:pt x="1799101" y="1113701"/>
                </a:lnTo>
                <a:close/>
                <a:moveTo>
                  <a:pt x="2221802" y="551602"/>
                </a:moveTo>
                <a:lnTo>
                  <a:pt x="2024015" y="1020899"/>
                </a:lnTo>
                <a:lnTo>
                  <a:pt x="2419398" y="1020899"/>
                </a:lnTo>
                <a:lnTo>
                  <a:pt x="2221802" y="551602"/>
                </a:lnTo>
                <a:close/>
                <a:moveTo>
                  <a:pt x="1838163" y="1020899"/>
                </a:moveTo>
                <a:lnTo>
                  <a:pt x="1931213" y="1020899"/>
                </a:lnTo>
                <a:lnTo>
                  <a:pt x="2175415" y="441436"/>
                </a:lnTo>
                <a:lnTo>
                  <a:pt x="2128942" y="331070"/>
                </a:lnTo>
                <a:lnTo>
                  <a:pt x="1838163" y="1020899"/>
                </a:lnTo>
                <a:close/>
              </a:path>
            </a:pathLst>
          </a:custGeom>
          <a:solidFill>
            <a:srgbClr val="04316A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9745040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  <p:sldLayoutId id="2147483732" r:id="rId18"/>
    <p:sldLayoutId id="2147483733" r:id="rId19"/>
    <p:sldLayoutId id="2147483734" r:id="rId2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accent3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8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4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2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0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8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6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44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325">
          <p15:clr>
            <a:srgbClr val="F26B43"/>
          </p15:clr>
        </p15:guide>
        <p15:guide id="4" pos="7355">
          <p15:clr>
            <a:srgbClr val="F26B43"/>
          </p15:clr>
        </p15:guide>
        <p15:guide id="5" orient="horz" pos="187">
          <p15:clr>
            <a:srgbClr val="F26B43"/>
          </p15:clr>
        </p15:guide>
        <p15:guide id="6" orient="horz" pos="799">
          <p15:clr>
            <a:srgbClr val="F26B43"/>
          </p15:clr>
        </p15:guide>
        <p15:guide id="7" orient="horz" pos="1026">
          <p15:clr>
            <a:srgbClr val="F26B43"/>
          </p15:clr>
        </p15:guide>
        <p15:guide id="8" orient="horz" pos="3906">
          <p15:clr>
            <a:srgbClr val="F26B43"/>
          </p15:clr>
        </p15:guide>
        <p15:guide id="9" orient="horz" pos="4178">
          <p15:clr>
            <a:srgbClr val="F26B43"/>
          </p15:clr>
        </p15:guide>
        <p15:guide id="10" pos="3908">
          <p15:clr>
            <a:srgbClr val="F26B43"/>
          </p15:clr>
        </p15:guide>
        <p15:guide id="11" pos="3772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3999BA3-562C-4E45-8F3B-A023F450B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18" y="301185"/>
            <a:ext cx="6844385" cy="33239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A1581D5-332D-4C8E-AF45-43F518A6E5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8319" y="1631156"/>
            <a:ext cx="11157744" cy="4569619"/>
          </a:xfrm>
          <a:prstGeom prst="rect">
            <a:avLst/>
          </a:prstGeom>
        </p:spPr>
        <p:txBody>
          <a:bodyPr vert="horz" lIns="0" tIns="0" rIns="360000" bIns="0" rtlCol="0" anchor="t" anchorCtr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DD440FC-859D-4521-8908-A802F3E535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17351" y="6634666"/>
            <a:ext cx="849593" cy="123111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EE99BA32-3250-DA44-A3A3-C99B3C360211}" type="datetime4">
              <a:rPr lang="de-DE" smtClean="0"/>
              <a:t>8. Oktober 2023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88C6C66-9703-4B53-BAF2-1F89587F3C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8319" y="6634666"/>
            <a:ext cx="5469732" cy="12311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C2FAB54-E254-4FCB-BB98-1E4D5A6D0B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2099" y="6634666"/>
            <a:ext cx="193964" cy="123111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639EA0DE-CCA1-4795-BE19-74C50E90E6A6}"/>
              </a:ext>
            </a:extLst>
          </p:cNvPr>
          <p:cNvSpPr/>
          <p:nvPr userDrawn="1"/>
        </p:nvSpPr>
        <p:spPr>
          <a:xfrm>
            <a:off x="518400" y="1196733"/>
            <a:ext cx="11676062" cy="72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F10272FF-60F7-4AF4-9CD6-0A04080EA9B4}"/>
              </a:ext>
            </a:extLst>
          </p:cNvPr>
          <p:cNvSpPr/>
          <p:nvPr userDrawn="1"/>
        </p:nvSpPr>
        <p:spPr>
          <a:xfrm>
            <a:off x="517200" y="6538526"/>
            <a:ext cx="11674800" cy="10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594ED806-CB19-40CC-A79A-590CC1E2001C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10" name="Gerader Verbinder 9">
              <a:extLst>
                <a:ext uri="{FF2B5EF4-FFF2-40B4-BE49-F238E27FC236}">
                  <a16:creationId xmlns:a16="http://schemas.microsoft.com/office/drawing/2014/main" id="{4AAF1C65-9B2D-4CC2-AC17-D265DC4D733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feld 10">
              <a:extLst>
                <a:ext uri="{FF2B5EF4-FFF2-40B4-BE49-F238E27FC236}">
                  <a16:creationId xmlns:a16="http://schemas.microsoft.com/office/drawing/2014/main" id="{1A82F2D7-59C8-4661-B851-DC008AA6297D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211FD6C4-2ACB-4F36-A3BA-68BAE793E096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16" name="Gerader Verbinder 15">
              <a:extLst>
                <a:ext uri="{FF2B5EF4-FFF2-40B4-BE49-F238E27FC236}">
                  <a16:creationId xmlns:a16="http://schemas.microsoft.com/office/drawing/2014/main" id="{779170BC-C4E0-4FC8-93EA-CB17C932729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feld 16">
              <a:extLst>
                <a:ext uri="{FF2B5EF4-FFF2-40B4-BE49-F238E27FC236}">
                  <a16:creationId xmlns:a16="http://schemas.microsoft.com/office/drawing/2014/main" id="{6CF57888-5707-459D-94AC-235CE0EBEDDC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503014F4-59EC-4961-A29D-259A33C423B3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19" name="Gerader Verbinder 18">
              <a:extLst>
                <a:ext uri="{FF2B5EF4-FFF2-40B4-BE49-F238E27FC236}">
                  <a16:creationId xmlns:a16="http://schemas.microsoft.com/office/drawing/2014/main" id="{BD8E14DC-3898-4BA1-91EA-46ADC917A58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feld 19">
              <a:extLst>
                <a:ext uri="{FF2B5EF4-FFF2-40B4-BE49-F238E27FC236}">
                  <a16:creationId xmlns:a16="http://schemas.microsoft.com/office/drawing/2014/main" id="{61BB5C6B-8FE1-44A4-AE66-C1DB01AE301C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B9991022-C87B-4402-BF68-CD3ED59D5D85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22" name="Gerader Verbinder 21">
              <a:extLst>
                <a:ext uri="{FF2B5EF4-FFF2-40B4-BE49-F238E27FC236}">
                  <a16:creationId xmlns:a16="http://schemas.microsoft.com/office/drawing/2014/main" id="{439873FE-8996-424A-94FE-EEEEC0A7B6C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feld 22">
              <a:extLst>
                <a:ext uri="{FF2B5EF4-FFF2-40B4-BE49-F238E27FC236}">
                  <a16:creationId xmlns:a16="http://schemas.microsoft.com/office/drawing/2014/main" id="{A04C5416-0A35-4C8C-8975-2F5057F69C48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FF9A881D-D6E0-4814-9AA3-AAF6697A620E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25" name="Gerader Verbinder 24">
              <a:extLst>
                <a:ext uri="{FF2B5EF4-FFF2-40B4-BE49-F238E27FC236}">
                  <a16:creationId xmlns:a16="http://schemas.microsoft.com/office/drawing/2014/main" id="{7ECA5DFD-01F8-49BC-9DE9-EE577F9B403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feld 25">
              <a:extLst>
                <a:ext uri="{FF2B5EF4-FFF2-40B4-BE49-F238E27FC236}">
                  <a16:creationId xmlns:a16="http://schemas.microsoft.com/office/drawing/2014/main" id="{0348451A-09A8-4D76-AA86-13CB9E640770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324DF2EB-9047-4DDA-A12A-4BAC4962F78F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28" name="Gerader Verbinder 27">
              <a:extLst>
                <a:ext uri="{FF2B5EF4-FFF2-40B4-BE49-F238E27FC236}">
                  <a16:creationId xmlns:a16="http://schemas.microsoft.com/office/drawing/2014/main" id="{690A038D-AD14-4251-A0A9-22A5F6713B0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feld 28">
              <a:extLst>
                <a:ext uri="{FF2B5EF4-FFF2-40B4-BE49-F238E27FC236}">
                  <a16:creationId xmlns:a16="http://schemas.microsoft.com/office/drawing/2014/main" id="{9E3D1027-C73A-4F88-AB8D-55680AB053E7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30" name="Gruppieren 29">
            <a:extLst>
              <a:ext uri="{FF2B5EF4-FFF2-40B4-BE49-F238E27FC236}">
                <a16:creationId xmlns:a16="http://schemas.microsoft.com/office/drawing/2014/main" id="{B6244944-3F97-4474-9D4A-3D31BFBC3DF9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31" name="Gerader Verbinder 30">
              <a:extLst>
                <a:ext uri="{FF2B5EF4-FFF2-40B4-BE49-F238E27FC236}">
                  <a16:creationId xmlns:a16="http://schemas.microsoft.com/office/drawing/2014/main" id="{97182CE3-E874-4552-B5B3-4076C990890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feld 31">
              <a:extLst>
                <a:ext uri="{FF2B5EF4-FFF2-40B4-BE49-F238E27FC236}">
                  <a16:creationId xmlns:a16="http://schemas.microsoft.com/office/drawing/2014/main" id="{DFE6B92B-AC01-4482-A6E7-400EF0E7F9ED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33" name="Gruppieren 32">
            <a:extLst>
              <a:ext uri="{FF2B5EF4-FFF2-40B4-BE49-F238E27FC236}">
                <a16:creationId xmlns:a16="http://schemas.microsoft.com/office/drawing/2014/main" id="{5EC5B3E5-86C1-4027-A74F-789345DFA684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34" name="Gerader Verbinder 33">
              <a:extLst>
                <a:ext uri="{FF2B5EF4-FFF2-40B4-BE49-F238E27FC236}">
                  <a16:creationId xmlns:a16="http://schemas.microsoft.com/office/drawing/2014/main" id="{7B62256D-25C9-4899-8A3A-7970EB4706F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feld 34">
              <a:extLst>
                <a:ext uri="{FF2B5EF4-FFF2-40B4-BE49-F238E27FC236}">
                  <a16:creationId xmlns:a16="http://schemas.microsoft.com/office/drawing/2014/main" id="{29A2699B-FFE8-4320-BD7A-68D214D9A58B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11A9EBBA-C118-4592-8B41-99FA797C19C4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37" name="Gerader Verbinder 36">
              <a:extLst>
                <a:ext uri="{FF2B5EF4-FFF2-40B4-BE49-F238E27FC236}">
                  <a16:creationId xmlns:a16="http://schemas.microsoft.com/office/drawing/2014/main" id="{45C123C4-4121-4372-95DF-DC232FC6A3E1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feld 37">
              <a:extLst>
                <a:ext uri="{FF2B5EF4-FFF2-40B4-BE49-F238E27FC236}">
                  <a16:creationId xmlns:a16="http://schemas.microsoft.com/office/drawing/2014/main" id="{10C304B0-38F3-48B3-A23F-BE3EEAF774D6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40" name="Gerader Verbinder 39">
            <a:extLst>
              <a:ext uri="{FF2B5EF4-FFF2-40B4-BE49-F238E27FC236}">
                <a16:creationId xmlns:a16="http://schemas.microsoft.com/office/drawing/2014/main" id="{EA609601-D94C-4D05-A7EF-EBA9D6ACA000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Gruppieren 40">
            <a:extLst>
              <a:ext uri="{FF2B5EF4-FFF2-40B4-BE49-F238E27FC236}">
                <a16:creationId xmlns:a16="http://schemas.microsoft.com/office/drawing/2014/main" id="{E2CEB042-C849-4BE4-A0F0-03828777E713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42" name="Gerader Verbinder 41">
              <a:extLst>
                <a:ext uri="{FF2B5EF4-FFF2-40B4-BE49-F238E27FC236}">
                  <a16:creationId xmlns:a16="http://schemas.microsoft.com/office/drawing/2014/main" id="{A58E387D-7C2C-4001-94B6-8372A7A1305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feld 42">
              <a:extLst>
                <a:ext uri="{FF2B5EF4-FFF2-40B4-BE49-F238E27FC236}">
                  <a16:creationId xmlns:a16="http://schemas.microsoft.com/office/drawing/2014/main" id="{29EC0E69-66B7-4E97-B0AC-9CFA0DDEC604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sp>
        <p:nvSpPr>
          <p:cNvPr id="44" name="Freihandform: Form 43">
            <a:extLst>
              <a:ext uri="{FF2B5EF4-FFF2-40B4-BE49-F238E27FC236}">
                <a16:creationId xmlns:a16="http://schemas.microsoft.com/office/drawing/2014/main" id="{6B9C3F00-7FB2-4003-A482-01BAC23713A4}"/>
              </a:ext>
            </a:extLst>
          </p:cNvPr>
          <p:cNvSpPr>
            <a:spLocks noChangeAspect="1"/>
          </p:cNvSpPr>
          <p:nvPr userDrawn="1"/>
        </p:nvSpPr>
        <p:spPr>
          <a:xfrm>
            <a:off x="10596063" y="299346"/>
            <a:ext cx="1080000" cy="412328"/>
          </a:xfrm>
          <a:custGeom>
            <a:avLst/>
            <a:gdLst>
              <a:gd name="connsiteX0" fmla="*/ 0 w 4797018"/>
              <a:gd name="connsiteY0" fmla="*/ 170736 h 1831428"/>
              <a:gd name="connsiteX1" fmla="*/ 92812 w 4797018"/>
              <a:gd name="connsiteY1" fmla="*/ 77924 h 1831428"/>
              <a:gd name="connsiteX2" fmla="*/ 92812 w 4797018"/>
              <a:gd name="connsiteY2" fmla="*/ 1763373 h 1831428"/>
              <a:gd name="connsiteX3" fmla="*/ 0 w 4797018"/>
              <a:gd name="connsiteY3" fmla="*/ 1763373 h 1831428"/>
              <a:gd name="connsiteX4" fmla="*/ 0 w 4797018"/>
              <a:gd name="connsiteY4" fmla="*/ 170736 h 1831428"/>
              <a:gd name="connsiteX5" fmla="*/ 278425 w 4797018"/>
              <a:gd name="connsiteY5" fmla="*/ 92812 h 1831428"/>
              <a:gd name="connsiteX6" fmla="*/ 1392136 w 4797018"/>
              <a:gd name="connsiteY6" fmla="*/ 92812 h 1831428"/>
              <a:gd name="connsiteX7" fmla="*/ 1392136 w 4797018"/>
              <a:gd name="connsiteY7" fmla="*/ 0 h 1831428"/>
              <a:gd name="connsiteX8" fmla="*/ 185614 w 4797018"/>
              <a:gd name="connsiteY8" fmla="*/ 0 h 1831428"/>
              <a:gd name="connsiteX9" fmla="*/ 185614 w 4797018"/>
              <a:gd name="connsiteY9" fmla="*/ 1113701 h 1831428"/>
              <a:gd name="connsiteX10" fmla="*/ 1210723 w 4797018"/>
              <a:gd name="connsiteY10" fmla="*/ 1113701 h 1831428"/>
              <a:gd name="connsiteX11" fmla="*/ 1210723 w 4797018"/>
              <a:gd name="connsiteY11" fmla="*/ 1020899 h 1831428"/>
              <a:gd name="connsiteX12" fmla="*/ 278425 w 4797018"/>
              <a:gd name="connsiteY12" fmla="*/ 1020899 h 1831428"/>
              <a:gd name="connsiteX13" fmla="*/ 278425 w 4797018"/>
              <a:gd name="connsiteY13" fmla="*/ 92812 h 1831428"/>
              <a:gd name="connsiteX14" fmla="*/ 1350464 w 4797018"/>
              <a:gd name="connsiteY14" fmla="*/ 835285 h 1831428"/>
              <a:gd name="connsiteX15" fmla="*/ 464048 w 4797018"/>
              <a:gd name="connsiteY15" fmla="*/ 835285 h 1831428"/>
              <a:gd name="connsiteX16" fmla="*/ 464048 w 4797018"/>
              <a:gd name="connsiteY16" fmla="*/ 464048 h 1831428"/>
              <a:gd name="connsiteX17" fmla="*/ 1222124 w 4797018"/>
              <a:gd name="connsiteY17" fmla="*/ 464048 h 1831428"/>
              <a:gd name="connsiteX18" fmla="*/ 1314926 w 4797018"/>
              <a:gd name="connsiteY18" fmla="*/ 371237 h 1831428"/>
              <a:gd name="connsiteX19" fmla="*/ 464048 w 4797018"/>
              <a:gd name="connsiteY19" fmla="*/ 371237 h 1831428"/>
              <a:gd name="connsiteX20" fmla="*/ 464048 w 4797018"/>
              <a:gd name="connsiteY20" fmla="*/ 278425 h 1831428"/>
              <a:gd name="connsiteX21" fmla="*/ 1392146 w 4797018"/>
              <a:gd name="connsiteY21" fmla="*/ 278425 h 1831428"/>
              <a:gd name="connsiteX22" fmla="*/ 1392146 w 4797018"/>
              <a:gd name="connsiteY22" fmla="*/ 185614 h 1831428"/>
              <a:gd name="connsiteX23" fmla="*/ 371237 w 4797018"/>
              <a:gd name="connsiteY23" fmla="*/ 185614 h 1831428"/>
              <a:gd name="connsiteX24" fmla="*/ 371237 w 4797018"/>
              <a:gd name="connsiteY24" fmla="*/ 928087 h 1831428"/>
              <a:gd name="connsiteX25" fmla="*/ 1258872 w 4797018"/>
              <a:gd name="connsiteY25" fmla="*/ 928087 h 1831428"/>
              <a:gd name="connsiteX26" fmla="*/ 1350464 w 4797018"/>
              <a:gd name="connsiteY26" fmla="*/ 835285 h 1831428"/>
              <a:gd name="connsiteX27" fmla="*/ 185614 w 4797018"/>
              <a:gd name="connsiteY27" fmla="*/ 1763373 h 1831428"/>
              <a:gd name="connsiteX28" fmla="*/ 278425 w 4797018"/>
              <a:gd name="connsiteY28" fmla="*/ 1763373 h 1831428"/>
              <a:gd name="connsiteX29" fmla="*/ 278425 w 4797018"/>
              <a:gd name="connsiteY29" fmla="*/ 1299324 h 1831428"/>
              <a:gd name="connsiteX30" fmla="*/ 371237 w 4797018"/>
              <a:gd name="connsiteY30" fmla="*/ 1299324 h 1831428"/>
              <a:gd name="connsiteX31" fmla="*/ 371237 w 4797018"/>
              <a:gd name="connsiteY31" fmla="*/ 1685449 h 1831428"/>
              <a:gd name="connsiteX32" fmla="*/ 464039 w 4797018"/>
              <a:gd name="connsiteY32" fmla="*/ 1592647 h 1831428"/>
              <a:gd name="connsiteX33" fmla="*/ 464039 w 4797018"/>
              <a:gd name="connsiteY33" fmla="*/ 1299324 h 1831428"/>
              <a:gd name="connsiteX34" fmla="*/ 1210723 w 4797018"/>
              <a:gd name="connsiteY34" fmla="*/ 1299324 h 1831428"/>
              <a:gd name="connsiteX35" fmla="*/ 1210723 w 4797018"/>
              <a:gd name="connsiteY35" fmla="*/ 1206522 h 1831428"/>
              <a:gd name="connsiteX36" fmla="*/ 185614 w 4797018"/>
              <a:gd name="connsiteY36" fmla="*/ 1206522 h 1831428"/>
              <a:gd name="connsiteX37" fmla="*/ 185614 w 4797018"/>
              <a:gd name="connsiteY37" fmla="*/ 1763373 h 1831428"/>
              <a:gd name="connsiteX38" fmla="*/ 4704207 w 4797018"/>
              <a:gd name="connsiteY38" fmla="*/ 0 h 1831428"/>
              <a:gd name="connsiteX39" fmla="*/ 4704207 w 4797018"/>
              <a:gd name="connsiteY39" fmla="*/ 1067314 h 1831428"/>
              <a:gd name="connsiteX40" fmla="*/ 4334837 w 4797018"/>
              <a:gd name="connsiteY40" fmla="*/ 1692688 h 1831428"/>
              <a:gd name="connsiteX41" fmla="*/ 4332742 w 4797018"/>
              <a:gd name="connsiteY41" fmla="*/ 1689954 h 1831428"/>
              <a:gd name="connsiteX42" fmla="*/ 4611405 w 4797018"/>
              <a:gd name="connsiteY42" fmla="*/ 1158564 h 1831428"/>
              <a:gd name="connsiteX43" fmla="*/ 4611405 w 4797018"/>
              <a:gd name="connsiteY43" fmla="*/ 0 h 1831428"/>
              <a:gd name="connsiteX44" fmla="*/ 4518594 w 4797018"/>
              <a:gd name="connsiteY44" fmla="*/ 0 h 1831428"/>
              <a:gd name="connsiteX45" fmla="*/ 4518594 w 4797018"/>
              <a:gd name="connsiteY45" fmla="*/ 1157021 h 1831428"/>
              <a:gd name="connsiteX46" fmla="*/ 3915337 w 4797018"/>
              <a:gd name="connsiteY46" fmla="*/ 1740170 h 1831428"/>
              <a:gd name="connsiteX47" fmla="*/ 3312081 w 4797018"/>
              <a:gd name="connsiteY47" fmla="*/ 1157021 h 1831428"/>
              <a:gd name="connsiteX48" fmla="*/ 3312081 w 4797018"/>
              <a:gd name="connsiteY48" fmla="*/ 77924 h 1831428"/>
              <a:gd name="connsiteX49" fmla="*/ 3219269 w 4797018"/>
              <a:gd name="connsiteY49" fmla="*/ 170736 h 1831428"/>
              <a:gd name="connsiteX50" fmla="*/ 3219269 w 4797018"/>
              <a:gd name="connsiteY50" fmla="*/ 1158564 h 1831428"/>
              <a:gd name="connsiteX51" fmla="*/ 3915337 w 4797018"/>
              <a:gd name="connsiteY51" fmla="*/ 1831429 h 1831428"/>
              <a:gd name="connsiteX52" fmla="*/ 4008139 w 4797018"/>
              <a:gd name="connsiteY52" fmla="*/ 1831429 h 1831428"/>
              <a:gd name="connsiteX53" fmla="*/ 4797019 w 4797018"/>
              <a:gd name="connsiteY53" fmla="*/ 1068667 h 1831428"/>
              <a:gd name="connsiteX54" fmla="*/ 4797019 w 4797018"/>
              <a:gd name="connsiteY54" fmla="*/ 0 h 1831428"/>
              <a:gd name="connsiteX55" fmla="*/ 4704207 w 4797018"/>
              <a:gd name="connsiteY55" fmla="*/ 0 h 1831428"/>
              <a:gd name="connsiteX56" fmla="*/ 3915328 w 4797018"/>
              <a:gd name="connsiteY56" fmla="*/ 1647358 h 1831428"/>
              <a:gd name="connsiteX57" fmla="*/ 4425773 w 4797018"/>
              <a:gd name="connsiteY57" fmla="*/ 1157021 h 1831428"/>
              <a:gd name="connsiteX58" fmla="*/ 4425782 w 4797018"/>
              <a:gd name="connsiteY58" fmla="*/ 1157021 h 1831428"/>
              <a:gd name="connsiteX59" fmla="*/ 4425782 w 4797018"/>
              <a:gd name="connsiteY59" fmla="*/ 77924 h 1831428"/>
              <a:gd name="connsiteX60" fmla="*/ 4332970 w 4797018"/>
              <a:gd name="connsiteY60" fmla="*/ 170736 h 1831428"/>
              <a:gd name="connsiteX61" fmla="*/ 4332970 w 4797018"/>
              <a:gd name="connsiteY61" fmla="*/ 1067305 h 1831428"/>
              <a:gd name="connsiteX62" fmla="*/ 4008130 w 4797018"/>
              <a:gd name="connsiteY62" fmla="*/ 1368933 h 1831428"/>
              <a:gd name="connsiteX63" fmla="*/ 3683298 w 4797018"/>
              <a:gd name="connsiteY63" fmla="*/ 1067305 h 1831428"/>
              <a:gd name="connsiteX64" fmla="*/ 3683289 w 4797018"/>
              <a:gd name="connsiteY64" fmla="*/ 0 h 1831428"/>
              <a:gd name="connsiteX65" fmla="*/ 3590487 w 4797018"/>
              <a:gd name="connsiteY65" fmla="*/ 0 h 1831428"/>
              <a:gd name="connsiteX66" fmla="*/ 3590487 w 4797018"/>
              <a:gd name="connsiteY66" fmla="*/ 1067305 h 1831428"/>
              <a:gd name="connsiteX67" fmla="*/ 4008130 w 4797018"/>
              <a:gd name="connsiteY67" fmla="*/ 1461745 h 1831428"/>
              <a:gd name="connsiteX68" fmla="*/ 4294699 w 4797018"/>
              <a:gd name="connsiteY68" fmla="*/ 1333129 h 1831428"/>
              <a:gd name="connsiteX69" fmla="*/ 4296785 w 4797018"/>
              <a:gd name="connsiteY69" fmla="*/ 1335862 h 1831428"/>
              <a:gd name="connsiteX70" fmla="*/ 3915328 w 4797018"/>
              <a:gd name="connsiteY70" fmla="*/ 1554556 h 1831428"/>
              <a:gd name="connsiteX71" fmla="*/ 3497742 w 4797018"/>
              <a:gd name="connsiteY71" fmla="*/ 1160116 h 1831428"/>
              <a:gd name="connsiteX72" fmla="*/ 3497685 w 4797018"/>
              <a:gd name="connsiteY72" fmla="*/ 1160116 h 1831428"/>
              <a:gd name="connsiteX73" fmla="*/ 3497685 w 4797018"/>
              <a:gd name="connsiteY73" fmla="*/ 0 h 1831428"/>
              <a:gd name="connsiteX74" fmla="*/ 3404873 w 4797018"/>
              <a:gd name="connsiteY74" fmla="*/ 0 h 1831428"/>
              <a:gd name="connsiteX75" fmla="*/ 3404873 w 4797018"/>
              <a:gd name="connsiteY75" fmla="*/ 1160107 h 1831428"/>
              <a:gd name="connsiteX76" fmla="*/ 3404921 w 4797018"/>
              <a:gd name="connsiteY76" fmla="*/ 1160107 h 1831428"/>
              <a:gd name="connsiteX77" fmla="*/ 3915328 w 4797018"/>
              <a:gd name="connsiteY77" fmla="*/ 1647358 h 1831428"/>
              <a:gd name="connsiteX78" fmla="*/ 1852984 w 4797018"/>
              <a:gd name="connsiteY78" fmla="*/ 1206522 h 1831428"/>
              <a:gd name="connsiteX79" fmla="*/ 1618288 w 4797018"/>
              <a:gd name="connsiteY79" fmla="*/ 1763373 h 1831428"/>
              <a:gd name="connsiteX80" fmla="*/ 1711119 w 4797018"/>
              <a:gd name="connsiteY80" fmla="*/ 1763363 h 1831428"/>
              <a:gd name="connsiteX81" fmla="*/ 1711100 w 4797018"/>
              <a:gd name="connsiteY81" fmla="*/ 1763373 h 1831428"/>
              <a:gd name="connsiteX82" fmla="*/ 1711119 w 4797018"/>
              <a:gd name="connsiteY82" fmla="*/ 1763373 h 1831428"/>
              <a:gd name="connsiteX83" fmla="*/ 1828448 w 4797018"/>
              <a:gd name="connsiteY83" fmla="*/ 1484948 h 1831428"/>
              <a:gd name="connsiteX84" fmla="*/ 2614774 w 4797018"/>
              <a:gd name="connsiteY84" fmla="*/ 1484948 h 1831428"/>
              <a:gd name="connsiteX85" fmla="*/ 2732018 w 4797018"/>
              <a:gd name="connsiteY85" fmla="*/ 1763373 h 1831428"/>
              <a:gd name="connsiteX86" fmla="*/ 2824820 w 4797018"/>
              <a:gd name="connsiteY86" fmla="*/ 1763373 h 1831428"/>
              <a:gd name="connsiteX87" fmla="*/ 2668515 w 4797018"/>
              <a:gd name="connsiteY87" fmla="*/ 1392136 h 1831428"/>
              <a:gd name="connsiteX88" fmla="*/ 1867567 w 4797018"/>
              <a:gd name="connsiteY88" fmla="*/ 1392136 h 1831428"/>
              <a:gd name="connsiteX89" fmla="*/ 1906676 w 4797018"/>
              <a:gd name="connsiteY89" fmla="*/ 1299324 h 1831428"/>
              <a:gd name="connsiteX90" fmla="*/ 2722236 w 4797018"/>
              <a:gd name="connsiteY90" fmla="*/ 1299324 h 1831428"/>
              <a:gd name="connsiteX91" fmla="*/ 2917632 w 4797018"/>
              <a:gd name="connsiteY91" fmla="*/ 1763373 h 1831428"/>
              <a:gd name="connsiteX92" fmla="*/ 3010443 w 4797018"/>
              <a:gd name="connsiteY92" fmla="*/ 1763373 h 1831428"/>
              <a:gd name="connsiteX93" fmla="*/ 2775976 w 4797018"/>
              <a:gd name="connsiteY93" fmla="*/ 1206522 h 1831428"/>
              <a:gd name="connsiteX94" fmla="*/ 1852984 w 4797018"/>
              <a:gd name="connsiteY94" fmla="*/ 1206522 h 1831428"/>
              <a:gd name="connsiteX95" fmla="*/ 1989544 w 4797018"/>
              <a:gd name="connsiteY95" fmla="*/ 0 h 1831428"/>
              <a:gd name="connsiteX96" fmla="*/ 1307459 w 4797018"/>
              <a:gd name="connsiteY96" fmla="*/ 1617898 h 1831428"/>
              <a:gd name="connsiteX97" fmla="*/ 1366533 w 4797018"/>
              <a:gd name="connsiteY97" fmla="*/ 1698098 h 1831428"/>
              <a:gd name="connsiteX98" fmla="*/ 2082356 w 4797018"/>
              <a:gd name="connsiteY98" fmla="*/ 0 h 1831428"/>
              <a:gd name="connsiteX99" fmla="*/ 1989544 w 4797018"/>
              <a:gd name="connsiteY99" fmla="*/ 0 h 1831428"/>
              <a:gd name="connsiteX100" fmla="*/ 2360771 w 4797018"/>
              <a:gd name="connsiteY100" fmla="*/ 0 h 1831428"/>
              <a:gd name="connsiteX101" fmla="*/ 3075708 w 4797018"/>
              <a:gd name="connsiteY101" fmla="*/ 1698098 h 1831428"/>
              <a:gd name="connsiteX102" fmla="*/ 3134639 w 4797018"/>
              <a:gd name="connsiteY102" fmla="*/ 1617898 h 1831428"/>
              <a:gd name="connsiteX103" fmla="*/ 2453592 w 4797018"/>
              <a:gd name="connsiteY103" fmla="*/ 0 h 1831428"/>
              <a:gd name="connsiteX104" fmla="*/ 2360771 w 4797018"/>
              <a:gd name="connsiteY104" fmla="*/ 0 h 1831428"/>
              <a:gd name="connsiteX105" fmla="*/ 1799101 w 4797018"/>
              <a:gd name="connsiteY105" fmla="*/ 1113711 h 1831428"/>
              <a:gd name="connsiteX106" fmla="*/ 1524610 w 4797018"/>
              <a:gd name="connsiteY106" fmla="*/ 1763373 h 1831428"/>
              <a:gd name="connsiteX107" fmla="*/ 1431798 w 4797018"/>
              <a:gd name="connsiteY107" fmla="*/ 1763373 h 1831428"/>
              <a:gd name="connsiteX108" fmla="*/ 2128761 w 4797018"/>
              <a:gd name="connsiteY108" fmla="*/ 110195 h 1831428"/>
              <a:gd name="connsiteX109" fmla="*/ 2512219 w 4797018"/>
              <a:gd name="connsiteY109" fmla="*/ 1020899 h 1831428"/>
              <a:gd name="connsiteX110" fmla="*/ 2605021 w 4797018"/>
              <a:gd name="connsiteY110" fmla="*/ 1020899 h 1831428"/>
              <a:gd name="connsiteX111" fmla="*/ 2175158 w 4797018"/>
              <a:gd name="connsiteY111" fmla="*/ 0 h 1831428"/>
              <a:gd name="connsiteX112" fmla="*/ 2267969 w 4797018"/>
              <a:gd name="connsiteY112" fmla="*/ 0 h 1831428"/>
              <a:gd name="connsiteX113" fmla="*/ 2736895 w 4797018"/>
              <a:gd name="connsiteY113" fmla="*/ 1113701 h 1831428"/>
              <a:gd name="connsiteX114" fmla="*/ 1799101 w 4797018"/>
              <a:gd name="connsiteY114" fmla="*/ 1113701 h 1831428"/>
              <a:gd name="connsiteX115" fmla="*/ 2221802 w 4797018"/>
              <a:gd name="connsiteY115" fmla="*/ 551602 h 1831428"/>
              <a:gd name="connsiteX116" fmla="*/ 2024015 w 4797018"/>
              <a:gd name="connsiteY116" fmla="*/ 1020899 h 1831428"/>
              <a:gd name="connsiteX117" fmla="*/ 2419398 w 4797018"/>
              <a:gd name="connsiteY117" fmla="*/ 1020899 h 1831428"/>
              <a:gd name="connsiteX118" fmla="*/ 2221802 w 4797018"/>
              <a:gd name="connsiteY118" fmla="*/ 551602 h 1831428"/>
              <a:gd name="connsiteX119" fmla="*/ 1838163 w 4797018"/>
              <a:gd name="connsiteY119" fmla="*/ 1020899 h 1831428"/>
              <a:gd name="connsiteX120" fmla="*/ 1931213 w 4797018"/>
              <a:gd name="connsiteY120" fmla="*/ 1020899 h 1831428"/>
              <a:gd name="connsiteX121" fmla="*/ 2175415 w 4797018"/>
              <a:gd name="connsiteY121" fmla="*/ 441436 h 1831428"/>
              <a:gd name="connsiteX122" fmla="*/ 2128942 w 4797018"/>
              <a:gd name="connsiteY122" fmla="*/ 331070 h 1831428"/>
              <a:gd name="connsiteX123" fmla="*/ 1838163 w 4797018"/>
              <a:gd name="connsiteY123" fmla="*/ 1020899 h 1831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4797018" h="1831428">
                <a:moveTo>
                  <a:pt x="0" y="170736"/>
                </a:moveTo>
                <a:lnTo>
                  <a:pt x="92812" y="77924"/>
                </a:lnTo>
                <a:lnTo>
                  <a:pt x="92812" y="1763373"/>
                </a:lnTo>
                <a:lnTo>
                  <a:pt x="0" y="1763373"/>
                </a:lnTo>
                <a:lnTo>
                  <a:pt x="0" y="170736"/>
                </a:lnTo>
                <a:close/>
                <a:moveTo>
                  <a:pt x="278425" y="92812"/>
                </a:moveTo>
                <a:lnTo>
                  <a:pt x="1392136" y="92812"/>
                </a:lnTo>
                <a:lnTo>
                  <a:pt x="1392136" y="0"/>
                </a:lnTo>
                <a:lnTo>
                  <a:pt x="185614" y="0"/>
                </a:lnTo>
                <a:lnTo>
                  <a:pt x="185614" y="1113701"/>
                </a:lnTo>
                <a:lnTo>
                  <a:pt x="1210723" y="1113701"/>
                </a:lnTo>
                <a:lnTo>
                  <a:pt x="1210723" y="1020899"/>
                </a:lnTo>
                <a:lnTo>
                  <a:pt x="278425" y="1020899"/>
                </a:lnTo>
                <a:lnTo>
                  <a:pt x="278425" y="92812"/>
                </a:lnTo>
                <a:close/>
                <a:moveTo>
                  <a:pt x="1350464" y="835285"/>
                </a:moveTo>
                <a:lnTo>
                  <a:pt x="464048" y="835285"/>
                </a:lnTo>
                <a:lnTo>
                  <a:pt x="464048" y="464048"/>
                </a:lnTo>
                <a:lnTo>
                  <a:pt x="1222124" y="464048"/>
                </a:lnTo>
                <a:lnTo>
                  <a:pt x="1314926" y="371237"/>
                </a:lnTo>
                <a:lnTo>
                  <a:pt x="464048" y="371237"/>
                </a:lnTo>
                <a:lnTo>
                  <a:pt x="464048" y="278425"/>
                </a:lnTo>
                <a:lnTo>
                  <a:pt x="1392146" y="278425"/>
                </a:lnTo>
                <a:lnTo>
                  <a:pt x="1392146" y="185614"/>
                </a:lnTo>
                <a:lnTo>
                  <a:pt x="371237" y="185614"/>
                </a:lnTo>
                <a:lnTo>
                  <a:pt x="371237" y="928087"/>
                </a:lnTo>
                <a:lnTo>
                  <a:pt x="1258872" y="928087"/>
                </a:lnTo>
                <a:lnTo>
                  <a:pt x="1350464" y="835285"/>
                </a:lnTo>
                <a:close/>
                <a:moveTo>
                  <a:pt x="185614" y="1763373"/>
                </a:moveTo>
                <a:lnTo>
                  <a:pt x="278425" y="1763373"/>
                </a:lnTo>
                <a:lnTo>
                  <a:pt x="278425" y="1299324"/>
                </a:lnTo>
                <a:lnTo>
                  <a:pt x="371237" y="1299324"/>
                </a:lnTo>
                <a:lnTo>
                  <a:pt x="371237" y="1685449"/>
                </a:lnTo>
                <a:lnTo>
                  <a:pt x="464039" y="1592647"/>
                </a:lnTo>
                <a:lnTo>
                  <a:pt x="464039" y="1299324"/>
                </a:lnTo>
                <a:lnTo>
                  <a:pt x="1210723" y="1299324"/>
                </a:lnTo>
                <a:lnTo>
                  <a:pt x="1210723" y="1206522"/>
                </a:lnTo>
                <a:lnTo>
                  <a:pt x="185614" y="1206522"/>
                </a:lnTo>
                <a:lnTo>
                  <a:pt x="185614" y="1763373"/>
                </a:lnTo>
                <a:close/>
                <a:moveTo>
                  <a:pt x="4704207" y="0"/>
                </a:moveTo>
                <a:lnTo>
                  <a:pt x="4704207" y="1067314"/>
                </a:lnTo>
                <a:cubicBezTo>
                  <a:pt x="4704207" y="1315669"/>
                  <a:pt x="4593393" y="1529039"/>
                  <a:pt x="4334837" y="1692688"/>
                </a:cubicBezTo>
                <a:lnTo>
                  <a:pt x="4332742" y="1689954"/>
                </a:lnTo>
                <a:cubicBezTo>
                  <a:pt x="4502639" y="1555213"/>
                  <a:pt x="4611405" y="1382144"/>
                  <a:pt x="4611405" y="1158564"/>
                </a:cubicBezTo>
                <a:lnTo>
                  <a:pt x="4611405" y="0"/>
                </a:lnTo>
                <a:lnTo>
                  <a:pt x="4518594" y="0"/>
                </a:lnTo>
                <a:lnTo>
                  <a:pt x="4518594" y="1157021"/>
                </a:lnTo>
                <a:cubicBezTo>
                  <a:pt x="4518594" y="1490196"/>
                  <a:pt x="4248512" y="1740170"/>
                  <a:pt x="3915337" y="1740170"/>
                </a:cubicBezTo>
                <a:cubicBezTo>
                  <a:pt x="3582162" y="1740170"/>
                  <a:pt x="3312081" y="1490186"/>
                  <a:pt x="3312081" y="1157021"/>
                </a:cubicBezTo>
                <a:lnTo>
                  <a:pt x="3312081" y="77924"/>
                </a:lnTo>
                <a:lnTo>
                  <a:pt x="3219269" y="170736"/>
                </a:lnTo>
                <a:lnTo>
                  <a:pt x="3219269" y="1158564"/>
                </a:lnTo>
                <a:cubicBezTo>
                  <a:pt x="3219269" y="1542993"/>
                  <a:pt x="3530908" y="1831429"/>
                  <a:pt x="3915337" y="1831429"/>
                </a:cubicBezTo>
                <a:cubicBezTo>
                  <a:pt x="3924233" y="1831429"/>
                  <a:pt x="4008139" y="1831429"/>
                  <a:pt x="4008139" y="1831429"/>
                </a:cubicBezTo>
                <a:cubicBezTo>
                  <a:pt x="4386691" y="1831429"/>
                  <a:pt x="4797019" y="1551870"/>
                  <a:pt x="4797019" y="1068667"/>
                </a:cubicBezTo>
                <a:cubicBezTo>
                  <a:pt x="4797019" y="1068210"/>
                  <a:pt x="4797019" y="0"/>
                  <a:pt x="4797019" y="0"/>
                </a:cubicBezTo>
                <a:lnTo>
                  <a:pt x="4704207" y="0"/>
                </a:lnTo>
                <a:close/>
                <a:moveTo>
                  <a:pt x="3915328" y="1647358"/>
                </a:moveTo>
                <a:cubicBezTo>
                  <a:pt x="4197077" y="1647358"/>
                  <a:pt x="4425515" y="1438694"/>
                  <a:pt x="4425773" y="1157021"/>
                </a:cubicBezTo>
                <a:lnTo>
                  <a:pt x="4425782" y="1157021"/>
                </a:lnTo>
                <a:lnTo>
                  <a:pt x="4425782" y="77924"/>
                </a:lnTo>
                <a:lnTo>
                  <a:pt x="4332970" y="170736"/>
                </a:lnTo>
                <a:lnTo>
                  <a:pt x="4332970" y="1067305"/>
                </a:lnTo>
                <a:cubicBezTo>
                  <a:pt x="4332970" y="1246699"/>
                  <a:pt x="4187533" y="1368933"/>
                  <a:pt x="4008130" y="1368933"/>
                </a:cubicBezTo>
                <a:cubicBezTo>
                  <a:pt x="3828736" y="1368933"/>
                  <a:pt x="3683298" y="1246699"/>
                  <a:pt x="3683298" y="1067305"/>
                </a:cubicBezTo>
                <a:lnTo>
                  <a:pt x="3683289" y="0"/>
                </a:lnTo>
                <a:lnTo>
                  <a:pt x="3590487" y="0"/>
                </a:lnTo>
                <a:lnTo>
                  <a:pt x="3590487" y="1067305"/>
                </a:lnTo>
                <a:cubicBezTo>
                  <a:pt x="3590487" y="1297962"/>
                  <a:pt x="3777472" y="1461745"/>
                  <a:pt x="4008130" y="1461745"/>
                </a:cubicBezTo>
                <a:cubicBezTo>
                  <a:pt x="4102446" y="1461745"/>
                  <a:pt x="4216937" y="1415148"/>
                  <a:pt x="4294699" y="1333129"/>
                </a:cubicBezTo>
                <a:lnTo>
                  <a:pt x="4296785" y="1335862"/>
                </a:lnTo>
                <a:cubicBezTo>
                  <a:pt x="4223881" y="1471070"/>
                  <a:pt x="4089102" y="1554556"/>
                  <a:pt x="3915328" y="1554556"/>
                </a:cubicBezTo>
                <a:cubicBezTo>
                  <a:pt x="3686090" y="1554556"/>
                  <a:pt x="3500009" y="1388593"/>
                  <a:pt x="3497742" y="1160116"/>
                </a:cubicBezTo>
                <a:lnTo>
                  <a:pt x="3497685" y="1160116"/>
                </a:lnTo>
                <a:lnTo>
                  <a:pt x="3497685" y="0"/>
                </a:lnTo>
                <a:lnTo>
                  <a:pt x="3404873" y="0"/>
                </a:lnTo>
                <a:lnTo>
                  <a:pt x="3404873" y="1160107"/>
                </a:lnTo>
                <a:lnTo>
                  <a:pt x="3404921" y="1160107"/>
                </a:lnTo>
                <a:cubicBezTo>
                  <a:pt x="3406855" y="1440218"/>
                  <a:pt x="3634616" y="1647358"/>
                  <a:pt x="3915328" y="1647358"/>
                </a:cubicBezTo>
                <a:close/>
                <a:moveTo>
                  <a:pt x="1852984" y="1206522"/>
                </a:moveTo>
                <a:lnTo>
                  <a:pt x="1618288" y="1763373"/>
                </a:lnTo>
                <a:lnTo>
                  <a:pt x="1711119" y="1763363"/>
                </a:lnTo>
                <a:lnTo>
                  <a:pt x="1711100" y="1763373"/>
                </a:lnTo>
                <a:lnTo>
                  <a:pt x="1711119" y="1763373"/>
                </a:lnTo>
                <a:lnTo>
                  <a:pt x="1828448" y="1484948"/>
                </a:lnTo>
                <a:lnTo>
                  <a:pt x="2614774" y="1484948"/>
                </a:lnTo>
                <a:lnTo>
                  <a:pt x="2732018" y="1763373"/>
                </a:lnTo>
                <a:lnTo>
                  <a:pt x="2824820" y="1763373"/>
                </a:lnTo>
                <a:lnTo>
                  <a:pt x="2668515" y="1392136"/>
                </a:lnTo>
                <a:lnTo>
                  <a:pt x="1867567" y="1392136"/>
                </a:lnTo>
                <a:lnTo>
                  <a:pt x="1906676" y="1299324"/>
                </a:lnTo>
                <a:lnTo>
                  <a:pt x="2722236" y="1299324"/>
                </a:lnTo>
                <a:lnTo>
                  <a:pt x="2917632" y="1763373"/>
                </a:lnTo>
                <a:lnTo>
                  <a:pt x="3010443" y="1763373"/>
                </a:lnTo>
                <a:lnTo>
                  <a:pt x="2775976" y="1206522"/>
                </a:lnTo>
                <a:lnTo>
                  <a:pt x="1852984" y="1206522"/>
                </a:lnTo>
                <a:close/>
                <a:moveTo>
                  <a:pt x="1989544" y="0"/>
                </a:moveTo>
                <a:lnTo>
                  <a:pt x="1307459" y="1617898"/>
                </a:lnTo>
                <a:lnTo>
                  <a:pt x="1366533" y="1698098"/>
                </a:lnTo>
                <a:lnTo>
                  <a:pt x="2082356" y="0"/>
                </a:lnTo>
                <a:lnTo>
                  <a:pt x="1989544" y="0"/>
                </a:lnTo>
                <a:close/>
                <a:moveTo>
                  <a:pt x="2360771" y="0"/>
                </a:moveTo>
                <a:lnTo>
                  <a:pt x="3075708" y="1698098"/>
                </a:lnTo>
                <a:lnTo>
                  <a:pt x="3134639" y="1617898"/>
                </a:lnTo>
                <a:lnTo>
                  <a:pt x="2453592" y="0"/>
                </a:lnTo>
                <a:lnTo>
                  <a:pt x="2360771" y="0"/>
                </a:lnTo>
                <a:close/>
                <a:moveTo>
                  <a:pt x="1799101" y="1113711"/>
                </a:moveTo>
                <a:lnTo>
                  <a:pt x="1524610" y="1763373"/>
                </a:lnTo>
                <a:lnTo>
                  <a:pt x="1431798" y="1763373"/>
                </a:lnTo>
                <a:lnTo>
                  <a:pt x="2128761" y="110195"/>
                </a:lnTo>
                <a:lnTo>
                  <a:pt x="2512219" y="1020899"/>
                </a:lnTo>
                <a:lnTo>
                  <a:pt x="2605021" y="1020899"/>
                </a:lnTo>
                <a:lnTo>
                  <a:pt x="2175158" y="0"/>
                </a:lnTo>
                <a:lnTo>
                  <a:pt x="2267969" y="0"/>
                </a:lnTo>
                <a:lnTo>
                  <a:pt x="2736895" y="1113701"/>
                </a:lnTo>
                <a:lnTo>
                  <a:pt x="1799101" y="1113701"/>
                </a:lnTo>
                <a:close/>
                <a:moveTo>
                  <a:pt x="2221802" y="551602"/>
                </a:moveTo>
                <a:lnTo>
                  <a:pt x="2024015" y="1020899"/>
                </a:lnTo>
                <a:lnTo>
                  <a:pt x="2419398" y="1020899"/>
                </a:lnTo>
                <a:lnTo>
                  <a:pt x="2221802" y="551602"/>
                </a:lnTo>
                <a:close/>
                <a:moveTo>
                  <a:pt x="1838163" y="1020899"/>
                </a:moveTo>
                <a:lnTo>
                  <a:pt x="1931213" y="1020899"/>
                </a:lnTo>
                <a:lnTo>
                  <a:pt x="2175415" y="441436"/>
                </a:lnTo>
                <a:lnTo>
                  <a:pt x="2128942" y="331070"/>
                </a:lnTo>
                <a:lnTo>
                  <a:pt x="1838163" y="1020899"/>
                </a:lnTo>
                <a:close/>
              </a:path>
            </a:pathLst>
          </a:custGeom>
          <a:solidFill>
            <a:srgbClr val="04316A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062143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  <p:sldLayoutId id="2147483747" r:id="rId12"/>
    <p:sldLayoutId id="2147483748" r:id="rId13"/>
    <p:sldLayoutId id="2147483749" r:id="rId14"/>
    <p:sldLayoutId id="2147483750" r:id="rId15"/>
    <p:sldLayoutId id="2147483751" r:id="rId16"/>
    <p:sldLayoutId id="2147483752" r:id="rId17"/>
    <p:sldLayoutId id="2147483753" r:id="rId18"/>
    <p:sldLayoutId id="2147483754" r:id="rId19"/>
    <p:sldLayoutId id="2147483755" r:id="rId2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accent3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8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4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2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0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8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6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44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325">
          <p15:clr>
            <a:srgbClr val="F26B43"/>
          </p15:clr>
        </p15:guide>
        <p15:guide id="4" pos="7355">
          <p15:clr>
            <a:srgbClr val="F26B43"/>
          </p15:clr>
        </p15:guide>
        <p15:guide id="5" orient="horz" pos="187">
          <p15:clr>
            <a:srgbClr val="F26B43"/>
          </p15:clr>
        </p15:guide>
        <p15:guide id="6" orient="horz" pos="799">
          <p15:clr>
            <a:srgbClr val="F26B43"/>
          </p15:clr>
        </p15:guide>
        <p15:guide id="7" orient="horz" pos="1026">
          <p15:clr>
            <a:srgbClr val="F26B43"/>
          </p15:clr>
        </p15:guide>
        <p15:guide id="8" orient="horz" pos="3906">
          <p15:clr>
            <a:srgbClr val="F26B43"/>
          </p15:clr>
        </p15:guide>
        <p15:guide id="9" orient="horz" pos="4178">
          <p15:clr>
            <a:srgbClr val="F26B43"/>
          </p15:clr>
        </p15:guide>
        <p15:guide id="10" pos="3908">
          <p15:clr>
            <a:srgbClr val="F26B43"/>
          </p15:clr>
        </p15:guide>
        <p15:guide id="11" pos="3772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3999BA3-562C-4E45-8F3B-A023F450B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18" y="301185"/>
            <a:ext cx="6844385" cy="33239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A1581D5-332D-4C8E-AF45-43F518A6E5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8319" y="1631156"/>
            <a:ext cx="11157744" cy="4569619"/>
          </a:xfrm>
          <a:prstGeom prst="rect">
            <a:avLst/>
          </a:prstGeom>
        </p:spPr>
        <p:txBody>
          <a:bodyPr vert="horz" lIns="0" tIns="0" rIns="360000" bIns="0" rtlCol="0" anchor="t" anchorCtr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DD440FC-859D-4521-8908-A802F3E535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17351" y="6634666"/>
            <a:ext cx="849593" cy="123111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6E89001D-5E94-174C-AF69-6CF1160AA43D}" type="datetime4">
              <a:rPr lang="de-DE" smtClean="0"/>
              <a:t>8. Oktober 2023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88C6C66-9703-4B53-BAF2-1F89587F3C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8319" y="6634666"/>
            <a:ext cx="5469732" cy="12311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C2FAB54-E254-4FCB-BB98-1E4D5A6D0B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2099" y="6634666"/>
            <a:ext cx="193964" cy="123111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639EA0DE-CCA1-4795-BE19-74C50E90E6A6}"/>
              </a:ext>
            </a:extLst>
          </p:cNvPr>
          <p:cNvSpPr/>
          <p:nvPr userDrawn="1"/>
        </p:nvSpPr>
        <p:spPr>
          <a:xfrm>
            <a:off x="518400" y="1196733"/>
            <a:ext cx="11676062" cy="72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F10272FF-60F7-4AF4-9CD6-0A04080EA9B4}"/>
              </a:ext>
            </a:extLst>
          </p:cNvPr>
          <p:cNvSpPr/>
          <p:nvPr userDrawn="1"/>
        </p:nvSpPr>
        <p:spPr>
          <a:xfrm>
            <a:off x="517200" y="6538526"/>
            <a:ext cx="11674800" cy="10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594ED806-CB19-40CC-A79A-590CC1E2001C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10" name="Gerader Verbinder 9">
              <a:extLst>
                <a:ext uri="{FF2B5EF4-FFF2-40B4-BE49-F238E27FC236}">
                  <a16:creationId xmlns:a16="http://schemas.microsoft.com/office/drawing/2014/main" id="{4AAF1C65-9B2D-4CC2-AC17-D265DC4D733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feld 10">
              <a:extLst>
                <a:ext uri="{FF2B5EF4-FFF2-40B4-BE49-F238E27FC236}">
                  <a16:creationId xmlns:a16="http://schemas.microsoft.com/office/drawing/2014/main" id="{1A82F2D7-59C8-4661-B851-DC008AA6297D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211FD6C4-2ACB-4F36-A3BA-68BAE793E096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16" name="Gerader Verbinder 15">
              <a:extLst>
                <a:ext uri="{FF2B5EF4-FFF2-40B4-BE49-F238E27FC236}">
                  <a16:creationId xmlns:a16="http://schemas.microsoft.com/office/drawing/2014/main" id="{779170BC-C4E0-4FC8-93EA-CB17C932729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feld 16">
              <a:extLst>
                <a:ext uri="{FF2B5EF4-FFF2-40B4-BE49-F238E27FC236}">
                  <a16:creationId xmlns:a16="http://schemas.microsoft.com/office/drawing/2014/main" id="{6CF57888-5707-459D-94AC-235CE0EBEDDC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503014F4-59EC-4961-A29D-259A33C423B3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19" name="Gerader Verbinder 18">
              <a:extLst>
                <a:ext uri="{FF2B5EF4-FFF2-40B4-BE49-F238E27FC236}">
                  <a16:creationId xmlns:a16="http://schemas.microsoft.com/office/drawing/2014/main" id="{BD8E14DC-3898-4BA1-91EA-46ADC917A58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feld 19">
              <a:extLst>
                <a:ext uri="{FF2B5EF4-FFF2-40B4-BE49-F238E27FC236}">
                  <a16:creationId xmlns:a16="http://schemas.microsoft.com/office/drawing/2014/main" id="{61BB5C6B-8FE1-44A4-AE66-C1DB01AE301C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B9991022-C87B-4402-BF68-CD3ED59D5D85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22" name="Gerader Verbinder 21">
              <a:extLst>
                <a:ext uri="{FF2B5EF4-FFF2-40B4-BE49-F238E27FC236}">
                  <a16:creationId xmlns:a16="http://schemas.microsoft.com/office/drawing/2014/main" id="{439873FE-8996-424A-94FE-EEEEC0A7B6C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feld 22">
              <a:extLst>
                <a:ext uri="{FF2B5EF4-FFF2-40B4-BE49-F238E27FC236}">
                  <a16:creationId xmlns:a16="http://schemas.microsoft.com/office/drawing/2014/main" id="{A04C5416-0A35-4C8C-8975-2F5057F69C48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FF9A881D-D6E0-4814-9AA3-AAF6697A620E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25" name="Gerader Verbinder 24">
              <a:extLst>
                <a:ext uri="{FF2B5EF4-FFF2-40B4-BE49-F238E27FC236}">
                  <a16:creationId xmlns:a16="http://schemas.microsoft.com/office/drawing/2014/main" id="{7ECA5DFD-01F8-49BC-9DE9-EE577F9B403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feld 25">
              <a:extLst>
                <a:ext uri="{FF2B5EF4-FFF2-40B4-BE49-F238E27FC236}">
                  <a16:creationId xmlns:a16="http://schemas.microsoft.com/office/drawing/2014/main" id="{0348451A-09A8-4D76-AA86-13CB9E640770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324DF2EB-9047-4DDA-A12A-4BAC4962F78F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28" name="Gerader Verbinder 27">
              <a:extLst>
                <a:ext uri="{FF2B5EF4-FFF2-40B4-BE49-F238E27FC236}">
                  <a16:creationId xmlns:a16="http://schemas.microsoft.com/office/drawing/2014/main" id="{690A038D-AD14-4251-A0A9-22A5F6713B0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feld 28">
              <a:extLst>
                <a:ext uri="{FF2B5EF4-FFF2-40B4-BE49-F238E27FC236}">
                  <a16:creationId xmlns:a16="http://schemas.microsoft.com/office/drawing/2014/main" id="{9E3D1027-C73A-4F88-AB8D-55680AB053E7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30" name="Gruppieren 29">
            <a:extLst>
              <a:ext uri="{FF2B5EF4-FFF2-40B4-BE49-F238E27FC236}">
                <a16:creationId xmlns:a16="http://schemas.microsoft.com/office/drawing/2014/main" id="{B6244944-3F97-4474-9D4A-3D31BFBC3DF9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31" name="Gerader Verbinder 30">
              <a:extLst>
                <a:ext uri="{FF2B5EF4-FFF2-40B4-BE49-F238E27FC236}">
                  <a16:creationId xmlns:a16="http://schemas.microsoft.com/office/drawing/2014/main" id="{97182CE3-E874-4552-B5B3-4076C990890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feld 31">
              <a:extLst>
                <a:ext uri="{FF2B5EF4-FFF2-40B4-BE49-F238E27FC236}">
                  <a16:creationId xmlns:a16="http://schemas.microsoft.com/office/drawing/2014/main" id="{DFE6B92B-AC01-4482-A6E7-400EF0E7F9ED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33" name="Gruppieren 32">
            <a:extLst>
              <a:ext uri="{FF2B5EF4-FFF2-40B4-BE49-F238E27FC236}">
                <a16:creationId xmlns:a16="http://schemas.microsoft.com/office/drawing/2014/main" id="{5EC5B3E5-86C1-4027-A74F-789345DFA684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34" name="Gerader Verbinder 33">
              <a:extLst>
                <a:ext uri="{FF2B5EF4-FFF2-40B4-BE49-F238E27FC236}">
                  <a16:creationId xmlns:a16="http://schemas.microsoft.com/office/drawing/2014/main" id="{7B62256D-25C9-4899-8A3A-7970EB4706F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feld 34">
              <a:extLst>
                <a:ext uri="{FF2B5EF4-FFF2-40B4-BE49-F238E27FC236}">
                  <a16:creationId xmlns:a16="http://schemas.microsoft.com/office/drawing/2014/main" id="{29A2699B-FFE8-4320-BD7A-68D214D9A58B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11A9EBBA-C118-4592-8B41-99FA797C19C4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37" name="Gerader Verbinder 36">
              <a:extLst>
                <a:ext uri="{FF2B5EF4-FFF2-40B4-BE49-F238E27FC236}">
                  <a16:creationId xmlns:a16="http://schemas.microsoft.com/office/drawing/2014/main" id="{45C123C4-4121-4372-95DF-DC232FC6A3E1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feld 37">
              <a:extLst>
                <a:ext uri="{FF2B5EF4-FFF2-40B4-BE49-F238E27FC236}">
                  <a16:creationId xmlns:a16="http://schemas.microsoft.com/office/drawing/2014/main" id="{10C304B0-38F3-48B3-A23F-BE3EEAF774D6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40" name="Gerader Verbinder 39">
            <a:extLst>
              <a:ext uri="{FF2B5EF4-FFF2-40B4-BE49-F238E27FC236}">
                <a16:creationId xmlns:a16="http://schemas.microsoft.com/office/drawing/2014/main" id="{EA609601-D94C-4D05-A7EF-EBA9D6ACA000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Gruppieren 40">
            <a:extLst>
              <a:ext uri="{FF2B5EF4-FFF2-40B4-BE49-F238E27FC236}">
                <a16:creationId xmlns:a16="http://schemas.microsoft.com/office/drawing/2014/main" id="{E2CEB042-C849-4BE4-A0F0-03828777E713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42" name="Gerader Verbinder 41">
              <a:extLst>
                <a:ext uri="{FF2B5EF4-FFF2-40B4-BE49-F238E27FC236}">
                  <a16:creationId xmlns:a16="http://schemas.microsoft.com/office/drawing/2014/main" id="{A58E387D-7C2C-4001-94B6-8372A7A1305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feld 42">
              <a:extLst>
                <a:ext uri="{FF2B5EF4-FFF2-40B4-BE49-F238E27FC236}">
                  <a16:creationId xmlns:a16="http://schemas.microsoft.com/office/drawing/2014/main" id="{29EC0E69-66B7-4E97-B0AC-9CFA0DDEC604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sp>
        <p:nvSpPr>
          <p:cNvPr id="44" name="Freihandform: Form 43">
            <a:extLst>
              <a:ext uri="{FF2B5EF4-FFF2-40B4-BE49-F238E27FC236}">
                <a16:creationId xmlns:a16="http://schemas.microsoft.com/office/drawing/2014/main" id="{14D59EEC-E0BA-43F5-BBC0-E623BF3D0A64}"/>
              </a:ext>
            </a:extLst>
          </p:cNvPr>
          <p:cNvSpPr>
            <a:spLocks noChangeAspect="1"/>
          </p:cNvSpPr>
          <p:nvPr userDrawn="1"/>
        </p:nvSpPr>
        <p:spPr>
          <a:xfrm>
            <a:off x="10596063" y="299346"/>
            <a:ext cx="1080000" cy="412328"/>
          </a:xfrm>
          <a:custGeom>
            <a:avLst/>
            <a:gdLst>
              <a:gd name="connsiteX0" fmla="*/ 0 w 4797018"/>
              <a:gd name="connsiteY0" fmla="*/ 170736 h 1831428"/>
              <a:gd name="connsiteX1" fmla="*/ 92812 w 4797018"/>
              <a:gd name="connsiteY1" fmla="*/ 77924 h 1831428"/>
              <a:gd name="connsiteX2" fmla="*/ 92812 w 4797018"/>
              <a:gd name="connsiteY2" fmla="*/ 1763373 h 1831428"/>
              <a:gd name="connsiteX3" fmla="*/ 0 w 4797018"/>
              <a:gd name="connsiteY3" fmla="*/ 1763373 h 1831428"/>
              <a:gd name="connsiteX4" fmla="*/ 0 w 4797018"/>
              <a:gd name="connsiteY4" fmla="*/ 170736 h 1831428"/>
              <a:gd name="connsiteX5" fmla="*/ 278425 w 4797018"/>
              <a:gd name="connsiteY5" fmla="*/ 92812 h 1831428"/>
              <a:gd name="connsiteX6" fmla="*/ 1392136 w 4797018"/>
              <a:gd name="connsiteY6" fmla="*/ 92812 h 1831428"/>
              <a:gd name="connsiteX7" fmla="*/ 1392136 w 4797018"/>
              <a:gd name="connsiteY7" fmla="*/ 0 h 1831428"/>
              <a:gd name="connsiteX8" fmla="*/ 185614 w 4797018"/>
              <a:gd name="connsiteY8" fmla="*/ 0 h 1831428"/>
              <a:gd name="connsiteX9" fmla="*/ 185614 w 4797018"/>
              <a:gd name="connsiteY9" fmla="*/ 1113701 h 1831428"/>
              <a:gd name="connsiteX10" fmla="*/ 1210723 w 4797018"/>
              <a:gd name="connsiteY10" fmla="*/ 1113701 h 1831428"/>
              <a:gd name="connsiteX11" fmla="*/ 1210723 w 4797018"/>
              <a:gd name="connsiteY11" fmla="*/ 1020899 h 1831428"/>
              <a:gd name="connsiteX12" fmla="*/ 278425 w 4797018"/>
              <a:gd name="connsiteY12" fmla="*/ 1020899 h 1831428"/>
              <a:gd name="connsiteX13" fmla="*/ 278425 w 4797018"/>
              <a:gd name="connsiteY13" fmla="*/ 92812 h 1831428"/>
              <a:gd name="connsiteX14" fmla="*/ 1350464 w 4797018"/>
              <a:gd name="connsiteY14" fmla="*/ 835285 h 1831428"/>
              <a:gd name="connsiteX15" fmla="*/ 464048 w 4797018"/>
              <a:gd name="connsiteY15" fmla="*/ 835285 h 1831428"/>
              <a:gd name="connsiteX16" fmla="*/ 464048 w 4797018"/>
              <a:gd name="connsiteY16" fmla="*/ 464048 h 1831428"/>
              <a:gd name="connsiteX17" fmla="*/ 1222124 w 4797018"/>
              <a:gd name="connsiteY17" fmla="*/ 464048 h 1831428"/>
              <a:gd name="connsiteX18" fmla="*/ 1314926 w 4797018"/>
              <a:gd name="connsiteY18" fmla="*/ 371237 h 1831428"/>
              <a:gd name="connsiteX19" fmla="*/ 464048 w 4797018"/>
              <a:gd name="connsiteY19" fmla="*/ 371237 h 1831428"/>
              <a:gd name="connsiteX20" fmla="*/ 464048 w 4797018"/>
              <a:gd name="connsiteY20" fmla="*/ 278425 h 1831428"/>
              <a:gd name="connsiteX21" fmla="*/ 1392146 w 4797018"/>
              <a:gd name="connsiteY21" fmla="*/ 278425 h 1831428"/>
              <a:gd name="connsiteX22" fmla="*/ 1392146 w 4797018"/>
              <a:gd name="connsiteY22" fmla="*/ 185614 h 1831428"/>
              <a:gd name="connsiteX23" fmla="*/ 371237 w 4797018"/>
              <a:gd name="connsiteY23" fmla="*/ 185614 h 1831428"/>
              <a:gd name="connsiteX24" fmla="*/ 371237 w 4797018"/>
              <a:gd name="connsiteY24" fmla="*/ 928087 h 1831428"/>
              <a:gd name="connsiteX25" fmla="*/ 1258872 w 4797018"/>
              <a:gd name="connsiteY25" fmla="*/ 928087 h 1831428"/>
              <a:gd name="connsiteX26" fmla="*/ 1350464 w 4797018"/>
              <a:gd name="connsiteY26" fmla="*/ 835285 h 1831428"/>
              <a:gd name="connsiteX27" fmla="*/ 185614 w 4797018"/>
              <a:gd name="connsiteY27" fmla="*/ 1763373 h 1831428"/>
              <a:gd name="connsiteX28" fmla="*/ 278425 w 4797018"/>
              <a:gd name="connsiteY28" fmla="*/ 1763373 h 1831428"/>
              <a:gd name="connsiteX29" fmla="*/ 278425 w 4797018"/>
              <a:gd name="connsiteY29" fmla="*/ 1299324 h 1831428"/>
              <a:gd name="connsiteX30" fmla="*/ 371237 w 4797018"/>
              <a:gd name="connsiteY30" fmla="*/ 1299324 h 1831428"/>
              <a:gd name="connsiteX31" fmla="*/ 371237 w 4797018"/>
              <a:gd name="connsiteY31" fmla="*/ 1685449 h 1831428"/>
              <a:gd name="connsiteX32" fmla="*/ 464039 w 4797018"/>
              <a:gd name="connsiteY32" fmla="*/ 1592647 h 1831428"/>
              <a:gd name="connsiteX33" fmla="*/ 464039 w 4797018"/>
              <a:gd name="connsiteY33" fmla="*/ 1299324 h 1831428"/>
              <a:gd name="connsiteX34" fmla="*/ 1210723 w 4797018"/>
              <a:gd name="connsiteY34" fmla="*/ 1299324 h 1831428"/>
              <a:gd name="connsiteX35" fmla="*/ 1210723 w 4797018"/>
              <a:gd name="connsiteY35" fmla="*/ 1206522 h 1831428"/>
              <a:gd name="connsiteX36" fmla="*/ 185614 w 4797018"/>
              <a:gd name="connsiteY36" fmla="*/ 1206522 h 1831428"/>
              <a:gd name="connsiteX37" fmla="*/ 185614 w 4797018"/>
              <a:gd name="connsiteY37" fmla="*/ 1763373 h 1831428"/>
              <a:gd name="connsiteX38" fmla="*/ 4704207 w 4797018"/>
              <a:gd name="connsiteY38" fmla="*/ 0 h 1831428"/>
              <a:gd name="connsiteX39" fmla="*/ 4704207 w 4797018"/>
              <a:gd name="connsiteY39" fmla="*/ 1067314 h 1831428"/>
              <a:gd name="connsiteX40" fmla="*/ 4334837 w 4797018"/>
              <a:gd name="connsiteY40" fmla="*/ 1692688 h 1831428"/>
              <a:gd name="connsiteX41" fmla="*/ 4332742 w 4797018"/>
              <a:gd name="connsiteY41" fmla="*/ 1689954 h 1831428"/>
              <a:gd name="connsiteX42" fmla="*/ 4611405 w 4797018"/>
              <a:gd name="connsiteY42" fmla="*/ 1158564 h 1831428"/>
              <a:gd name="connsiteX43" fmla="*/ 4611405 w 4797018"/>
              <a:gd name="connsiteY43" fmla="*/ 0 h 1831428"/>
              <a:gd name="connsiteX44" fmla="*/ 4518594 w 4797018"/>
              <a:gd name="connsiteY44" fmla="*/ 0 h 1831428"/>
              <a:gd name="connsiteX45" fmla="*/ 4518594 w 4797018"/>
              <a:gd name="connsiteY45" fmla="*/ 1157021 h 1831428"/>
              <a:gd name="connsiteX46" fmla="*/ 3915337 w 4797018"/>
              <a:gd name="connsiteY46" fmla="*/ 1740170 h 1831428"/>
              <a:gd name="connsiteX47" fmla="*/ 3312081 w 4797018"/>
              <a:gd name="connsiteY47" fmla="*/ 1157021 h 1831428"/>
              <a:gd name="connsiteX48" fmla="*/ 3312081 w 4797018"/>
              <a:gd name="connsiteY48" fmla="*/ 77924 h 1831428"/>
              <a:gd name="connsiteX49" fmla="*/ 3219269 w 4797018"/>
              <a:gd name="connsiteY49" fmla="*/ 170736 h 1831428"/>
              <a:gd name="connsiteX50" fmla="*/ 3219269 w 4797018"/>
              <a:gd name="connsiteY50" fmla="*/ 1158564 h 1831428"/>
              <a:gd name="connsiteX51" fmla="*/ 3915337 w 4797018"/>
              <a:gd name="connsiteY51" fmla="*/ 1831429 h 1831428"/>
              <a:gd name="connsiteX52" fmla="*/ 4008139 w 4797018"/>
              <a:gd name="connsiteY52" fmla="*/ 1831429 h 1831428"/>
              <a:gd name="connsiteX53" fmla="*/ 4797019 w 4797018"/>
              <a:gd name="connsiteY53" fmla="*/ 1068667 h 1831428"/>
              <a:gd name="connsiteX54" fmla="*/ 4797019 w 4797018"/>
              <a:gd name="connsiteY54" fmla="*/ 0 h 1831428"/>
              <a:gd name="connsiteX55" fmla="*/ 4704207 w 4797018"/>
              <a:gd name="connsiteY55" fmla="*/ 0 h 1831428"/>
              <a:gd name="connsiteX56" fmla="*/ 3915328 w 4797018"/>
              <a:gd name="connsiteY56" fmla="*/ 1647358 h 1831428"/>
              <a:gd name="connsiteX57" fmla="*/ 4425773 w 4797018"/>
              <a:gd name="connsiteY57" fmla="*/ 1157021 h 1831428"/>
              <a:gd name="connsiteX58" fmla="*/ 4425782 w 4797018"/>
              <a:gd name="connsiteY58" fmla="*/ 1157021 h 1831428"/>
              <a:gd name="connsiteX59" fmla="*/ 4425782 w 4797018"/>
              <a:gd name="connsiteY59" fmla="*/ 77924 h 1831428"/>
              <a:gd name="connsiteX60" fmla="*/ 4332970 w 4797018"/>
              <a:gd name="connsiteY60" fmla="*/ 170736 h 1831428"/>
              <a:gd name="connsiteX61" fmla="*/ 4332970 w 4797018"/>
              <a:gd name="connsiteY61" fmla="*/ 1067305 h 1831428"/>
              <a:gd name="connsiteX62" fmla="*/ 4008130 w 4797018"/>
              <a:gd name="connsiteY62" fmla="*/ 1368933 h 1831428"/>
              <a:gd name="connsiteX63" fmla="*/ 3683298 w 4797018"/>
              <a:gd name="connsiteY63" fmla="*/ 1067305 h 1831428"/>
              <a:gd name="connsiteX64" fmla="*/ 3683289 w 4797018"/>
              <a:gd name="connsiteY64" fmla="*/ 0 h 1831428"/>
              <a:gd name="connsiteX65" fmla="*/ 3590487 w 4797018"/>
              <a:gd name="connsiteY65" fmla="*/ 0 h 1831428"/>
              <a:gd name="connsiteX66" fmla="*/ 3590487 w 4797018"/>
              <a:gd name="connsiteY66" fmla="*/ 1067305 h 1831428"/>
              <a:gd name="connsiteX67" fmla="*/ 4008130 w 4797018"/>
              <a:gd name="connsiteY67" fmla="*/ 1461745 h 1831428"/>
              <a:gd name="connsiteX68" fmla="*/ 4294699 w 4797018"/>
              <a:gd name="connsiteY68" fmla="*/ 1333129 h 1831428"/>
              <a:gd name="connsiteX69" fmla="*/ 4296785 w 4797018"/>
              <a:gd name="connsiteY69" fmla="*/ 1335862 h 1831428"/>
              <a:gd name="connsiteX70" fmla="*/ 3915328 w 4797018"/>
              <a:gd name="connsiteY70" fmla="*/ 1554556 h 1831428"/>
              <a:gd name="connsiteX71" fmla="*/ 3497742 w 4797018"/>
              <a:gd name="connsiteY71" fmla="*/ 1160116 h 1831428"/>
              <a:gd name="connsiteX72" fmla="*/ 3497685 w 4797018"/>
              <a:gd name="connsiteY72" fmla="*/ 1160116 h 1831428"/>
              <a:gd name="connsiteX73" fmla="*/ 3497685 w 4797018"/>
              <a:gd name="connsiteY73" fmla="*/ 0 h 1831428"/>
              <a:gd name="connsiteX74" fmla="*/ 3404873 w 4797018"/>
              <a:gd name="connsiteY74" fmla="*/ 0 h 1831428"/>
              <a:gd name="connsiteX75" fmla="*/ 3404873 w 4797018"/>
              <a:gd name="connsiteY75" fmla="*/ 1160107 h 1831428"/>
              <a:gd name="connsiteX76" fmla="*/ 3404921 w 4797018"/>
              <a:gd name="connsiteY76" fmla="*/ 1160107 h 1831428"/>
              <a:gd name="connsiteX77" fmla="*/ 3915328 w 4797018"/>
              <a:gd name="connsiteY77" fmla="*/ 1647358 h 1831428"/>
              <a:gd name="connsiteX78" fmla="*/ 1852984 w 4797018"/>
              <a:gd name="connsiteY78" fmla="*/ 1206522 h 1831428"/>
              <a:gd name="connsiteX79" fmla="*/ 1618288 w 4797018"/>
              <a:gd name="connsiteY79" fmla="*/ 1763373 h 1831428"/>
              <a:gd name="connsiteX80" fmla="*/ 1711119 w 4797018"/>
              <a:gd name="connsiteY80" fmla="*/ 1763363 h 1831428"/>
              <a:gd name="connsiteX81" fmla="*/ 1711100 w 4797018"/>
              <a:gd name="connsiteY81" fmla="*/ 1763373 h 1831428"/>
              <a:gd name="connsiteX82" fmla="*/ 1711119 w 4797018"/>
              <a:gd name="connsiteY82" fmla="*/ 1763373 h 1831428"/>
              <a:gd name="connsiteX83" fmla="*/ 1828448 w 4797018"/>
              <a:gd name="connsiteY83" fmla="*/ 1484948 h 1831428"/>
              <a:gd name="connsiteX84" fmla="*/ 2614774 w 4797018"/>
              <a:gd name="connsiteY84" fmla="*/ 1484948 h 1831428"/>
              <a:gd name="connsiteX85" fmla="*/ 2732018 w 4797018"/>
              <a:gd name="connsiteY85" fmla="*/ 1763373 h 1831428"/>
              <a:gd name="connsiteX86" fmla="*/ 2824820 w 4797018"/>
              <a:gd name="connsiteY86" fmla="*/ 1763373 h 1831428"/>
              <a:gd name="connsiteX87" fmla="*/ 2668515 w 4797018"/>
              <a:gd name="connsiteY87" fmla="*/ 1392136 h 1831428"/>
              <a:gd name="connsiteX88" fmla="*/ 1867567 w 4797018"/>
              <a:gd name="connsiteY88" fmla="*/ 1392136 h 1831428"/>
              <a:gd name="connsiteX89" fmla="*/ 1906676 w 4797018"/>
              <a:gd name="connsiteY89" fmla="*/ 1299324 h 1831428"/>
              <a:gd name="connsiteX90" fmla="*/ 2722236 w 4797018"/>
              <a:gd name="connsiteY90" fmla="*/ 1299324 h 1831428"/>
              <a:gd name="connsiteX91" fmla="*/ 2917632 w 4797018"/>
              <a:gd name="connsiteY91" fmla="*/ 1763373 h 1831428"/>
              <a:gd name="connsiteX92" fmla="*/ 3010443 w 4797018"/>
              <a:gd name="connsiteY92" fmla="*/ 1763373 h 1831428"/>
              <a:gd name="connsiteX93" fmla="*/ 2775976 w 4797018"/>
              <a:gd name="connsiteY93" fmla="*/ 1206522 h 1831428"/>
              <a:gd name="connsiteX94" fmla="*/ 1852984 w 4797018"/>
              <a:gd name="connsiteY94" fmla="*/ 1206522 h 1831428"/>
              <a:gd name="connsiteX95" fmla="*/ 1989544 w 4797018"/>
              <a:gd name="connsiteY95" fmla="*/ 0 h 1831428"/>
              <a:gd name="connsiteX96" fmla="*/ 1307459 w 4797018"/>
              <a:gd name="connsiteY96" fmla="*/ 1617898 h 1831428"/>
              <a:gd name="connsiteX97" fmla="*/ 1366533 w 4797018"/>
              <a:gd name="connsiteY97" fmla="*/ 1698098 h 1831428"/>
              <a:gd name="connsiteX98" fmla="*/ 2082356 w 4797018"/>
              <a:gd name="connsiteY98" fmla="*/ 0 h 1831428"/>
              <a:gd name="connsiteX99" fmla="*/ 1989544 w 4797018"/>
              <a:gd name="connsiteY99" fmla="*/ 0 h 1831428"/>
              <a:gd name="connsiteX100" fmla="*/ 2360771 w 4797018"/>
              <a:gd name="connsiteY100" fmla="*/ 0 h 1831428"/>
              <a:gd name="connsiteX101" fmla="*/ 3075708 w 4797018"/>
              <a:gd name="connsiteY101" fmla="*/ 1698098 h 1831428"/>
              <a:gd name="connsiteX102" fmla="*/ 3134639 w 4797018"/>
              <a:gd name="connsiteY102" fmla="*/ 1617898 h 1831428"/>
              <a:gd name="connsiteX103" fmla="*/ 2453592 w 4797018"/>
              <a:gd name="connsiteY103" fmla="*/ 0 h 1831428"/>
              <a:gd name="connsiteX104" fmla="*/ 2360771 w 4797018"/>
              <a:gd name="connsiteY104" fmla="*/ 0 h 1831428"/>
              <a:gd name="connsiteX105" fmla="*/ 1799101 w 4797018"/>
              <a:gd name="connsiteY105" fmla="*/ 1113711 h 1831428"/>
              <a:gd name="connsiteX106" fmla="*/ 1524610 w 4797018"/>
              <a:gd name="connsiteY106" fmla="*/ 1763373 h 1831428"/>
              <a:gd name="connsiteX107" fmla="*/ 1431798 w 4797018"/>
              <a:gd name="connsiteY107" fmla="*/ 1763373 h 1831428"/>
              <a:gd name="connsiteX108" fmla="*/ 2128761 w 4797018"/>
              <a:gd name="connsiteY108" fmla="*/ 110195 h 1831428"/>
              <a:gd name="connsiteX109" fmla="*/ 2512219 w 4797018"/>
              <a:gd name="connsiteY109" fmla="*/ 1020899 h 1831428"/>
              <a:gd name="connsiteX110" fmla="*/ 2605021 w 4797018"/>
              <a:gd name="connsiteY110" fmla="*/ 1020899 h 1831428"/>
              <a:gd name="connsiteX111" fmla="*/ 2175158 w 4797018"/>
              <a:gd name="connsiteY111" fmla="*/ 0 h 1831428"/>
              <a:gd name="connsiteX112" fmla="*/ 2267969 w 4797018"/>
              <a:gd name="connsiteY112" fmla="*/ 0 h 1831428"/>
              <a:gd name="connsiteX113" fmla="*/ 2736895 w 4797018"/>
              <a:gd name="connsiteY113" fmla="*/ 1113701 h 1831428"/>
              <a:gd name="connsiteX114" fmla="*/ 1799101 w 4797018"/>
              <a:gd name="connsiteY114" fmla="*/ 1113701 h 1831428"/>
              <a:gd name="connsiteX115" fmla="*/ 2221802 w 4797018"/>
              <a:gd name="connsiteY115" fmla="*/ 551602 h 1831428"/>
              <a:gd name="connsiteX116" fmla="*/ 2024015 w 4797018"/>
              <a:gd name="connsiteY116" fmla="*/ 1020899 h 1831428"/>
              <a:gd name="connsiteX117" fmla="*/ 2419398 w 4797018"/>
              <a:gd name="connsiteY117" fmla="*/ 1020899 h 1831428"/>
              <a:gd name="connsiteX118" fmla="*/ 2221802 w 4797018"/>
              <a:gd name="connsiteY118" fmla="*/ 551602 h 1831428"/>
              <a:gd name="connsiteX119" fmla="*/ 1838163 w 4797018"/>
              <a:gd name="connsiteY119" fmla="*/ 1020899 h 1831428"/>
              <a:gd name="connsiteX120" fmla="*/ 1931213 w 4797018"/>
              <a:gd name="connsiteY120" fmla="*/ 1020899 h 1831428"/>
              <a:gd name="connsiteX121" fmla="*/ 2175415 w 4797018"/>
              <a:gd name="connsiteY121" fmla="*/ 441436 h 1831428"/>
              <a:gd name="connsiteX122" fmla="*/ 2128942 w 4797018"/>
              <a:gd name="connsiteY122" fmla="*/ 331070 h 1831428"/>
              <a:gd name="connsiteX123" fmla="*/ 1838163 w 4797018"/>
              <a:gd name="connsiteY123" fmla="*/ 1020899 h 1831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4797018" h="1831428">
                <a:moveTo>
                  <a:pt x="0" y="170736"/>
                </a:moveTo>
                <a:lnTo>
                  <a:pt x="92812" y="77924"/>
                </a:lnTo>
                <a:lnTo>
                  <a:pt x="92812" y="1763373"/>
                </a:lnTo>
                <a:lnTo>
                  <a:pt x="0" y="1763373"/>
                </a:lnTo>
                <a:lnTo>
                  <a:pt x="0" y="170736"/>
                </a:lnTo>
                <a:close/>
                <a:moveTo>
                  <a:pt x="278425" y="92812"/>
                </a:moveTo>
                <a:lnTo>
                  <a:pt x="1392136" y="92812"/>
                </a:lnTo>
                <a:lnTo>
                  <a:pt x="1392136" y="0"/>
                </a:lnTo>
                <a:lnTo>
                  <a:pt x="185614" y="0"/>
                </a:lnTo>
                <a:lnTo>
                  <a:pt x="185614" y="1113701"/>
                </a:lnTo>
                <a:lnTo>
                  <a:pt x="1210723" y="1113701"/>
                </a:lnTo>
                <a:lnTo>
                  <a:pt x="1210723" y="1020899"/>
                </a:lnTo>
                <a:lnTo>
                  <a:pt x="278425" y="1020899"/>
                </a:lnTo>
                <a:lnTo>
                  <a:pt x="278425" y="92812"/>
                </a:lnTo>
                <a:close/>
                <a:moveTo>
                  <a:pt x="1350464" y="835285"/>
                </a:moveTo>
                <a:lnTo>
                  <a:pt x="464048" y="835285"/>
                </a:lnTo>
                <a:lnTo>
                  <a:pt x="464048" y="464048"/>
                </a:lnTo>
                <a:lnTo>
                  <a:pt x="1222124" y="464048"/>
                </a:lnTo>
                <a:lnTo>
                  <a:pt x="1314926" y="371237"/>
                </a:lnTo>
                <a:lnTo>
                  <a:pt x="464048" y="371237"/>
                </a:lnTo>
                <a:lnTo>
                  <a:pt x="464048" y="278425"/>
                </a:lnTo>
                <a:lnTo>
                  <a:pt x="1392146" y="278425"/>
                </a:lnTo>
                <a:lnTo>
                  <a:pt x="1392146" y="185614"/>
                </a:lnTo>
                <a:lnTo>
                  <a:pt x="371237" y="185614"/>
                </a:lnTo>
                <a:lnTo>
                  <a:pt x="371237" y="928087"/>
                </a:lnTo>
                <a:lnTo>
                  <a:pt x="1258872" y="928087"/>
                </a:lnTo>
                <a:lnTo>
                  <a:pt x="1350464" y="835285"/>
                </a:lnTo>
                <a:close/>
                <a:moveTo>
                  <a:pt x="185614" y="1763373"/>
                </a:moveTo>
                <a:lnTo>
                  <a:pt x="278425" y="1763373"/>
                </a:lnTo>
                <a:lnTo>
                  <a:pt x="278425" y="1299324"/>
                </a:lnTo>
                <a:lnTo>
                  <a:pt x="371237" y="1299324"/>
                </a:lnTo>
                <a:lnTo>
                  <a:pt x="371237" y="1685449"/>
                </a:lnTo>
                <a:lnTo>
                  <a:pt x="464039" y="1592647"/>
                </a:lnTo>
                <a:lnTo>
                  <a:pt x="464039" y="1299324"/>
                </a:lnTo>
                <a:lnTo>
                  <a:pt x="1210723" y="1299324"/>
                </a:lnTo>
                <a:lnTo>
                  <a:pt x="1210723" y="1206522"/>
                </a:lnTo>
                <a:lnTo>
                  <a:pt x="185614" y="1206522"/>
                </a:lnTo>
                <a:lnTo>
                  <a:pt x="185614" y="1763373"/>
                </a:lnTo>
                <a:close/>
                <a:moveTo>
                  <a:pt x="4704207" y="0"/>
                </a:moveTo>
                <a:lnTo>
                  <a:pt x="4704207" y="1067314"/>
                </a:lnTo>
                <a:cubicBezTo>
                  <a:pt x="4704207" y="1315669"/>
                  <a:pt x="4593393" y="1529039"/>
                  <a:pt x="4334837" y="1692688"/>
                </a:cubicBezTo>
                <a:lnTo>
                  <a:pt x="4332742" y="1689954"/>
                </a:lnTo>
                <a:cubicBezTo>
                  <a:pt x="4502639" y="1555213"/>
                  <a:pt x="4611405" y="1382144"/>
                  <a:pt x="4611405" y="1158564"/>
                </a:cubicBezTo>
                <a:lnTo>
                  <a:pt x="4611405" y="0"/>
                </a:lnTo>
                <a:lnTo>
                  <a:pt x="4518594" y="0"/>
                </a:lnTo>
                <a:lnTo>
                  <a:pt x="4518594" y="1157021"/>
                </a:lnTo>
                <a:cubicBezTo>
                  <a:pt x="4518594" y="1490196"/>
                  <a:pt x="4248512" y="1740170"/>
                  <a:pt x="3915337" y="1740170"/>
                </a:cubicBezTo>
                <a:cubicBezTo>
                  <a:pt x="3582162" y="1740170"/>
                  <a:pt x="3312081" y="1490186"/>
                  <a:pt x="3312081" y="1157021"/>
                </a:cubicBezTo>
                <a:lnTo>
                  <a:pt x="3312081" y="77924"/>
                </a:lnTo>
                <a:lnTo>
                  <a:pt x="3219269" y="170736"/>
                </a:lnTo>
                <a:lnTo>
                  <a:pt x="3219269" y="1158564"/>
                </a:lnTo>
                <a:cubicBezTo>
                  <a:pt x="3219269" y="1542993"/>
                  <a:pt x="3530908" y="1831429"/>
                  <a:pt x="3915337" y="1831429"/>
                </a:cubicBezTo>
                <a:cubicBezTo>
                  <a:pt x="3924233" y="1831429"/>
                  <a:pt x="4008139" y="1831429"/>
                  <a:pt x="4008139" y="1831429"/>
                </a:cubicBezTo>
                <a:cubicBezTo>
                  <a:pt x="4386691" y="1831429"/>
                  <a:pt x="4797019" y="1551870"/>
                  <a:pt x="4797019" y="1068667"/>
                </a:cubicBezTo>
                <a:cubicBezTo>
                  <a:pt x="4797019" y="1068210"/>
                  <a:pt x="4797019" y="0"/>
                  <a:pt x="4797019" y="0"/>
                </a:cubicBezTo>
                <a:lnTo>
                  <a:pt x="4704207" y="0"/>
                </a:lnTo>
                <a:close/>
                <a:moveTo>
                  <a:pt x="3915328" y="1647358"/>
                </a:moveTo>
                <a:cubicBezTo>
                  <a:pt x="4197077" y="1647358"/>
                  <a:pt x="4425515" y="1438694"/>
                  <a:pt x="4425773" y="1157021"/>
                </a:cubicBezTo>
                <a:lnTo>
                  <a:pt x="4425782" y="1157021"/>
                </a:lnTo>
                <a:lnTo>
                  <a:pt x="4425782" y="77924"/>
                </a:lnTo>
                <a:lnTo>
                  <a:pt x="4332970" y="170736"/>
                </a:lnTo>
                <a:lnTo>
                  <a:pt x="4332970" y="1067305"/>
                </a:lnTo>
                <a:cubicBezTo>
                  <a:pt x="4332970" y="1246699"/>
                  <a:pt x="4187533" y="1368933"/>
                  <a:pt x="4008130" y="1368933"/>
                </a:cubicBezTo>
                <a:cubicBezTo>
                  <a:pt x="3828736" y="1368933"/>
                  <a:pt x="3683298" y="1246699"/>
                  <a:pt x="3683298" y="1067305"/>
                </a:cubicBezTo>
                <a:lnTo>
                  <a:pt x="3683289" y="0"/>
                </a:lnTo>
                <a:lnTo>
                  <a:pt x="3590487" y="0"/>
                </a:lnTo>
                <a:lnTo>
                  <a:pt x="3590487" y="1067305"/>
                </a:lnTo>
                <a:cubicBezTo>
                  <a:pt x="3590487" y="1297962"/>
                  <a:pt x="3777472" y="1461745"/>
                  <a:pt x="4008130" y="1461745"/>
                </a:cubicBezTo>
                <a:cubicBezTo>
                  <a:pt x="4102446" y="1461745"/>
                  <a:pt x="4216937" y="1415148"/>
                  <a:pt x="4294699" y="1333129"/>
                </a:cubicBezTo>
                <a:lnTo>
                  <a:pt x="4296785" y="1335862"/>
                </a:lnTo>
                <a:cubicBezTo>
                  <a:pt x="4223881" y="1471070"/>
                  <a:pt x="4089102" y="1554556"/>
                  <a:pt x="3915328" y="1554556"/>
                </a:cubicBezTo>
                <a:cubicBezTo>
                  <a:pt x="3686090" y="1554556"/>
                  <a:pt x="3500009" y="1388593"/>
                  <a:pt x="3497742" y="1160116"/>
                </a:cubicBezTo>
                <a:lnTo>
                  <a:pt x="3497685" y="1160116"/>
                </a:lnTo>
                <a:lnTo>
                  <a:pt x="3497685" y="0"/>
                </a:lnTo>
                <a:lnTo>
                  <a:pt x="3404873" y="0"/>
                </a:lnTo>
                <a:lnTo>
                  <a:pt x="3404873" y="1160107"/>
                </a:lnTo>
                <a:lnTo>
                  <a:pt x="3404921" y="1160107"/>
                </a:lnTo>
                <a:cubicBezTo>
                  <a:pt x="3406855" y="1440218"/>
                  <a:pt x="3634616" y="1647358"/>
                  <a:pt x="3915328" y="1647358"/>
                </a:cubicBezTo>
                <a:close/>
                <a:moveTo>
                  <a:pt x="1852984" y="1206522"/>
                </a:moveTo>
                <a:lnTo>
                  <a:pt x="1618288" y="1763373"/>
                </a:lnTo>
                <a:lnTo>
                  <a:pt x="1711119" y="1763363"/>
                </a:lnTo>
                <a:lnTo>
                  <a:pt x="1711100" y="1763373"/>
                </a:lnTo>
                <a:lnTo>
                  <a:pt x="1711119" y="1763373"/>
                </a:lnTo>
                <a:lnTo>
                  <a:pt x="1828448" y="1484948"/>
                </a:lnTo>
                <a:lnTo>
                  <a:pt x="2614774" y="1484948"/>
                </a:lnTo>
                <a:lnTo>
                  <a:pt x="2732018" y="1763373"/>
                </a:lnTo>
                <a:lnTo>
                  <a:pt x="2824820" y="1763373"/>
                </a:lnTo>
                <a:lnTo>
                  <a:pt x="2668515" y="1392136"/>
                </a:lnTo>
                <a:lnTo>
                  <a:pt x="1867567" y="1392136"/>
                </a:lnTo>
                <a:lnTo>
                  <a:pt x="1906676" y="1299324"/>
                </a:lnTo>
                <a:lnTo>
                  <a:pt x="2722236" y="1299324"/>
                </a:lnTo>
                <a:lnTo>
                  <a:pt x="2917632" y="1763373"/>
                </a:lnTo>
                <a:lnTo>
                  <a:pt x="3010443" y="1763373"/>
                </a:lnTo>
                <a:lnTo>
                  <a:pt x="2775976" y="1206522"/>
                </a:lnTo>
                <a:lnTo>
                  <a:pt x="1852984" y="1206522"/>
                </a:lnTo>
                <a:close/>
                <a:moveTo>
                  <a:pt x="1989544" y="0"/>
                </a:moveTo>
                <a:lnTo>
                  <a:pt x="1307459" y="1617898"/>
                </a:lnTo>
                <a:lnTo>
                  <a:pt x="1366533" y="1698098"/>
                </a:lnTo>
                <a:lnTo>
                  <a:pt x="2082356" y="0"/>
                </a:lnTo>
                <a:lnTo>
                  <a:pt x="1989544" y="0"/>
                </a:lnTo>
                <a:close/>
                <a:moveTo>
                  <a:pt x="2360771" y="0"/>
                </a:moveTo>
                <a:lnTo>
                  <a:pt x="3075708" y="1698098"/>
                </a:lnTo>
                <a:lnTo>
                  <a:pt x="3134639" y="1617898"/>
                </a:lnTo>
                <a:lnTo>
                  <a:pt x="2453592" y="0"/>
                </a:lnTo>
                <a:lnTo>
                  <a:pt x="2360771" y="0"/>
                </a:lnTo>
                <a:close/>
                <a:moveTo>
                  <a:pt x="1799101" y="1113711"/>
                </a:moveTo>
                <a:lnTo>
                  <a:pt x="1524610" y="1763373"/>
                </a:lnTo>
                <a:lnTo>
                  <a:pt x="1431798" y="1763373"/>
                </a:lnTo>
                <a:lnTo>
                  <a:pt x="2128761" y="110195"/>
                </a:lnTo>
                <a:lnTo>
                  <a:pt x="2512219" y="1020899"/>
                </a:lnTo>
                <a:lnTo>
                  <a:pt x="2605021" y="1020899"/>
                </a:lnTo>
                <a:lnTo>
                  <a:pt x="2175158" y="0"/>
                </a:lnTo>
                <a:lnTo>
                  <a:pt x="2267969" y="0"/>
                </a:lnTo>
                <a:lnTo>
                  <a:pt x="2736895" y="1113701"/>
                </a:lnTo>
                <a:lnTo>
                  <a:pt x="1799101" y="1113701"/>
                </a:lnTo>
                <a:close/>
                <a:moveTo>
                  <a:pt x="2221802" y="551602"/>
                </a:moveTo>
                <a:lnTo>
                  <a:pt x="2024015" y="1020899"/>
                </a:lnTo>
                <a:lnTo>
                  <a:pt x="2419398" y="1020899"/>
                </a:lnTo>
                <a:lnTo>
                  <a:pt x="2221802" y="551602"/>
                </a:lnTo>
                <a:close/>
                <a:moveTo>
                  <a:pt x="1838163" y="1020899"/>
                </a:moveTo>
                <a:lnTo>
                  <a:pt x="1931213" y="1020899"/>
                </a:lnTo>
                <a:lnTo>
                  <a:pt x="2175415" y="441436"/>
                </a:lnTo>
                <a:lnTo>
                  <a:pt x="2128942" y="331070"/>
                </a:lnTo>
                <a:lnTo>
                  <a:pt x="1838163" y="1020899"/>
                </a:lnTo>
                <a:close/>
              </a:path>
            </a:pathLst>
          </a:custGeom>
          <a:solidFill>
            <a:srgbClr val="04316A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659824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  <p:sldLayoutId id="2147483768" r:id="rId12"/>
    <p:sldLayoutId id="2147483769" r:id="rId13"/>
    <p:sldLayoutId id="2147483770" r:id="rId14"/>
    <p:sldLayoutId id="2147483771" r:id="rId15"/>
    <p:sldLayoutId id="2147483772" r:id="rId16"/>
    <p:sldLayoutId id="2147483773" r:id="rId17"/>
    <p:sldLayoutId id="2147483774" r:id="rId18"/>
    <p:sldLayoutId id="2147483775" r:id="rId19"/>
    <p:sldLayoutId id="2147483776" r:id="rId2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accent3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8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4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2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0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8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6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44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325">
          <p15:clr>
            <a:srgbClr val="F26B43"/>
          </p15:clr>
        </p15:guide>
        <p15:guide id="4" pos="7355">
          <p15:clr>
            <a:srgbClr val="F26B43"/>
          </p15:clr>
        </p15:guide>
        <p15:guide id="5" orient="horz" pos="187">
          <p15:clr>
            <a:srgbClr val="F26B43"/>
          </p15:clr>
        </p15:guide>
        <p15:guide id="6" orient="horz" pos="799">
          <p15:clr>
            <a:srgbClr val="F26B43"/>
          </p15:clr>
        </p15:guide>
        <p15:guide id="7" orient="horz" pos="1026">
          <p15:clr>
            <a:srgbClr val="F26B43"/>
          </p15:clr>
        </p15:guide>
        <p15:guide id="8" orient="horz" pos="3906">
          <p15:clr>
            <a:srgbClr val="F26B43"/>
          </p15:clr>
        </p15:guide>
        <p15:guide id="9" orient="horz" pos="4178">
          <p15:clr>
            <a:srgbClr val="F26B43"/>
          </p15:clr>
        </p15:guide>
        <p15:guide id="10" pos="3908">
          <p15:clr>
            <a:srgbClr val="F26B43"/>
          </p15:clr>
        </p15:guide>
        <p15:guide id="11" pos="377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8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9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9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8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8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8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8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8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8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85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Bildplatzhalter 13" descr="Ein Bild, das Text, Geschirr enthält.&#10;&#10;Automatisch generierte Beschreibung">
            <a:extLst>
              <a:ext uri="{FF2B5EF4-FFF2-40B4-BE49-F238E27FC236}">
                <a16:creationId xmlns:a16="http://schemas.microsoft.com/office/drawing/2014/main" id="{02E97C76-A4DB-4E4D-BDE5-C46A0BB87CF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875" b="11875"/>
          <a:stretch>
            <a:fillRect/>
          </a:stretch>
        </p:blipFill>
        <p:spPr>
          <a:xfrm>
            <a:off x="0" y="1753681"/>
            <a:ext cx="12192000" cy="5229226"/>
          </a:xfr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AFE21F9E-BD7F-9E4E-B4E9-A439D7D0701D}"/>
              </a:ext>
            </a:extLst>
          </p:cNvPr>
          <p:cNvSpPr txBox="1"/>
          <p:nvPr/>
        </p:nvSpPr>
        <p:spPr>
          <a:xfrm>
            <a:off x="489167" y="5497323"/>
            <a:ext cx="571015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b="1" dirty="0"/>
              <a:t>Lehrstuhl Elektrische Smart City Systeme</a:t>
            </a:r>
          </a:p>
          <a:p>
            <a:r>
              <a:rPr lang="de-DE" sz="1400" dirty="0" err="1"/>
              <a:t>Nuremberg</a:t>
            </a:r>
            <a:r>
              <a:rPr lang="de-DE" sz="1400" dirty="0"/>
              <a:t> Campus </a:t>
            </a:r>
            <a:r>
              <a:rPr lang="de-DE" sz="1400" dirty="0" err="1"/>
              <a:t>of</a:t>
            </a:r>
            <a:r>
              <a:rPr lang="de-DE" sz="1400" dirty="0"/>
              <a:t> Technology (NCT)</a:t>
            </a:r>
          </a:p>
          <a:p>
            <a:endParaRPr lang="de-DE" sz="1400" b="1" dirty="0"/>
          </a:p>
          <a:p>
            <a:r>
              <a:rPr lang="de-DE" sz="1400" dirty="0"/>
              <a:t>Prof. Dr.-Ing. </a:t>
            </a:r>
            <a:r>
              <a:rPr lang="de-DE" sz="1400" b="1" dirty="0"/>
              <a:t>Norman Franchi</a:t>
            </a:r>
          </a:p>
        </p:txBody>
      </p:sp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0FE3EF9C-5A29-7042-B0B3-B4ECB36179A6}"/>
              </a:ext>
            </a:extLst>
          </p:cNvPr>
          <p:cNvGrpSpPr/>
          <p:nvPr/>
        </p:nvGrpSpPr>
        <p:grpSpPr>
          <a:xfrm>
            <a:off x="9642270" y="5662678"/>
            <a:ext cx="2341086" cy="874857"/>
            <a:chOff x="4284919" y="3959163"/>
            <a:chExt cx="2341086" cy="874857"/>
          </a:xfrm>
        </p:grpSpPr>
        <p:pic>
          <p:nvPicPr>
            <p:cNvPr id="7" name="Grafik 6">
              <a:extLst>
                <a:ext uri="{FF2B5EF4-FFF2-40B4-BE49-F238E27FC236}">
                  <a16:creationId xmlns:a16="http://schemas.microsoft.com/office/drawing/2014/main" id="{8BF05818-C2E5-F941-9F69-54BB59A40AC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516158" y="3959163"/>
              <a:ext cx="2109847" cy="615793"/>
            </a:xfrm>
            <a:prstGeom prst="rect">
              <a:avLst/>
            </a:prstGeom>
          </p:spPr>
        </p:pic>
        <p:sp>
          <p:nvSpPr>
            <p:cNvPr id="8" name="Textfeld 7">
              <a:extLst>
                <a:ext uri="{FF2B5EF4-FFF2-40B4-BE49-F238E27FC236}">
                  <a16:creationId xmlns:a16="http://schemas.microsoft.com/office/drawing/2014/main" id="{B881766C-D97F-6642-AA43-79B57BDC4E57}"/>
                </a:ext>
              </a:extLst>
            </p:cNvPr>
            <p:cNvSpPr txBox="1"/>
            <p:nvPr/>
          </p:nvSpPr>
          <p:spPr>
            <a:xfrm>
              <a:off x="4284919" y="4603188"/>
              <a:ext cx="1742785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de-DE" sz="900" b="1" dirty="0">
                  <a:latin typeface="Arial" panose="020B0604020202020204" pitchFamily="34" charset="0"/>
                  <a:cs typeface="Arial" panose="020B0604020202020204" pitchFamily="34" charset="0"/>
                </a:rPr>
                <a:t>Engineering </a:t>
              </a:r>
              <a:r>
                <a:rPr lang="de-DE" sz="9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for</a:t>
              </a:r>
              <a:r>
                <a:rPr lang="de-DE" sz="900" b="1" dirty="0">
                  <a:latin typeface="Arial" panose="020B0604020202020204" pitchFamily="34" charset="0"/>
                  <a:cs typeface="Arial" panose="020B0604020202020204" pitchFamily="34" charset="0"/>
                </a:rPr>
                <a:t> Smart Cities</a:t>
              </a:r>
            </a:p>
          </p:txBody>
        </p:sp>
      </p:grpSp>
      <p:sp>
        <p:nvSpPr>
          <p:cNvPr id="11" name="Title 10">
            <a:extLst>
              <a:ext uri="{FF2B5EF4-FFF2-40B4-BE49-F238E27FC236}">
                <a16:creationId xmlns:a16="http://schemas.microsoft.com/office/drawing/2014/main" id="{BCAF8A78-E2C8-91B6-8559-F05D00051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063" y="1628775"/>
            <a:ext cx="10953576" cy="1320361"/>
          </a:xfrm>
        </p:spPr>
        <p:txBody>
          <a:bodyPr/>
          <a:lstStyle/>
          <a:p>
            <a:pPr algn="ctr"/>
            <a:r>
              <a:rPr lang="en-GB" sz="4000" i="0" dirty="0">
                <a:effectLst/>
                <a:latin typeface="Calibri" panose="020F0502020204030204" pitchFamily="34" charset="0"/>
              </a:rPr>
              <a:t>Master Thesis</a:t>
            </a:r>
            <a:r>
              <a:rPr lang="en-GB" sz="4000" b="0" i="0" dirty="0">
                <a:effectLst/>
                <a:latin typeface="Calibri" panose="020F0502020204030204" pitchFamily="34" charset="0"/>
              </a:rPr>
              <a:t>: </a:t>
            </a: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RSS-based localization </a:t>
            </a:r>
            <a:b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using distributed spectrum sensing for 5G networks</a:t>
            </a:r>
            <a:endParaRPr lang="en-DE" sz="4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1A2DBB4-36C6-4F13-2416-F53B6D2D53F0}"/>
              </a:ext>
            </a:extLst>
          </p:cNvPr>
          <p:cNvSpPr txBox="1"/>
          <p:nvPr/>
        </p:nvSpPr>
        <p:spPr>
          <a:xfrm>
            <a:off x="8426056" y="4047302"/>
            <a:ext cx="1380186" cy="6745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DE" sz="1600" b="0" i="0" u="sng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Begin</a:t>
            </a:r>
            <a:r>
              <a:rPr kumimoji="0" lang="en-DE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: 1.0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4</a:t>
            </a:r>
            <a:r>
              <a:rPr kumimoji="0" lang="en-DE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. 23</a:t>
            </a:r>
          </a:p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en-DE" sz="1600" u="sng" dirty="0">
                <a:latin typeface="Arial"/>
              </a:rPr>
              <a:t>End</a:t>
            </a:r>
            <a:r>
              <a:rPr lang="en-DE" sz="1600" dirty="0">
                <a:latin typeface="Arial"/>
              </a:rPr>
              <a:t>: </a:t>
            </a:r>
            <a:r>
              <a:rPr lang="en-US" sz="1600" dirty="0">
                <a:latin typeface="Arial"/>
              </a:rPr>
              <a:t>2</a:t>
            </a:r>
            <a:r>
              <a:rPr lang="en-DE" sz="1600" dirty="0">
                <a:latin typeface="Arial"/>
              </a:rPr>
              <a:t>.</a:t>
            </a:r>
            <a:r>
              <a:rPr lang="en-US" sz="1600" dirty="0">
                <a:latin typeface="Arial"/>
              </a:rPr>
              <a:t>10</a:t>
            </a:r>
            <a:r>
              <a:rPr lang="en-DE" sz="1600" dirty="0">
                <a:latin typeface="Arial"/>
              </a:rPr>
              <a:t>.23</a:t>
            </a:r>
            <a:endParaRPr kumimoji="0" lang="en-DE" sz="16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EC98115-ADF9-35A8-5B18-F9FCB92F5293}"/>
              </a:ext>
            </a:extLst>
          </p:cNvPr>
          <p:cNvSpPr txBox="1"/>
          <p:nvPr/>
        </p:nvSpPr>
        <p:spPr>
          <a:xfrm>
            <a:off x="5600601" y="3797490"/>
            <a:ext cx="1197444" cy="24981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DE" sz="1600" b="0" i="0" u="sng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Supervisors</a:t>
            </a:r>
            <a:r>
              <a:rPr kumimoji="0" lang="en-DE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: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D0FC611-B338-AF22-36B4-3C735A8D8391}"/>
              </a:ext>
            </a:extLst>
          </p:cNvPr>
          <p:cNvSpPr txBox="1"/>
          <p:nvPr/>
        </p:nvSpPr>
        <p:spPr>
          <a:xfrm>
            <a:off x="5553318" y="4222524"/>
            <a:ext cx="1469954" cy="6745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DE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Victor Shatov</a:t>
            </a:r>
          </a:p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DE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Norman Franchi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20C6833-19AC-E77B-AE91-B1B6A7AB4FA9}"/>
              </a:ext>
            </a:extLst>
          </p:cNvPr>
          <p:cNvSpPr txBox="1"/>
          <p:nvPr/>
        </p:nvSpPr>
        <p:spPr>
          <a:xfrm>
            <a:off x="2731564" y="4031022"/>
            <a:ext cx="1604606" cy="6745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DE" sz="1600" b="0" i="0" u="sng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Student</a:t>
            </a:r>
            <a:r>
              <a:rPr kumimoji="0" lang="en-DE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: </a:t>
            </a:r>
          </a:p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DE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Aakarsh Dhariwal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17EFE90-E4B2-F168-18AC-22BE99D4EB4D}"/>
              </a:ext>
            </a:extLst>
          </p:cNvPr>
          <p:cNvSpPr txBox="1"/>
          <p:nvPr/>
        </p:nvSpPr>
        <p:spPr>
          <a:xfrm>
            <a:off x="5087639" y="3021278"/>
            <a:ext cx="1025923" cy="24981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en-US" sz="1600" u="sng" dirty="0">
                <a:latin typeface="Arial"/>
              </a:rPr>
              <a:t>10</a:t>
            </a:r>
            <a:r>
              <a:rPr kumimoji="0" lang="en-DE" sz="1600" b="0" i="0" u="sng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.0</a:t>
            </a:r>
            <a:r>
              <a:rPr kumimoji="0" lang="en-US" sz="1600" b="0" i="0" u="sng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7</a:t>
            </a:r>
            <a:r>
              <a:rPr kumimoji="0" lang="en-DE" sz="1600" b="0" i="0" u="sng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.2023</a:t>
            </a:r>
            <a:endParaRPr kumimoji="0" lang="en-DE" sz="16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AE2B8F-4706-CEDE-4630-07888E0F8AAE}"/>
              </a:ext>
            </a:extLst>
          </p:cNvPr>
          <p:cNvSpPr txBox="1"/>
          <p:nvPr/>
        </p:nvSpPr>
        <p:spPr>
          <a:xfrm>
            <a:off x="7575176" y="475129"/>
            <a:ext cx="65" cy="24981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535455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3C2504-ED8E-6E0C-FDAD-9B99673BB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7F253-9CF3-CB40-A953-2C224B576785}" type="datetime4">
              <a:rPr lang="de-DE" smtClean="0"/>
              <a:t>8. Oktober 2023</a:t>
            </a:fld>
            <a:endParaRPr lang="de-D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F876B3-582F-383C-5747-CADC8FF93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9AE3C7-3A10-718C-7D85-98BCB265A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2</a:t>
            </a:fld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C5815D-C551-CC41-7F2E-5952F16AA4B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marL="180000" lvl="2" indent="0">
              <a:buNone/>
            </a:pPr>
            <a:endParaRPr lang="en-US" dirty="0"/>
          </a:p>
          <a:p>
            <a:pPr marL="180000" lvl="2" indent="0">
              <a:buNone/>
            </a:pPr>
            <a:endParaRPr lang="en-IN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83D2E36-1AD5-9A90-D4BD-54E90B035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 and objective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770960D-39EC-D000-280F-2819F8B253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8558" y="1383999"/>
            <a:ext cx="9569302" cy="506393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F6C8F98-3895-E107-692C-ABE4415F8824}"/>
              </a:ext>
            </a:extLst>
          </p:cNvPr>
          <p:cNvSpPr/>
          <p:nvPr/>
        </p:nvSpPr>
        <p:spPr>
          <a:xfrm>
            <a:off x="5669280" y="1295555"/>
            <a:ext cx="2531443" cy="261230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BA44ED1-7266-2944-7CC6-426B63919AB9}"/>
              </a:ext>
            </a:extLst>
          </p:cNvPr>
          <p:cNvSpPr/>
          <p:nvPr/>
        </p:nvSpPr>
        <p:spPr>
          <a:xfrm>
            <a:off x="4995512" y="1631156"/>
            <a:ext cx="673768" cy="61153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2D9AEE4-3DF5-A190-E2B5-B8121D9E6EEB}"/>
              </a:ext>
            </a:extLst>
          </p:cNvPr>
          <p:cNvSpPr/>
          <p:nvPr/>
        </p:nvSpPr>
        <p:spPr>
          <a:xfrm>
            <a:off x="4995512" y="2844711"/>
            <a:ext cx="375954" cy="2967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EA2DFB84-5ACA-A4B2-EF60-037EAD538211}"/>
              </a:ext>
            </a:extLst>
          </p:cNvPr>
          <p:cNvSpPr/>
          <p:nvPr/>
        </p:nvSpPr>
        <p:spPr>
          <a:xfrm>
            <a:off x="5183489" y="3014398"/>
            <a:ext cx="673768" cy="575019"/>
          </a:xfrm>
          <a:prstGeom prst="triangl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333E55D-DFA1-619F-2774-47822D02BD33}"/>
              </a:ext>
            </a:extLst>
          </p:cNvPr>
          <p:cNvSpPr/>
          <p:nvPr/>
        </p:nvSpPr>
        <p:spPr>
          <a:xfrm>
            <a:off x="5183489" y="3125896"/>
            <a:ext cx="375954" cy="148151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25901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3C2504-ED8E-6E0C-FDAD-9B99673BB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7F253-9CF3-CB40-A953-2C224B576785}" type="datetime4">
              <a:rPr lang="de-DE" smtClean="0"/>
              <a:t>8. Oktober 2023</a:t>
            </a:fld>
            <a:endParaRPr lang="de-D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F876B3-582F-383C-5747-CADC8FF93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9AE3C7-3A10-718C-7D85-98BCB265A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3</a:t>
            </a:fld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C5815D-C551-CC41-7F2E-5952F16AA4B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marL="180000" lvl="2" indent="0">
              <a:buNone/>
            </a:pPr>
            <a:endParaRPr lang="en-US" dirty="0"/>
          </a:p>
          <a:p>
            <a:pPr marL="180000" lvl="2" indent="0">
              <a:buNone/>
            </a:pPr>
            <a:endParaRPr lang="en-IN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83D2E36-1AD5-9A90-D4BD-54E90B035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770960D-39EC-D000-280F-2819F8B253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8558" y="1383999"/>
            <a:ext cx="9569302" cy="506393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F6C8F98-3895-E107-692C-ABE4415F8824}"/>
              </a:ext>
            </a:extLst>
          </p:cNvPr>
          <p:cNvSpPr/>
          <p:nvPr/>
        </p:nvSpPr>
        <p:spPr>
          <a:xfrm>
            <a:off x="5669280" y="1295555"/>
            <a:ext cx="2531443" cy="261230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BA44ED1-7266-2944-7CC6-426B63919AB9}"/>
              </a:ext>
            </a:extLst>
          </p:cNvPr>
          <p:cNvSpPr/>
          <p:nvPr/>
        </p:nvSpPr>
        <p:spPr>
          <a:xfrm>
            <a:off x="4995512" y="1631156"/>
            <a:ext cx="673768" cy="61153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2D9AEE4-3DF5-A190-E2B5-B8121D9E6EEB}"/>
              </a:ext>
            </a:extLst>
          </p:cNvPr>
          <p:cNvSpPr/>
          <p:nvPr/>
        </p:nvSpPr>
        <p:spPr>
          <a:xfrm>
            <a:off x="4995512" y="2844711"/>
            <a:ext cx="375954" cy="2967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EA2DFB84-5ACA-A4B2-EF60-037EAD538211}"/>
              </a:ext>
            </a:extLst>
          </p:cNvPr>
          <p:cNvSpPr/>
          <p:nvPr/>
        </p:nvSpPr>
        <p:spPr>
          <a:xfrm>
            <a:off x="5183489" y="3014398"/>
            <a:ext cx="673768" cy="575019"/>
          </a:xfrm>
          <a:prstGeom prst="triangl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333E55D-DFA1-619F-2774-47822D02BD33}"/>
              </a:ext>
            </a:extLst>
          </p:cNvPr>
          <p:cNvSpPr/>
          <p:nvPr/>
        </p:nvSpPr>
        <p:spPr>
          <a:xfrm>
            <a:off x="5183489" y="3125896"/>
            <a:ext cx="375954" cy="148151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4E49D56-055A-B4F6-CE05-30E20D022C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5714" y="1067475"/>
            <a:ext cx="5984857" cy="326920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D55CC4E-4945-7F52-8C04-3525491B5B53}"/>
              </a:ext>
            </a:extLst>
          </p:cNvPr>
          <p:cNvSpPr/>
          <p:nvPr/>
        </p:nvSpPr>
        <p:spPr>
          <a:xfrm>
            <a:off x="2166751" y="1249452"/>
            <a:ext cx="4050750" cy="255187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3EEB564-9163-4DEA-E70F-7734EC5ACD73}"/>
              </a:ext>
            </a:extLst>
          </p:cNvPr>
          <p:cNvSpPr/>
          <p:nvPr/>
        </p:nvSpPr>
        <p:spPr>
          <a:xfrm>
            <a:off x="1490155" y="3301907"/>
            <a:ext cx="1146972" cy="214402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3A10FF5-9B5F-BA24-C114-2BB01D822A04}"/>
              </a:ext>
            </a:extLst>
          </p:cNvPr>
          <p:cNvSpPr/>
          <p:nvPr/>
        </p:nvSpPr>
        <p:spPr>
          <a:xfrm>
            <a:off x="2265055" y="4164056"/>
            <a:ext cx="1380190" cy="5788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6DAC27D-DDAA-497C-EACC-99C5201ABE2C}"/>
              </a:ext>
            </a:extLst>
          </p:cNvPr>
          <p:cNvSpPr/>
          <p:nvPr/>
        </p:nvSpPr>
        <p:spPr>
          <a:xfrm>
            <a:off x="2675004" y="3427360"/>
            <a:ext cx="187977" cy="937652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9D6F8C3A-E0F5-995B-9976-7E9ACD33422A}"/>
              </a:ext>
            </a:extLst>
          </p:cNvPr>
          <p:cNvSpPr/>
          <p:nvPr/>
        </p:nvSpPr>
        <p:spPr>
          <a:xfrm>
            <a:off x="1986447" y="5404754"/>
            <a:ext cx="769826" cy="134547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A841967-C89D-7315-FE8F-B7466806E6F2}"/>
              </a:ext>
            </a:extLst>
          </p:cNvPr>
          <p:cNvSpPr/>
          <p:nvPr/>
        </p:nvSpPr>
        <p:spPr>
          <a:xfrm>
            <a:off x="3503596" y="4564758"/>
            <a:ext cx="452387" cy="84244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983108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3C2504-ED8E-6E0C-FDAD-9B99673BB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7F253-9CF3-CB40-A953-2C224B576785}" type="datetime4">
              <a:rPr lang="de-DE" smtClean="0"/>
              <a:t>8. Oktober 2023</a:t>
            </a:fld>
            <a:endParaRPr lang="de-D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F876B3-582F-383C-5747-CADC8FF93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9AE3C7-3A10-718C-7D85-98BCB265A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4</a:t>
            </a:fld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C5815D-C551-CC41-7F2E-5952F16AA4B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marL="180000" lvl="2" indent="0">
              <a:buNone/>
            </a:pPr>
            <a:endParaRPr lang="en-US" dirty="0"/>
          </a:p>
          <a:p>
            <a:pPr marL="180000" lvl="2" indent="0">
              <a:buNone/>
            </a:pPr>
            <a:endParaRPr lang="en-IN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83D2E36-1AD5-9A90-D4BD-54E90B035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 and objective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696E8B1-8B11-8F2F-668D-700809BFDF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2814" y="1310515"/>
            <a:ext cx="7567882" cy="5210900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9287F0C4-0288-72A2-0800-13E053B74290}"/>
              </a:ext>
            </a:extLst>
          </p:cNvPr>
          <p:cNvSpPr/>
          <p:nvPr/>
        </p:nvSpPr>
        <p:spPr>
          <a:xfrm>
            <a:off x="4643919" y="3821987"/>
            <a:ext cx="2917861" cy="199318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086485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1CFD65-1BB5-4C49-7EA4-F98D1B1D6F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8431E-932F-2344-87BD-EE52D6989E8A}" type="datetime4">
              <a:rPr lang="de-DE" smtClean="0"/>
              <a:t>8. Oktober 2023</a:t>
            </a:fld>
            <a:endParaRPr lang="de-D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46DC21-6C9B-B504-A489-B0B66D72A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85989F-8129-B4AE-4C00-7F7744D87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5</a:t>
            </a:fld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96F15C-8A71-7096-69E2-AC247AC4774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REM Data Model</a:t>
            </a:r>
            <a:endParaRPr lang="en-IN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CA69F32-1980-F18C-4517-6EC92E5D235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2.</a:t>
            </a:r>
            <a:endParaRPr lang="en-IN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5FC57F1-C522-6200-DCC6-702BBE13E5B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REM Construction Techniques: Indirect Method</a:t>
            </a:r>
            <a:endParaRPr lang="en-IN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0CD97AB-D862-21D5-45AC-03EB8E851B1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5.</a:t>
            </a:r>
            <a:endParaRPr lang="en-IN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502A2C3-4605-70A4-7B69-D3E69097FA2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dirty="0"/>
              <a:t>Applications of REM Construction</a:t>
            </a:r>
            <a:endParaRPr lang="en-IN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8184834-F99E-ECC0-BCF7-AFF37A4A990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 dirty="0"/>
              <a:t>3.</a:t>
            </a:r>
            <a:endParaRPr lang="en-IN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4DD0190-EA15-30D3-DDAE-FC4C6989DD9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RSS Based Transmitter Localization Model</a:t>
            </a:r>
            <a:endParaRPr lang="en-IN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D1EA896-D307-2C8C-D851-60973116CF7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 dirty="0"/>
              <a:t>4.</a:t>
            </a:r>
            <a:endParaRPr lang="en-IN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3D9C9A31-34FA-BA85-8748-57574A6B500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en-US" dirty="0"/>
              <a:t>Network Sensor Area</a:t>
            </a:r>
            <a:endParaRPr lang="en-IN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8040633-EE31-B64D-4A23-7D2CE19D23E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en-US" dirty="0"/>
              <a:t>6.</a:t>
            </a:r>
            <a:endParaRPr lang="en-IN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4C3818AD-0393-2B47-E4A4-21350FC086D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en-US" dirty="0"/>
              <a:t>System Model</a:t>
            </a:r>
            <a:endParaRPr lang="en-IN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47BD1681-FB80-CABB-6CAA-B064125AFF2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en-US" dirty="0"/>
              <a:t>7.</a:t>
            </a:r>
            <a:endParaRPr lang="en-IN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ED9E5247-86C0-4C23-FC72-808D80A935B8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n-US" dirty="0"/>
              <a:t>Results		</a:t>
            </a:r>
            <a:endParaRPr lang="en-IN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D2EA796-FD27-F9D7-79B8-3FADC72AB81D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lang="en-US" dirty="0"/>
              <a:t>8.</a:t>
            </a:r>
            <a:endParaRPr lang="en-IN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149218CE-AC0C-D07E-C270-B5B71241329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rPr lang="en-US" dirty="0"/>
              <a:t>References</a:t>
            </a:r>
            <a:endParaRPr lang="en-IN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81CE45FA-A8C9-7FD3-A76D-CC2F8B87D0BC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r>
              <a:rPr lang="en-US" dirty="0"/>
              <a:t>11.</a:t>
            </a:r>
            <a:endParaRPr lang="en-IN" dirty="0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4BA99BCD-8DA8-594D-C02D-366E7F26794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en-US" dirty="0"/>
              <a:t>Conclusion</a:t>
            </a:r>
            <a:endParaRPr lang="en-IN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815E7EC1-9883-249E-5B9F-3FBE496AA4E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en-US" dirty="0"/>
              <a:t>9.</a:t>
            </a:r>
            <a:endParaRPr lang="en-IN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D2771C6-D56B-E91B-0FD7-C7B5631F6C3B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r>
              <a:rPr lang="en-US" dirty="0"/>
              <a:t>Challenges Remaining	</a:t>
            </a:r>
            <a:endParaRPr lang="en-IN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7AF396E-5D6F-3110-E7E2-4A421E5ECC47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r>
              <a:rPr lang="en-US" dirty="0"/>
              <a:t>10.</a:t>
            </a:r>
            <a:endParaRPr lang="en-IN" dirty="0"/>
          </a:p>
        </p:txBody>
      </p:sp>
      <p:sp>
        <p:nvSpPr>
          <p:cNvPr id="27" name="Title 26">
            <a:extLst>
              <a:ext uri="{FF2B5EF4-FFF2-40B4-BE49-F238E27FC236}">
                <a16:creationId xmlns:a16="http://schemas.microsoft.com/office/drawing/2014/main" id="{3288DFDC-5AF7-45F5-DCE6-BC9805C40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  <a:endParaRPr lang="en-IN" dirty="0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F0953BDD-2E79-1453-9CB4-6291558B22E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IN" dirty="0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BA4D47AC-C1AF-C039-3DE0-8BFCE685983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1.		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893111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0E9396-D0AC-04EA-63C0-02E177FC4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7F253-9CF3-CB40-A953-2C224B576785}" type="datetime4">
              <a:rPr lang="de-DE" smtClean="0"/>
              <a:t>8. Oktober 2023</a:t>
            </a:fld>
            <a:endParaRPr lang="de-D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91E81A-1DB1-BE86-F715-741BF1B9F0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2D437E-F531-8E57-0E38-07C10E412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6</a:t>
            </a:fld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8ECBEA-A748-2678-28E3-BDA6B371924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/>
              <a:t>Implementing and evaluating the performance of MSE and </a:t>
            </a:r>
            <a:r>
              <a:rPr lang="en-US" dirty="0" err="1"/>
              <a:t>LIvE</a:t>
            </a:r>
            <a:r>
              <a:rPr lang="en-US" dirty="0"/>
              <a:t> methods for localization.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/>
              <a:t>Evaluating performance of MSE-based method using OFDM signal as a transmit signal.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/>
              <a:t>Modeling correlated shadowing and evaluating performance using varying standard deviation of shadowing noise.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/>
              <a:t>Constructing estimated and true REM from MSE-based method.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/>
              <a:t>REM as enabler in 5G use cases.</a:t>
            </a:r>
          </a:p>
          <a:p>
            <a:pPr>
              <a:lnSpc>
                <a:spcPct val="200000"/>
              </a:lnSpc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24F76CA-DE17-6EFD-E59C-6696F379D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 contributions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349863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5DB85B-FEF8-2726-70FC-0A9158480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2C5E7-C47D-7B46-9A41-5502F7E77F6C}" type="datetime4">
              <a:rPr lang="de-DE" smtClean="0"/>
              <a:t>8. Oktober 2023</a:t>
            </a:fld>
            <a:endParaRPr lang="de-D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4EE5FF-C388-DBFF-AA6C-9D5D1B8BB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17B031-F2BD-331A-8EF2-5030B56DE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7</a:t>
            </a:fld>
            <a:endParaRPr lang="de-DE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EE01EC3-A401-6802-BA75-C9E40E6CBB33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0C0243F-D7F5-704A-FF4B-656ED26DE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871148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3C2504-ED8E-6E0C-FDAD-9B99673BB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7F253-9CF3-CB40-A953-2C224B576785}" type="datetime4">
              <a:rPr lang="de-DE" smtClean="0"/>
              <a:t>8. Oktober 2023</a:t>
            </a:fld>
            <a:endParaRPr lang="de-D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F876B3-582F-383C-5747-CADC8FF93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9AE3C7-3A10-718C-7D85-98BCB265A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8</a:t>
            </a:fld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C5815D-C551-CC41-7F2E-5952F16AA4B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marL="180000" lvl="2" indent="0">
              <a:buNone/>
            </a:pPr>
            <a:endParaRPr lang="en-US" dirty="0"/>
          </a:p>
          <a:p>
            <a:pPr marL="180000" lvl="2" indent="0">
              <a:buNone/>
            </a:pPr>
            <a:endParaRPr lang="en-IN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83D2E36-1AD5-9A90-D4BD-54E90B035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(Use this when introducing REM)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770960D-39EC-D000-280F-2819F8B253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385" y="1383999"/>
            <a:ext cx="9569302" cy="5063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35970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82246-1CEA-83C6-2305-13A60970B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IN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A49C32-EC88-0080-8D13-543A147C9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B347D-BAD8-664E-AF25-B93A6305A038}" type="datetime4">
              <a:rPr lang="de-DE" smtClean="0"/>
              <a:t>8. Oktober 2023</a:t>
            </a:fld>
            <a:endParaRPr lang="de-D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E6C625-5596-7BFA-3373-AD955BF81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98920" y="6573110"/>
            <a:ext cx="5469732" cy="123111"/>
          </a:xfrm>
        </p:spPr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76317E-065D-8BB3-03EB-A4EE48A85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9</a:t>
            </a:fld>
            <a:endParaRPr lang="de-DE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D4CDA12-65C7-B185-E34A-27D9B33A4666}"/>
              </a:ext>
            </a:extLst>
          </p:cNvPr>
          <p:cNvSpPr/>
          <p:nvPr/>
        </p:nvSpPr>
        <p:spPr>
          <a:xfrm>
            <a:off x="559934" y="1314017"/>
            <a:ext cx="11227981" cy="4784651"/>
          </a:xfrm>
          <a:prstGeom prst="roundRect">
            <a:avLst/>
          </a:prstGeom>
          <a:solidFill>
            <a:srgbClr val="FFCC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lang="en-IN" sz="1600" dirty="0">
              <a:solidFill>
                <a:schemeClr val="tx1"/>
              </a:solidFill>
              <a:latin typeface="Arial"/>
            </a:endParaRPr>
          </a:p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lang="en-IN" sz="1600" dirty="0">
              <a:solidFill>
                <a:schemeClr val="tx1"/>
              </a:solidFill>
              <a:latin typeface="Arial"/>
            </a:endParaRPr>
          </a:p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lang="en-IN" sz="1600" dirty="0">
              <a:solidFill>
                <a:schemeClr val="tx1"/>
              </a:solidFill>
              <a:latin typeface="Arial"/>
            </a:endParaRPr>
          </a:p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lang="en-IN" sz="1600" dirty="0">
              <a:solidFill>
                <a:schemeClr val="tx1"/>
              </a:solidFill>
              <a:latin typeface="Arial"/>
            </a:endParaRPr>
          </a:p>
          <a:p>
            <a:pPr marL="0" marR="0" indent="0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en-IN" sz="1600" dirty="0">
                <a:solidFill>
                  <a:schemeClr val="tx1"/>
                </a:solidFill>
                <a:latin typeface="Arial"/>
              </a:rPr>
              <a:t>   </a:t>
            </a:r>
          </a:p>
          <a:p>
            <a:pPr marL="0" marR="0" indent="0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lang="en-IN" sz="1600" dirty="0">
              <a:solidFill>
                <a:schemeClr val="tx1"/>
              </a:solidFill>
              <a:latin typeface="Arial"/>
            </a:endParaRPr>
          </a:p>
          <a:p>
            <a:pPr marL="0" marR="0" indent="0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CR</a:t>
            </a:r>
            <a:endParaRPr lang="en-IN" sz="1600" dirty="0">
              <a:solidFill>
                <a:schemeClr val="tx1"/>
              </a:solidFill>
              <a:latin typeface="Arial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766EA95-9515-DC85-805D-456D818F2985}"/>
              </a:ext>
            </a:extLst>
          </p:cNvPr>
          <p:cNvSpPr/>
          <p:nvPr/>
        </p:nvSpPr>
        <p:spPr>
          <a:xfrm>
            <a:off x="1464754" y="1755267"/>
            <a:ext cx="9207795" cy="3902149"/>
          </a:xfrm>
          <a:prstGeom prst="roundRect">
            <a:avLst/>
          </a:prstGeom>
          <a:solidFill>
            <a:srgbClr val="99FF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indent="0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lang="en-IN" sz="1600" dirty="0">
              <a:solidFill>
                <a:schemeClr val="tx1"/>
              </a:solidFill>
              <a:latin typeface="Arial"/>
            </a:endParaRPr>
          </a:p>
          <a:p>
            <a:pPr marL="0" marR="0" indent="0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indent="0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lang="en-IN" sz="1600" dirty="0">
              <a:solidFill>
                <a:schemeClr val="tx1"/>
              </a:solidFill>
              <a:latin typeface="Arial"/>
            </a:endParaRPr>
          </a:p>
          <a:p>
            <a:pPr marL="0" marR="0" indent="0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indent="0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lang="en-IN" sz="1600" dirty="0">
              <a:solidFill>
                <a:schemeClr val="tx1"/>
              </a:solidFill>
              <a:latin typeface="Arial"/>
            </a:endParaRPr>
          </a:p>
          <a:p>
            <a:pPr marL="0" marR="0" indent="0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indent="0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lang="en-IN" sz="1600" dirty="0">
              <a:solidFill>
                <a:schemeClr val="tx1"/>
              </a:solidFill>
              <a:latin typeface="Arial"/>
            </a:endParaRPr>
          </a:p>
          <a:p>
            <a:pPr marL="0" marR="0" indent="0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en-IN" sz="1600" dirty="0">
                <a:solidFill>
                  <a:schemeClr val="tx1"/>
                </a:solidFill>
                <a:latin typeface="Arial"/>
              </a:rPr>
              <a:t>Distributed Spectrum Sensing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C6F9C1E-473C-DB5C-65B6-C892C90945A5}"/>
              </a:ext>
            </a:extLst>
          </p:cNvPr>
          <p:cNvSpPr/>
          <p:nvPr/>
        </p:nvSpPr>
        <p:spPr>
          <a:xfrm>
            <a:off x="1931784" y="2233673"/>
            <a:ext cx="8300077" cy="2854865"/>
          </a:xfrm>
          <a:prstGeom prst="round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lang="en-IN" sz="1600" dirty="0">
              <a:solidFill>
                <a:schemeClr val="tx1"/>
              </a:solidFill>
              <a:latin typeface="Arial"/>
            </a:endParaRPr>
          </a:p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lang="en-IN" sz="1600" dirty="0">
              <a:solidFill>
                <a:schemeClr val="tx1"/>
              </a:solidFill>
              <a:latin typeface="Arial"/>
            </a:endParaRPr>
          </a:p>
          <a:p>
            <a:pPr marL="0" marR="0" indent="0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indent="0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en-IN" sz="1600" dirty="0">
                <a:solidFill>
                  <a:schemeClr val="tx1"/>
                </a:solidFill>
                <a:latin typeface="Arial"/>
              </a:rPr>
              <a:t>REM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1026" name="Picture 2" descr="Radio Environment Map - an overview | ScienceDirect Topics">
            <a:extLst>
              <a:ext uri="{FF2B5EF4-FFF2-40B4-BE49-F238E27FC236}">
                <a16:creationId xmlns:a16="http://schemas.microsoft.com/office/drawing/2014/main" id="{1584AFD2-0E30-A56E-F693-17CAA3C83C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6226" y="3217838"/>
            <a:ext cx="5851192" cy="977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5F58CE0-0B6A-A1E6-FBB5-0FAF653DBA69}"/>
              </a:ext>
            </a:extLst>
          </p:cNvPr>
          <p:cNvSpPr txBox="1"/>
          <p:nvPr/>
        </p:nvSpPr>
        <p:spPr>
          <a:xfrm>
            <a:off x="2259803" y="6209019"/>
            <a:ext cx="7666074" cy="2498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en-US" sz="1600" dirty="0">
                <a:solidFill>
                  <a:prstClr val="black"/>
                </a:solidFill>
                <a:latin typeface="Arial"/>
              </a:rPr>
              <a:t>Figure 1: Project motivation and introduction.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742858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8D5D50F-6B30-D9D4-ECE2-F6FD2067D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2C5E7-C47D-7B46-9A41-5502F7E77F6C}" type="datetime4">
              <a:rPr lang="de-DE" smtClean="0"/>
              <a:t>8. Oktober 2023</a:t>
            </a:fld>
            <a:endParaRPr lang="de-D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18FA41-5CAE-7C87-026A-9A508C0DA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BC8F80-3256-3E44-AEDA-22292CFA1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10</a:t>
            </a:fld>
            <a:endParaRPr lang="de-DE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9210C119-73E7-18D0-4279-FA4E2C8C0431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6563" y="1481474"/>
            <a:ext cx="8860788" cy="4305301"/>
          </a:xfrm>
          <a:ln>
            <a:solidFill>
              <a:srgbClr val="1B1D1C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B8BDD4E7-53A9-A621-5862-5AC5A5BB0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 Data Model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6BC537-8BA7-54C5-2CB8-EA6751D56F94}"/>
              </a:ext>
            </a:extLst>
          </p:cNvPr>
          <p:cNvSpPr txBox="1"/>
          <p:nvPr/>
        </p:nvSpPr>
        <p:spPr>
          <a:xfrm>
            <a:off x="1932569" y="6038748"/>
            <a:ext cx="8484782" cy="2498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Figure 2 : REM Architecture [4].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F321ECF-F2F1-6C1B-1F16-0D983CACA176}"/>
              </a:ext>
            </a:extLst>
          </p:cNvPr>
          <p:cNvSpPr/>
          <p:nvPr/>
        </p:nvSpPr>
        <p:spPr>
          <a:xfrm>
            <a:off x="7963786" y="4146698"/>
            <a:ext cx="2190307" cy="1733107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D322EDC-8585-957A-0344-D967EE2EB446}"/>
              </a:ext>
            </a:extLst>
          </p:cNvPr>
          <p:cNvSpPr/>
          <p:nvPr/>
        </p:nvSpPr>
        <p:spPr>
          <a:xfrm>
            <a:off x="7644809" y="1481474"/>
            <a:ext cx="2772542" cy="1080973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D0D6890-7F92-EDBE-4EA9-76FDCA64A7D4}"/>
              </a:ext>
            </a:extLst>
          </p:cNvPr>
          <p:cNvSpPr/>
          <p:nvPr/>
        </p:nvSpPr>
        <p:spPr>
          <a:xfrm>
            <a:off x="1562986" y="2849527"/>
            <a:ext cx="1998921" cy="2147776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67701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8D5D50F-6B30-D9D4-ECE2-F6FD2067D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2C5E7-C47D-7B46-9A41-5502F7E77F6C}" type="datetime4">
              <a:rPr lang="de-DE" smtClean="0"/>
              <a:t>8. Oktober 2023</a:t>
            </a:fld>
            <a:endParaRPr lang="de-D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18FA41-5CAE-7C87-026A-9A508C0DA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BC8F80-3256-3E44-AEDA-22292CFA1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11</a:t>
            </a:fld>
            <a:endParaRPr lang="de-DE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8BDD4E7-53A9-A621-5862-5AC5A5BB0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Applications of REM Construction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6BC537-8BA7-54C5-2CB8-EA6751D56F94}"/>
              </a:ext>
            </a:extLst>
          </p:cNvPr>
          <p:cNvSpPr txBox="1"/>
          <p:nvPr/>
        </p:nvSpPr>
        <p:spPr>
          <a:xfrm>
            <a:off x="1932569" y="6038748"/>
            <a:ext cx="8484782" cy="2498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Figure 3 : REM applications use cases [5]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47EA5641-82E2-C31C-C79D-0D6FFF5B959F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4623" y="1400670"/>
            <a:ext cx="7006855" cy="4409642"/>
          </a:xfrm>
        </p:spPr>
      </p:pic>
    </p:spTree>
    <p:extLst>
      <p:ext uri="{BB962C8B-B14F-4D97-AF65-F5344CB8AC3E}">
        <p14:creationId xmlns:p14="http://schemas.microsoft.com/office/powerpoint/2010/main" val="35250450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0EB99C-08AF-9837-C316-4B21E6D3BA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7F253-9CF3-CB40-A953-2C224B576785}" type="datetime4">
              <a:rPr lang="de-DE" smtClean="0"/>
              <a:t>8. Oktober 2023</a:t>
            </a:fld>
            <a:endParaRPr lang="de-D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21F99B-94AD-A408-D6A4-154538F09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9DC4A6-1474-5020-BCDD-7BA1E5589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12</a:t>
            </a:fld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E0429C-5CB1-C032-0132-9C4AA439AA0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/>
              <a:t>The received power levels at the sensor nodes in a network are the input measurements.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/>
              <a:t>The operation network area where we perform Tx localization consists of several important characteristics of radio environment.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/>
              <a:t>The characteristics to model RF area are:</a:t>
            </a:r>
          </a:p>
          <a:p>
            <a:pPr marL="1071450" lvl="5" indent="-171450">
              <a:lnSpc>
                <a:spcPct val="20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300" dirty="0"/>
              <a:t>Propagation channel model (Path Loss model),.</a:t>
            </a:r>
          </a:p>
          <a:p>
            <a:pPr marL="1071450" lvl="5" indent="-171450">
              <a:lnSpc>
                <a:spcPct val="20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300" dirty="0"/>
              <a:t>Positioning of Tx and sensor nodes.</a:t>
            </a:r>
          </a:p>
          <a:p>
            <a:pPr marL="1071450" lvl="5" indent="-171450">
              <a:lnSpc>
                <a:spcPct val="20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300" dirty="0"/>
              <a:t>Frequency of transmission.</a:t>
            </a:r>
          </a:p>
          <a:p>
            <a:pPr marL="1071450" lvl="5" indent="-171450">
              <a:lnSpc>
                <a:spcPct val="20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300" dirty="0"/>
              <a:t>Small Scale or Large Scale fading, static or mobile scenario.</a:t>
            </a:r>
          </a:p>
          <a:p>
            <a:pPr marL="1071450" lvl="5" indent="-171450">
              <a:lnSpc>
                <a:spcPct val="20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300" dirty="0"/>
              <a:t>Number of active Transmitters and Sensors deployed.</a:t>
            </a:r>
          </a:p>
          <a:p>
            <a:endParaRPr lang="en-IN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FE67C34-022B-371D-F5D3-B5956148C4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18" y="301185"/>
            <a:ext cx="6844385" cy="332399"/>
          </a:xfrm>
        </p:spPr>
        <p:txBody>
          <a:bodyPr/>
          <a:lstStyle/>
          <a:p>
            <a:r>
              <a:rPr lang="en-US" dirty="0"/>
              <a:t>RSS Based Transmitter Localization Model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421730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161070E-709B-8540-830A-FA48A05BE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7F253-9CF3-CB40-A953-2C224B576785}" type="datetime4">
              <a:rPr lang="de-DE" smtClean="0"/>
              <a:t>8. Oktober 2023</a:t>
            </a:fld>
            <a:endParaRPr lang="de-D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BF01C9-5D3F-9408-5F3D-B26D17189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4FA27B-04F0-9A5C-E440-3FF294016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13</a:t>
            </a:fld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7EB607-E05A-F743-8785-E09EEFFE56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400" dirty="0"/>
              <a:t>The direct methods for Tx localization such as Kriging, IDW, Kalman filtering, and Nearest </a:t>
            </a:r>
            <a:r>
              <a:rPr lang="en-US" sz="1400" dirty="0" err="1"/>
              <a:t>Neighbours</a:t>
            </a:r>
            <a:r>
              <a:rPr lang="en-US" sz="1400" dirty="0"/>
              <a:t>.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400" dirty="0"/>
              <a:t> To localize and compare the performances we use three indirect methods: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3C79AB6-3F4B-0CDC-C74E-8B7BE7242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 Construction Techniques: Indirect Method</a:t>
            </a:r>
            <a:endParaRPr lang="en-IN" dirty="0"/>
          </a:p>
        </p:txBody>
      </p:sp>
      <p:graphicFrame>
        <p:nvGraphicFramePr>
          <p:cNvPr id="10" name="Picture Placeholder 9">
            <a:extLst>
              <a:ext uri="{FF2B5EF4-FFF2-40B4-BE49-F238E27FC236}">
                <a16:creationId xmlns:a16="http://schemas.microsoft.com/office/drawing/2014/main" id="{4E4CF00F-46D6-4B8C-0005-45B3739C0D68}"/>
              </a:ext>
            </a:extLst>
          </p:cNvPr>
          <p:cNvGraphicFramePr>
            <a:graphicFrameLocks noGrp="1"/>
          </p:cNvGraphicFramePr>
          <p:nvPr>
            <p:ph type="pic" sz="quarter" idx="25"/>
            <p:extLst>
              <p:ext uri="{D42A27DB-BD31-4B8C-83A1-F6EECF244321}">
                <p14:modId xmlns:p14="http://schemas.microsoft.com/office/powerpoint/2010/main" val="3718115449"/>
              </p:ext>
            </p:extLst>
          </p:nvPr>
        </p:nvGraphicFramePr>
        <p:xfrm>
          <a:off x="6205538" y="1630363"/>
          <a:ext cx="5470525" cy="45704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815212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F1DF54-C0EE-2FAB-F8D1-E848F4A66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4E0B4-F72B-B14B-80F4-D2A80C606586}" type="datetime4">
              <a:rPr lang="de-DE" smtClean="0"/>
              <a:t>8. Oktober 2023</a:t>
            </a:fld>
            <a:endParaRPr lang="de-D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42EDBF-A668-8F03-A3BD-A93A54595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7ABA0E-CA66-2FA2-0286-91F7C43D3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14</a:t>
            </a:fld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3F5783-5B21-845B-7560-7D0AD3AA66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400" dirty="0"/>
              <a:t>The network consists of 49 sensor nodes sampled in a grid like area [1].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400" dirty="0"/>
              <a:t> The sampling used here is uniform and distance between each sensor is 5 meters [1].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400" dirty="0"/>
              <a:t>The sensors deployed are isotropic and modeled as point sources with single antenna components.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400" dirty="0"/>
              <a:t>These dedicated sensors receive signal power and we use them for localization and Spectrum Sensing.</a:t>
            </a:r>
            <a:endParaRPr lang="en-IN" sz="1400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6C5C717-18F4-FBB9-234A-D9A3C9803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Sensor Area</a:t>
            </a:r>
            <a:endParaRPr lang="en-IN" dirty="0"/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E0103CBF-B440-62D8-2383-79ADB6882498}"/>
              </a:ext>
            </a:extLst>
          </p:cNvPr>
          <p:cNvPicPr>
            <a:picLocks noGrp="1" noChangeAspect="1"/>
          </p:cNvPicPr>
          <p:nvPr>
            <p:ph type="pic" sz="quarter" idx="2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15" r="5115"/>
          <a:stretch>
            <a:fillRect/>
          </a:stretch>
        </p:blipFill>
        <p:spPr>
          <a:xfrm>
            <a:off x="6227595" y="1631155"/>
            <a:ext cx="5469732" cy="4569619"/>
          </a:xfr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DCDE038-E2D2-9D36-24BC-DDEBF8722CF1}"/>
              </a:ext>
            </a:extLst>
          </p:cNvPr>
          <p:cNvSpPr txBox="1"/>
          <p:nvPr/>
        </p:nvSpPr>
        <p:spPr>
          <a:xfrm>
            <a:off x="6731698" y="6209746"/>
            <a:ext cx="4847383" cy="2498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Figure 4: Rx and Tx in mesh grid.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019298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F0C17F-9FB2-8DE2-AA05-5DC1214CE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7F253-9CF3-CB40-A953-2C224B576785}" type="datetime4">
              <a:rPr lang="de-DE" smtClean="0"/>
              <a:t>8. Oktober 2023</a:t>
            </a:fld>
            <a:endParaRPr lang="de-D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6B5B37-C352-459E-A5F1-1259591CE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D6CDEF-6410-B48B-4B11-32EF81101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15</a:t>
            </a:fld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67ED53-3595-A117-508F-49D5A6A1E0A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400" dirty="0"/>
              <a:t>The arrangement of sensor nodes in the previous figure are lying in an operation area where we collect the RSS values.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1400" dirty="0"/>
              <a:t>RSS values depend on the propagation environment, and spatial arrangement of the sensors.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400" dirty="0"/>
              <a:t>We consider the simplistic path loss model with shadowing for channel analysis.</a:t>
            </a:r>
            <a:endParaRPr lang="en-IN" sz="1400" dirty="0"/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400" dirty="0"/>
              <a:t>The network consists of static transceivers as point sources that operate in single channel and frequency in operation.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400" dirty="0"/>
              <a:t>We consider a single frequency channel to avoid interference [2].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endParaRPr lang="en-IN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A0E0719-5629-A87D-CDA2-096A6783F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Model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441773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C1DDDB-B9D7-9A91-4DD9-234DE0375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7F253-9CF3-CB40-A953-2C224B576785}" type="datetime4">
              <a:rPr lang="de-DE" smtClean="0"/>
              <a:t>8. Oktober 2023</a:t>
            </a:fld>
            <a:endParaRPr lang="de-D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3435BF-F829-CC3A-44E5-EAAB42DE2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B8A716-2560-37C3-B61E-E7D865EAB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16</a:t>
            </a:fld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A0E53D2D-9C09-BC64-AC9E-2B152E62BD0B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>
                <a:norm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US" sz="1400" dirty="0">
                    <a:latin typeface="+mj-lt"/>
                  </a:rPr>
                  <a:t>Considering a simple path loss model the RSS measurement at j-</a:t>
                </a:r>
                <a:r>
                  <a:rPr lang="en-US" sz="1400" dirty="0" err="1">
                    <a:latin typeface="+mj-lt"/>
                  </a:rPr>
                  <a:t>th</a:t>
                </a:r>
                <a:r>
                  <a:rPr lang="en-US" sz="1400" dirty="0">
                    <a:latin typeface="+mj-lt"/>
                  </a:rPr>
                  <a:t> node is given as:</a:t>
                </a:r>
              </a:p>
              <a:p>
                <a:endParaRPr lang="en-US" sz="1400" dirty="0">
                  <a:latin typeface="+mj-lt"/>
                </a:endParaRPr>
              </a:p>
              <a:p>
                <a:pPr algn="ctr"/>
                <a14:m>
                  <m:oMath xmlns:m="http://schemas.openxmlformats.org/officeDocument/2006/math">
                    <m:sSubSup>
                      <m:sSubSupPr>
                        <m:ctrlPr>
                          <a:rPr lang="en-IN" sz="1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sz="14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14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IN" sz="1400" i="1">
                            <a:latin typeface="Cambria Math" panose="02040503050406030204" pitchFamily="18" charset="0"/>
                          </a:rPr>
                          <m:t>𝑅𝑥</m:t>
                        </m:r>
                      </m:sup>
                    </m:sSubSup>
                    <m:r>
                      <a:rPr lang="en-IN" sz="1400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1400" i="1">
                        <a:latin typeface="Cambria Math" panose="02040503050406030204" pitchFamily="18" charset="0"/>
                      </a:rPr>
                      <m:t>𝑑𝐵</m:t>
                    </m:r>
                    <m:r>
                      <a:rPr lang="en-IN" sz="1400" i="1">
                        <a:latin typeface="Cambria Math" panose="02040503050406030204" pitchFamily="18" charset="0"/>
                      </a:rPr>
                      <m:t>]= </m:t>
                    </m:r>
                    <m:sSup>
                      <m:sSupPr>
                        <m:ctrlPr>
                          <a:rPr lang="en-IN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14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1400" i="1">
                            <a:latin typeface="Cambria Math" panose="02040503050406030204" pitchFamily="18" charset="0"/>
                          </a:rPr>
                          <m:t>𝑇𝑥</m:t>
                        </m:r>
                      </m:sup>
                    </m:sSup>
                    <m:r>
                      <a:rPr lang="en-IN" sz="1400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1400" i="1">
                        <a:latin typeface="Cambria Math" panose="02040503050406030204" pitchFamily="18" charset="0"/>
                      </a:rPr>
                      <m:t>𝑑𝐵</m:t>
                    </m:r>
                    <m:r>
                      <a:rPr lang="en-IN" sz="1400" i="1">
                        <a:latin typeface="Cambria Math" panose="02040503050406030204" pitchFamily="18" charset="0"/>
                      </a:rPr>
                      <m:t>]− 10</m:t>
                    </m:r>
                    <m:r>
                      <a:rPr lang="en-IN" sz="1400" i="1">
                        <a:latin typeface="Cambria Math" panose="02040503050406030204" pitchFamily="18" charset="0"/>
                      </a:rPr>
                      <m:t>𝛼</m:t>
                    </m:r>
                    <m:func>
                      <m:funcPr>
                        <m:ctrlPr>
                          <a:rPr lang="en-IN" sz="1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IN" sz="140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IN" sz="140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400" b="0" i="0" smtClean="0">
                            <a:latin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den>
                        </m:f>
                        <m:r>
                          <a:rPr lang="en-IN" sz="1400" i="0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  <m:r>
                      <a:rPr lang="en-IN" sz="1400" i="1">
                        <a:latin typeface="Cambria Math" panose="02040503050406030204" pitchFamily="18" charset="0"/>
                      </a:rPr>
                      <m:t>+ </m:t>
                    </m:r>
                    <m:sSub>
                      <m:sSubPr>
                        <m:ctrlPr>
                          <a:rPr lang="en-IN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1400">
                            <a:latin typeface="Cambria Math" panose="02040503050406030204" pitchFamily="18" charset="0"/>
                          </a:rPr>
                          <m:t>Ψ</m:t>
                        </m:r>
                      </m:e>
                      <m:sub>
                        <m:r>
                          <a:rPr lang="en-IN" sz="1400" i="1">
                            <a:latin typeface="Cambria Math" panose="02040503050406030204" pitchFamily="18" charset="0"/>
                          </a:rPr>
                          <m:t>𝑑𝐵</m:t>
                        </m:r>
                      </m:sub>
                    </m:sSub>
                  </m:oMath>
                </a14:m>
                <a:r>
                  <a:rPr lang="en-IN" sz="1400" dirty="0">
                    <a:latin typeface="+mj-lt"/>
                  </a:rPr>
                  <a:t>           (1)</a:t>
                </a:r>
              </a:p>
              <a:p>
                <a:pPr algn="ctr"/>
                <a:endParaRPr lang="en-IN" sz="1400" dirty="0">
                  <a:latin typeface="+mj-lt"/>
                </a:endParaRP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US" sz="1400" b="0" dirty="0">
                    <a:latin typeface="+mj-lt"/>
                  </a:rPr>
                  <a:t> where, d is the </a:t>
                </a:r>
                <a:r>
                  <a:rPr lang="en-US" sz="1400" b="0" dirty="0" err="1">
                    <a:latin typeface="+mj-lt"/>
                  </a:rPr>
                  <a:t>euclidean</a:t>
                </a:r>
                <a:r>
                  <a:rPr lang="en-US" sz="1400" b="0" dirty="0">
                    <a:latin typeface="+mj-lt"/>
                  </a:rPr>
                  <a:t> distance between the j-</a:t>
                </a:r>
                <a:r>
                  <a:rPr lang="en-US" sz="1400" b="0" dirty="0" err="1">
                    <a:latin typeface="+mj-lt"/>
                  </a:rPr>
                  <a:t>th</a:t>
                </a:r>
                <a:r>
                  <a:rPr lang="en-US" sz="1400" b="0" dirty="0">
                    <a:latin typeface="+mj-lt"/>
                  </a:rPr>
                  <a:t> node and Tx located at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1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IN" sz="14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IN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1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400" b="0" dirty="0">
                    <a:latin typeface="+mj-lt"/>
                  </a:rPr>
                  <a:t> positions.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1400" b="0" dirty="0">
                    <a:latin typeface="+mj-lt"/>
                  </a:rPr>
                  <a:t>is the reference distance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1400">
                            <a:latin typeface="Cambria Math" panose="02040503050406030204" pitchFamily="18" charset="0"/>
                          </a:rPr>
                          <m:t>Ψ</m:t>
                        </m:r>
                      </m:e>
                      <m:sub>
                        <m:r>
                          <a:rPr lang="en-IN" sz="1400" i="1">
                            <a:latin typeface="Cambria Math" panose="02040503050406030204" pitchFamily="18" charset="0"/>
                          </a:rPr>
                          <m:t>𝑑𝐵</m:t>
                        </m:r>
                      </m:sub>
                    </m:sSub>
                  </m:oMath>
                </a14:m>
                <a:r>
                  <a:rPr lang="en-US" sz="1400" b="0" dirty="0">
                    <a:latin typeface="+mj-lt"/>
                  </a:rPr>
                  <a:t> is the log-normal shadowing (Gaussian distributed) noise with zero mean and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IN" sz="140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1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1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𝑑𝐵</m:t>
                        </m:r>
                      </m:sub>
                      <m:sup>
                        <m:r>
                          <a:rPr lang="en-US" sz="1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bSup>
                    <m:r>
                      <a:rPr lang="en-US" sz="1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sz="1400" b="0" dirty="0">
                    <a:latin typeface="+mj-lt"/>
                  </a:rPr>
                  <a:t>variance.</a:t>
                </a: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endParaRPr lang="en-US" sz="1400" b="0" dirty="0">
                  <a:latin typeface="+mj-lt"/>
                </a:endParaRP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US" sz="1400" b="0" dirty="0">
                    <a:latin typeface="+mj-lt"/>
                  </a:rPr>
                  <a:t>And,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IN" sz="14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sz="14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14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IN" sz="1400" i="1">
                            <a:latin typeface="Cambria Math" panose="02040503050406030204" pitchFamily="18" charset="0"/>
                          </a:rPr>
                          <m:t>𝑅𝑥</m:t>
                        </m:r>
                      </m:sup>
                    </m:sSubSup>
                  </m:oMath>
                </a14:m>
                <a:r>
                  <a:rPr lang="en-US" sz="1400" b="0" dirty="0">
                    <a:latin typeface="+mj-lt"/>
                  </a:rPr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14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1400" i="1">
                            <a:latin typeface="Cambria Math" panose="02040503050406030204" pitchFamily="18" charset="0"/>
                          </a:rPr>
                          <m:t>𝑇𝑥</m:t>
                        </m:r>
                      </m:sup>
                    </m:sSup>
                  </m:oMath>
                </a14:m>
                <a:r>
                  <a:rPr lang="en-US" sz="1400" b="0" dirty="0">
                    <a:latin typeface="+mj-lt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1400" i="1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sz="1400" b="0" dirty="0">
                    <a:latin typeface="+mj-lt"/>
                  </a:rPr>
                  <a:t> are the received power at the j-</a:t>
                </a:r>
                <a:r>
                  <a:rPr lang="en-US" sz="1400" b="0" dirty="0" err="1">
                    <a:latin typeface="+mj-lt"/>
                  </a:rPr>
                  <a:t>th</a:t>
                </a:r>
                <a:r>
                  <a:rPr lang="en-US" sz="1400" b="0" dirty="0">
                    <a:latin typeface="+mj-lt"/>
                  </a:rPr>
                  <a:t> node, transmitter power and the path loss exponent respectively.</a:t>
                </a: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endParaRPr lang="en-IN" sz="1400" dirty="0">
                  <a:latin typeface="+mj-lt"/>
                </a:endParaRP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US" sz="1400" dirty="0">
                    <a:latin typeface="+mj-lt"/>
                  </a:rPr>
                  <a:t>d in the equation (1) is given by:</a:t>
                </a:r>
              </a:p>
              <a:p>
                <a14:m>
                  <m:oMath xmlns:m="http://schemas.openxmlformats.org/officeDocument/2006/math">
                    <m:r>
                      <a:rPr lang="en-US" sz="1400" b="0" i="1" kern="100" smtClean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                                                                                     </m:t>
                    </m:r>
                    <m:r>
                      <a:rPr lang="en-IN" sz="1400" i="1" kern="10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IN" sz="1400" i="1" kern="10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= </m:t>
                    </m:r>
                    <m:rad>
                      <m:radPr>
                        <m:degHide m:val="on"/>
                        <m:ctrlPr>
                          <a:rPr lang="en-IN" sz="1400" i="1" kern="1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d>
                          <m:dPr>
                            <m:begChr m:val="{"/>
                            <m:endChr m:val="}"/>
                            <m:ctrlPr>
                              <a:rPr lang="en-IN" sz="1400" i="1" kern="10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IN" sz="1400" i="1" kern="100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IN" sz="1400" i="1" kern="100"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IN" sz="1400" i="1" kern="100"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sz="1400" i="1" kern="100"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IN" sz="1400" i="1" kern="100"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  <m:r>
                                      <a:rPr lang="en-IN" sz="1400" i="1" kern="100"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− </m:t>
                                    </m:r>
                                    <m:sSub>
                                      <m:sSubPr>
                                        <m:ctrlPr>
                                          <a:rPr lang="en-IN" sz="1400" i="1" kern="100"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sz="1400" i="1" kern="100"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IN" sz="1400" i="1" kern="100"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IN" sz="1400" i="1" kern="100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1400" i="1" kern="10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+ </m:t>
                            </m:r>
                            <m:sSup>
                              <m:sSupPr>
                                <m:ctrlPr>
                                  <a:rPr lang="en-IN" sz="1400" i="1" kern="100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IN" sz="1400" i="1" kern="100"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IN" sz="1400" i="1" kern="100"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sz="1400" i="1" kern="100"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IN" sz="1400" i="1" kern="100"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  <m:r>
                                      <a:rPr lang="en-IN" sz="1400" i="1" kern="100"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− </m:t>
                                    </m:r>
                                    <m:sSub>
                                      <m:sSubPr>
                                        <m:ctrlPr>
                                          <a:rPr lang="en-IN" sz="1400" i="1" kern="100"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sz="1400" i="1" kern="100"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IN" sz="1400" i="1" kern="100"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IN" sz="1400" i="1" kern="100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</m:rad>
                  </m:oMath>
                </a14:m>
                <a:r>
                  <a:rPr lang="en-IN" sz="1400" kern="100" dirty="0">
                    <a:effectLst/>
                    <a:latin typeface="+mj-lt"/>
                    <a:ea typeface="Calibri" panose="020F0502020204030204" pitchFamily="34" charset="0"/>
                    <a:cs typeface="Times New Roman" panose="02020603050405020304" pitchFamily="18" charset="0"/>
                  </a:rPr>
                  <a:t>                         (2)</a:t>
                </a: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endParaRPr lang="en-US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A0E53D2D-9C09-BC64-AC9E-2B152E62BD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l="-874" t="-120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5">
            <a:extLst>
              <a:ext uri="{FF2B5EF4-FFF2-40B4-BE49-F238E27FC236}">
                <a16:creationId xmlns:a16="http://schemas.microsoft.com/office/drawing/2014/main" id="{15350A4B-019E-EFEF-2A54-234D0C72E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18" y="301185"/>
            <a:ext cx="6844385" cy="664797"/>
          </a:xfrm>
        </p:spPr>
        <p:txBody>
          <a:bodyPr/>
          <a:lstStyle/>
          <a:p>
            <a:r>
              <a:rPr lang="en-US" dirty="0"/>
              <a:t>System Model		</a:t>
            </a:r>
            <a:br>
              <a:rPr lang="en-US" dirty="0"/>
            </a:br>
            <a:r>
              <a:rPr lang="en-US" dirty="0"/>
              <a:t>	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727609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A18E80-95E3-A0CD-3EF5-2AE2057F3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7F253-9CF3-CB40-A953-2C224B576785}" type="datetime4">
              <a:rPr lang="de-DE" smtClean="0"/>
              <a:t>8. Oktober 2023</a:t>
            </a:fld>
            <a:endParaRPr lang="de-D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656D9F-BF59-E31B-C4DF-74CBE1CE6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0B4CB7-C858-54A9-7339-14315FEC4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17</a:t>
            </a:fld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A9178275-5F9F-9F5E-3540-D1ADAF5316E8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pPr marL="285750" indent="-285750">
                  <a:lnSpc>
                    <a:spcPct val="200000"/>
                  </a:lnSpc>
                  <a:buFont typeface="Wingdings" panose="05000000000000000000" pitchFamily="2" charset="2"/>
                  <a:buChar char="Ø"/>
                </a:pPr>
                <a:r>
                  <a:rPr lang="en-US" sz="1800" dirty="0">
                    <a:latin typeface="+mj-lt"/>
                  </a:rPr>
                  <a:t> Replacing </a:t>
                </a:r>
                <a:r>
                  <a:rPr lang="en-US" sz="1800" i="1" dirty="0">
                    <a:latin typeface="+mj-lt"/>
                  </a:rPr>
                  <a:t>d</a:t>
                </a:r>
                <a:r>
                  <a:rPr lang="en-US" sz="1800" dirty="0">
                    <a:latin typeface="+mj-lt"/>
                  </a:rPr>
                  <a:t> and after some manipulations of the received power formulation, we get:</a:t>
                </a:r>
              </a:p>
              <a:p>
                <a:pPr algn="ctr">
                  <a:lnSpc>
                    <a:spcPct val="200000"/>
                  </a:lnSpc>
                </a:pPr>
                <a:r>
                  <a:rPr lang="en-IN" sz="1800" dirty="0">
                    <a:latin typeface="+mj-lt"/>
                    <a:ea typeface="Cambria Math" panose="02040503050406030204" pitchFamily="18" charset="0"/>
                  </a:rPr>
                  <a:t>     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I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I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IN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 </m:t>
                    </m:r>
                    <m:sSubSup>
                      <m:sSubSupPr>
                        <m:ctrlPr>
                          <a:rPr lang="en-I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I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IN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2</m:t>
                    </m:r>
                    <m:sSub>
                      <m:sSubPr>
                        <m:ctrlPr>
                          <a:rPr lang="en-I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  <m:sSub>
                      <m:sSubPr>
                        <m:ctrlPr>
                          <a:rPr lang="en-I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IN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+ 2 </m:t>
                    </m:r>
                    <m:sSub>
                      <m:sSubPr>
                        <m:ctrlPr>
                          <a:rPr lang="en-I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  <m:sSub>
                      <m:sSubPr>
                        <m:ctrlPr>
                          <a:rPr lang="en-I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IN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 </m:t>
                    </m:r>
                    <m:sSubSup>
                      <m:sSubSupPr>
                        <m:ctrlPr>
                          <a:rPr lang="en-I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I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IN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 </m:t>
                    </m:r>
                    <m:sSubSup>
                      <m:sSubSupPr>
                        <m:ctrlPr>
                          <a:rPr lang="en-I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I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IN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 </m:t>
                    </m:r>
                    <m:sSup>
                      <m:sSupPr>
                        <m:ctrlPr>
                          <a:rPr lang="en-I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f>
                          <m:fPr>
                            <m:ctrlPr>
                              <a:rPr lang="en-IN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ctrlPr>
                                  <a:rPr lang="en-IN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IN" sz="1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IN" sz="1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p>
                                    <m:r>
                                      <a:rPr lang="en-IN" sz="1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𝑇𝑥</m:t>
                                    </m:r>
                                  </m:sup>
                                </m:sSup>
                                <m:r>
                                  <a:rPr lang="en-IN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 </m:t>
                                </m:r>
                                <m:sSubSup>
                                  <m:sSubSupPr>
                                    <m:ctrlPr>
                                      <a:rPr lang="en-IN" sz="1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IN" sz="1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IN" sz="1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  <m:sup>
                                    <m:r>
                                      <a:rPr lang="en-IN" sz="1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𝑅𝑥</m:t>
                                    </m:r>
                                  </m:sup>
                                </m:sSubSup>
                              </m:e>
                            </m:d>
                          </m:num>
                          <m:den>
                            <m:r>
                              <a:rPr lang="en-IN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IN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den>
                        </m:f>
                      </m:sup>
                    </m:sSup>
                  </m:oMath>
                </a14:m>
                <a:r>
                  <a:rPr lang="en-IN" sz="1800" dirty="0">
                    <a:latin typeface="+mj-lt"/>
                  </a:rPr>
                  <a:t>                          (3)</a:t>
                </a:r>
              </a:p>
              <a:p>
                <a:pPr>
                  <a:lnSpc>
                    <a:spcPct val="200000"/>
                  </a:lnSpc>
                </a:pPr>
                <a:endParaRPr lang="en-US" sz="1800" dirty="0">
                  <a:latin typeface="+mj-lt"/>
                </a:endParaRPr>
              </a:p>
              <a:p>
                <a:pPr marL="285750" indent="-285750">
                  <a:lnSpc>
                    <a:spcPct val="200000"/>
                  </a:lnSpc>
                  <a:buFont typeface="Wingdings" panose="05000000000000000000" pitchFamily="2" charset="2"/>
                  <a:buChar char="Ø"/>
                </a:pPr>
                <a:r>
                  <a:rPr lang="en-US" sz="1800" dirty="0">
                    <a:latin typeface="+mj-lt"/>
                  </a:rPr>
                  <a:t>The linear regression equation is given as:</a:t>
                </a:r>
              </a:p>
              <a:p>
                <a:pPr algn="ctr">
                  <a:lnSpc>
                    <a:spcPct val="200000"/>
                  </a:lnSpc>
                </a:pPr>
                <a:r>
                  <a:rPr lang="en-IN" sz="1800" dirty="0">
                    <a:latin typeface="+mj-lt"/>
                    <a:ea typeface="Cambria Math" panose="02040503050406030204" pitchFamily="18" charset="0"/>
                  </a:rPr>
                  <a:t>                                            </a:t>
                </a:r>
                <a14:m>
                  <m:oMath xmlns:m="http://schemas.openxmlformats.org/officeDocument/2006/math">
                    <m:r>
                      <a:rPr lang="en-US" sz="18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       </m:t>
                    </m:r>
                    <m:r>
                      <a:rPr lang="en-IN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IN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IN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IN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1800" dirty="0">
                    <a:latin typeface="+mj-lt"/>
                    <a:ea typeface="Cambria Math" panose="02040503050406030204" pitchFamily="18" charset="0"/>
                  </a:rPr>
                  <a:t>                                                       </a:t>
                </a:r>
                <a:r>
                  <a:rPr lang="en-US" sz="1800" dirty="0">
                    <a:latin typeface="+mj-lt"/>
                  </a:rPr>
                  <a:t>(4)   </a:t>
                </a:r>
              </a:p>
              <a:p>
                <a:pPr marL="285750" indent="-285750">
                  <a:lnSpc>
                    <a:spcPct val="200000"/>
                  </a:lnSpc>
                  <a:buFont typeface="Wingdings" panose="05000000000000000000" pitchFamily="2" charset="2"/>
                  <a:buChar char="Ø"/>
                </a:pPr>
                <a:endParaRPr lang="en-US" sz="1800" dirty="0">
                  <a:latin typeface="+mj-lt"/>
                </a:endParaRP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US" sz="1800" dirty="0">
                    <a:latin typeface="+mj-lt"/>
                  </a:rPr>
                  <a:t>The input parameter matrix (A), squared sensor coordinates vector b and parameter consisting Tx positions and Tx power is vector </a:t>
                </a:r>
                <a14:m>
                  <m:oMath xmlns:m="http://schemas.openxmlformats.org/officeDocument/2006/math">
                    <m:r>
                      <a:rPr lang="en-IN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1800" dirty="0">
                    <a:latin typeface="+mj-lt"/>
                  </a:rPr>
                  <a:t>. </a:t>
                </a: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US" sz="1800" dirty="0">
                    <a:latin typeface="+mj-lt"/>
                  </a:rPr>
                  <a:t>4 sensors measurements are used to perform localization.</a:t>
                </a:r>
                <a:br>
                  <a:rPr lang="en-US" sz="1800" dirty="0">
                    <a:latin typeface="+mj-lt"/>
                  </a:rPr>
                </a:br>
                <a:r>
                  <a:rPr lang="en-US" sz="1800" i="1" dirty="0">
                    <a:latin typeface="+mj-lt"/>
                  </a:rPr>
                  <a:t>         </a:t>
                </a:r>
              </a:p>
              <a:p>
                <a:endParaRPr lang="en-US" dirty="0"/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endParaRPr lang="en-US" dirty="0"/>
              </a:p>
              <a:p>
                <a:endParaRPr lang="en-IN" dirty="0"/>
              </a:p>
              <a:p>
                <a:endParaRPr lang="en-IN" dirty="0"/>
              </a:p>
              <a:p>
                <a:endParaRPr lang="en-IN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A9178275-5F9F-9F5E-3540-D1ADAF5316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l="-8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5">
            <a:extLst>
              <a:ext uri="{FF2B5EF4-FFF2-40B4-BE49-F238E27FC236}">
                <a16:creationId xmlns:a16="http://schemas.microsoft.com/office/drawing/2014/main" id="{4B1130D3-3B97-D09F-1B2A-517D8B1AE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18" y="301185"/>
            <a:ext cx="6844385" cy="664797"/>
          </a:xfrm>
        </p:spPr>
        <p:txBody>
          <a:bodyPr/>
          <a:lstStyle/>
          <a:p>
            <a:r>
              <a:rPr lang="en-US" dirty="0"/>
              <a:t>System Model: Adaptive Iterative and MSE Based Methods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95841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E59DDC7-267D-434F-9FDB-C914FB2C6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7F253-9CF3-CB40-A953-2C224B576785}" type="datetime4">
              <a:rPr lang="de-DE" smtClean="0"/>
              <a:t>8. Oktober 2023</a:t>
            </a:fld>
            <a:endParaRPr lang="de-D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DF34C0-3B85-5B1F-CD58-2771E880D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13107E-BC66-27FB-1ECB-B5BFFD3CA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18</a:t>
            </a:fld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3237E7D0-5C77-3AC2-7A50-699A5C86C14A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>
                <a:normAutofit fontScale="25000" lnSpcReduction="20000"/>
              </a:bodyPr>
              <a:lstStyle/>
              <a:p>
                <a:pPr marL="285750" indent="-285750">
                  <a:lnSpc>
                    <a:spcPct val="200000"/>
                  </a:lnSpc>
                  <a:buFont typeface="Wingdings" panose="05000000000000000000" pitchFamily="2" charset="2"/>
                  <a:buChar char="Ø"/>
                </a:pPr>
                <a:r>
                  <a:rPr lang="en-US" sz="5600" dirty="0">
                    <a:latin typeface="+mj-lt"/>
                  </a:rPr>
                  <a:t>The equation to calculate the unknown Tx positions for Adaptive Iterative in the parameter </a:t>
                </a:r>
                <a14:m>
                  <m:oMath xmlns:m="http://schemas.openxmlformats.org/officeDocument/2006/math">
                    <m:r>
                      <a:rPr lang="en-IN" sz="5600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5600" b="0" i="1" smtClean="0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en-US" sz="5600" dirty="0">
                    <a:latin typeface="+mj-lt"/>
                  </a:rPr>
                  <a:t>is given by:</a:t>
                </a:r>
              </a:p>
              <a:p>
                <a:pPr algn="ctr">
                  <a:lnSpc>
                    <a:spcPct val="200000"/>
                  </a:lnSpc>
                </a:pPr>
                <a:r>
                  <a:rPr lang="en-IN" sz="5600" dirty="0">
                    <a:latin typeface="+mj-lt"/>
                  </a:rPr>
                  <a:t> 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5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56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IN" sz="56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56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IN" sz="56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sz="5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56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IN" sz="5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IN" sz="56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5600" i="1">
                        <a:latin typeface="Cambria Math" panose="02040503050406030204" pitchFamily="18" charset="0"/>
                      </a:rPr>
                      <m:t>𝜇</m:t>
                    </m:r>
                    <m:sSup>
                      <m:sSupPr>
                        <m:ctrlPr>
                          <a:rPr lang="en-IN" sz="5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56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56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b>
                      <m:sSubPr>
                        <m:ctrlPr>
                          <a:rPr lang="en-IN" sz="5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56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sz="5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IN" sz="5600" dirty="0">
                    <a:latin typeface="+mj-lt"/>
                  </a:rPr>
                  <a:t>                                                      (6)  </a:t>
                </a:r>
              </a:p>
              <a:p>
                <a:pPr marL="285750" indent="-285750">
                  <a:lnSpc>
                    <a:spcPct val="200000"/>
                  </a:lnSpc>
                  <a:buFont typeface="Wingdings" panose="05000000000000000000" pitchFamily="2" charset="2"/>
                  <a:buChar char="Ø"/>
                </a:pPr>
                <a:r>
                  <a:rPr lang="en-US" sz="5600" dirty="0">
                    <a:latin typeface="+mj-lt"/>
                  </a:rPr>
                  <a:t>Where </a:t>
                </a:r>
                <a14:m>
                  <m:oMath xmlns:m="http://schemas.openxmlformats.org/officeDocument/2006/math">
                    <m:r>
                      <a:rPr lang="en-US" sz="5600" i="1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IN" sz="5600" dirty="0">
                    <a:latin typeface="+mj-lt"/>
                  </a:rPr>
                  <a:t> i</a:t>
                </a:r>
                <a:r>
                  <a:rPr lang="en-US" sz="5600" dirty="0">
                    <a:latin typeface="+mj-lt"/>
                  </a:rPr>
                  <a:t>s the step size.</a:t>
                </a:r>
              </a:p>
              <a:p>
                <a:pPr marL="285750" indent="-285750">
                  <a:lnSpc>
                    <a:spcPct val="200000"/>
                  </a:lnSpc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N" sz="5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56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sz="5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5600" i="1">
                        <a:latin typeface="Cambria Math" panose="02040503050406030204" pitchFamily="18" charset="0"/>
                      </a:rPr>
                      <m:t> = </m:t>
                    </m:r>
                    <m:sSub>
                      <m:sSubPr>
                        <m:ctrlPr>
                          <a:rPr lang="en-IN" sz="5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56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5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5600" i="1">
                        <a:latin typeface="Cambria Math" panose="02040503050406030204" pitchFamily="18" charset="0"/>
                      </a:rPr>
                      <m:t> − </m:t>
                    </m:r>
                    <m:sSub>
                      <m:sSubPr>
                        <m:ctrlPr>
                          <a:rPr lang="en-IN" sz="5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56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5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IN" sz="5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56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5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5600" dirty="0">
                    <a:latin typeface="+mj-lt"/>
                  </a:rPr>
                  <a:t> is the instantaneous error.</a:t>
                </a:r>
              </a:p>
              <a:p>
                <a:pPr marL="285750" indent="-285750">
                  <a:lnSpc>
                    <a:spcPct val="200000"/>
                  </a:lnSpc>
                  <a:buFont typeface="Wingdings" panose="05000000000000000000" pitchFamily="2" charset="2"/>
                  <a:buChar char="Ø"/>
                </a:pPr>
                <a:r>
                  <a:rPr lang="en-US" sz="5600" dirty="0">
                    <a:latin typeface="+mj-lt"/>
                  </a:rPr>
                  <a:t>The solution to estimate the Tx positions using MSE based method is given by:</a:t>
                </a:r>
              </a:p>
              <a:p>
                <a:pPr algn="ctr">
                  <a:lnSpc>
                    <a:spcPct val="200000"/>
                  </a:lnSpc>
                </a:pPr>
                <a:r>
                  <a:rPr lang="en-IN" sz="5600" dirty="0">
                    <a:latin typeface="+mj-lt"/>
                  </a:rPr>
                  <a:t>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5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5600" b="0" i="1" smtClean="0">
                            <a:latin typeface="Cambria Math" panose="02040503050406030204" pitchFamily="18" charset="0"/>
                          </a:rPr>
                          <m:t>        </m:t>
                        </m:r>
                        <m:r>
                          <a:rPr lang="en-US" sz="56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5600" i="1">
                            <a:latin typeface="Cambria Math" panose="02040503050406030204" pitchFamily="18" charset="0"/>
                          </a:rPr>
                          <m:t>𝑜𝑝𝑡</m:t>
                        </m:r>
                      </m:sub>
                    </m:sSub>
                    <m:r>
                      <a:rPr lang="en-US" sz="56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5600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5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56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5600" i="1">
                                <a:latin typeface="Cambria Math" panose="02040503050406030204" pitchFamily="18" charset="0"/>
                              </a:rPr>
                              <m:t>∑</m:t>
                            </m:r>
                            <m:sSubSup>
                              <m:sSubSupPr>
                                <m:ctrlPr>
                                  <a:rPr lang="en-IN" sz="56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5600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sz="5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US" sz="5600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bSup>
                            <m:sSub>
                              <m:sSubPr>
                                <m:ctrlPr>
                                  <a:rPr lang="en-IN" sz="5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5600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sz="5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num>
                          <m:den>
                            <m:r>
                              <a:rPr lang="en-US" sz="5600" i="1">
                                <a:latin typeface="Cambria Math" panose="02040503050406030204" pitchFamily="18" charset="0"/>
                              </a:rPr>
                              <m:t>∑</m:t>
                            </m:r>
                            <m:sSubSup>
                              <m:sSubSupPr>
                                <m:ctrlPr>
                                  <a:rPr lang="en-IN" sz="56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5600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sz="5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US" sz="5600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bSup>
                            <m:sSub>
                              <m:sSubPr>
                                <m:ctrlPr>
                                  <a:rPr lang="en-IN" sz="5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5600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sz="5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r>
                  <a:rPr lang="en-IN" sz="5600" dirty="0">
                    <a:latin typeface="+mj-lt"/>
                  </a:rPr>
                  <a:t>                                                           (7)          </a:t>
                </a:r>
              </a:p>
              <a:p>
                <a:pPr>
                  <a:lnSpc>
                    <a:spcPct val="200000"/>
                  </a:lnSpc>
                </a:pPr>
                <a:endParaRPr lang="en-US" sz="1400" dirty="0">
                  <a:latin typeface="+mj-lt"/>
                </a:endParaRP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endParaRPr lang="en-US" dirty="0"/>
              </a:p>
              <a:p>
                <a:endParaRPr lang="en-IN" sz="5600" dirty="0"/>
              </a:p>
              <a:p>
                <a:endParaRPr lang="en-IN" dirty="0"/>
              </a:p>
              <a:p>
                <a:r>
                  <a:rPr lang="en-IN" dirty="0"/>
                  <a:t>  </a:t>
                </a:r>
              </a:p>
            </p:txBody>
          </p:sp>
        </mc:Choice>
        <mc:Fallback xmlns=""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3237E7D0-5C77-3AC2-7A50-699A5C86C14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l="-8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5">
            <a:extLst>
              <a:ext uri="{FF2B5EF4-FFF2-40B4-BE49-F238E27FC236}">
                <a16:creationId xmlns:a16="http://schemas.microsoft.com/office/drawing/2014/main" id="{E4D1AD74-C85C-9FDE-6AC7-41FA5382F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18" y="301185"/>
            <a:ext cx="6844385" cy="664797"/>
          </a:xfrm>
        </p:spPr>
        <p:txBody>
          <a:bodyPr/>
          <a:lstStyle/>
          <a:p>
            <a:r>
              <a:rPr lang="en-US" dirty="0"/>
              <a:t>System Model: Adaptive Iterative and MSE Based Methods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98074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AC1661F-6C2C-DDB8-E938-85DDB9AE2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7F253-9CF3-CB40-A953-2C224B576785}" type="datetime4">
              <a:rPr lang="de-DE" smtClean="0"/>
              <a:t>8. Oktober 2023</a:t>
            </a:fld>
            <a:endParaRPr lang="de-D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BB8B36-52D4-8C1D-5660-E496012A8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4D18FE-4380-76BE-6B97-14BE37D14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19</a:t>
            </a:fld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B9DD3F3E-A615-B636-F6D0-A0CC74F03485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>
                <a:normAutofit/>
              </a:bodyPr>
              <a:lstStyle/>
              <a:p>
                <a:pPr lvl="1">
                  <a:lnSpc>
                    <a:spcPct val="200000"/>
                  </a:lnSpc>
                  <a:buFont typeface="Wingdings" panose="05000000000000000000" pitchFamily="2" charset="2"/>
                  <a:buChar char="Ø"/>
                </a:pPr>
                <a:r>
                  <a:rPr lang="en-IN" sz="1400" dirty="0">
                    <a:latin typeface="+mj-lt"/>
                  </a:rPr>
                  <a:t>The optimal solution for </a:t>
                </a:r>
                <a:r>
                  <a:rPr lang="en-IN" sz="1400" dirty="0" err="1">
                    <a:latin typeface="+mj-lt"/>
                  </a:rPr>
                  <a:t>LIvE</a:t>
                </a:r>
                <a:r>
                  <a:rPr lang="en-IN" sz="1400" dirty="0">
                    <a:latin typeface="+mj-lt"/>
                  </a:rPr>
                  <a:t>  is given as:</a:t>
                </a:r>
              </a:p>
              <a:p>
                <a:pPr marL="0" lvl="1" indent="0">
                  <a:lnSpc>
                    <a:spcPct val="100000"/>
                  </a:lnSpc>
                  <a:buNone/>
                </a:pPr>
                <a:r>
                  <a:rPr lang="en-IN" sz="1400" b="0" dirty="0">
                    <a:latin typeface="+mj-lt"/>
                  </a:rPr>
                  <a:t>                                                                        </a:t>
                </a:r>
                <a14:m>
                  <m:oMath xmlns:m="http://schemas.openxmlformats.org/officeDocument/2006/math">
                    <m:r>
                      <a:rPr lang="en-US" sz="1400" b="0" i="0" smtClean="0">
                        <a:latin typeface="Cambria Math" panose="02040503050406030204" pitchFamily="18" charset="0"/>
                      </a:rPr>
                      <m:t>     </m:t>
                    </m:r>
                    <m:acc>
                      <m:accPr>
                        <m:chr m:val="̂"/>
                        <m:ctrlPr>
                          <a:rPr lang="en-IN" sz="1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acc>
                    <m:r>
                      <a:rPr lang="en-US" sz="1400" i="1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𝑎𝑟𝑔𝑚𝑖𝑛</m:t>
                    </m:r>
                    <m:d>
                      <m:dPr>
                        <m:begChr m:val="‖"/>
                        <m:endChr m:val="‖"/>
                        <m:ctrlPr>
                          <a:rPr lang="en-IN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r>
                  <a:rPr lang="en-IN" sz="1400" dirty="0">
                    <a:latin typeface="+mj-lt"/>
                  </a:rPr>
                  <a:t>                                                               </a:t>
                </a:r>
              </a:p>
              <a:p>
                <a:pPr marL="0" lvl="1" indent="0" algn="ctr">
                  <a:lnSpc>
                    <a:spcPct val="100000"/>
                  </a:lnSpc>
                  <a:buNone/>
                </a:pPr>
                <a:r>
                  <a:rPr lang="en-IN" sz="1400" dirty="0">
                    <a:latin typeface="+mj-lt"/>
                  </a:rPr>
                  <a:t>                     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1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           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sz="1400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IN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sz="1400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IN" sz="1400" dirty="0">
                    <a:latin typeface="+mj-lt"/>
                  </a:rPr>
                  <a:t>                                                                 </a:t>
                </a:r>
                <a:r>
                  <a:rPr lang="en-IN" sz="1400" dirty="0"/>
                  <a:t>(8)</a:t>
                </a:r>
              </a:p>
              <a:p>
                <a:pPr marL="0" lvl="1" indent="0" algn="ctr">
                  <a:buNone/>
                </a:pPr>
                <a:endParaRPr lang="en-IN" dirty="0"/>
              </a:p>
              <a:p>
                <a:pPr marL="0" lvl="1" indent="0" algn="ctr">
                  <a:buNone/>
                </a:pPr>
                <a:endParaRPr lang="en-IN" dirty="0"/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IN" sz="1400" dirty="0"/>
                  <a:t>The constrained optimization problem is solved using the dual Lagrange problem: </a:t>
                </a:r>
              </a:p>
              <a:p>
                <a:r>
                  <a:rPr lang="en-IN" dirty="0"/>
                  <a:t>                                     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) = </m:t>
                    </m:r>
                    <m:sSup>
                      <m:sSup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i="1">
                        <a:latin typeface="Cambria Math" panose="02040503050406030204" pitchFamily="18" charset="0"/>
                      </a:rPr>
                      <m:t> (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) + 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+ </m:t>
                    </m:r>
                    <m:sSup>
                      <m:sSup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IN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N" sz="1400" dirty="0"/>
                  <a:t>                                    (9)</a:t>
                </a:r>
              </a:p>
              <a:p>
                <a:endParaRPr lang="en-IN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B9DD3F3E-A615-B636-F6D0-A0CC74F034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l="-8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5">
            <a:extLst>
              <a:ext uri="{FF2B5EF4-FFF2-40B4-BE49-F238E27FC236}">
                <a16:creationId xmlns:a16="http://schemas.microsoft.com/office/drawing/2014/main" id="{7A8BDA2C-1759-95FA-B248-B1E1FC634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System Model: </a:t>
            </a:r>
            <a:r>
              <a:rPr lang="en-IN" dirty="0" err="1"/>
              <a:t>LIvE</a:t>
            </a:r>
            <a:r>
              <a:rPr lang="en-IN" dirty="0"/>
              <a:t> Method</a:t>
            </a:r>
          </a:p>
        </p:txBody>
      </p:sp>
    </p:spTree>
    <p:extLst>
      <p:ext uri="{BB962C8B-B14F-4D97-AF65-F5344CB8AC3E}">
        <p14:creationId xmlns:p14="http://schemas.microsoft.com/office/powerpoint/2010/main" val="712151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81B5CC-98C1-3352-E0BB-592836F1E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7F253-9CF3-CB40-A953-2C224B576785}" type="datetime4">
              <a:rPr lang="de-DE" smtClean="0"/>
              <a:t>8. Oktober 2023</a:t>
            </a:fld>
            <a:endParaRPr lang="de-D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A54CF9-127E-B0C8-D848-A46D0CE2C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539461-3398-3E0D-072D-4F2AA9064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20</a:t>
            </a:fld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5F727ACC-FB30-33E2-CD87-68631F13700A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>
                <a:normAutofit/>
              </a:bodyPr>
              <a:lstStyle/>
              <a:p>
                <a:pPr marL="285750" indent="-285750">
                  <a:lnSpc>
                    <a:spcPct val="200000"/>
                  </a:lnSpc>
                  <a:buFont typeface="Wingdings" panose="05000000000000000000" pitchFamily="2" charset="2"/>
                  <a:buChar char="Ø"/>
                </a:pPr>
                <a:r>
                  <a:rPr lang="en-US" sz="1400" dirty="0">
                    <a:latin typeface="+mj-lt"/>
                  </a:rPr>
                  <a:t>The grid area consists of 4 sensors each with 5m separation [1].</a:t>
                </a:r>
              </a:p>
              <a:p>
                <a:pPr marL="285750" indent="-285750">
                  <a:lnSpc>
                    <a:spcPct val="200000"/>
                  </a:lnSpc>
                  <a:buFont typeface="Wingdings" panose="05000000000000000000" pitchFamily="2" charset="2"/>
                  <a:buChar char="Ø"/>
                </a:pPr>
                <a:r>
                  <a:rPr lang="en-US" sz="1400" dirty="0">
                    <a:latin typeface="+mj-lt"/>
                  </a:rPr>
                  <a:t>Path loss exponent, reference distance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1400" dirty="0">
                    <a:latin typeface="+mj-lt"/>
                  </a:rPr>
                  <a:t>, and  shadowing variance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IN" sz="140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1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1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𝑑𝐵</m:t>
                        </m:r>
                      </m:sub>
                      <m:sup>
                        <m:r>
                          <a:rPr lang="en-US" sz="1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sz="1400" dirty="0">
                    <a:latin typeface="+mj-lt"/>
                  </a:rPr>
                  <a:t> of the channel are 3.5, 2 m and 8 [dB] respectively [2].</a:t>
                </a:r>
              </a:p>
              <a:p>
                <a:pPr marL="285750" indent="-285750">
                  <a:lnSpc>
                    <a:spcPct val="200000"/>
                  </a:lnSpc>
                  <a:buFont typeface="Wingdings" panose="05000000000000000000" pitchFamily="2" charset="2"/>
                  <a:buChar char="Ø"/>
                </a:pPr>
                <a:r>
                  <a:rPr lang="en-US" sz="1400" dirty="0">
                    <a:latin typeface="+mj-lt"/>
                  </a:rPr>
                  <a:t>The operating frequency band is 720 MHz [1].</a:t>
                </a:r>
              </a:p>
              <a:p>
                <a:pPr marL="285750" indent="-285750">
                  <a:lnSpc>
                    <a:spcPct val="200000"/>
                  </a:lnSpc>
                  <a:buFont typeface="Wingdings" panose="05000000000000000000" pitchFamily="2" charset="2"/>
                  <a:buChar char="Ø"/>
                </a:pPr>
                <a:r>
                  <a:rPr lang="en-US" sz="1400" dirty="0">
                    <a:latin typeface="+mj-lt"/>
                  </a:rPr>
                  <a:t>Tx power is -10 dB with 1 static transmitter.</a:t>
                </a:r>
              </a:p>
            </p:txBody>
          </p:sp>
        </mc:Choice>
        <mc:Fallback xmlns=""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5F727ACC-FB30-33E2-CD87-68631F13700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l="-8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5">
            <a:extLst>
              <a:ext uri="{FF2B5EF4-FFF2-40B4-BE49-F238E27FC236}">
                <a16:creationId xmlns:a16="http://schemas.microsoft.com/office/drawing/2014/main" id="{408DB40C-EB30-5DDA-2A30-04E655CB2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and Discussions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301413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178D5B-3ED5-20EC-3930-4229BF50D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2C5E7-C47D-7B46-9A41-5502F7E77F6C}" type="datetime4">
              <a:rPr lang="de-DE" smtClean="0"/>
              <a:t>8. Oktober 2023</a:t>
            </a:fld>
            <a:endParaRPr lang="de-D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65132F-1FFD-DBA4-A8E5-A2ED8C542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FAF7CF-D7D9-607E-B7A7-793F36B9D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21</a:t>
            </a:fld>
            <a:endParaRPr lang="de-DE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276FABDF-0AA6-29A3-1FD4-CDC6519A012F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5730" y="1348919"/>
            <a:ext cx="6730410" cy="4570412"/>
          </a:xfr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2A7A51FC-029D-E775-A64F-BA57D76BA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Results and Discussion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B558AF8-A0CE-7CF8-7A64-88B0A4AB8BD7}"/>
                  </a:ext>
                </a:extLst>
              </p:cNvPr>
              <p:cNvSpPr txBox="1"/>
              <p:nvPr/>
            </p:nvSpPr>
            <p:spPr>
              <a:xfrm>
                <a:off x="1871329" y="5919331"/>
                <a:ext cx="9303489" cy="52969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l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Figure 5: The images shows us the performance comparison of the three methods with 1 Tx positions [2,3], 4 Rx's. The system parameters remain same with step size being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160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I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10</m:t>
                        </m:r>
                      </m:e>
                      <m:sup>
                        <m:r>
                          <a:rPr lang="en-I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−12</m:t>
                        </m:r>
                      </m:sup>
                    </m:sSup>
                  </m:oMath>
                </a14:m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.</a:t>
                </a:r>
                <a:endParaRPr kumimoji="0" lang="en-I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B558AF8-A0CE-7CF8-7A64-88B0A4AB8B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1329" y="5919331"/>
                <a:ext cx="9303489" cy="529697"/>
              </a:xfrm>
              <a:prstGeom prst="rect">
                <a:avLst/>
              </a:prstGeom>
              <a:blipFill>
                <a:blip r:embed="rId3"/>
                <a:stretch>
                  <a:fillRect l="-1376" t="-10345" b="-2413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304495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E35FDA-1A50-8200-B014-745292B976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2C5E7-C47D-7B46-9A41-5502F7E77F6C}" type="datetime4">
              <a:rPr lang="de-DE" smtClean="0"/>
              <a:t>8. Oktober 2023</a:t>
            </a:fld>
            <a:endParaRPr lang="de-D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82FAF8-7BCC-601E-884F-E1609813D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C44DAD-B93D-F232-6BED-22F3BC814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22</a:t>
            </a:fld>
            <a:endParaRPr lang="de-DE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E5D731A-02C0-8FEE-8509-25832310F6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400" dirty="0">
                <a:latin typeface="+mj-lt"/>
              </a:rPr>
              <a:t>We conclude that the </a:t>
            </a:r>
            <a:r>
              <a:rPr lang="en-US" sz="1400" dirty="0" err="1">
                <a:latin typeface="+mj-lt"/>
              </a:rPr>
              <a:t>LIvE</a:t>
            </a:r>
            <a:r>
              <a:rPr lang="en-US" sz="1400" dirty="0">
                <a:latin typeface="+mj-lt"/>
              </a:rPr>
              <a:t> and MSE algorithms show better performance as the number of sensors are increased. The threshold for the </a:t>
            </a:r>
            <a:r>
              <a:rPr lang="en-US" sz="1400" dirty="0" err="1">
                <a:latin typeface="+mj-lt"/>
              </a:rPr>
              <a:t>LIvE</a:t>
            </a:r>
            <a:r>
              <a:rPr lang="en-US" sz="1400" dirty="0">
                <a:latin typeface="+mj-lt"/>
              </a:rPr>
              <a:t> and MSE performance measure is around 25-30 sensors.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400" dirty="0" err="1">
                <a:latin typeface="+mj-lt"/>
              </a:rPr>
              <a:t>LIvE</a:t>
            </a:r>
            <a:r>
              <a:rPr lang="en-US" sz="1400" dirty="0">
                <a:latin typeface="+mj-lt"/>
              </a:rPr>
              <a:t> &gt; MSE &gt; Adaptive iterative. The localization error for the algorithms is less than 5m.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400" dirty="0">
                <a:latin typeface="+mj-lt"/>
              </a:rPr>
              <a:t>In terms of complexity Adaptive Iterative &gt;  </a:t>
            </a:r>
            <a:r>
              <a:rPr lang="en-US" sz="1400" dirty="0" err="1">
                <a:latin typeface="+mj-lt"/>
              </a:rPr>
              <a:t>LIvE</a:t>
            </a:r>
            <a:r>
              <a:rPr lang="en-US" sz="1400" dirty="0">
                <a:latin typeface="+mj-lt"/>
              </a:rPr>
              <a:t> &gt; MSE.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400" dirty="0">
                <a:latin typeface="+mj-lt"/>
              </a:rPr>
              <a:t>The limitation for Adaptive Iterative method is its non-adaptive step size and failure to adapt as number of sensors are increased.  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400" dirty="0">
                <a:latin typeface="+mj-lt"/>
              </a:rPr>
              <a:t>The limitation of </a:t>
            </a:r>
            <a:r>
              <a:rPr lang="en-US" sz="1400" dirty="0" err="1">
                <a:latin typeface="+mj-lt"/>
              </a:rPr>
              <a:t>LIvE</a:t>
            </a:r>
            <a:r>
              <a:rPr lang="en-US" sz="1400" dirty="0">
                <a:latin typeface="+mj-lt"/>
              </a:rPr>
              <a:t> algorithm is the real floating point input which leads to input parameter matrix becoming singular for very noisy measurements.</a:t>
            </a:r>
            <a:endParaRPr lang="en-IN" sz="1400" dirty="0">
              <a:latin typeface="+mj-lt"/>
            </a:endParaRP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7AF70922-519F-2C4F-D1B0-0A48E5A6A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22089711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55BBE7-7A57-91F0-1310-017683D29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7F253-9CF3-CB40-A953-2C224B576785}" type="datetime4">
              <a:rPr lang="de-DE" smtClean="0"/>
              <a:t>8. Oktober 2023</a:t>
            </a:fld>
            <a:endParaRPr lang="de-D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126B12-EB6B-CCD0-1771-9B5940BD1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05AAEB-8B3C-6237-5EC4-D2C0BFF11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23</a:t>
            </a:fld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7441A6-F3BA-8565-9E94-1A089171C26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400" dirty="0"/>
              <a:t>Comparison of Tx’s location estimation methods for REM construction using received signal strength methods (RSS). </a:t>
            </a:r>
          </a:p>
          <a:p>
            <a:pPr>
              <a:lnSpc>
                <a:spcPct val="100000"/>
              </a:lnSpc>
            </a:pPr>
            <a:endParaRPr lang="en-US" sz="1400" dirty="0"/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400" dirty="0"/>
              <a:t>Sampling of sensor networks (uniform sampling, grid based and hybrid or random design). </a:t>
            </a:r>
          </a:p>
          <a:p>
            <a:pPr>
              <a:lnSpc>
                <a:spcPct val="100000"/>
              </a:lnSpc>
            </a:pPr>
            <a:endParaRPr lang="en-US" sz="1400" dirty="0"/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400" dirty="0"/>
              <a:t>Analyze the performance for these methods using performance metrics : localization errors, deviation from actual positions, performance against number of sensor nodes required, complexity, number of measurements.</a:t>
            </a:r>
          </a:p>
          <a:p>
            <a:pPr>
              <a:lnSpc>
                <a:spcPct val="100000"/>
              </a:lnSpc>
            </a:pPr>
            <a:endParaRPr lang="en-US" sz="1400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1865016-EDBA-7297-D571-5ABD0F685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Goals Accomplished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120114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AE0BC1-462B-BFCE-79D4-2AC562E13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2C5E7-C47D-7B46-9A41-5502F7E77F6C}" type="datetime4">
              <a:rPr lang="de-DE" smtClean="0"/>
              <a:t>8. Oktober 2023</a:t>
            </a:fld>
            <a:endParaRPr lang="de-D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75188D-F1A1-9BA9-693B-8962F4610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97EBB7-86DA-94F1-C668-9AAA4D1A1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24</a:t>
            </a:fld>
            <a:endParaRPr lang="de-DE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23545C99-BC02-BC18-6025-FA19691C92C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400" dirty="0">
                <a:latin typeface="+mj-lt"/>
              </a:rPr>
              <a:t>Construct REM maps using estimated Tx locations and estimated powers in a given area of interest.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400" dirty="0">
                <a:latin typeface="+mj-lt"/>
              </a:rPr>
              <a:t>Dynamic nature of REM (refresh rate ) for changing environments.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400" dirty="0">
                <a:latin typeface="+mj-lt"/>
              </a:rPr>
              <a:t>Impact of spatially correlated shadowing in Tx localization.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400" dirty="0">
                <a:latin typeface="+mj-lt"/>
              </a:rPr>
              <a:t>Modeling of transmission signal (static or waveform) using signal processing for example OFDM signal and compare REM update rate.</a:t>
            </a:r>
            <a:endParaRPr lang="en-IN" sz="1400" dirty="0">
              <a:latin typeface="+mj-lt"/>
            </a:endParaRP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8F542E72-BD0D-B3D1-2A93-1411AE08E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Challenges Remaining </a:t>
            </a:r>
          </a:p>
        </p:txBody>
      </p:sp>
    </p:spTree>
    <p:extLst>
      <p:ext uri="{BB962C8B-B14F-4D97-AF65-F5344CB8AC3E}">
        <p14:creationId xmlns:p14="http://schemas.microsoft.com/office/powerpoint/2010/main" val="41073970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7D7DEF-925C-C5E1-FCD1-DB16C8CD6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7F253-9CF3-CB40-A953-2C224B576785}" type="datetime4">
              <a:rPr lang="de-DE" smtClean="0"/>
              <a:t>8. Oktober 2023</a:t>
            </a:fld>
            <a:endParaRPr lang="de-D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CB49BBC-5593-80A2-4036-F100D4D02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4055FF-AD8E-B9DB-D690-9DA1E5151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25</a:t>
            </a:fld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4EA32A-55C8-01C4-695F-1652D0E676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8317" y="1631156"/>
            <a:ext cx="11157745" cy="4716481"/>
          </a:xfrm>
        </p:spPr>
        <p:txBody>
          <a:bodyPr>
            <a:normAutofit/>
          </a:bodyPr>
          <a:lstStyle/>
          <a:p>
            <a:pPr marL="457200" indent="-457200" algn="l">
              <a:buFont typeface="+mj-lt"/>
              <a:buAutoNum type="arabicPeriod"/>
            </a:pPr>
            <a:r>
              <a:rPr lang="en-IN" sz="1500" b="0" i="0" dirty="0" err="1">
                <a:solidFill>
                  <a:srgbClr val="222222"/>
                </a:solidFill>
                <a:effectLst/>
                <a:latin typeface="+mj-lt"/>
              </a:rPr>
              <a:t>Ezzati</a:t>
            </a:r>
            <a:r>
              <a:rPr lang="en-IN" sz="1500" b="0" i="0" dirty="0">
                <a:solidFill>
                  <a:srgbClr val="222222"/>
                </a:solidFill>
                <a:effectLst/>
                <a:latin typeface="+mj-lt"/>
              </a:rPr>
              <a:t>, </a:t>
            </a:r>
            <a:r>
              <a:rPr lang="en-IN" sz="1500" b="0" i="0" dirty="0" err="1">
                <a:solidFill>
                  <a:srgbClr val="222222"/>
                </a:solidFill>
                <a:effectLst/>
                <a:latin typeface="+mj-lt"/>
              </a:rPr>
              <a:t>Nematollah</a:t>
            </a:r>
            <a:r>
              <a:rPr lang="en-IN" sz="1500" b="0" i="0" dirty="0">
                <a:solidFill>
                  <a:srgbClr val="222222"/>
                </a:solidFill>
                <a:effectLst/>
                <a:latin typeface="+mj-lt"/>
              </a:rPr>
              <a:t>, Hasan Taheri, and Tuna </a:t>
            </a:r>
            <a:r>
              <a:rPr lang="en-IN" sz="1500" b="0" i="0" dirty="0" err="1">
                <a:solidFill>
                  <a:srgbClr val="222222"/>
                </a:solidFill>
                <a:effectLst/>
                <a:latin typeface="+mj-lt"/>
              </a:rPr>
              <a:t>Tugcu</a:t>
            </a:r>
            <a:r>
              <a:rPr lang="en-IN" sz="1500" b="0" i="0" dirty="0">
                <a:solidFill>
                  <a:srgbClr val="222222"/>
                </a:solidFill>
                <a:effectLst/>
                <a:latin typeface="+mj-lt"/>
              </a:rPr>
              <a:t>. "Optimised sensor network for transmitter localisation and radio environment mapping." </a:t>
            </a:r>
            <a:r>
              <a:rPr lang="en-IN" sz="1500" b="0" i="1" dirty="0">
                <a:solidFill>
                  <a:srgbClr val="222222"/>
                </a:solidFill>
                <a:effectLst/>
                <a:latin typeface="+mj-lt"/>
              </a:rPr>
              <a:t>IET Communications</a:t>
            </a:r>
            <a:r>
              <a:rPr lang="en-IN" sz="1500" b="0" i="0" dirty="0">
                <a:solidFill>
                  <a:srgbClr val="222222"/>
                </a:solidFill>
                <a:effectLst/>
                <a:latin typeface="+mj-lt"/>
              </a:rPr>
              <a:t> 10.16 (2016): 2170-2178. </a:t>
            </a:r>
            <a:r>
              <a:rPr lang="en-IN" sz="1500" b="0" i="0" u="none" strike="noStrike" baseline="0" dirty="0">
                <a:latin typeface="+mj-lt"/>
              </a:rPr>
              <a:t>Location estimation-based radio environment map construction in fading channels.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IN" sz="1500" b="0" i="0" dirty="0">
                <a:solidFill>
                  <a:srgbClr val="222222"/>
                </a:solidFill>
                <a:effectLst/>
                <a:latin typeface="+mj-lt"/>
              </a:rPr>
              <a:t>Yilmaz, </a:t>
            </a:r>
            <a:r>
              <a:rPr lang="en-IN" sz="1500" b="0" i="0" dirty="0" err="1">
                <a:solidFill>
                  <a:srgbClr val="222222"/>
                </a:solidFill>
                <a:effectLst/>
                <a:latin typeface="+mj-lt"/>
              </a:rPr>
              <a:t>Huseyin</a:t>
            </a:r>
            <a:r>
              <a:rPr lang="en-IN" sz="1500" b="0" i="0" dirty="0">
                <a:solidFill>
                  <a:srgbClr val="222222"/>
                </a:solidFill>
                <a:effectLst/>
                <a:latin typeface="+mj-lt"/>
              </a:rPr>
              <a:t> </a:t>
            </a:r>
            <a:r>
              <a:rPr lang="en-IN" sz="1500" b="0" i="0" dirty="0" err="1">
                <a:solidFill>
                  <a:srgbClr val="222222"/>
                </a:solidFill>
                <a:effectLst/>
                <a:latin typeface="+mj-lt"/>
              </a:rPr>
              <a:t>Birkan</a:t>
            </a:r>
            <a:r>
              <a:rPr lang="en-IN" sz="1500" b="0" i="0" dirty="0">
                <a:solidFill>
                  <a:srgbClr val="222222"/>
                </a:solidFill>
                <a:effectLst/>
                <a:latin typeface="+mj-lt"/>
              </a:rPr>
              <a:t>, and Tuna </a:t>
            </a:r>
            <a:r>
              <a:rPr lang="en-IN" sz="1500" b="0" i="0" dirty="0" err="1">
                <a:solidFill>
                  <a:srgbClr val="222222"/>
                </a:solidFill>
                <a:effectLst/>
                <a:latin typeface="+mj-lt"/>
              </a:rPr>
              <a:t>Tugcu</a:t>
            </a:r>
            <a:r>
              <a:rPr lang="en-IN" sz="1500" b="0" i="0" dirty="0">
                <a:solidFill>
                  <a:srgbClr val="222222"/>
                </a:solidFill>
                <a:effectLst/>
                <a:latin typeface="+mj-lt"/>
              </a:rPr>
              <a:t>. "Location estimation‐based radio environment map construction in fading channels." </a:t>
            </a:r>
            <a:r>
              <a:rPr lang="en-IN" sz="1500" b="0" i="1" dirty="0">
                <a:solidFill>
                  <a:srgbClr val="222222"/>
                </a:solidFill>
                <a:effectLst/>
                <a:latin typeface="+mj-lt"/>
              </a:rPr>
              <a:t>Wireless communications and mobile computing</a:t>
            </a:r>
            <a:r>
              <a:rPr lang="en-IN" sz="1500" b="0" i="0" dirty="0">
                <a:solidFill>
                  <a:srgbClr val="222222"/>
                </a:solidFill>
                <a:effectLst/>
                <a:latin typeface="+mj-lt"/>
              </a:rPr>
              <a:t> 15.3 (2015): 561-570.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IN" sz="1500" b="0" i="0" dirty="0">
                <a:solidFill>
                  <a:srgbClr val="222222"/>
                </a:solidFill>
                <a:effectLst/>
                <a:latin typeface="+mj-lt"/>
              </a:rPr>
              <a:t>Yilmaz, H. </a:t>
            </a:r>
            <a:r>
              <a:rPr lang="en-IN" sz="1500" b="0" i="0" dirty="0" err="1">
                <a:solidFill>
                  <a:srgbClr val="222222"/>
                </a:solidFill>
                <a:effectLst/>
                <a:latin typeface="+mj-lt"/>
              </a:rPr>
              <a:t>Birkan</a:t>
            </a:r>
            <a:r>
              <a:rPr lang="en-IN" sz="1500" b="0" i="0" dirty="0">
                <a:solidFill>
                  <a:srgbClr val="222222"/>
                </a:solidFill>
                <a:effectLst/>
                <a:latin typeface="+mj-lt"/>
              </a:rPr>
              <a:t>, et al. "Radio environment map as enabler for practical cognitive radio networks." </a:t>
            </a:r>
            <a:r>
              <a:rPr lang="en-IN" sz="1500" b="0" i="1" dirty="0">
                <a:solidFill>
                  <a:srgbClr val="222222"/>
                </a:solidFill>
                <a:effectLst/>
                <a:latin typeface="+mj-lt"/>
              </a:rPr>
              <a:t>IEEE Communications Magazine</a:t>
            </a:r>
            <a:r>
              <a:rPr lang="en-IN" sz="1500" b="0" i="0" dirty="0">
                <a:solidFill>
                  <a:srgbClr val="222222"/>
                </a:solidFill>
                <a:effectLst/>
                <a:latin typeface="+mj-lt"/>
              </a:rPr>
              <a:t> 51.12 (2013): 162-169.</a:t>
            </a:r>
            <a:endParaRPr lang="en-IN" sz="1500" dirty="0">
              <a:solidFill>
                <a:srgbClr val="222222"/>
              </a:solidFill>
              <a:latin typeface="+mj-lt"/>
            </a:endParaRPr>
          </a:p>
          <a:p>
            <a:pPr marL="457200" indent="-457200" algn="l">
              <a:buFont typeface="+mj-lt"/>
              <a:buAutoNum type="arabicPeriod"/>
            </a:pPr>
            <a:r>
              <a:rPr lang="en-IN" sz="1500" b="0" i="0" dirty="0">
                <a:solidFill>
                  <a:srgbClr val="222222"/>
                </a:solidFill>
                <a:effectLst/>
                <a:latin typeface="+mj-lt"/>
              </a:rPr>
              <a:t>Phillips, Caleb, et al. "Practical radio environment mapping with </a:t>
            </a:r>
            <a:r>
              <a:rPr lang="en-IN" sz="1500" b="0" i="0" dirty="0" err="1">
                <a:solidFill>
                  <a:srgbClr val="222222"/>
                </a:solidFill>
                <a:effectLst/>
                <a:latin typeface="+mj-lt"/>
              </a:rPr>
              <a:t>geostatistics</a:t>
            </a:r>
            <a:r>
              <a:rPr lang="en-IN" sz="1500" b="0" i="0" dirty="0">
                <a:solidFill>
                  <a:srgbClr val="222222"/>
                </a:solidFill>
                <a:effectLst/>
                <a:latin typeface="+mj-lt"/>
              </a:rPr>
              <a:t>." </a:t>
            </a:r>
            <a:r>
              <a:rPr lang="en-IN" sz="1500" b="0" i="1" dirty="0">
                <a:solidFill>
                  <a:srgbClr val="222222"/>
                </a:solidFill>
                <a:effectLst/>
                <a:latin typeface="+mj-lt"/>
              </a:rPr>
              <a:t>2012 IEEE International Symposium on Dynamic Spectrum Access Networks</a:t>
            </a:r>
            <a:r>
              <a:rPr lang="en-IN" sz="1500" b="0" i="0" dirty="0">
                <a:solidFill>
                  <a:srgbClr val="222222"/>
                </a:solidFill>
                <a:effectLst/>
                <a:latin typeface="+mj-lt"/>
              </a:rPr>
              <a:t>. IEEE, 2012.</a:t>
            </a:r>
            <a:endParaRPr lang="en-IN" sz="1500" dirty="0">
              <a:solidFill>
                <a:srgbClr val="222222"/>
              </a:solidFill>
              <a:effectLst/>
              <a:latin typeface="+mj-lt"/>
            </a:endParaRPr>
          </a:p>
          <a:p>
            <a:pPr marL="457200" indent="-457200" algn="l">
              <a:buFont typeface="+mj-lt"/>
              <a:buAutoNum type="arabicPeriod"/>
            </a:pPr>
            <a:r>
              <a:rPr lang="en-IN" sz="1500" b="0" i="0" dirty="0">
                <a:solidFill>
                  <a:srgbClr val="222222"/>
                </a:solidFill>
                <a:effectLst/>
                <a:latin typeface="+mj-lt"/>
              </a:rPr>
              <a:t>Reddy, </a:t>
            </a:r>
            <a:r>
              <a:rPr lang="en-IN" sz="1500" b="0" i="0" dirty="0" err="1">
                <a:solidFill>
                  <a:srgbClr val="222222"/>
                </a:solidFill>
                <a:effectLst/>
                <a:latin typeface="+mj-lt"/>
              </a:rPr>
              <a:t>Yeduri</a:t>
            </a:r>
            <a:r>
              <a:rPr lang="en-IN" sz="1500" b="0" i="0" dirty="0">
                <a:solidFill>
                  <a:srgbClr val="222222"/>
                </a:solidFill>
                <a:effectLst/>
                <a:latin typeface="+mj-lt"/>
              </a:rPr>
              <a:t> Sreenivasa, et al. "Spectrum cartography techniques, challenges, opportunities, and applications: A survey." </a:t>
            </a:r>
            <a:r>
              <a:rPr lang="en-IN" sz="1500" b="0" i="1" dirty="0">
                <a:solidFill>
                  <a:srgbClr val="222222"/>
                </a:solidFill>
                <a:effectLst/>
                <a:latin typeface="+mj-lt"/>
              </a:rPr>
              <a:t>Pervasive and Mobile Computing</a:t>
            </a:r>
            <a:r>
              <a:rPr lang="en-IN" sz="1500" b="0" i="0" dirty="0">
                <a:solidFill>
                  <a:srgbClr val="222222"/>
                </a:solidFill>
                <a:effectLst/>
                <a:latin typeface="+mj-lt"/>
              </a:rPr>
              <a:t> 79 (2022): 101511.</a:t>
            </a:r>
          </a:p>
          <a:p>
            <a:pPr marL="457200" indent="-457200" algn="l">
              <a:buFont typeface="+mj-lt"/>
              <a:buAutoNum type="arabicPeriod"/>
            </a:pPr>
            <a:endParaRPr lang="en-IN" sz="1800" b="0" i="0" u="none" strike="noStrike" baseline="0" dirty="0">
              <a:solidFill>
                <a:srgbClr val="222222"/>
              </a:solidFill>
              <a:latin typeface="Univers-Black"/>
            </a:endParaRPr>
          </a:p>
          <a:p>
            <a:pPr algn="l"/>
            <a:endParaRPr lang="en-IN" sz="1800" b="0" i="0" u="none" strike="noStrike" baseline="0" dirty="0">
              <a:latin typeface="Univers-Black"/>
            </a:endParaRPr>
          </a:p>
          <a:p>
            <a:pPr algn="l"/>
            <a:endParaRPr lang="en-IN" sz="1800" b="0" i="0" u="none" strike="noStrike" baseline="0" dirty="0">
              <a:latin typeface="Univers-Black"/>
            </a:endParaRPr>
          </a:p>
          <a:p>
            <a:pPr algn="l"/>
            <a:endParaRPr lang="en-IN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3232A31-2645-F5C5-7FB8-436BC4949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187214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5AFE33-1B7F-D2A6-A4BA-9133F2D65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7F253-9CF3-CB40-A953-2C224B576785}" type="datetime4">
              <a:rPr lang="de-DE" smtClean="0"/>
              <a:t>8. Oktober 2023</a:t>
            </a:fld>
            <a:endParaRPr lang="de-D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19F2D9-D99D-0B2E-1C10-8DD72D4D2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4B32A0-9266-2174-50E3-8280FCEFE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26</a:t>
            </a:fld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4A72CB-93FE-B4A0-AB5F-4A8B2014264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6</a:t>
            </a:r>
            <a:r>
              <a:rPr lang="en-US" sz="1400" dirty="0">
                <a:latin typeface="+mj-lt"/>
              </a:rPr>
              <a:t>. </a:t>
            </a:r>
            <a:r>
              <a:rPr lang="en-IN" sz="1400" b="0" i="0" dirty="0">
                <a:solidFill>
                  <a:srgbClr val="222222"/>
                </a:solidFill>
                <a:effectLst/>
                <a:latin typeface="+mj-lt"/>
              </a:rPr>
              <a:t>Reddy, </a:t>
            </a:r>
            <a:r>
              <a:rPr lang="en-IN" sz="1400" b="0" i="0" dirty="0" err="1">
                <a:solidFill>
                  <a:srgbClr val="222222"/>
                </a:solidFill>
                <a:effectLst/>
                <a:latin typeface="+mj-lt"/>
              </a:rPr>
              <a:t>Yeduri</a:t>
            </a:r>
            <a:r>
              <a:rPr lang="en-IN" sz="1400" b="0" i="0" dirty="0">
                <a:solidFill>
                  <a:srgbClr val="222222"/>
                </a:solidFill>
                <a:effectLst/>
                <a:latin typeface="+mj-lt"/>
              </a:rPr>
              <a:t> Sreenivasa, et al. "Spectrum cartography techniques, challenges, opportunities, and applications: A survey." </a:t>
            </a:r>
            <a:r>
              <a:rPr lang="en-IN" sz="1400" b="0" i="1" dirty="0">
                <a:solidFill>
                  <a:srgbClr val="222222"/>
                </a:solidFill>
                <a:effectLst/>
                <a:latin typeface="+mj-lt"/>
              </a:rPr>
              <a:t>Pervasive            and Mobile Computing</a:t>
            </a:r>
            <a:r>
              <a:rPr lang="en-IN" sz="1400" b="0" i="0" dirty="0">
                <a:solidFill>
                  <a:srgbClr val="222222"/>
                </a:solidFill>
                <a:effectLst/>
                <a:latin typeface="+mj-lt"/>
              </a:rPr>
              <a:t> 79 (2022): 101511.</a:t>
            </a:r>
          </a:p>
          <a:p>
            <a:r>
              <a:rPr lang="en-IN" sz="1400" dirty="0">
                <a:solidFill>
                  <a:srgbClr val="222222"/>
                </a:solidFill>
                <a:latin typeface="+mj-lt"/>
              </a:rPr>
              <a:t>7. </a:t>
            </a:r>
            <a:r>
              <a:rPr lang="en-IN" sz="1400" b="0" i="0" dirty="0">
                <a:solidFill>
                  <a:srgbClr val="222222"/>
                </a:solidFill>
                <a:effectLst/>
                <a:latin typeface="+mj-lt"/>
              </a:rPr>
              <a:t>De Almeida, Ivo </a:t>
            </a:r>
            <a:r>
              <a:rPr lang="en-IN" sz="1400" b="0" i="0" dirty="0" err="1">
                <a:solidFill>
                  <a:srgbClr val="222222"/>
                </a:solidFill>
                <a:effectLst/>
                <a:latin typeface="+mj-lt"/>
              </a:rPr>
              <a:t>Bizon</a:t>
            </a:r>
            <a:r>
              <a:rPr lang="en-IN" sz="1400" b="0" i="0" dirty="0">
                <a:solidFill>
                  <a:srgbClr val="222222"/>
                </a:solidFill>
                <a:effectLst/>
                <a:latin typeface="+mj-lt"/>
              </a:rPr>
              <a:t> Franco, et al. "Blind transmitter localization in wireless sensor networks: A deep learning approach." </a:t>
            </a:r>
            <a:r>
              <a:rPr lang="en-IN" sz="1400" b="0" i="1" dirty="0">
                <a:solidFill>
                  <a:srgbClr val="222222"/>
                </a:solidFill>
                <a:effectLst/>
                <a:latin typeface="+mj-lt"/>
              </a:rPr>
              <a:t>2021 IEEE              32nd Annual International Symposium on Personal, Indoor and Mobile Radio Communications (PIMRC)</a:t>
            </a:r>
            <a:r>
              <a:rPr lang="en-IN" sz="1400" b="0" i="0" dirty="0">
                <a:solidFill>
                  <a:srgbClr val="222222"/>
                </a:solidFill>
                <a:effectLst/>
                <a:latin typeface="+mj-lt"/>
              </a:rPr>
              <a:t>. IEEE, 2021.</a:t>
            </a:r>
            <a:endParaRPr lang="en-IN" sz="1400" dirty="0">
              <a:latin typeface="+mj-lt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06D2E5B-1386-1AF2-F710-23ED3D2C3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85226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24B132-4C6F-0B35-AE50-4273FB991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7F253-9CF3-CB40-A953-2C224B576785}" type="datetime4">
              <a:rPr lang="de-DE" smtClean="0"/>
              <a:t>8. Oktober 2023</a:t>
            </a:fld>
            <a:endParaRPr lang="de-D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122E8D-2E01-1385-60CB-B505E1F25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Lehrstuhl Elektrische Smart City Systeme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6558CC-E9FD-3E8B-3B91-F809AE9C7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27</a:t>
            </a:fld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1439B499-E742-A595-426B-E2BAE83C302B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US" sz="1400" dirty="0">
                    <a:latin typeface="+mj-lt"/>
                  </a:rPr>
                  <a:t>The linear regression equations for Tx localization algorithms are mentioned here.</a:t>
                </a: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US" sz="1400" dirty="0">
                    <a:latin typeface="+mj-lt"/>
                  </a:rPr>
                  <a:t>A is the input parameter matrix, </a:t>
                </a:r>
                <a14:m>
                  <m:oMath xmlns:m="http://schemas.openxmlformats.org/officeDocument/2006/math">
                    <m:r>
                      <a:rPr lang="en-IN" sz="140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𝜃</m:t>
                    </m:r>
                  </m:oMath>
                </a14:m>
                <a:r>
                  <a:rPr lang="en-IN" sz="1400" dirty="0">
                    <a:latin typeface="+mj-lt"/>
                  </a:rPr>
                  <a:t> is the parameter vector to be estimated which consists of Tx coordinates and extra power term, b is the vector consisting of coordinates squared.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f>
                                    <m:f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𝐿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sSubSup>
                                            <m:sSubSup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𝑃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𝑟𝑥</m:t>
                                              </m:r>
                                            </m:sup>
                                          </m:sSubSup>
                                        </m:e>
                                      </m:acc>
                                    </m:num>
                                    <m:den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5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𝛼</m:t>
                                      </m:r>
                                    </m:den>
                                  </m:f>
                                </m:sup>
                              </m:sSup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f>
                                    <m:f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𝐿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sSubSup>
                                            <m:sSubSup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𝑃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𝑟𝑥</m:t>
                                              </m:r>
                                            </m:sup>
                                          </m:sSubSup>
                                        </m:e>
                                      </m:acc>
                                    </m:num>
                                    <m:den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5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𝛼</m:t>
                                      </m:r>
                                    </m:den>
                                  </m:f>
                                </m:sup>
                              </m:sSup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baseline="-2500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𝑀𝐶𝐷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𝑁𝑀𝐶𝐷</m:t>
                                  </m:r>
                                </m:sub>
                              </m:sSub>
                            </m:e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f>
                                    <m:f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𝐿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sSubSup>
                                            <m:sSubSup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𝑃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𝑁𝑀𝐶𝐷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𝑟𝑥</m:t>
                                              </m:r>
                                            </m:sup>
                                          </m:sSubSup>
                                        </m:e>
                                      </m:acc>
                                    </m:num>
                                    <m:den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5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𝛼</m:t>
                                      </m:r>
                                    </m:den>
                                  </m:f>
                                </m:sup>
                              </m:sSup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e>
                          </m:mr>
                        </m:m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en-IN" dirty="0"/>
                  <a:t>  ;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IN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mr>
                          <m:mr>
                            <m:e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</m:mr>
                          <m:mr>
                            <m:e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𝑁𝑀𝐶𝐷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𝑁𝑀𝐶𝐷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mr>
                        </m:m>
                      </m:e>
                    </m:d>
                  </m:oMath>
                </a14:m>
                <a:r>
                  <a:rPr lang="en-IN" dirty="0"/>
                  <a:t>  ;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𝑝𝑢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𝑡𝑥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den>
                              </m:f>
                            </m:e>
                          </m:mr>
                          <m:mr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mr>
                        </m:m>
                      </m:e>
                    </m:d>
                    <m:r>
                      <a:rPr lang="en-US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dirty="0"/>
                  <a:t>       </a:t>
                </a:r>
              </a:p>
              <a:p>
                <a:endParaRPr lang="en-IN" dirty="0"/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IN" sz="1400" dirty="0">
                    <a:latin typeface="+mj-lt"/>
                  </a:rPr>
                  <a:t>Which becomes of the form </a:t>
                </a:r>
                <a14:m>
                  <m:oMath xmlns:m="http://schemas.openxmlformats.org/officeDocument/2006/math">
                    <m:r>
                      <a:rPr lang="en-US" sz="140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1400" i="1" dirty="0">
                    <a:latin typeface="+mj-lt"/>
                  </a:rPr>
                  <a:t>.</a:t>
                </a: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endParaRPr lang="en-IN" dirty="0"/>
              </a:p>
              <a:p>
                <a:endParaRPr lang="en-IN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1439B499-E742-A595-426B-E2BAE83C302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l="-874" t="-120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5">
            <a:extLst>
              <a:ext uri="{FF2B5EF4-FFF2-40B4-BE49-F238E27FC236}">
                <a16:creationId xmlns:a16="http://schemas.microsoft.com/office/drawing/2014/main" id="{07B55EEF-DECC-D5DB-CAFF-1949B7CBF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Appendix 1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659054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24B132-4C6F-0B35-AE50-4273FB991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7F253-9CF3-CB40-A953-2C224B576785}" type="datetime4">
              <a:rPr lang="de-DE" smtClean="0"/>
              <a:t>8. Oktober 2023</a:t>
            </a:fld>
            <a:endParaRPr lang="de-D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122E8D-2E01-1385-60CB-B505E1F25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Lehrstuhl Elektrische Smart City Systeme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6558CC-E9FD-3E8B-3B91-F809AE9C7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28</a:t>
            </a:fld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1439B499-E742-A595-426B-E2BAE83C302B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518318" y="1554038"/>
                <a:ext cx="11157745" cy="4569619"/>
              </a:xfrm>
            </p:spPr>
            <p:txBody>
              <a:bodyPr/>
              <a:lstStyle/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US" sz="1400" dirty="0">
                    <a:latin typeface="+mj-lt"/>
                  </a:rPr>
                  <a:t>The linear regression equations for Tx localization algorithms are mentioned here.</a:t>
                </a: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US" sz="1400" dirty="0">
                    <a:latin typeface="+mj-lt"/>
                  </a:rPr>
                  <a:t>A is the input parameter matrix, </a:t>
                </a:r>
                <a14:m>
                  <m:oMath xmlns:m="http://schemas.openxmlformats.org/officeDocument/2006/math">
                    <m:r>
                      <a:rPr lang="en-IN" sz="140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𝜃</m:t>
                    </m:r>
                  </m:oMath>
                </a14:m>
                <a:r>
                  <a:rPr lang="en-IN" sz="1400" dirty="0">
                    <a:latin typeface="+mj-lt"/>
                  </a:rPr>
                  <a:t> is the parameter vector to be estimated which consists of Tx coordinates and extra power term, b is the vector consisting of coordinates squared. 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        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f>
                                    <m:f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sSubSup>
                                            <m:sSubSup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𝑃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𝑟𝑥</m:t>
                                              </m:r>
                                            </m:sup>
                                          </m:sSubSup>
                                        </m:e>
                                      </m:acc>
                                    </m:num>
                                    <m:den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5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𝛼</m:t>
                                      </m:r>
                                    </m:den>
                                  </m:f>
                                </m:sup>
                              </m:s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f>
                                    <m:f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sSubSup>
                                            <m:sSubSup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𝑃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𝑟𝑥</m:t>
                                              </m:r>
                                            </m:sup>
                                          </m:sSubSup>
                                        </m:e>
                                      </m:acc>
                                    </m:num>
                                    <m:den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5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𝛼</m:t>
                                      </m:r>
                                    </m:den>
                                  </m:f>
                                </m:sup>
                              </m:sSup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f>
                                    <m:f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sSubSup>
                                            <m:sSubSup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𝑃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3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𝑟𝑥</m:t>
                                              </m:r>
                                            </m:sup>
                                          </m:sSubSup>
                                        </m:e>
                                      </m:acc>
                                    </m:num>
                                    <m:den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5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𝛼</m:t>
                                      </m:r>
                                    </m:den>
                                  </m:f>
                                </m:sup>
                              </m:s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f>
                                    <m:f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sSubSup>
                                            <m:sSubSup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𝑃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𝑟𝑥</m:t>
                                              </m:r>
                                            </m:sup>
                                          </m:sSubSup>
                                        </m:e>
                                      </m:acc>
                                    </m:num>
                                    <m:den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5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𝛼</m:t>
                                      </m:r>
                                    </m:den>
                                  </m:f>
                                </m:sup>
                              </m:sSup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f>
                                    <m:f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sSubSup>
                                            <m:sSubSup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𝑃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4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𝑟𝑥</m:t>
                                              </m:r>
                                            </m:sup>
                                          </m:sSubSup>
                                        </m:e>
                                      </m:acc>
                                    </m:num>
                                    <m:den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5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𝛼</m:t>
                                      </m:r>
                                    </m:den>
                                  </m:f>
                                </m:sup>
                              </m:s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f>
                                    <m:f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sSubSup>
                                            <m:sSubSup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𝑃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𝑟𝑥</m:t>
                                              </m:r>
                                            </m:sup>
                                          </m:sSubSup>
                                        </m:e>
                                      </m:acc>
                                    </m:num>
                                    <m:den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5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𝛼</m:t>
                                      </m:r>
                                    </m:den>
                                  </m:f>
                                </m:sup>
                              </m:sSup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en-US" dirty="0"/>
                  <a:t> b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mr>
                          <m:mr>
                            <m:e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</m:mr>
                          <m:mr>
                            <m:e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mr>
                        </m:m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𝑝𝑢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𝑡𝑥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den>
                              </m:f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IN" dirty="0"/>
              </a:p>
              <a:p>
                <a:endParaRPr lang="en-IN" dirty="0"/>
              </a:p>
              <a:p>
                <a:endParaRPr lang="en-IN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1439B499-E742-A595-426B-E2BAE83C302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518318" y="1554038"/>
                <a:ext cx="11157745" cy="4569619"/>
              </a:xfrm>
              <a:blipFill>
                <a:blip r:embed="rId2"/>
                <a:stretch>
                  <a:fillRect l="-874" t="-10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5">
            <a:extLst>
              <a:ext uri="{FF2B5EF4-FFF2-40B4-BE49-F238E27FC236}">
                <a16:creationId xmlns:a16="http://schemas.microsoft.com/office/drawing/2014/main" id="{07B55EEF-DECC-D5DB-CAFF-1949B7CBF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Appendix 2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7831065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0F238C-938B-0B67-BAF8-C2EF4A692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7F253-9CF3-CB40-A953-2C224B576785}" type="datetime4">
              <a:rPr lang="de-DE" smtClean="0"/>
              <a:t>8. Oktober 2023</a:t>
            </a:fld>
            <a:endParaRPr lang="de-D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61C8E9-4129-8C46-6468-B1ABEFFF6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6AF22F-548E-EAF5-F774-D089634C3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29</a:t>
            </a:fld>
            <a:endParaRPr lang="de-DE"/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36C1D555-707D-6683-CA90-3F9AC4012A0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82696278"/>
              </p:ext>
            </p:extLst>
          </p:nvPr>
        </p:nvGraphicFramePr>
        <p:xfrm>
          <a:off x="3022333" y="2541069"/>
          <a:ext cx="5601903" cy="30512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itle 5">
            <a:extLst>
              <a:ext uri="{FF2B5EF4-FFF2-40B4-BE49-F238E27FC236}">
                <a16:creationId xmlns:a16="http://schemas.microsoft.com/office/drawing/2014/main" id="{B03F6570-3164-D57B-8020-465A5049F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9323293-0E1E-6717-D0E1-B6A4C4C6E63D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2436259"/>
      </p:ext>
    </p:extLst>
  </p:cSld>
  <p:clrMapOvr>
    <a:masterClrMapping/>
  </p:clrMapOvr>
</p:sld>
</file>

<file path=ppt/theme/theme1.xml><?xml version="1.0" encoding="utf-8"?>
<a:theme xmlns:a="http://schemas.openxmlformats.org/drawingml/2006/main" name="FAU - Philosophische Fakultät und Fachbereich Theologie">
  <a:themeElements>
    <a:clrScheme name="FAU - Orange">
      <a:dk1>
        <a:sysClr val="windowText" lastClr="000000"/>
      </a:dk1>
      <a:lt1>
        <a:srgbClr val="FFFFFF"/>
      </a:lt1>
      <a:dk2>
        <a:srgbClr val="FDB735"/>
      </a:dk2>
      <a:lt2>
        <a:srgbClr val="FFFFFF"/>
      </a:lt2>
      <a:accent1>
        <a:srgbClr val="7F7F7F"/>
      </a:accent1>
      <a:accent2>
        <a:srgbClr val="963B2F"/>
      </a:accent2>
      <a:accent3>
        <a:srgbClr val="E46D41"/>
      </a:accent3>
      <a:accent4>
        <a:srgbClr val="FDB735"/>
      </a:accent4>
      <a:accent5>
        <a:srgbClr val="EEDBAC"/>
      </a:accent5>
      <a:accent6>
        <a:srgbClr val="C7C7C7"/>
      </a:accent6>
      <a:hlink>
        <a:srgbClr val="E46D41"/>
      </a:hlink>
      <a:folHlink>
        <a:srgbClr val="000000"/>
      </a:folHlink>
    </a:clrScheme>
    <a:fontScheme name="FAU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/>
        </a:solidFill>
        <a:ln>
          <a:noFill/>
        </a:ln>
      </a:spPr>
      <a:bodyPr lIns="180000" tIns="180000" rIns="180000" bIns="180000" rtlCol="0" anchor="ctr"/>
      <a:lstStyle>
        <a:defPPr marL="0" marR="0" indent="0" algn="ctr" defTabSz="914400" rtl="0" eaLnBrk="1" fontAlgn="auto" latinLnBrk="0" hangingPunct="1">
          <a:lnSpc>
            <a:spcPct val="110000"/>
          </a:lnSpc>
          <a:spcBef>
            <a:spcPts val="0"/>
          </a:spcBef>
          <a:spcAft>
            <a:spcPts val="1200"/>
          </a:spcAft>
          <a:buClrTx/>
          <a:buSzTx/>
          <a:buFont typeface="Arial" panose="020B0604020202020204" pitchFamily="34" charset="0"/>
          <a:buNone/>
          <a:tabLst/>
          <a:defRPr kumimoji="0" sz="1600" b="0" i="0" u="none" strike="noStrike" kern="1200" cap="none" spc="0" normalizeH="0" baseline="0" noProof="0" dirty="0" smtClean="0">
            <a:ln>
              <a:noFill/>
            </a:ln>
            <a:solidFill>
              <a:schemeClr val="tx1"/>
            </a:solidFill>
            <a:effectLst/>
            <a:uLnTx/>
            <a:uFillTx/>
            <a:latin typeface="Arial"/>
            <a:ea typeface="+mn-ea"/>
            <a:cs typeface="+mn-cs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6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0" marR="0" indent="0" algn="l" defTabSz="914400" rtl="0" eaLnBrk="1" fontAlgn="auto" latinLnBrk="0" hangingPunct="1">
          <a:lnSpc>
            <a:spcPct val="110000"/>
          </a:lnSpc>
          <a:spcBef>
            <a:spcPts val="0"/>
          </a:spcBef>
          <a:spcAft>
            <a:spcPts val="1200"/>
          </a:spcAft>
          <a:buClrTx/>
          <a:buSzTx/>
          <a:buFont typeface="Arial" panose="020B0604020202020204" pitchFamily="34" charset="0"/>
          <a:buNone/>
          <a:tabLst/>
          <a:defRPr kumimoji="0" sz="1600" b="0" i="0" u="none" strike="noStrike" kern="1200" cap="none" spc="0" normalizeH="0" baseline="0" noProof="0" dirty="0" smtClean="0">
            <a:ln>
              <a:noFill/>
            </a:ln>
            <a:solidFill>
              <a:prstClr val="black"/>
            </a:solidFill>
            <a:effectLst/>
            <a:uLnTx/>
            <a:uFillTx/>
            <a:latin typeface="Arial"/>
            <a:ea typeface="+mn-ea"/>
            <a:cs typeface="+mn-c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FAU - Rechts- und Wirtschaftswissenschaftliche Fakultät">
  <a:themeElements>
    <a:clrScheme name="FAU - Rot">
      <a:dk1>
        <a:sysClr val="windowText" lastClr="000000"/>
      </a:dk1>
      <a:lt1>
        <a:srgbClr val="FFFFFF"/>
      </a:lt1>
      <a:dk2>
        <a:srgbClr val="C50F3C"/>
      </a:dk2>
      <a:lt2>
        <a:srgbClr val="FFFFFF"/>
      </a:lt2>
      <a:accent1>
        <a:srgbClr val="7F7F7F"/>
      </a:accent1>
      <a:accent2>
        <a:srgbClr val="662938"/>
      </a:accent2>
      <a:accent3>
        <a:srgbClr val="971B2F"/>
      </a:accent3>
      <a:accent4>
        <a:srgbClr val="C50F3C"/>
      </a:accent4>
      <a:accent5>
        <a:srgbClr val="EBCCB7"/>
      </a:accent5>
      <a:accent6>
        <a:srgbClr val="C7C7C7"/>
      </a:accent6>
      <a:hlink>
        <a:srgbClr val="971B2F"/>
      </a:hlink>
      <a:folHlink>
        <a:srgbClr val="000000"/>
      </a:folHlink>
    </a:clrScheme>
    <a:fontScheme name="FAU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/>
        </a:solidFill>
        <a:ln>
          <a:noFill/>
        </a:ln>
      </a:spPr>
      <a:bodyPr lIns="180000" tIns="180000" rIns="180000" bIns="180000" rtlCol="0" anchor="ctr"/>
      <a:lstStyle>
        <a:defPPr marL="0" marR="0" indent="0" algn="ctr" defTabSz="914400" rtl="0" eaLnBrk="1" fontAlgn="auto" latinLnBrk="0" hangingPunct="1">
          <a:lnSpc>
            <a:spcPct val="110000"/>
          </a:lnSpc>
          <a:spcBef>
            <a:spcPts val="0"/>
          </a:spcBef>
          <a:spcAft>
            <a:spcPts val="1200"/>
          </a:spcAft>
          <a:buClrTx/>
          <a:buSzTx/>
          <a:buFont typeface="Arial" panose="020B0604020202020204" pitchFamily="34" charset="0"/>
          <a:buNone/>
          <a:tabLst/>
          <a:defRPr kumimoji="0" sz="1600" b="0" i="0" u="none" strike="noStrike" kern="1200" cap="none" spc="0" normalizeH="0" baseline="0" noProof="0" dirty="0" smtClean="0">
            <a:ln>
              <a:noFill/>
            </a:ln>
            <a:solidFill>
              <a:schemeClr val="tx1"/>
            </a:solidFill>
            <a:effectLst/>
            <a:uLnTx/>
            <a:uFillTx/>
            <a:latin typeface="Arial"/>
            <a:ea typeface="+mn-ea"/>
            <a:cs typeface="+mn-cs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6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0" marR="0" indent="0" algn="l" defTabSz="914400" rtl="0" eaLnBrk="1" fontAlgn="auto" latinLnBrk="0" hangingPunct="1">
          <a:lnSpc>
            <a:spcPct val="110000"/>
          </a:lnSpc>
          <a:spcBef>
            <a:spcPts val="0"/>
          </a:spcBef>
          <a:spcAft>
            <a:spcPts val="1200"/>
          </a:spcAft>
          <a:buClrTx/>
          <a:buSzTx/>
          <a:buFont typeface="Arial" panose="020B0604020202020204" pitchFamily="34" charset="0"/>
          <a:buNone/>
          <a:tabLst/>
          <a:defRPr kumimoji="0" sz="1600" b="0" i="0" u="none" strike="noStrike" kern="1200" cap="none" spc="0" normalizeH="0" baseline="0" noProof="0" dirty="0" smtClean="0">
            <a:ln>
              <a:noFill/>
            </a:ln>
            <a:solidFill>
              <a:prstClr val="black"/>
            </a:solidFill>
            <a:effectLst/>
            <a:uLnTx/>
            <a:uFillTx/>
            <a:latin typeface="Arial"/>
            <a:ea typeface="+mn-ea"/>
            <a:cs typeface="+mn-c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FAU - Medizinische Fakultät">
  <a:themeElements>
    <a:clrScheme name="FAU - Blau">
      <a:dk1>
        <a:sysClr val="windowText" lastClr="000000"/>
      </a:dk1>
      <a:lt1>
        <a:srgbClr val="FFFFFF"/>
      </a:lt1>
      <a:dk2>
        <a:srgbClr val="18B4F1"/>
      </a:dk2>
      <a:lt2>
        <a:srgbClr val="FFFFFF"/>
      </a:lt2>
      <a:accent1>
        <a:srgbClr val="7F7F7F"/>
      </a:accent1>
      <a:accent2>
        <a:srgbClr val="003E61"/>
      </a:accent2>
      <a:accent3>
        <a:srgbClr val="005287"/>
      </a:accent3>
      <a:accent4>
        <a:srgbClr val="18B4F1"/>
      </a:accent4>
      <a:accent5>
        <a:srgbClr val="9CC9E4"/>
      </a:accent5>
      <a:accent6>
        <a:srgbClr val="C7C7C7"/>
      </a:accent6>
      <a:hlink>
        <a:srgbClr val="005287"/>
      </a:hlink>
      <a:folHlink>
        <a:srgbClr val="000000"/>
      </a:folHlink>
    </a:clrScheme>
    <a:fontScheme name="FAU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/>
        </a:solidFill>
        <a:ln>
          <a:noFill/>
        </a:ln>
      </a:spPr>
      <a:bodyPr lIns="180000" tIns="180000" rIns="180000" bIns="180000" rtlCol="0" anchor="ctr"/>
      <a:lstStyle>
        <a:defPPr marL="0" marR="0" indent="0" algn="ctr" defTabSz="914400" rtl="0" eaLnBrk="1" fontAlgn="auto" latinLnBrk="0" hangingPunct="1">
          <a:lnSpc>
            <a:spcPct val="110000"/>
          </a:lnSpc>
          <a:spcBef>
            <a:spcPts val="0"/>
          </a:spcBef>
          <a:spcAft>
            <a:spcPts val="1200"/>
          </a:spcAft>
          <a:buClrTx/>
          <a:buSzTx/>
          <a:buFont typeface="Arial" panose="020B0604020202020204" pitchFamily="34" charset="0"/>
          <a:buNone/>
          <a:tabLst/>
          <a:defRPr kumimoji="0" sz="1600" b="0" i="0" u="none" strike="noStrike" kern="1200" cap="none" spc="0" normalizeH="0" baseline="0" noProof="0" dirty="0" smtClean="0">
            <a:ln>
              <a:noFill/>
            </a:ln>
            <a:solidFill>
              <a:schemeClr val="tx1"/>
            </a:solidFill>
            <a:effectLst/>
            <a:uLnTx/>
            <a:uFillTx/>
            <a:latin typeface="Arial"/>
            <a:ea typeface="+mn-ea"/>
            <a:cs typeface="+mn-cs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6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0" marR="0" indent="0" algn="l" defTabSz="914400" rtl="0" eaLnBrk="1" fontAlgn="auto" latinLnBrk="0" hangingPunct="1">
          <a:lnSpc>
            <a:spcPct val="110000"/>
          </a:lnSpc>
          <a:spcBef>
            <a:spcPts val="0"/>
          </a:spcBef>
          <a:spcAft>
            <a:spcPts val="1200"/>
          </a:spcAft>
          <a:buClrTx/>
          <a:buSzTx/>
          <a:buFont typeface="Arial" panose="020B0604020202020204" pitchFamily="34" charset="0"/>
          <a:buNone/>
          <a:tabLst/>
          <a:defRPr kumimoji="0" sz="1600" b="0" i="0" u="none" strike="noStrike" kern="1200" cap="none" spc="0" normalizeH="0" baseline="0" noProof="0" dirty="0" smtClean="0">
            <a:ln>
              <a:noFill/>
            </a:ln>
            <a:solidFill>
              <a:prstClr val="black"/>
            </a:solidFill>
            <a:effectLst/>
            <a:uLnTx/>
            <a:uFillTx/>
            <a:latin typeface="Arial"/>
            <a:ea typeface="+mn-ea"/>
            <a:cs typeface="+mn-c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FAU - Naturwissenschaftliche Fakultät">
  <a:themeElements>
    <a:clrScheme name="FAU - Grün">
      <a:dk1>
        <a:sysClr val="windowText" lastClr="000000"/>
      </a:dk1>
      <a:lt1>
        <a:srgbClr val="FFFFFF"/>
      </a:lt1>
      <a:dk2>
        <a:srgbClr val="7BB725"/>
      </a:dk2>
      <a:lt2>
        <a:srgbClr val="FFFFFF"/>
      </a:lt2>
      <a:accent1>
        <a:srgbClr val="7F7F7F"/>
      </a:accent1>
      <a:accent2>
        <a:srgbClr val="14462D"/>
      </a:accent2>
      <a:accent3>
        <a:srgbClr val="266141"/>
      </a:accent3>
      <a:accent4>
        <a:srgbClr val="7BB725"/>
      </a:accent4>
      <a:accent5>
        <a:srgbClr val="B0CCBF"/>
      </a:accent5>
      <a:accent6>
        <a:srgbClr val="C7C7C7"/>
      </a:accent6>
      <a:hlink>
        <a:srgbClr val="266141"/>
      </a:hlink>
      <a:folHlink>
        <a:srgbClr val="000000"/>
      </a:folHlink>
    </a:clrScheme>
    <a:fontScheme name="FAU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/>
        </a:solidFill>
        <a:ln>
          <a:noFill/>
        </a:ln>
      </a:spPr>
      <a:bodyPr lIns="180000" tIns="180000" rIns="180000" bIns="180000" rtlCol="0" anchor="ctr"/>
      <a:lstStyle>
        <a:defPPr marL="0" marR="0" indent="0" algn="ctr" defTabSz="914400" rtl="0" eaLnBrk="1" fontAlgn="auto" latinLnBrk="0" hangingPunct="1">
          <a:lnSpc>
            <a:spcPct val="110000"/>
          </a:lnSpc>
          <a:spcBef>
            <a:spcPts val="0"/>
          </a:spcBef>
          <a:spcAft>
            <a:spcPts val="1200"/>
          </a:spcAft>
          <a:buClrTx/>
          <a:buSzTx/>
          <a:buFont typeface="Arial" panose="020B0604020202020204" pitchFamily="34" charset="0"/>
          <a:buNone/>
          <a:tabLst/>
          <a:defRPr kumimoji="0" sz="1600" b="0" i="0" u="none" strike="noStrike" kern="1200" cap="none" spc="0" normalizeH="0" baseline="0" noProof="0" dirty="0" smtClean="0">
            <a:ln>
              <a:noFill/>
            </a:ln>
            <a:solidFill>
              <a:schemeClr val="tx1"/>
            </a:solidFill>
            <a:effectLst/>
            <a:uLnTx/>
            <a:uFillTx/>
            <a:latin typeface="Arial"/>
            <a:ea typeface="+mn-ea"/>
            <a:cs typeface="+mn-cs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6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0" marR="0" indent="0" algn="l" defTabSz="914400" rtl="0" eaLnBrk="1" fontAlgn="auto" latinLnBrk="0" hangingPunct="1">
          <a:lnSpc>
            <a:spcPct val="110000"/>
          </a:lnSpc>
          <a:spcBef>
            <a:spcPts val="0"/>
          </a:spcBef>
          <a:spcAft>
            <a:spcPts val="1200"/>
          </a:spcAft>
          <a:buClrTx/>
          <a:buSzTx/>
          <a:buFont typeface="Arial" panose="020B0604020202020204" pitchFamily="34" charset="0"/>
          <a:buNone/>
          <a:tabLst/>
          <a:defRPr kumimoji="0" sz="1600" b="0" i="0" u="none" strike="noStrike" kern="1200" cap="none" spc="0" normalizeH="0" baseline="0" noProof="0" dirty="0" smtClean="0">
            <a:ln>
              <a:noFill/>
            </a:ln>
            <a:solidFill>
              <a:prstClr val="black"/>
            </a:solidFill>
            <a:effectLst/>
            <a:uLnTx/>
            <a:uFillTx/>
            <a:latin typeface="Arial"/>
            <a:ea typeface="+mn-ea"/>
            <a:cs typeface="+mn-c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FAU - Technische Fakultät">
  <a:themeElements>
    <a:clrScheme name="FAU - Grau">
      <a:dk1>
        <a:sysClr val="windowText" lastClr="000000"/>
      </a:dk1>
      <a:lt1>
        <a:srgbClr val="FFFFFF"/>
      </a:lt1>
      <a:dk2>
        <a:srgbClr val="8C9FB1"/>
      </a:dk2>
      <a:lt2>
        <a:srgbClr val="FFFFFF"/>
      </a:lt2>
      <a:accent1>
        <a:srgbClr val="7F7F7F"/>
      </a:accent1>
      <a:accent2>
        <a:srgbClr val="204251"/>
      </a:accent2>
      <a:accent3>
        <a:srgbClr val="2F586E"/>
      </a:accent3>
      <a:accent4>
        <a:srgbClr val="8C9FB1"/>
      </a:accent4>
      <a:accent5>
        <a:srgbClr val="C2D0DC"/>
      </a:accent5>
      <a:accent6>
        <a:srgbClr val="C7C7C7"/>
      </a:accent6>
      <a:hlink>
        <a:srgbClr val="2F586E"/>
      </a:hlink>
      <a:folHlink>
        <a:srgbClr val="000000"/>
      </a:folHlink>
    </a:clrScheme>
    <a:fontScheme name="FAU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/>
        </a:solidFill>
        <a:ln>
          <a:noFill/>
        </a:ln>
      </a:spPr>
      <a:bodyPr lIns="180000" tIns="180000" rIns="180000" bIns="180000" rtlCol="0" anchor="ctr"/>
      <a:lstStyle>
        <a:defPPr marL="0" marR="0" indent="0" algn="ctr" defTabSz="914400" rtl="0" eaLnBrk="1" fontAlgn="auto" latinLnBrk="0" hangingPunct="1">
          <a:lnSpc>
            <a:spcPct val="110000"/>
          </a:lnSpc>
          <a:spcBef>
            <a:spcPts val="0"/>
          </a:spcBef>
          <a:spcAft>
            <a:spcPts val="1200"/>
          </a:spcAft>
          <a:buClrTx/>
          <a:buSzTx/>
          <a:buFont typeface="Arial" panose="020B0604020202020204" pitchFamily="34" charset="0"/>
          <a:buNone/>
          <a:tabLst/>
          <a:defRPr kumimoji="0" sz="1600" b="0" i="0" u="none" strike="noStrike" kern="1200" cap="none" spc="0" normalizeH="0" baseline="0" noProof="0" dirty="0" smtClean="0">
            <a:ln>
              <a:noFill/>
            </a:ln>
            <a:solidFill>
              <a:schemeClr val="tx1"/>
            </a:solidFill>
            <a:effectLst/>
            <a:uLnTx/>
            <a:uFillTx/>
            <a:latin typeface="Arial"/>
            <a:ea typeface="+mn-ea"/>
            <a:cs typeface="+mn-cs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6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0" marR="0" indent="0" algn="l" defTabSz="914400" rtl="0" eaLnBrk="1" fontAlgn="auto" latinLnBrk="0" hangingPunct="1">
          <a:lnSpc>
            <a:spcPct val="110000"/>
          </a:lnSpc>
          <a:spcBef>
            <a:spcPts val="0"/>
          </a:spcBef>
          <a:spcAft>
            <a:spcPts val="1200"/>
          </a:spcAft>
          <a:buClrTx/>
          <a:buSzTx/>
          <a:buFont typeface="Arial" panose="020B0604020202020204" pitchFamily="34" charset="0"/>
          <a:buNone/>
          <a:tabLst/>
          <a:defRPr kumimoji="0" sz="1600" b="0" i="0" u="none" strike="noStrike" kern="1200" cap="none" spc="0" normalizeH="0" baseline="0" noProof="0" dirty="0" smtClean="0">
            <a:ln>
              <a:noFill/>
            </a:ln>
            <a:solidFill>
              <a:prstClr val="black"/>
            </a:solidFill>
            <a:effectLst/>
            <a:uLnTx/>
            <a:uFillTx/>
            <a:latin typeface="Arial"/>
            <a:ea typeface="+mn-ea"/>
            <a:cs typeface="+mn-c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7C64748B88E4F4A81E78C320064AA18" ma:contentTypeVersion="13" ma:contentTypeDescription="Ein neues Dokument erstellen." ma:contentTypeScope="" ma:versionID="7d7fe78eff81fbacf66dc0ff6aeec5a3">
  <xsd:schema xmlns:xsd="http://www.w3.org/2001/XMLSchema" xmlns:xs="http://www.w3.org/2001/XMLSchema" xmlns:p="http://schemas.microsoft.com/office/2006/metadata/properties" xmlns:ns2="e1a9e197-d112-4abb-aa0c-4ed035d690a3" xmlns:ns3="5d4c14f1-5e26-4315-944b-e10ebb29e5be" targetNamespace="http://schemas.microsoft.com/office/2006/metadata/properties" ma:root="true" ma:fieldsID="798e591f6d3205a21a5c8f3fdff7cfef" ns2:_="" ns3:_="">
    <xsd:import namespace="e1a9e197-d112-4abb-aa0c-4ed035d690a3"/>
    <xsd:import namespace="5d4c14f1-5e26-4315-944b-e10ebb29e5b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a9e197-d112-4abb-aa0c-4ed035d690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4c14f1-5e26-4315-944b-e10ebb29e5be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C1A7FE3-81F7-4596-A188-3EE8D4188E1F}">
  <ds:schemaRefs>
    <ds:schemaRef ds:uri="http://www.w3.org/XML/1998/namespace"/>
    <ds:schemaRef ds:uri="http://schemas.microsoft.com/office/2006/metadata/properties"/>
    <ds:schemaRef ds:uri="http://schemas.microsoft.com/office/2006/documentManagement/types"/>
    <ds:schemaRef ds:uri="fb85ab14-7e8c-4c52-9b70-946b4c29b102"/>
    <ds:schemaRef ds:uri="http://purl.org/dc/dcmitype/"/>
    <ds:schemaRef ds:uri="http://schemas.microsoft.com/office/infopath/2007/PartnerControls"/>
    <ds:schemaRef ds:uri="http://purl.org/dc/terms/"/>
    <ds:schemaRef ds:uri="http://purl.org/dc/elements/1.1/"/>
    <ds:schemaRef ds:uri="http://schemas.openxmlformats.org/package/2006/metadata/core-properties"/>
    <ds:schemaRef ds:uri="484bbf3a-33cc-4cbe-8ce2-0ccc6fd65326"/>
  </ds:schemaRefs>
</ds:datastoreItem>
</file>

<file path=customXml/itemProps2.xml><?xml version="1.0" encoding="utf-8"?>
<ds:datastoreItem xmlns:ds="http://schemas.openxmlformats.org/officeDocument/2006/customXml" ds:itemID="{CDFBE955-EBBF-441B-94AE-DC551CE1672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1a9e197-d112-4abb-aa0c-4ed035d690a3"/>
    <ds:schemaRef ds:uri="5d4c14f1-5e26-4315-944b-e10ebb29e5b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457329C-FB5F-4A4D-B331-82D30E9A743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24800</TotalTime>
  <Words>1851</Words>
  <Application>Microsoft Office PowerPoint</Application>
  <PresentationFormat>Widescreen</PresentationFormat>
  <Paragraphs>292</Paragraphs>
  <Slides>29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29</vt:i4>
      </vt:variant>
    </vt:vector>
  </HeadingPairs>
  <TitlesOfParts>
    <vt:vector size="40" baseType="lpstr">
      <vt:lpstr>Arial</vt:lpstr>
      <vt:lpstr>Calibri</vt:lpstr>
      <vt:lpstr>Cambria Math</vt:lpstr>
      <vt:lpstr>Symbol</vt:lpstr>
      <vt:lpstr>Univers-Black</vt:lpstr>
      <vt:lpstr>Wingdings</vt:lpstr>
      <vt:lpstr>FAU - Philosophische Fakultät und Fachbereich Theologie</vt:lpstr>
      <vt:lpstr>FAU - Rechts- und Wirtschaftswissenschaftliche Fakultät</vt:lpstr>
      <vt:lpstr>FAU - Medizinische Fakultät</vt:lpstr>
      <vt:lpstr>FAU - Naturwissenschaftliche Fakultät</vt:lpstr>
      <vt:lpstr>FAU - Technische Fakultät</vt:lpstr>
      <vt:lpstr>Master Thesis: RSS-based localization  using distributed spectrum sensing for 5G networks</vt:lpstr>
      <vt:lpstr>Motivation and objective</vt:lpstr>
      <vt:lpstr>Introduction</vt:lpstr>
      <vt:lpstr>Motivation and objective</vt:lpstr>
      <vt:lpstr>Outline</vt:lpstr>
      <vt:lpstr>Main contributions</vt:lpstr>
      <vt:lpstr>Methodology</vt:lpstr>
      <vt:lpstr>(Use this when introducing REM)</vt:lpstr>
      <vt:lpstr>Introduction</vt:lpstr>
      <vt:lpstr>REM Data Model</vt:lpstr>
      <vt:lpstr>Applications of REM Construction</vt:lpstr>
      <vt:lpstr>RSS Based Transmitter Localization Model</vt:lpstr>
      <vt:lpstr>REM Construction Techniques: Indirect Method</vt:lpstr>
      <vt:lpstr>Network Sensor Area</vt:lpstr>
      <vt:lpstr>System Model</vt:lpstr>
      <vt:lpstr>System Model    </vt:lpstr>
      <vt:lpstr>System Model: Adaptive Iterative and MSE Based Methods</vt:lpstr>
      <vt:lpstr>System Model: Adaptive Iterative and MSE Based Methods</vt:lpstr>
      <vt:lpstr>System Model: LIvE Method</vt:lpstr>
      <vt:lpstr>Results and Discussions</vt:lpstr>
      <vt:lpstr>Results and Discussion</vt:lpstr>
      <vt:lpstr>Conclusion</vt:lpstr>
      <vt:lpstr>Project Goals Accomplished </vt:lpstr>
      <vt:lpstr>Challenges Remaining </vt:lpstr>
      <vt:lpstr>References</vt:lpstr>
      <vt:lpstr>References</vt:lpstr>
      <vt:lpstr>Appendix 1</vt:lpstr>
      <vt:lpstr>Appendix 2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Willkommen</dc:title>
  <dc:creator>Julia Gutschmidt</dc:creator>
  <cp:lastModifiedBy>aakarsh dhariwal</cp:lastModifiedBy>
  <cp:revision>181</cp:revision>
  <dcterms:created xsi:type="dcterms:W3CDTF">2021-11-18T07:49:57Z</dcterms:created>
  <dcterms:modified xsi:type="dcterms:W3CDTF">2023-10-08T17:40:55Z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0x010100B7C64748B88E4F4A81E78C320064AA18</vt:lpwstr>
  </property>
</Properties>
</file>