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93" r:id="rId5"/>
    <p:sldMasterId id="2147483714" r:id="rId6"/>
    <p:sldMasterId id="2147483735" r:id="rId7"/>
    <p:sldMasterId id="2147483756" r:id="rId8"/>
  </p:sldMasterIdLst>
  <p:notesMasterIdLst>
    <p:notesMasterId r:id="rId59"/>
  </p:notesMasterIdLst>
  <p:handoutMasterIdLst>
    <p:handoutMasterId r:id="rId60"/>
  </p:handoutMasterIdLst>
  <p:sldIdLst>
    <p:sldId id="386" r:id="rId9"/>
    <p:sldId id="479" r:id="rId10"/>
    <p:sldId id="470" r:id="rId11"/>
    <p:sldId id="451" r:id="rId12"/>
    <p:sldId id="447" r:id="rId13"/>
    <p:sldId id="419" r:id="rId14"/>
    <p:sldId id="422" r:id="rId15"/>
    <p:sldId id="412" r:id="rId16"/>
    <p:sldId id="448" r:id="rId17"/>
    <p:sldId id="452" r:id="rId18"/>
    <p:sldId id="453" r:id="rId19"/>
    <p:sldId id="429" r:id="rId20"/>
    <p:sldId id="455" r:id="rId21"/>
    <p:sldId id="456" r:id="rId22"/>
    <p:sldId id="457" r:id="rId23"/>
    <p:sldId id="467" r:id="rId24"/>
    <p:sldId id="458" r:id="rId25"/>
    <p:sldId id="459" r:id="rId26"/>
    <p:sldId id="460" r:id="rId27"/>
    <p:sldId id="461" r:id="rId28"/>
    <p:sldId id="462" r:id="rId29"/>
    <p:sldId id="463" r:id="rId30"/>
    <p:sldId id="464" r:id="rId31"/>
    <p:sldId id="465" r:id="rId32"/>
    <p:sldId id="466" r:id="rId33"/>
    <p:sldId id="468" r:id="rId34"/>
    <p:sldId id="469" r:id="rId35"/>
    <p:sldId id="471" r:id="rId36"/>
    <p:sldId id="472" r:id="rId37"/>
    <p:sldId id="473" r:id="rId38"/>
    <p:sldId id="474" r:id="rId39"/>
    <p:sldId id="449" r:id="rId40"/>
    <p:sldId id="476" r:id="rId41"/>
    <p:sldId id="475" r:id="rId42"/>
    <p:sldId id="481" r:id="rId43"/>
    <p:sldId id="477" r:id="rId44"/>
    <p:sldId id="478" r:id="rId45"/>
    <p:sldId id="444" r:id="rId46"/>
    <p:sldId id="480" r:id="rId47"/>
    <p:sldId id="418" r:id="rId48"/>
    <p:sldId id="425" r:id="rId49"/>
    <p:sldId id="423" r:id="rId50"/>
    <p:sldId id="426" r:id="rId51"/>
    <p:sldId id="428" r:id="rId52"/>
    <p:sldId id="454" r:id="rId53"/>
    <p:sldId id="430" r:id="rId54"/>
    <p:sldId id="431" r:id="rId55"/>
    <p:sldId id="432" r:id="rId56"/>
    <p:sldId id="424" r:id="rId57"/>
    <p:sldId id="446" r:id="rId5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946E11-76DD-433E-BE16-C92C2B5AF2AB}">
          <p14:sldIdLst>
            <p14:sldId id="386"/>
            <p14:sldId id="479"/>
            <p14:sldId id="470"/>
            <p14:sldId id="451"/>
            <p14:sldId id="447"/>
            <p14:sldId id="419"/>
            <p14:sldId id="422"/>
            <p14:sldId id="412"/>
            <p14:sldId id="448"/>
            <p14:sldId id="452"/>
            <p14:sldId id="453"/>
            <p14:sldId id="429"/>
            <p14:sldId id="455"/>
            <p14:sldId id="456"/>
            <p14:sldId id="457"/>
            <p14:sldId id="467"/>
            <p14:sldId id="458"/>
            <p14:sldId id="459"/>
            <p14:sldId id="460"/>
            <p14:sldId id="461"/>
            <p14:sldId id="462"/>
            <p14:sldId id="463"/>
            <p14:sldId id="464"/>
          </p14:sldIdLst>
        </p14:section>
        <p14:section name="Untitled Section" id="{24A9409F-8A94-461F-AB25-2AE71F4EA910}">
          <p14:sldIdLst>
            <p14:sldId id="465"/>
            <p14:sldId id="466"/>
            <p14:sldId id="468"/>
            <p14:sldId id="469"/>
            <p14:sldId id="471"/>
            <p14:sldId id="472"/>
            <p14:sldId id="473"/>
            <p14:sldId id="474"/>
            <p14:sldId id="449"/>
            <p14:sldId id="476"/>
            <p14:sldId id="475"/>
            <p14:sldId id="481"/>
            <p14:sldId id="477"/>
            <p14:sldId id="478"/>
            <p14:sldId id="444"/>
            <p14:sldId id="480"/>
            <p14:sldId id="418"/>
            <p14:sldId id="425"/>
            <p14:sldId id="423"/>
            <p14:sldId id="426"/>
            <p14:sldId id="428"/>
            <p14:sldId id="454"/>
            <p14:sldId id="430"/>
            <p14:sldId id="431"/>
            <p14:sldId id="432"/>
            <p14:sldId id="424"/>
            <p14:sldId id="4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rsh dhariwal" initials="ad" lastIdx="18" clrIdx="0">
    <p:extLst>
      <p:ext uri="{19B8F6BF-5375-455C-9EA6-DF929625EA0E}">
        <p15:presenceInfo xmlns:p15="http://schemas.microsoft.com/office/powerpoint/2012/main" userId="8c21139f732dca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5050"/>
    <a:srgbClr val="1B1D1C"/>
    <a:srgbClr val="99FFCC"/>
    <a:srgbClr val="FFCC66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99" autoAdjust="0"/>
    <p:restoredTop sz="93760" autoAdjust="0"/>
  </p:normalViewPr>
  <p:slideViewPr>
    <p:cSldViewPr snapToGrid="0" showGuides="1">
      <p:cViewPr varScale="1">
        <p:scale>
          <a:sx n="82" d="100"/>
          <a:sy n="82" d="100"/>
        </p:scale>
        <p:origin x="184" y="544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5" Type="http://schemas.openxmlformats.org/officeDocument/2006/relationships/slideMaster" Target="slideMasters/slideMaster2.xml"/><Relationship Id="rId61" Type="http://schemas.openxmlformats.org/officeDocument/2006/relationships/commentAuthors" Target="commentAuthors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40.png"/><Relationship Id="rId1" Type="http://schemas.openxmlformats.org/officeDocument/2006/relationships/image" Target="../media/image230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/>
      <dgm:t>
        <a:bodyPr/>
        <a:lstStyle/>
        <a:p>
          <a:r>
            <a:rPr lang="en-US" dirty="0"/>
            <a:t>Problem formulation</a:t>
          </a:r>
          <a:endParaRPr lang="en-IN" dirty="0"/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54B7DF72-BE40-44A5-B12F-40873FC5202F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𝐴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=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𝑏</m:t>
                  </m:r>
                </m:oMath>
              </a14:m>
              <a:r>
                <a:rPr lang="en-US" dirty="0"/>
                <a:t>      (3)</a:t>
              </a:r>
              <a:endParaRPr lang="en-IN" dirty="0"/>
            </a:p>
          </dgm:t>
        </dgm:pt>
      </mc:Choice>
      <mc:Fallback xmlns="">
        <dgm:pt modelId="{54B7DF72-BE40-44A5-B12F-40873FC5202F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𝐴𝜃=𝑏</a:t>
              </a:r>
              <a:r>
                <a:rPr lang="en-US" dirty="0"/>
                <a:t>      (3)</a:t>
              </a:r>
              <a:endParaRPr lang="en-IN" dirty="0"/>
            </a:p>
          </dgm:t>
        </dgm:pt>
      </mc:Fallback>
    </mc:AlternateConten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1" dirty="0"/>
            <a:t>MSE solution</a:t>
          </a:r>
          <a:endParaRPr lang="en-IN" sz="1600" b="1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2530D852-EF78-489D-9EF2-18EDA7DA4393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en-IN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 lang="en-US" i="1">
                          <a:latin typeface="Cambria Math" panose="02040503050406030204" pitchFamily="18" charset="0"/>
                        </a:rPr>
                        <m:t>𝑜𝑝𝑡</m:t>
                      </m:r>
                    </m:sub>
                  </m:sSub>
                  <m:r>
                    <a:rPr lang="en-US" i="1">
                      <a:latin typeface="Cambria Math" panose="02040503050406030204" pitchFamily="18" charset="0"/>
                    </a:rPr>
                    <m:t>=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 </m:t>
                  </m:r>
                  <m:d>
                    <m:d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e>
                  </m:d>
                </m:oMath>
              </a14:m>
              <a:r>
                <a:rPr lang="en-IN" dirty="0"/>
                <a:t>      (4)</a:t>
              </a:r>
            </a:p>
          </dgm:t>
        </dgm:pt>
      </mc:Choice>
      <mc:Fallback xmlns="">
        <dgm:pt modelId="{2530D852-EF78-489D-9EF2-18EDA7DA4393}">
          <dgm:prSet phldrT="[Text]"/>
          <dgm:spPr/>
          <dgm:t>
            <a:bodyPr/>
            <a:lstStyle/>
            <a:p>
              <a:pPr/>
              <a:r>
                <a:rPr lang="en-IN" i="0">
                  <a:latin typeface="Cambria Math" panose="02040503050406030204" pitchFamily="18" charset="0"/>
                </a:rPr>
                <a:t>〖</a:t>
              </a:r>
              <a:r>
                <a:rPr lang="en-US" b="0" i="0">
                  <a:latin typeface="Cambria Math" panose="02040503050406030204" pitchFamily="18" charset="0"/>
                </a:rPr>
                <a:t>        </a:t>
              </a:r>
              <a:r>
                <a:rPr lang="en-US" i="0">
                  <a:latin typeface="Cambria Math" panose="02040503050406030204" pitchFamily="18" charset="0"/>
                </a:rPr>
                <a:t>𝜃</a:t>
              </a:r>
              <a:r>
                <a:rPr lang="en-IN" i="0">
                  <a:latin typeface="Cambria Math" panose="02040503050406030204" pitchFamily="18" charset="0"/>
                </a:rPr>
                <a:t>〗_</a:t>
              </a:r>
              <a:r>
                <a:rPr lang="en-US" i="0">
                  <a:latin typeface="Cambria Math" panose="02040503050406030204" pitchFamily="18" charset="0"/>
                </a:rPr>
                <a:t>𝑜𝑝𝑡=</a:t>
              </a:r>
              <a:r>
                <a:rPr lang="en-US" b="0" i="0">
                  <a:latin typeface="Cambria Math" panose="02040503050406030204" pitchFamily="18" charset="0"/>
                </a:rPr>
                <a:t> ((</a:t>
              </a:r>
              <a:r>
                <a:rPr lang="en-US" i="0">
                  <a:latin typeface="Cambria Math" panose="02040503050406030204" pitchFamily="18" charset="0"/>
                </a:rPr>
                <a:t>∑𝐴</a:t>
              </a:r>
              <a:r>
                <a:rPr lang="en-IN" i="0">
                  <a:latin typeface="Cambria Math" panose="02040503050406030204" pitchFamily="18" charset="0"/>
                </a:rPr>
                <a:t>_</a:t>
              </a:r>
              <a:r>
                <a:rPr lang="en-US" i="0">
                  <a:latin typeface="Cambria Math" panose="02040503050406030204" pitchFamily="18" charset="0"/>
                </a:rPr>
                <a:t>𝑖^𝑇</a:t>
              </a:r>
              <a:r>
                <a:rPr lang="en-IN" i="0">
                  <a:latin typeface="Cambria Math" panose="02040503050406030204" pitchFamily="18" charset="0"/>
                </a:rPr>
                <a:t> </a:t>
              </a:r>
              <a:r>
                <a:rPr lang="en-US" i="0">
                  <a:latin typeface="Cambria Math" panose="02040503050406030204" pitchFamily="18" charset="0"/>
                </a:rPr>
                <a:t>𝑏</a:t>
              </a:r>
              <a:r>
                <a:rPr lang="en-IN" i="0">
                  <a:latin typeface="Cambria Math" panose="02040503050406030204" pitchFamily="18" charset="0"/>
                </a:rPr>
                <a:t>_</a:t>
              </a:r>
              <a:r>
                <a:rPr lang="en-US" i="0">
                  <a:latin typeface="Cambria Math" panose="02040503050406030204" pitchFamily="18" charset="0"/>
                </a:rPr>
                <a:t>𝑖</a:t>
              </a:r>
              <a:r>
                <a:rPr lang="en-US" b="0" i="0">
                  <a:latin typeface="Cambria Math" panose="02040503050406030204" pitchFamily="18" charset="0"/>
                </a:rPr>
                <a:t>)/(</a:t>
              </a:r>
              <a:r>
                <a:rPr lang="en-US" i="0">
                  <a:latin typeface="Cambria Math" panose="02040503050406030204" pitchFamily="18" charset="0"/>
                </a:rPr>
                <a:t>∑𝐴</a:t>
              </a:r>
              <a:r>
                <a:rPr lang="en-IN" i="0">
                  <a:latin typeface="Cambria Math" panose="02040503050406030204" pitchFamily="18" charset="0"/>
                </a:rPr>
                <a:t>_</a:t>
              </a:r>
              <a:r>
                <a:rPr lang="en-US" i="0">
                  <a:latin typeface="Cambria Math" panose="02040503050406030204" pitchFamily="18" charset="0"/>
                </a:rPr>
                <a:t>𝑖^𝑇</a:t>
              </a:r>
              <a:r>
                <a:rPr lang="en-IN" i="0">
                  <a:latin typeface="Cambria Math" panose="02040503050406030204" pitchFamily="18" charset="0"/>
                </a:rPr>
                <a:t> </a:t>
              </a:r>
              <a:r>
                <a:rPr lang="en-US" i="0">
                  <a:latin typeface="Cambria Math" panose="02040503050406030204" pitchFamily="18" charset="0"/>
                </a:rPr>
                <a:t>𝐴</a:t>
              </a:r>
              <a:r>
                <a:rPr lang="en-IN" i="0">
                  <a:latin typeface="Cambria Math" panose="02040503050406030204" pitchFamily="18" charset="0"/>
                </a:rPr>
                <a:t>_</a:t>
              </a:r>
              <a:r>
                <a:rPr lang="en-US" i="0">
                  <a:latin typeface="Cambria Math" panose="02040503050406030204" pitchFamily="18" charset="0"/>
                </a:rPr>
                <a:t>𝑖 </a:t>
              </a:r>
              <a:r>
                <a:rPr lang="en-US" b="0" i="0">
                  <a:latin typeface="Cambria Math" panose="02040503050406030204" pitchFamily="18" charset="0"/>
                </a:rPr>
                <a:t>))</a:t>
              </a:r>
              <a:r>
                <a:rPr lang="en-IN" dirty="0"/>
                <a:t>      (4)</a:t>
              </a:r>
            </a:p>
          </dgm:t>
        </dgm:pt>
      </mc:Fallback>
    </mc:AlternateConten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dirty="0"/>
            <a:t>RESULT</a:t>
          </a:r>
          <a:endParaRPr lang="en-IN" sz="1600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6681413F-ACDE-411D-A3BD-6CEF6C2F2DCA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en-IN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</m:oMath>
              </a14:m>
              <a:r>
                <a:rPr lang="en-IN" dirty="0"/>
                <a:t>  combinations of sensors.</a:t>
              </a:r>
            </a:p>
          </dgm:t>
        </dgm:pt>
      </mc:Choice>
      <mc:Fallback xmlns="">
        <dgm:pt modelId="{6681413F-ACDE-411D-A3BD-6CEF6C2F2DCA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〖</a:t>
              </a:r>
              <a:r>
                <a:rPr lang="en-US" b="0" i="0">
                  <a:latin typeface="Cambria Math" panose="02040503050406030204" pitchFamily="18" charset="0"/>
                </a:rPr>
                <a:t>𝐶</a:t>
              </a:r>
              <a:r>
                <a:rPr lang="en-IN" b="0" i="0">
                  <a:latin typeface="Cambria Math" panose="02040503050406030204" pitchFamily="18" charset="0"/>
                </a:rPr>
                <a:t>^</a:t>
              </a:r>
              <a:r>
                <a:rPr lang="en-US" b="0" i="0">
                  <a:latin typeface="Cambria Math" panose="02040503050406030204" pitchFamily="18" charset="0"/>
                </a:rPr>
                <a:t>𝑁</a:t>
              </a:r>
              <a:r>
                <a:rPr lang="en-IN" b="0" i="0">
                  <a:latin typeface="Cambria Math" panose="02040503050406030204" pitchFamily="18" charset="0"/>
                </a:rPr>
                <a:t>〗_</a:t>
              </a:r>
              <a:r>
                <a:rPr lang="en-US" b="0" i="0">
                  <a:latin typeface="Cambria Math" panose="02040503050406030204" pitchFamily="18" charset="0"/>
                </a:rPr>
                <a:t>4</a:t>
              </a:r>
              <a:r>
                <a:rPr lang="en-IN" dirty="0"/>
                <a:t>  combinations of sensors.</a:t>
              </a:r>
            </a:p>
          </dgm:t>
        </dgm:pt>
      </mc:Fallback>
    </mc:AlternateConten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1E121697-654D-4DD3-8D98-78759972E18F}">
      <dgm:prSet phldrT="[Text]"/>
      <dgm:spPr/>
      <dgm:t>
        <a:bodyPr/>
        <a:lstStyle/>
        <a:p>
          <a:r>
            <a:rPr lang="en-US" dirty="0"/>
            <a:t>Perform the operations for 25 experiments to average the result</a:t>
          </a:r>
          <a:endParaRPr lang="en-IN" dirty="0"/>
        </a:p>
      </dgm:t>
    </dgm:pt>
    <dgm:pt modelId="{7FCA0B3E-271D-4FF5-B715-1CA9D5D15986}" type="parTrans" cxnId="{264CFFE2-22F6-4137-8BD8-AB330D276B7D}">
      <dgm:prSet/>
      <dgm:spPr/>
      <dgm:t>
        <a:bodyPr/>
        <a:lstStyle/>
        <a:p>
          <a:endParaRPr lang="en-IN"/>
        </a:p>
      </dgm:t>
    </dgm:pt>
    <dgm:pt modelId="{0E61C399-9AE8-46FD-9F47-B31C59933498}" type="sibTrans" cxnId="{264CFFE2-22F6-4137-8BD8-AB330D276B7D}">
      <dgm:prSet/>
      <dgm:spPr/>
      <dgm:t>
        <a:bodyPr/>
        <a:lstStyle/>
        <a:p>
          <a:endParaRPr lang="en-IN"/>
        </a:p>
      </dgm:t>
    </dgm:pt>
    <dgm:pt modelId="{0879F1A9-458F-4B0B-A0E3-7176F1D19E9A}">
      <dgm:prSet phldrT="[Text]"/>
      <dgm:spPr/>
      <dgm:t>
        <a:bodyPr/>
        <a:lstStyle/>
        <a:p>
          <a:endParaRPr lang="en-IN" dirty="0"/>
        </a:p>
      </dgm:t>
    </dgm:pt>
    <dgm:pt modelId="{55CA74CF-35B8-4F8F-81DF-2ED0D1C63256}" type="parTrans" cxnId="{04057972-3C3E-408B-9653-FB913A116C95}">
      <dgm:prSet/>
      <dgm:spPr/>
      <dgm:t>
        <a:bodyPr/>
        <a:lstStyle/>
        <a:p>
          <a:endParaRPr lang="en-IN"/>
        </a:p>
      </dgm:t>
    </dgm:pt>
    <dgm:pt modelId="{E2F91687-CDBD-48AD-A8FC-5E380758BD57}" type="sibTrans" cxnId="{04057972-3C3E-408B-9653-FB913A116C95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US" dirty="0"/>
            <a:t>A: input parameter matrix</a:t>
          </a:r>
          <a:endParaRPr lang="en-IN" dirty="0"/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dgm:pt modelId="{FB20D063-F589-4C6C-BA31-2F98B92DDB32}">
      <dgm:prSet phldrT="[Text]"/>
      <dgm:spPr/>
      <dgm:t>
        <a:bodyPr/>
        <a:lstStyle/>
        <a:p>
          <a:endParaRPr lang="en-IN" dirty="0"/>
        </a:p>
      </dgm:t>
    </dgm:pt>
    <dgm:pt modelId="{25487836-7405-426A-B5B4-B19AEA392084}" type="parTrans" cxnId="{C56F7B37-8B34-4DF9-9C0F-6CC95EC7994D}">
      <dgm:prSet/>
      <dgm:spPr/>
      <dgm:t>
        <a:bodyPr/>
        <a:lstStyle/>
        <a:p>
          <a:endParaRPr lang="en-IN"/>
        </a:p>
      </dgm:t>
    </dgm:pt>
    <dgm:pt modelId="{5A1248B3-3101-4E23-A844-6D570A2EBAAC}" type="sibTrans" cxnId="{C56F7B37-8B34-4DF9-9C0F-6CC95EC7994D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EFEF2593-4906-46C2-8E3C-A123D6D6FD6E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US" smtClean="0">
                      <a:latin typeface="Cambria Math" panose="02040503050406030204" pitchFamily="18" charset="0"/>
                    </a:rPr>
                    <m:t>: </m:t>
                  </m:r>
                </m:oMath>
              </a14:m>
              <a:r>
                <a:rPr lang="en-US" dirty="0"/>
                <a:t>unknown parameter</a:t>
              </a:r>
              <a:endParaRPr lang="en-IN" dirty="0"/>
            </a:p>
          </dgm:t>
        </dgm:pt>
      </mc:Choice>
      <mc:Fallback xmlns="">
        <dgm:pt modelId="{EFEF2593-4906-46C2-8E3C-A123D6D6FD6E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𝜃</a:t>
              </a:r>
              <a:r>
                <a:rPr lang="en-US" i="0">
                  <a:latin typeface="Cambria Math" panose="02040503050406030204" pitchFamily="18" charset="0"/>
                </a:rPr>
                <a:t>: </a:t>
              </a:r>
              <a:r>
                <a:rPr lang="en-US" dirty="0"/>
                <a:t>unknown parameter</a:t>
              </a:r>
              <a:endParaRPr lang="en-IN" dirty="0"/>
            </a:p>
          </dgm:t>
        </dgm:pt>
      </mc:Fallback>
    </mc:AlternateConten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US" dirty="0"/>
            <a:t>b: output parameter vector                                      </a:t>
          </a:r>
          <a:endParaRPr lang="en-IN" dirty="0"/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5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6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9794DB21-76B0-410D-848E-54CA96C3758C}" type="presOf" srcId="{0879F1A9-458F-4B0B-A0E3-7176F1D19E9A}" destId="{5643D9B0-D6C7-443B-9075-884036688BC1}" srcOrd="1" destOrd="1" presId="urn:microsoft.com/office/officeart/2005/8/layout/hProcess4"/>
    <dgm:cxn modelId="{02401B22-F28F-4186-AD47-A8784EEE88A8}" srcId="{734FE17E-B2AA-4F50-97DC-551B91D021DF}" destId="{AFCEAEBB-7C37-4480-B406-07717FBCFDDC}" srcOrd="6" destOrd="0" parTransId="{FA538164-7C83-4CF5-B4FD-B05F5B058C7A}" sibTransId="{3A1E6875-E18D-475C-87B3-5CF9AD787F2A}"/>
    <dgm:cxn modelId="{FF8E1F2C-7915-4538-A0A4-5DCBF821830A}" type="presOf" srcId="{1E121697-654D-4DD3-8D98-78759972E18F}" destId="{77AD8373-123F-4D62-A0EA-07445DA22E8D}" srcOrd="0" destOrd="1" presId="urn:microsoft.com/office/officeart/2005/8/layout/hProcess4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C56F7B37-8B34-4DF9-9C0F-6CC95EC7994D}" srcId="{734FE17E-B2AA-4F50-97DC-551B91D021DF}" destId="{FB20D063-F589-4C6C-BA31-2F98B92DDB32}" srcOrd="3" destOrd="0" parTransId="{25487836-7405-426A-B5B4-B19AEA392084}" sibTransId="{5A1248B3-3101-4E23-A844-6D570A2EBAAC}"/>
    <dgm:cxn modelId="{34563D38-9A69-4616-8C40-DE3213093EF4}" type="presOf" srcId="{AFCEAEBB-7C37-4480-B406-07717FBCFDDC}" destId="{5643D9B0-D6C7-443B-9075-884036688BC1}" srcOrd="1" destOrd="6" presId="urn:microsoft.com/office/officeart/2005/8/layout/hProcess4"/>
    <dgm:cxn modelId="{19941B3A-71D3-41DB-BAB9-9087154EA158}" srcId="{734FE17E-B2AA-4F50-97DC-551B91D021DF}" destId="{54B7DF72-BE40-44A5-B12F-40873FC5202F}" srcOrd="2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4" destOrd="0" parTransId="{AB2E63E1-7373-430C-90EF-32496A0E4E3E}" sibTransId="{3749351F-E04D-4A03-AA25-F3F044E1F164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64C0B743-9F55-4C84-A5B4-04D6010D19F1}" type="presOf" srcId="{1E121697-654D-4DD3-8D98-78759972E18F}" destId="{D6E9F362-9D9C-43BA-AC59-961BFE055249}" srcOrd="1" destOrd="1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63AA4757-DD0E-4297-B4CA-3B8DB20B261D}" type="presOf" srcId="{FB20D063-F589-4C6C-BA31-2F98B92DDB32}" destId="{5643D9B0-D6C7-443B-9075-884036688BC1}" srcOrd="1" destOrd="3" presId="urn:microsoft.com/office/officeart/2005/8/layout/hProcess4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A2E09E6D-4A4E-42D1-89FB-2F38ABFBE59F}" type="presOf" srcId="{EFEF2593-4906-46C2-8E3C-A123D6D6FD6E}" destId="{5643D9B0-D6C7-443B-9075-884036688BC1}" srcOrd="1" destOrd="5" presId="urn:microsoft.com/office/officeart/2005/8/layout/hProcess4"/>
    <dgm:cxn modelId="{04057972-3C3E-408B-9653-FB913A116C95}" srcId="{734FE17E-B2AA-4F50-97DC-551B91D021DF}" destId="{0879F1A9-458F-4B0B-A0E3-7176F1D19E9A}" srcOrd="1" destOrd="0" parTransId="{55CA74CF-35B8-4F8F-81DF-2ED0D1C63256}" sibTransId="{E2F91687-CDBD-48AD-A8FC-5E380758BD57}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4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4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5" presId="urn:microsoft.com/office/officeart/2005/8/layout/hProcess4"/>
    <dgm:cxn modelId="{C0F5C0E1-18F5-4B31-8EA5-46AAF6A37CFE}" type="presOf" srcId="{54B7DF72-BE40-44A5-B12F-40873FC5202F}" destId="{5643D9B0-D6C7-443B-9075-884036688BC1}" srcOrd="1" destOrd="2" presId="urn:microsoft.com/office/officeart/2005/8/layout/hProcess4"/>
    <dgm:cxn modelId="{264CFFE2-22F6-4137-8BD8-AB330D276B7D}" srcId="{759ACECB-F27B-42D5-BB84-FDCFD921296D}" destId="{1E121697-654D-4DD3-8D98-78759972E18F}" srcOrd="1" destOrd="0" parTransId="{7FCA0B3E-271D-4FF5-B715-1CA9D5D15986}" sibTransId="{0E61C399-9AE8-46FD-9F47-B31C59933498}"/>
    <dgm:cxn modelId="{7360C4E9-D485-4E2A-8FD7-DD2AAAF15ECC}" type="presOf" srcId="{FB20D063-F589-4C6C-BA31-2F98B92DDB32}" destId="{E2F2EDC3-B953-4845-8C5F-FFD9C0D0F9B3}" srcOrd="0" destOrd="3" presId="urn:microsoft.com/office/officeart/2005/8/layout/hProcess4"/>
    <dgm:cxn modelId="{64E034EB-2048-4060-95D7-1842D4975C21}" type="presOf" srcId="{0879F1A9-458F-4B0B-A0E3-7176F1D19E9A}" destId="{E2F2EDC3-B953-4845-8C5F-FFD9C0D0F9B3}" srcOrd="0" destOrd="1" presId="urn:microsoft.com/office/officeart/2005/8/layout/hProcess4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2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>
        <a:blipFill>
          <a:blip xmlns:r="http://schemas.openxmlformats.org/officeDocument/2006/relationships" r:embed="rId1"/>
          <a:stretch>
            <a:fillRect l="-1119" r="-67114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dgm:pt modelId="{54B7DF72-BE40-44A5-B12F-40873FC5202F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1" dirty="0"/>
            <a:t>MSE solution</a:t>
          </a:r>
          <a:endParaRPr lang="en-IN" sz="1600" b="1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dgm:pt modelId="{2530D852-EF78-489D-9EF2-18EDA7DA4393}">
      <dgm:prSet phldrT="[Text]"/>
      <dgm:spPr>
        <a:blipFill>
          <a:blip xmlns:r="http://schemas.openxmlformats.org/officeDocument/2006/relationships" r:embed="rId2"/>
          <a:stretch>
            <a:fillRect l="-1345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dirty="0"/>
            <a:t>RESULT</a:t>
          </a:r>
          <a:endParaRPr lang="en-IN" sz="1600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dgm:pt modelId="{6681413F-ACDE-411D-A3BD-6CEF6C2F2DCA}">
      <dgm:prSet phldrT="[Text]"/>
      <dgm:spPr>
        <a:blipFill>
          <a:blip xmlns:r="http://schemas.openxmlformats.org/officeDocument/2006/relationships" r:embed="rId3"/>
          <a:stretch>
            <a:fillRect l="-1121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1E121697-654D-4DD3-8D98-78759972E18F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7FCA0B3E-271D-4FF5-B715-1CA9D5D15986}" type="parTrans" cxnId="{264CFFE2-22F6-4137-8BD8-AB330D276B7D}">
      <dgm:prSet/>
      <dgm:spPr/>
      <dgm:t>
        <a:bodyPr/>
        <a:lstStyle/>
        <a:p>
          <a:endParaRPr lang="en-IN"/>
        </a:p>
      </dgm:t>
    </dgm:pt>
    <dgm:pt modelId="{0E61C399-9AE8-46FD-9F47-B31C59933498}" type="sibTrans" cxnId="{264CFFE2-22F6-4137-8BD8-AB330D276B7D}">
      <dgm:prSet/>
      <dgm:spPr/>
      <dgm:t>
        <a:bodyPr/>
        <a:lstStyle/>
        <a:p>
          <a:endParaRPr lang="en-IN"/>
        </a:p>
      </dgm:t>
    </dgm:pt>
    <dgm:pt modelId="{0879F1A9-458F-4B0B-A0E3-7176F1D19E9A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55CA74CF-35B8-4F8F-81DF-2ED0D1C63256}" type="parTrans" cxnId="{04057972-3C3E-408B-9653-FB913A116C95}">
      <dgm:prSet/>
      <dgm:spPr/>
      <dgm:t>
        <a:bodyPr/>
        <a:lstStyle/>
        <a:p>
          <a:endParaRPr lang="en-IN"/>
        </a:p>
      </dgm:t>
    </dgm:pt>
    <dgm:pt modelId="{E2F91687-CDBD-48AD-A8FC-5E380758BD57}" type="sibTrans" cxnId="{04057972-3C3E-408B-9653-FB913A116C95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dgm:pt modelId="{FB20D063-F589-4C6C-BA31-2F98B92DDB32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25487836-7405-426A-B5B4-B19AEA392084}" type="parTrans" cxnId="{C56F7B37-8B34-4DF9-9C0F-6CC95EC7994D}">
      <dgm:prSet/>
      <dgm:spPr/>
      <dgm:t>
        <a:bodyPr/>
        <a:lstStyle/>
        <a:p>
          <a:endParaRPr lang="en-IN"/>
        </a:p>
      </dgm:t>
    </dgm:pt>
    <dgm:pt modelId="{5A1248B3-3101-4E23-A844-6D570A2EBAAC}" type="sibTrans" cxnId="{C56F7B37-8B34-4DF9-9C0F-6CC95EC7994D}">
      <dgm:prSet/>
      <dgm:spPr/>
      <dgm:t>
        <a:bodyPr/>
        <a:lstStyle/>
        <a:p>
          <a:endParaRPr lang="en-IN"/>
        </a:p>
      </dgm:t>
    </dgm:pt>
    <dgm:pt modelId="{EFEF2593-4906-46C2-8E3C-A123D6D6FD6E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IN">
              <a:noFill/>
            </a:rPr>
            <a:t> </a:t>
          </a:r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5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6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9794DB21-76B0-410D-848E-54CA96C3758C}" type="presOf" srcId="{0879F1A9-458F-4B0B-A0E3-7176F1D19E9A}" destId="{5643D9B0-D6C7-443B-9075-884036688BC1}" srcOrd="1" destOrd="1" presId="urn:microsoft.com/office/officeart/2005/8/layout/hProcess4"/>
    <dgm:cxn modelId="{02401B22-F28F-4186-AD47-A8784EEE88A8}" srcId="{734FE17E-B2AA-4F50-97DC-551B91D021DF}" destId="{AFCEAEBB-7C37-4480-B406-07717FBCFDDC}" srcOrd="6" destOrd="0" parTransId="{FA538164-7C83-4CF5-B4FD-B05F5B058C7A}" sibTransId="{3A1E6875-E18D-475C-87B3-5CF9AD787F2A}"/>
    <dgm:cxn modelId="{FF8E1F2C-7915-4538-A0A4-5DCBF821830A}" type="presOf" srcId="{1E121697-654D-4DD3-8D98-78759972E18F}" destId="{77AD8373-123F-4D62-A0EA-07445DA22E8D}" srcOrd="0" destOrd="1" presId="urn:microsoft.com/office/officeart/2005/8/layout/hProcess4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C56F7B37-8B34-4DF9-9C0F-6CC95EC7994D}" srcId="{734FE17E-B2AA-4F50-97DC-551B91D021DF}" destId="{FB20D063-F589-4C6C-BA31-2F98B92DDB32}" srcOrd="3" destOrd="0" parTransId="{25487836-7405-426A-B5B4-B19AEA392084}" sibTransId="{5A1248B3-3101-4E23-A844-6D570A2EBAAC}"/>
    <dgm:cxn modelId="{34563D38-9A69-4616-8C40-DE3213093EF4}" type="presOf" srcId="{AFCEAEBB-7C37-4480-B406-07717FBCFDDC}" destId="{5643D9B0-D6C7-443B-9075-884036688BC1}" srcOrd="1" destOrd="6" presId="urn:microsoft.com/office/officeart/2005/8/layout/hProcess4"/>
    <dgm:cxn modelId="{19941B3A-71D3-41DB-BAB9-9087154EA158}" srcId="{734FE17E-B2AA-4F50-97DC-551B91D021DF}" destId="{54B7DF72-BE40-44A5-B12F-40873FC5202F}" srcOrd="2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4" destOrd="0" parTransId="{AB2E63E1-7373-430C-90EF-32496A0E4E3E}" sibTransId="{3749351F-E04D-4A03-AA25-F3F044E1F164}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64C0B743-9F55-4C84-A5B4-04D6010D19F1}" type="presOf" srcId="{1E121697-654D-4DD3-8D98-78759972E18F}" destId="{D6E9F362-9D9C-43BA-AC59-961BFE055249}" srcOrd="1" destOrd="1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A2E09E6D-4A4E-42D1-89FB-2F38ABFBE59F}" type="presOf" srcId="{EFEF2593-4906-46C2-8E3C-A123D6D6FD6E}" destId="{5643D9B0-D6C7-443B-9075-884036688BC1}" srcOrd="1" destOrd="5" presId="urn:microsoft.com/office/officeart/2005/8/layout/hProcess4"/>
    <dgm:cxn modelId="{04057972-3C3E-408B-9653-FB913A116C95}" srcId="{734FE17E-B2AA-4F50-97DC-551B91D021DF}" destId="{0879F1A9-458F-4B0B-A0E3-7176F1D19E9A}" srcOrd="1" destOrd="0" parTransId="{55CA74CF-35B8-4F8F-81DF-2ED0D1C63256}" sibTransId="{E2F91687-CDBD-48AD-A8FC-5E380758BD57}"/>
    <dgm:cxn modelId="{63AA4757-DD0E-4297-B4CA-3B8DB20B261D}" type="presOf" srcId="{FB20D063-F589-4C6C-BA31-2F98B92DDB32}" destId="{5643D9B0-D6C7-443B-9075-884036688BC1}" srcOrd="1" destOrd="3" presId="urn:microsoft.com/office/officeart/2005/8/layout/hProcess4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4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4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5" presId="urn:microsoft.com/office/officeart/2005/8/layout/hProcess4"/>
    <dgm:cxn modelId="{C0F5C0E1-18F5-4B31-8EA5-46AAF6A37CFE}" type="presOf" srcId="{54B7DF72-BE40-44A5-B12F-40873FC5202F}" destId="{5643D9B0-D6C7-443B-9075-884036688BC1}" srcOrd="1" destOrd="2" presId="urn:microsoft.com/office/officeart/2005/8/layout/hProcess4"/>
    <dgm:cxn modelId="{264CFFE2-22F6-4137-8BD8-AB330D276B7D}" srcId="{759ACECB-F27B-42D5-BB84-FDCFD921296D}" destId="{1E121697-654D-4DD3-8D98-78759972E18F}" srcOrd="1" destOrd="0" parTransId="{7FCA0B3E-271D-4FF5-B715-1CA9D5D15986}" sibTransId="{0E61C399-9AE8-46FD-9F47-B31C59933498}"/>
    <dgm:cxn modelId="{7360C4E9-D485-4E2A-8FD7-DD2AAAF15ECC}" type="presOf" srcId="{FB20D063-F589-4C6C-BA31-2F98B92DDB32}" destId="{E2F2EDC3-B953-4845-8C5F-FFD9C0D0F9B3}" srcOrd="0" destOrd="3" presId="urn:microsoft.com/office/officeart/2005/8/layout/hProcess4"/>
    <dgm:cxn modelId="{64E034EB-2048-4060-95D7-1842D4975C21}" type="presOf" srcId="{0879F1A9-458F-4B0B-A0E3-7176F1D19E9A}" destId="{E2F2EDC3-B953-4845-8C5F-FFD9C0D0F9B3}" srcOrd="0" destOrd="1" presId="urn:microsoft.com/office/officeart/2005/8/layout/hProcess4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2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/>
      <dgm:t>
        <a:bodyPr/>
        <a:lstStyle/>
        <a:p>
          <a:r>
            <a:rPr lang="en-US" dirty="0"/>
            <a:t>Problem formulation</a:t>
          </a:r>
          <a:r>
            <a:rPr lang="en-US" dirty="0">
              <a:solidFill>
                <a:srgbClr val="FF0000"/>
              </a:solidFill>
            </a:rPr>
            <a:t>:</a:t>
          </a:r>
          <a:endParaRPr lang="en-IN" dirty="0"/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54B7DF72-BE40-44A5-B12F-40873FC5202F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𝐴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=</m:t>
                  </m:r>
                  <m:r>
                    <a:rPr lang="en-IN" smtClean="0">
                      <a:latin typeface="Cambria Math" panose="02040503050406030204" pitchFamily="18" charset="0"/>
                    </a:rPr>
                    <m:t>𝑏</m:t>
                  </m:r>
                </m:oMath>
              </a14:m>
              <a:r>
                <a:rPr lang="en-US" dirty="0"/>
                <a:t>      </a:t>
              </a:r>
              <a:endParaRPr lang="en-IN" dirty="0"/>
            </a:p>
          </dgm:t>
        </dgm:pt>
      </mc:Choice>
      <mc:Fallback xmlns="">
        <dgm:pt modelId="{54B7DF72-BE40-44A5-B12F-40873FC5202F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𝐴𝜃=𝑏</a:t>
              </a:r>
              <a:r>
                <a:rPr lang="en-US" dirty="0"/>
                <a:t>      </a:t>
              </a:r>
              <a:endParaRPr lang="en-IN" dirty="0"/>
            </a:p>
          </dgm:t>
        </dgm:pt>
      </mc:Fallback>
    </mc:AlternateConten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1" dirty="0" err="1"/>
            <a:t>LIvE</a:t>
          </a:r>
          <a:r>
            <a:rPr lang="en-US" sz="1600" b="1" dirty="0"/>
            <a:t> solution</a:t>
          </a:r>
          <a:endParaRPr lang="en-IN" sz="1600" b="1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2530D852-EF78-489D-9EF2-18EDA7DA4393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z="1200" i="1" smtClean="0">
                      <a:latin typeface="Cambria Math" panose="02040503050406030204" pitchFamily="18" charset="0"/>
                    </a:rPr>
                    <m:t>𝐿</m:t>
                  </m:r>
                  <m:r>
                    <a:rPr lang="en-IN" sz="1200" i="1" smtClean="0">
                      <a:latin typeface="Cambria Math" panose="02040503050406030204" pitchFamily="18" charset="0"/>
                    </a:rPr>
                    <m:t>(</m:t>
                  </m:r>
                  <m:r>
                    <a:rPr lang="en-IN" sz="1200" i="1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IN" sz="1200" i="1" smtClean="0">
                      <a:latin typeface="Cambria Math" panose="02040503050406030204" pitchFamily="18" charset="0"/>
                    </a:rPr>
                    <m:t>,</m:t>
                  </m:r>
                  <m:r>
                    <a:rPr lang="en-IN" sz="1200" i="1" smtClean="0">
                      <a:latin typeface="Cambria Math" panose="02040503050406030204" pitchFamily="18" charset="0"/>
                    </a:rPr>
                    <m:t>𝜆</m:t>
                  </m:r>
                  <m:r>
                    <a:rPr lang="en-IN" sz="1200" i="1" smtClean="0">
                      <a:latin typeface="Cambria Math" panose="02040503050406030204" pitchFamily="18" charset="0"/>
                    </a:rPr>
                    <m:t>) = </m:t>
                  </m:r>
                  <m:sSup>
                    <m:sSupPr>
                      <m:ctrlPr>
                        <a:rPr lang="en-IN" sz="120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IN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1200" i="1"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lang="en-IN" sz="1200" i="1"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 lang="en-IN" sz="1200" i="1">
                      <a:latin typeface="Cambria Math" panose="02040503050406030204" pitchFamily="18" charset="0"/>
                    </a:rPr>
                    <m:t> (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𝐴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 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𝜃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−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𝑏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) + 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𝜆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(</m:t>
                  </m:r>
                  <m:sSup>
                    <m:sSupPr>
                      <m:ctrlPr>
                        <a:rPr lang="en-IN" sz="120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IN" sz="1200" i="1">
                          <a:latin typeface="Cambria Math" panose="02040503050406030204" pitchFamily="18" charset="0"/>
                        </a:rPr>
                        <m:t>𝑟</m:t>
                      </m:r>
                    </m:e>
                    <m:sup>
                      <m:r>
                        <a:rPr lang="en-IN" sz="1200" i="1"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 lang="en-IN" sz="1200" i="1">
                      <a:latin typeface="Cambria Math" panose="02040503050406030204" pitchFamily="18" charset="0"/>
                    </a:rPr>
                    <m:t>𝜃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+ </m:t>
                  </m:r>
                  <m:sSup>
                    <m:sSupPr>
                      <m:ctrlPr>
                        <a:rPr lang="en-IN" sz="120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IN" sz="1200" i="1">
                          <a:latin typeface="Cambria Math" panose="02040503050406030204" pitchFamily="18" charset="0"/>
                        </a:rPr>
                        <m:t>𝜃</m:t>
                      </m:r>
                    </m:e>
                    <m:sup>
                      <m:r>
                        <a:rPr lang="en-IN" sz="1200" i="1"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  <m:r>
                    <a:rPr lang="en-IN" sz="1200" i="1">
                      <a:latin typeface="Cambria Math" panose="02040503050406030204" pitchFamily="18" charset="0"/>
                    </a:rPr>
                    <m:t>𝑃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𝜃</m:t>
                  </m:r>
                  <m:r>
                    <a:rPr lang="en-IN" sz="1200" i="1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IN" sz="1200" dirty="0"/>
                <a:t>                             (5)</a:t>
              </a:r>
            </a:p>
          </dgm:t>
        </dgm:pt>
      </mc:Choice>
      <mc:Fallback xmlns="">
        <dgm:pt modelId="{2530D852-EF78-489D-9EF2-18EDA7DA4393}">
          <dgm:prSet phldrT="[Text]" custT="1"/>
          <dgm:spPr/>
          <dgm:t>
            <a:bodyPr/>
            <a:lstStyle/>
            <a:p>
              <a:pPr/>
              <a:r>
                <a:rPr lang="en-IN" sz="1200" i="0">
                  <a:latin typeface="Cambria Math" panose="02040503050406030204" pitchFamily="18" charset="0"/>
                </a:rPr>
                <a:t>𝐿(𝜃,𝜆) = 〖(𝐴 𝜃−𝑏)〗^𝑇  (𝐴 𝜃−𝑏) + 𝜆(𝑟^𝑇 𝜃+ 𝜃^𝑇 𝑃𝜃)</a:t>
              </a:r>
              <a:r>
                <a:rPr lang="en-IN" sz="1200" dirty="0"/>
                <a:t>                             (5)</a:t>
              </a:r>
            </a:p>
          </dgm:t>
        </dgm:pt>
      </mc:Fallback>
    </mc:AlternateConten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dirty="0"/>
            <a:t>RESULT</a:t>
          </a:r>
          <a:endParaRPr lang="en-IN" sz="1600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dgm:pt modelId="{6681413F-ACDE-411D-A3BD-6CEF6C2F2DCA}">
      <dgm:prSet phldrT="[Text]"/>
      <dgm:spPr/>
      <dgm:t>
        <a:bodyPr/>
        <a:lstStyle/>
        <a:p>
          <a:endParaRPr lang="en-IN" dirty="0"/>
        </a:p>
      </dgm:t>
    </dgm:p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1E121697-654D-4DD3-8D98-78759972E18F}">
      <dgm:prSet phldrT="[Text]"/>
      <dgm:spPr/>
      <dgm:t>
        <a:bodyPr/>
        <a:lstStyle/>
        <a:p>
          <a:r>
            <a:rPr lang="en-US" dirty="0"/>
            <a:t>Perform the operations for 25 experiments to average the result</a:t>
          </a:r>
          <a:endParaRPr lang="en-IN" dirty="0"/>
        </a:p>
      </dgm:t>
    </dgm:pt>
    <dgm:pt modelId="{7FCA0B3E-271D-4FF5-B715-1CA9D5D15986}" type="parTrans" cxnId="{264CFFE2-22F6-4137-8BD8-AB330D276B7D}">
      <dgm:prSet/>
      <dgm:spPr/>
      <dgm:t>
        <a:bodyPr/>
        <a:lstStyle/>
        <a:p>
          <a:endParaRPr lang="en-IN"/>
        </a:p>
      </dgm:t>
    </dgm:pt>
    <dgm:pt modelId="{0E61C399-9AE8-46FD-9F47-B31C59933498}" type="sibTrans" cxnId="{264CFFE2-22F6-4137-8BD8-AB330D276B7D}">
      <dgm:prSet/>
      <dgm:spPr/>
      <dgm:t>
        <a:bodyPr/>
        <a:lstStyle/>
        <a:p>
          <a:endParaRPr lang="en-IN"/>
        </a:p>
      </dgm:t>
    </dgm:pt>
    <dgm:pt modelId="{0879F1A9-458F-4B0B-A0E3-7176F1D19E9A}">
      <dgm:prSet phldrT="[Text]"/>
      <dgm:spPr/>
      <dgm:t>
        <a:bodyPr/>
        <a:lstStyle/>
        <a:p>
          <a:endParaRPr lang="en-IN" dirty="0"/>
        </a:p>
      </dgm:t>
    </dgm:pt>
    <dgm:pt modelId="{55CA74CF-35B8-4F8F-81DF-2ED0D1C63256}" type="parTrans" cxnId="{04057972-3C3E-408B-9653-FB913A116C95}">
      <dgm:prSet/>
      <dgm:spPr/>
      <dgm:t>
        <a:bodyPr/>
        <a:lstStyle/>
        <a:p>
          <a:endParaRPr lang="en-IN"/>
        </a:p>
      </dgm:t>
    </dgm:pt>
    <dgm:pt modelId="{E2F91687-CDBD-48AD-A8FC-5E380758BD57}" type="sibTrans" cxnId="{04057972-3C3E-408B-9653-FB913A116C95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US" dirty="0"/>
            <a:t>A: input parameter matrix</a:t>
          </a:r>
          <a:endParaRPr lang="en-IN" dirty="0"/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dgm:pt modelId="{FB20D063-F589-4C6C-BA31-2F98B92DDB32}">
      <dgm:prSet phldrT="[Text]"/>
      <dgm:spPr/>
      <dgm:t>
        <a:bodyPr/>
        <a:lstStyle/>
        <a:p>
          <a:endParaRPr lang="en-IN" dirty="0"/>
        </a:p>
      </dgm:t>
    </dgm:pt>
    <dgm:pt modelId="{25487836-7405-426A-B5B4-B19AEA392084}" type="parTrans" cxnId="{C56F7B37-8B34-4DF9-9C0F-6CC95EC7994D}">
      <dgm:prSet/>
      <dgm:spPr/>
      <dgm:t>
        <a:bodyPr/>
        <a:lstStyle/>
        <a:p>
          <a:endParaRPr lang="en-IN"/>
        </a:p>
      </dgm:t>
    </dgm:pt>
    <dgm:pt modelId="{5A1248B3-3101-4E23-A844-6D570A2EBAAC}" type="sibTrans" cxnId="{C56F7B37-8B34-4DF9-9C0F-6CC95EC7994D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EFEF2593-4906-46C2-8E3C-A123D6D6FD6E}">
          <dgm:prSet phldrT="[Text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IN" smtClean="0">
                      <a:latin typeface="Cambria Math" panose="02040503050406030204" pitchFamily="18" charset="0"/>
                    </a:rPr>
                    <m:t>𝜃</m:t>
                  </m:r>
                  <m:r>
                    <a:rPr lang="en-US" smtClean="0">
                      <a:latin typeface="Cambria Math" panose="02040503050406030204" pitchFamily="18" charset="0"/>
                    </a:rPr>
                    <m:t>: </m:t>
                  </m:r>
                </m:oMath>
              </a14:m>
              <a:r>
                <a:rPr lang="en-US" dirty="0"/>
                <a:t>unknown parameter</a:t>
              </a:r>
              <a:endParaRPr lang="en-IN" dirty="0"/>
            </a:p>
          </dgm:t>
        </dgm:pt>
      </mc:Choice>
      <mc:Fallback xmlns="">
        <dgm:pt modelId="{EFEF2593-4906-46C2-8E3C-A123D6D6FD6E}">
          <dgm:prSet phldrT="[Text]"/>
          <dgm:spPr/>
          <dgm:t>
            <a:bodyPr/>
            <a:lstStyle/>
            <a:p>
              <a:r>
                <a:rPr lang="en-IN" i="0">
                  <a:latin typeface="Cambria Math" panose="02040503050406030204" pitchFamily="18" charset="0"/>
                </a:rPr>
                <a:t>𝜃</a:t>
              </a:r>
              <a:r>
                <a:rPr lang="en-US" i="0">
                  <a:latin typeface="Cambria Math" panose="02040503050406030204" pitchFamily="18" charset="0"/>
                </a:rPr>
                <a:t>: </a:t>
              </a:r>
              <a:r>
                <a:rPr lang="en-US" dirty="0"/>
                <a:t>unknown parameter</a:t>
              </a:r>
              <a:endParaRPr lang="en-IN" dirty="0"/>
            </a:p>
          </dgm:t>
        </dgm:pt>
      </mc:Fallback>
    </mc:AlternateConten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US" dirty="0"/>
            <a:t>b: output parameter vector                                      </a:t>
          </a:r>
          <a:endParaRPr lang="en-IN" dirty="0"/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5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6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9794DB21-76B0-410D-848E-54CA96C3758C}" type="presOf" srcId="{0879F1A9-458F-4B0B-A0E3-7176F1D19E9A}" destId="{5643D9B0-D6C7-443B-9075-884036688BC1}" srcOrd="1" destOrd="1" presId="urn:microsoft.com/office/officeart/2005/8/layout/hProcess4"/>
    <dgm:cxn modelId="{02401B22-F28F-4186-AD47-A8784EEE88A8}" srcId="{734FE17E-B2AA-4F50-97DC-551B91D021DF}" destId="{AFCEAEBB-7C37-4480-B406-07717FBCFDDC}" srcOrd="6" destOrd="0" parTransId="{FA538164-7C83-4CF5-B4FD-B05F5B058C7A}" sibTransId="{3A1E6875-E18D-475C-87B3-5CF9AD787F2A}"/>
    <dgm:cxn modelId="{FF8E1F2C-7915-4538-A0A4-5DCBF821830A}" type="presOf" srcId="{1E121697-654D-4DD3-8D98-78759972E18F}" destId="{77AD8373-123F-4D62-A0EA-07445DA22E8D}" srcOrd="0" destOrd="1" presId="urn:microsoft.com/office/officeart/2005/8/layout/hProcess4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C56F7B37-8B34-4DF9-9C0F-6CC95EC7994D}" srcId="{734FE17E-B2AA-4F50-97DC-551B91D021DF}" destId="{FB20D063-F589-4C6C-BA31-2F98B92DDB32}" srcOrd="3" destOrd="0" parTransId="{25487836-7405-426A-B5B4-B19AEA392084}" sibTransId="{5A1248B3-3101-4E23-A844-6D570A2EBAAC}"/>
    <dgm:cxn modelId="{34563D38-9A69-4616-8C40-DE3213093EF4}" type="presOf" srcId="{AFCEAEBB-7C37-4480-B406-07717FBCFDDC}" destId="{5643D9B0-D6C7-443B-9075-884036688BC1}" srcOrd="1" destOrd="6" presId="urn:microsoft.com/office/officeart/2005/8/layout/hProcess4"/>
    <dgm:cxn modelId="{19941B3A-71D3-41DB-BAB9-9087154EA158}" srcId="{734FE17E-B2AA-4F50-97DC-551B91D021DF}" destId="{54B7DF72-BE40-44A5-B12F-40873FC5202F}" srcOrd="2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4" destOrd="0" parTransId="{AB2E63E1-7373-430C-90EF-32496A0E4E3E}" sibTransId="{3749351F-E04D-4A03-AA25-F3F044E1F164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64C0B743-9F55-4C84-A5B4-04D6010D19F1}" type="presOf" srcId="{1E121697-654D-4DD3-8D98-78759972E18F}" destId="{D6E9F362-9D9C-43BA-AC59-961BFE055249}" srcOrd="1" destOrd="1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63AA4757-DD0E-4297-B4CA-3B8DB20B261D}" type="presOf" srcId="{FB20D063-F589-4C6C-BA31-2F98B92DDB32}" destId="{5643D9B0-D6C7-443B-9075-884036688BC1}" srcOrd="1" destOrd="3" presId="urn:microsoft.com/office/officeart/2005/8/layout/hProcess4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A2E09E6D-4A4E-42D1-89FB-2F38ABFBE59F}" type="presOf" srcId="{EFEF2593-4906-46C2-8E3C-A123D6D6FD6E}" destId="{5643D9B0-D6C7-443B-9075-884036688BC1}" srcOrd="1" destOrd="5" presId="urn:microsoft.com/office/officeart/2005/8/layout/hProcess4"/>
    <dgm:cxn modelId="{04057972-3C3E-408B-9653-FB913A116C95}" srcId="{734FE17E-B2AA-4F50-97DC-551B91D021DF}" destId="{0879F1A9-458F-4B0B-A0E3-7176F1D19E9A}" srcOrd="1" destOrd="0" parTransId="{55CA74CF-35B8-4F8F-81DF-2ED0D1C63256}" sibTransId="{E2F91687-CDBD-48AD-A8FC-5E380758BD57}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4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4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5" presId="urn:microsoft.com/office/officeart/2005/8/layout/hProcess4"/>
    <dgm:cxn modelId="{C0F5C0E1-18F5-4B31-8EA5-46AAF6A37CFE}" type="presOf" srcId="{54B7DF72-BE40-44A5-B12F-40873FC5202F}" destId="{5643D9B0-D6C7-443B-9075-884036688BC1}" srcOrd="1" destOrd="2" presId="urn:microsoft.com/office/officeart/2005/8/layout/hProcess4"/>
    <dgm:cxn modelId="{264CFFE2-22F6-4137-8BD8-AB330D276B7D}" srcId="{759ACECB-F27B-42D5-BB84-FDCFD921296D}" destId="{1E121697-654D-4DD3-8D98-78759972E18F}" srcOrd="1" destOrd="0" parTransId="{7FCA0B3E-271D-4FF5-B715-1CA9D5D15986}" sibTransId="{0E61C399-9AE8-46FD-9F47-B31C59933498}"/>
    <dgm:cxn modelId="{7360C4E9-D485-4E2A-8FD7-DD2AAAF15ECC}" type="presOf" srcId="{FB20D063-F589-4C6C-BA31-2F98B92DDB32}" destId="{E2F2EDC3-B953-4845-8C5F-FFD9C0D0F9B3}" srcOrd="0" destOrd="3" presId="urn:microsoft.com/office/officeart/2005/8/layout/hProcess4"/>
    <dgm:cxn modelId="{64E034EB-2048-4060-95D7-1842D4975C21}" type="presOf" srcId="{0879F1A9-458F-4B0B-A0E3-7176F1D19E9A}" destId="{E2F2EDC3-B953-4845-8C5F-FFD9C0D0F9B3}" srcOrd="0" destOrd="1" presId="urn:microsoft.com/office/officeart/2005/8/layout/hProcess4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2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4E283E-9C1A-4028-8FF3-BDA926E26114}" type="doc">
      <dgm:prSet loTypeId="urn:microsoft.com/office/officeart/2005/8/layout/hProcess4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734FE17E-B2AA-4F50-97DC-551B91D021DF}">
      <dgm:prSet phldrT="[Text]"/>
      <dgm:spPr/>
      <dgm:t>
        <a:bodyPr/>
        <a:lstStyle/>
        <a:p>
          <a:endParaRPr lang="en-IN" dirty="0"/>
        </a:p>
      </dgm:t>
    </dgm:pt>
    <dgm:pt modelId="{718A21A2-A4ED-49F0-933C-C3E76C49E099}" type="parTrans" cxnId="{A7A7E096-4A8E-4E35-BB91-650B48AD8E99}">
      <dgm:prSet/>
      <dgm:spPr/>
      <dgm:t>
        <a:bodyPr/>
        <a:lstStyle/>
        <a:p>
          <a:endParaRPr lang="en-IN"/>
        </a:p>
      </dgm:t>
    </dgm:pt>
    <dgm:pt modelId="{03C245A5-277F-467E-985F-D9BCEE4A9DC6}" type="sibTrans" cxnId="{A7A7E096-4A8E-4E35-BB91-650B48AD8E99}">
      <dgm:prSet/>
      <dgm:spPr/>
      <dgm:t>
        <a:bodyPr/>
        <a:lstStyle/>
        <a:p>
          <a:endParaRPr lang="en-IN"/>
        </a:p>
      </dgm:t>
    </dgm:pt>
    <dgm:pt modelId="{1EB81220-3E54-4852-83B3-AD55FB0ADF20}">
      <dgm:prSet phldrT="[Text]"/>
      <dgm:spPr>
        <a:blipFill>
          <a:blip xmlns:r="http://schemas.openxmlformats.org/officeDocument/2006/relationships" r:embed="rId1"/>
          <a:stretch>
            <a:fillRect l="-1389" t="-565" r="-66667"/>
          </a:stretch>
        </a:blipFill>
      </dgm:spPr>
      <dgm:t>
        <a:bodyPr/>
        <a:lstStyle/>
        <a:p>
          <a:r>
            <a:rPr lang="en-DE">
              <a:noFill/>
            </a:rPr>
            <a:t> </a:t>
          </a:r>
        </a:p>
      </dgm:t>
    </dgm:pt>
    <dgm:pt modelId="{BFE85AF2-BCBE-4338-9FFF-1D79ED35B962}" type="parTrans" cxnId="{8B97A161-49C1-4E24-BE1A-B2FCA3B7DDF3}">
      <dgm:prSet/>
      <dgm:spPr/>
      <dgm:t>
        <a:bodyPr/>
        <a:lstStyle/>
        <a:p>
          <a:endParaRPr lang="en-IN"/>
        </a:p>
      </dgm:t>
    </dgm:pt>
    <dgm:pt modelId="{3B67CF42-EAD8-49EB-BE7B-545B6ED8DA7D}" type="sibTrans" cxnId="{8B97A161-49C1-4E24-BE1A-B2FCA3B7DDF3}">
      <dgm:prSet/>
      <dgm:spPr/>
      <dgm:t>
        <a:bodyPr/>
        <a:lstStyle/>
        <a:p>
          <a:endParaRPr lang="en-IN"/>
        </a:p>
      </dgm:t>
    </dgm:pt>
    <dgm:pt modelId="{54B7DF72-BE40-44A5-B12F-40873FC5202F}">
      <dgm:prSet phldrT="[Text]"/>
      <dgm:spPr/>
      <dgm:t>
        <a:bodyPr/>
        <a:lstStyle/>
        <a:p>
          <a:r>
            <a:rPr lang="en-DE">
              <a:noFill/>
            </a:rPr>
            <a:t> </a:t>
          </a:r>
        </a:p>
      </dgm:t>
    </dgm:pt>
    <dgm:pt modelId="{5776B58F-2D23-4F99-AEA3-C1628C977002}" type="parTrans" cxnId="{19941B3A-71D3-41DB-BAB9-9087154EA158}">
      <dgm:prSet/>
      <dgm:spPr/>
      <dgm:t>
        <a:bodyPr/>
        <a:lstStyle/>
        <a:p>
          <a:endParaRPr lang="en-IN"/>
        </a:p>
      </dgm:t>
    </dgm:pt>
    <dgm:pt modelId="{5C743886-AC42-41FF-97B0-EA4D2A3DC891}" type="sibTrans" cxnId="{19941B3A-71D3-41DB-BAB9-9087154EA158}">
      <dgm:prSet/>
      <dgm:spPr/>
      <dgm:t>
        <a:bodyPr/>
        <a:lstStyle/>
        <a:p>
          <a:endParaRPr lang="en-IN"/>
        </a:p>
      </dgm:t>
    </dgm:pt>
    <dgm:pt modelId="{E5584913-3FAB-4BD1-A11D-42B4335E49D5}">
      <dgm:prSet phldrT="[Text]" custT="1"/>
      <dgm:spPr/>
      <dgm:t>
        <a:bodyPr/>
        <a:lstStyle/>
        <a:p>
          <a:r>
            <a:rPr lang="en-US" sz="1600" b="1" dirty="0" err="1"/>
            <a:t>LIvE</a:t>
          </a:r>
          <a:r>
            <a:rPr lang="en-US" sz="1600" b="1" dirty="0"/>
            <a:t> solution</a:t>
          </a:r>
          <a:endParaRPr lang="en-IN" sz="1600" b="1" dirty="0"/>
        </a:p>
      </dgm:t>
    </dgm:pt>
    <dgm:pt modelId="{6E4DB315-267F-4196-994C-AD866D5B8F37}" type="parTrans" cxnId="{8280D6C7-E253-4BD7-9A3D-CF38C60ED360}">
      <dgm:prSet/>
      <dgm:spPr/>
      <dgm:t>
        <a:bodyPr/>
        <a:lstStyle/>
        <a:p>
          <a:endParaRPr lang="en-IN"/>
        </a:p>
      </dgm:t>
    </dgm:pt>
    <dgm:pt modelId="{5AF91BEC-7A64-4FFA-9870-D3F82C4F29E0}" type="sibTrans" cxnId="{8280D6C7-E253-4BD7-9A3D-CF38C60ED360}">
      <dgm:prSet/>
      <dgm:spPr/>
      <dgm:t>
        <a:bodyPr/>
        <a:lstStyle/>
        <a:p>
          <a:endParaRPr lang="en-IN"/>
        </a:p>
      </dgm:t>
    </dgm:pt>
    <dgm:pt modelId="{2530D852-EF78-489D-9EF2-18EDA7DA4393}">
      <dgm:prSet phldrT="[Text]" custT="1"/>
      <dgm:spPr>
        <a:blipFill>
          <a:blip xmlns:r="http://schemas.openxmlformats.org/officeDocument/2006/relationships" r:embed="rId2"/>
          <a:stretch>
            <a:fillRect l="-465"/>
          </a:stretch>
        </a:blipFill>
      </dgm:spPr>
      <dgm:t>
        <a:bodyPr/>
        <a:lstStyle/>
        <a:p>
          <a:r>
            <a:rPr lang="en-DE">
              <a:noFill/>
            </a:rPr>
            <a:t> </a:t>
          </a:r>
        </a:p>
      </dgm:t>
    </dgm:pt>
    <dgm:pt modelId="{E2414943-3A03-435E-B432-E24C325D4D6F}" type="parTrans" cxnId="{1AC3B5AD-F35E-4A6F-B7A1-54F5D386ED1F}">
      <dgm:prSet/>
      <dgm:spPr/>
      <dgm:t>
        <a:bodyPr/>
        <a:lstStyle/>
        <a:p>
          <a:endParaRPr lang="en-IN"/>
        </a:p>
      </dgm:t>
    </dgm:pt>
    <dgm:pt modelId="{DA7ED320-7D92-4FFB-A341-7507EF49F7B1}" type="sibTrans" cxnId="{1AC3B5AD-F35E-4A6F-B7A1-54F5D386ED1F}">
      <dgm:prSet/>
      <dgm:spPr/>
      <dgm:t>
        <a:bodyPr/>
        <a:lstStyle/>
        <a:p>
          <a:endParaRPr lang="en-IN"/>
        </a:p>
      </dgm:t>
    </dgm:pt>
    <dgm:pt modelId="{759ACECB-F27B-42D5-BB84-FDCFD921296D}">
      <dgm:prSet phldrT="[Text]" custT="1"/>
      <dgm:spPr/>
      <dgm:t>
        <a:bodyPr/>
        <a:lstStyle/>
        <a:p>
          <a:r>
            <a:rPr lang="en-US" sz="1600" dirty="0"/>
            <a:t>RESULT</a:t>
          </a:r>
          <a:endParaRPr lang="en-IN" sz="1600" dirty="0"/>
        </a:p>
      </dgm:t>
    </dgm:pt>
    <dgm:pt modelId="{10F3A936-8C95-462B-ABDB-83DB30262B6B}" type="parTrans" cxnId="{E0D5F72F-BB04-44A6-9C35-66089C0048DB}">
      <dgm:prSet/>
      <dgm:spPr/>
      <dgm:t>
        <a:bodyPr/>
        <a:lstStyle/>
        <a:p>
          <a:endParaRPr lang="en-IN"/>
        </a:p>
      </dgm:t>
    </dgm:pt>
    <dgm:pt modelId="{1DB768CB-29FD-4DB2-B323-CD672116CEB7}" type="sibTrans" cxnId="{E0D5F72F-BB04-44A6-9C35-66089C0048DB}">
      <dgm:prSet/>
      <dgm:spPr/>
      <dgm:t>
        <a:bodyPr/>
        <a:lstStyle/>
        <a:p>
          <a:endParaRPr lang="en-IN"/>
        </a:p>
      </dgm:t>
    </dgm:pt>
    <dgm:pt modelId="{6681413F-ACDE-411D-A3BD-6CEF6C2F2DCA}">
      <dgm:prSet phldrT="[Text]"/>
      <dgm:spPr/>
      <dgm:t>
        <a:bodyPr/>
        <a:lstStyle/>
        <a:p>
          <a:endParaRPr lang="en-IN" dirty="0"/>
        </a:p>
      </dgm:t>
    </dgm:pt>
    <dgm:pt modelId="{35DDECC3-83C9-4BC9-8DB1-DFB114B0E825}" type="parTrans" cxnId="{E19DEA81-93BC-48F1-869D-67675DA2B382}">
      <dgm:prSet/>
      <dgm:spPr/>
      <dgm:t>
        <a:bodyPr/>
        <a:lstStyle/>
        <a:p>
          <a:endParaRPr lang="en-IN"/>
        </a:p>
      </dgm:t>
    </dgm:pt>
    <dgm:pt modelId="{89E5482E-9E6D-432D-9BFE-1B112EB4040B}" type="sibTrans" cxnId="{E19DEA81-93BC-48F1-869D-67675DA2B382}">
      <dgm:prSet/>
      <dgm:spPr/>
      <dgm:t>
        <a:bodyPr/>
        <a:lstStyle/>
        <a:p>
          <a:endParaRPr lang="en-IN"/>
        </a:p>
      </dgm:t>
    </dgm:pt>
    <dgm:pt modelId="{1E121697-654D-4DD3-8D98-78759972E18F}">
      <dgm:prSet phldrT="[Text]"/>
      <dgm:spPr/>
      <dgm:t>
        <a:bodyPr/>
        <a:lstStyle/>
        <a:p>
          <a:r>
            <a:rPr lang="en-US" dirty="0"/>
            <a:t>Perform the operations for 25 experiments to average the result</a:t>
          </a:r>
          <a:endParaRPr lang="en-IN" dirty="0"/>
        </a:p>
      </dgm:t>
    </dgm:pt>
    <dgm:pt modelId="{7FCA0B3E-271D-4FF5-B715-1CA9D5D15986}" type="parTrans" cxnId="{264CFFE2-22F6-4137-8BD8-AB330D276B7D}">
      <dgm:prSet/>
      <dgm:spPr/>
      <dgm:t>
        <a:bodyPr/>
        <a:lstStyle/>
        <a:p>
          <a:endParaRPr lang="en-IN"/>
        </a:p>
      </dgm:t>
    </dgm:pt>
    <dgm:pt modelId="{0E61C399-9AE8-46FD-9F47-B31C59933498}" type="sibTrans" cxnId="{264CFFE2-22F6-4137-8BD8-AB330D276B7D}">
      <dgm:prSet/>
      <dgm:spPr/>
      <dgm:t>
        <a:bodyPr/>
        <a:lstStyle/>
        <a:p>
          <a:endParaRPr lang="en-IN"/>
        </a:p>
      </dgm:t>
    </dgm:pt>
    <dgm:pt modelId="{0879F1A9-458F-4B0B-A0E3-7176F1D19E9A}">
      <dgm:prSet phldrT="[Text]"/>
      <dgm:spPr/>
      <dgm:t>
        <a:bodyPr/>
        <a:lstStyle/>
        <a:p>
          <a:r>
            <a:rPr lang="en-DE">
              <a:noFill/>
            </a:rPr>
            <a:t> </a:t>
          </a:r>
        </a:p>
      </dgm:t>
    </dgm:pt>
    <dgm:pt modelId="{55CA74CF-35B8-4F8F-81DF-2ED0D1C63256}" type="parTrans" cxnId="{04057972-3C3E-408B-9653-FB913A116C95}">
      <dgm:prSet/>
      <dgm:spPr/>
      <dgm:t>
        <a:bodyPr/>
        <a:lstStyle/>
        <a:p>
          <a:endParaRPr lang="en-IN"/>
        </a:p>
      </dgm:t>
    </dgm:pt>
    <dgm:pt modelId="{E2F91687-CDBD-48AD-A8FC-5E380758BD57}" type="sibTrans" cxnId="{04057972-3C3E-408B-9653-FB913A116C95}">
      <dgm:prSet/>
      <dgm:spPr/>
      <dgm:t>
        <a:bodyPr/>
        <a:lstStyle/>
        <a:p>
          <a:endParaRPr lang="en-IN"/>
        </a:p>
      </dgm:t>
    </dgm:pt>
    <dgm:pt modelId="{C4DFE4F8-F545-4CD3-85DF-3C9782DDCEBF}">
      <dgm:prSet phldrT="[Text]"/>
      <dgm:spPr/>
      <dgm:t>
        <a:bodyPr/>
        <a:lstStyle/>
        <a:p>
          <a:r>
            <a:rPr lang="en-DE">
              <a:noFill/>
            </a:rPr>
            <a:t> </a:t>
          </a:r>
        </a:p>
      </dgm:t>
    </dgm:pt>
    <dgm:pt modelId="{AB2E63E1-7373-430C-90EF-32496A0E4E3E}" type="parTrans" cxnId="{21FB9541-7F69-41FC-89F9-7EC395745B51}">
      <dgm:prSet/>
      <dgm:spPr/>
      <dgm:t>
        <a:bodyPr/>
        <a:lstStyle/>
        <a:p>
          <a:endParaRPr lang="en-IN"/>
        </a:p>
      </dgm:t>
    </dgm:pt>
    <dgm:pt modelId="{3749351F-E04D-4A03-AA25-F3F044E1F164}" type="sibTrans" cxnId="{21FB9541-7F69-41FC-89F9-7EC395745B51}">
      <dgm:prSet/>
      <dgm:spPr/>
      <dgm:t>
        <a:bodyPr/>
        <a:lstStyle/>
        <a:p>
          <a:endParaRPr lang="en-IN"/>
        </a:p>
      </dgm:t>
    </dgm:pt>
    <dgm:pt modelId="{FB20D063-F589-4C6C-BA31-2F98B92DDB32}">
      <dgm:prSet phldrT="[Text]"/>
      <dgm:spPr/>
      <dgm:t>
        <a:bodyPr/>
        <a:lstStyle/>
        <a:p>
          <a:r>
            <a:rPr lang="en-DE">
              <a:noFill/>
            </a:rPr>
            <a:t> </a:t>
          </a:r>
        </a:p>
      </dgm:t>
    </dgm:pt>
    <dgm:pt modelId="{25487836-7405-426A-B5B4-B19AEA392084}" type="parTrans" cxnId="{C56F7B37-8B34-4DF9-9C0F-6CC95EC7994D}">
      <dgm:prSet/>
      <dgm:spPr/>
      <dgm:t>
        <a:bodyPr/>
        <a:lstStyle/>
        <a:p>
          <a:endParaRPr lang="en-IN"/>
        </a:p>
      </dgm:t>
    </dgm:pt>
    <dgm:pt modelId="{5A1248B3-3101-4E23-A844-6D570A2EBAAC}" type="sibTrans" cxnId="{C56F7B37-8B34-4DF9-9C0F-6CC95EC7994D}">
      <dgm:prSet/>
      <dgm:spPr/>
      <dgm:t>
        <a:bodyPr/>
        <a:lstStyle/>
        <a:p>
          <a:endParaRPr lang="en-IN"/>
        </a:p>
      </dgm:t>
    </dgm:pt>
    <dgm:pt modelId="{EFEF2593-4906-46C2-8E3C-A123D6D6FD6E}">
      <dgm:prSet phldrT="[Text]"/>
      <dgm:spPr/>
      <dgm:t>
        <a:bodyPr/>
        <a:lstStyle/>
        <a:p>
          <a:r>
            <a:rPr lang="en-DE">
              <a:noFill/>
            </a:rPr>
            <a:t> </a:t>
          </a:r>
        </a:p>
      </dgm:t>
    </dgm:pt>
    <dgm:pt modelId="{72B5F570-9797-449C-BF71-A6258CC2AB11}" type="parTrans" cxnId="{25298B00-F85A-42F8-ADAB-96595B98B3A8}">
      <dgm:prSet/>
      <dgm:spPr/>
      <dgm:t>
        <a:bodyPr/>
        <a:lstStyle/>
        <a:p>
          <a:endParaRPr lang="en-IN"/>
        </a:p>
      </dgm:t>
    </dgm:pt>
    <dgm:pt modelId="{94010B13-18FA-4FE4-902C-E7FF21FDAC28}" type="sibTrans" cxnId="{25298B00-F85A-42F8-ADAB-96595B98B3A8}">
      <dgm:prSet/>
      <dgm:spPr/>
      <dgm:t>
        <a:bodyPr/>
        <a:lstStyle/>
        <a:p>
          <a:endParaRPr lang="en-IN"/>
        </a:p>
      </dgm:t>
    </dgm:pt>
    <dgm:pt modelId="{AFCEAEBB-7C37-4480-B406-07717FBCFDDC}">
      <dgm:prSet phldrT="[Text]"/>
      <dgm:spPr/>
      <dgm:t>
        <a:bodyPr/>
        <a:lstStyle/>
        <a:p>
          <a:r>
            <a:rPr lang="en-DE">
              <a:noFill/>
            </a:rPr>
            <a:t> </a:t>
          </a:r>
        </a:p>
      </dgm:t>
    </dgm:pt>
    <dgm:pt modelId="{FA538164-7C83-4CF5-B4FD-B05F5B058C7A}" type="parTrans" cxnId="{02401B22-F28F-4186-AD47-A8784EEE88A8}">
      <dgm:prSet/>
      <dgm:spPr/>
      <dgm:t>
        <a:bodyPr/>
        <a:lstStyle/>
        <a:p>
          <a:endParaRPr lang="en-IN"/>
        </a:p>
      </dgm:t>
    </dgm:pt>
    <dgm:pt modelId="{3A1E6875-E18D-475C-87B3-5CF9AD787F2A}" type="sibTrans" cxnId="{02401B22-F28F-4186-AD47-A8784EEE88A8}">
      <dgm:prSet/>
      <dgm:spPr/>
      <dgm:t>
        <a:bodyPr/>
        <a:lstStyle/>
        <a:p>
          <a:endParaRPr lang="en-IN"/>
        </a:p>
      </dgm:t>
    </dgm:pt>
    <dgm:pt modelId="{09FD9A68-E8A0-4241-AC79-D1E99EAEC4C0}" type="pres">
      <dgm:prSet presAssocID="{054E283E-9C1A-4028-8FF3-BDA926E26114}" presName="Name0" presStyleCnt="0">
        <dgm:presLayoutVars>
          <dgm:dir/>
          <dgm:animLvl val="lvl"/>
          <dgm:resizeHandles val="exact"/>
        </dgm:presLayoutVars>
      </dgm:prSet>
      <dgm:spPr/>
    </dgm:pt>
    <dgm:pt modelId="{7195DDE4-F63A-4988-A777-61BBDB07E934}" type="pres">
      <dgm:prSet presAssocID="{054E283E-9C1A-4028-8FF3-BDA926E26114}" presName="tSp" presStyleCnt="0"/>
      <dgm:spPr/>
    </dgm:pt>
    <dgm:pt modelId="{0C24FE4D-E1CA-4245-A462-48B42C2F9292}" type="pres">
      <dgm:prSet presAssocID="{054E283E-9C1A-4028-8FF3-BDA926E26114}" presName="bSp" presStyleCnt="0"/>
      <dgm:spPr/>
    </dgm:pt>
    <dgm:pt modelId="{DF1B8AB5-9CAA-4FDC-AE3A-6CC10EB10F5A}" type="pres">
      <dgm:prSet presAssocID="{054E283E-9C1A-4028-8FF3-BDA926E26114}" presName="process" presStyleCnt="0"/>
      <dgm:spPr/>
    </dgm:pt>
    <dgm:pt modelId="{867F1CFA-89DF-4D4E-98F4-55DC5DF3F083}" type="pres">
      <dgm:prSet presAssocID="{734FE17E-B2AA-4F50-97DC-551B91D021DF}" presName="composite1" presStyleCnt="0"/>
      <dgm:spPr/>
    </dgm:pt>
    <dgm:pt modelId="{6B7E2961-AACC-4291-A46C-1CD240D134D4}" type="pres">
      <dgm:prSet presAssocID="{734FE17E-B2AA-4F50-97DC-551B91D021DF}" presName="dummyNode1" presStyleLbl="node1" presStyleIdx="0" presStyleCnt="3"/>
      <dgm:spPr/>
    </dgm:pt>
    <dgm:pt modelId="{E2F2EDC3-B953-4845-8C5F-FFD9C0D0F9B3}" type="pres">
      <dgm:prSet presAssocID="{734FE17E-B2AA-4F50-97DC-551B91D021DF}" presName="childNode1" presStyleLbl="bgAcc1" presStyleIdx="0" presStyleCnt="3">
        <dgm:presLayoutVars>
          <dgm:bulletEnabled val="1"/>
        </dgm:presLayoutVars>
      </dgm:prSet>
      <dgm:spPr/>
    </dgm:pt>
    <dgm:pt modelId="{5643D9B0-D6C7-443B-9075-884036688BC1}" type="pres">
      <dgm:prSet presAssocID="{734FE17E-B2AA-4F50-97DC-551B91D021DF}" presName="childNode1tx" presStyleLbl="bgAcc1" presStyleIdx="0" presStyleCnt="3">
        <dgm:presLayoutVars>
          <dgm:bulletEnabled val="1"/>
        </dgm:presLayoutVars>
      </dgm:prSet>
      <dgm:spPr/>
    </dgm:pt>
    <dgm:pt modelId="{3D2F77E8-4CE2-4FBC-A0B4-FCEF894B217D}" type="pres">
      <dgm:prSet presAssocID="{734FE17E-B2AA-4F50-97DC-551B91D021DF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C2ED519D-8FA1-415A-A57E-6C15A24F9B00}" type="pres">
      <dgm:prSet presAssocID="{734FE17E-B2AA-4F50-97DC-551B91D021DF}" presName="connSite1" presStyleCnt="0"/>
      <dgm:spPr/>
    </dgm:pt>
    <dgm:pt modelId="{7DB67C47-5860-4274-ADE5-1E44EA1378F8}" type="pres">
      <dgm:prSet presAssocID="{03C245A5-277F-467E-985F-D9BCEE4A9DC6}" presName="Name9" presStyleLbl="sibTrans2D1" presStyleIdx="0" presStyleCnt="2"/>
      <dgm:spPr/>
    </dgm:pt>
    <dgm:pt modelId="{E8B3B134-A6AA-4E95-A71B-3F7C599905AF}" type="pres">
      <dgm:prSet presAssocID="{E5584913-3FAB-4BD1-A11D-42B4335E49D5}" presName="composite2" presStyleCnt="0"/>
      <dgm:spPr/>
    </dgm:pt>
    <dgm:pt modelId="{17DD9096-14F6-4F84-978E-56B5CEFA46D7}" type="pres">
      <dgm:prSet presAssocID="{E5584913-3FAB-4BD1-A11D-42B4335E49D5}" presName="dummyNode2" presStyleLbl="node1" presStyleIdx="0" presStyleCnt="3"/>
      <dgm:spPr/>
    </dgm:pt>
    <dgm:pt modelId="{38881BAA-AB85-4CA6-8960-61641A31C1B2}" type="pres">
      <dgm:prSet presAssocID="{E5584913-3FAB-4BD1-A11D-42B4335E49D5}" presName="childNode2" presStyleLbl="bgAcc1" presStyleIdx="1" presStyleCnt="3">
        <dgm:presLayoutVars>
          <dgm:bulletEnabled val="1"/>
        </dgm:presLayoutVars>
      </dgm:prSet>
      <dgm:spPr/>
    </dgm:pt>
    <dgm:pt modelId="{D95AF5D0-B2A0-4E7D-AB8A-53494B53724E}" type="pres">
      <dgm:prSet presAssocID="{E5584913-3FAB-4BD1-A11D-42B4335E49D5}" presName="childNode2tx" presStyleLbl="bgAcc1" presStyleIdx="1" presStyleCnt="3">
        <dgm:presLayoutVars>
          <dgm:bulletEnabled val="1"/>
        </dgm:presLayoutVars>
      </dgm:prSet>
      <dgm:spPr/>
    </dgm:pt>
    <dgm:pt modelId="{E8647E3E-3E70-4713-9140-3BEA387F12BE}" type="pres">
      <dgm:prSet presAssocID="{E5584913-3FAB-4BD1-A11D-42B4335E49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267AD5A-9E16-4ED8-A123-51A4A59C86EC}" type="pres">
      <dgm:prSet presAssocID="{E5584913-3FAB-4BD1-A11D-42B4335E49D5}" presName="connSite2" presStyleCnt="0"/>
      <dgm:spPr/>
    </dgm:pt>
    <dgm:pt modelId="{7A939B14-CCFB-4FE8-AE3E-D581AC428E57}" type="pres">
      <dgm:prSet presAssocID="{5AF91BEC-7A64-4FFA-9870-D3F82C4F29E0}" presName="Name18" presStyleLbl="sibTrans2D1" presStyleIdx="1" presStyleCnt="2"/>
      <dgm:spPr/>
    </dgm:pt>
    <dgm:pt modelId="{EDF85C6F-7DDF-43A6-9FB1-619B98AD334E}" type="pres">
      <dgm:prSet presAssocID="{759ACECB-F27B-42D5-BB84-FDCFD921296D}" presName="composite1" presStyleCnt="0"/>
      <dgm:spPr/>
    </dgm:pt>
    <dgm:pt modelId="{86D385B8-2CE0-49D7-BE18-458520F40667}" type="pres">
      <dgm:prSet presAssocID="{759ACECB-F27B-42D5-BB84-FDCFD921296D}" presName="dummyNode1" presStyleLbl="node1" presStyleIdx="1" presStyleCnt="3"/>
      <dgm:spPr/>
    </dgm:pt>
    <dgm:pt modelId="{77AD8373-123F-4D62-A0EA-07445DA22E8D}" type="pres">
      <dgm:prSet presAssocID="{759ACECB-F27B-42D5-BB84-FDCFD921296D}" presName="childNode1" presStyleLbl="bgAcc1" presStyleIdx="2" presStyleCnt="3">
        <dgm:presLayoutVars>
          <dgm:bulletEnabled val="1"/>
        </dgm:presLayoutVars>
      </dgm:prSet>
      <dgm:spPr/>
    </dgm:pt>
    <dgm:pt modelId="{D6E9F362-9D9C-43BA-AC59-961BFE055249}" type="pres">
      <dgm:prSet presAssocID="{759ACECB-F27B-42D5-BB84-FDCFD921296D}" presName="childNode1tx" presStyleLbl="bgAcc1" presStyleIdx="2" presStyleCnt="3">
        <dgm:presLayoutVars>
          <dgm:bulletEnabled val="1"/>
        </dgm:presLayoutVars>
      </dgm:prSet>
      <dgm:spPr/>
    </dgm:pt>
    <dgm:pt modelId="{C7CA63CA-E149-40FA-B568-A9654299D8BC}" type="pres">
      <dgm:prSet presAssocID="{759ACECB-F27B-42D5-BB84-FDCFD921296D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823880D-787E-46EB-B1BD-F344D1CB1725}" type="pres">
      <dgm:prSet presAssocID="{759ACECB-F27B-42D5-BB84-FDCFD921296D}" presName="connSite1" presStyleCnt="0"/>
      <dgm:spPr/>
    </dgm:pt>
  </dgm:ptLst>
  <dgm:cxnLst>
    <dgm:cxn modelId="{25298B00-F85A-42F8-ADAB-96595B98B3A8}" srcId="{734FE17E-B2AA-4F50-97DC-551B91D021DF}" destId="{EFEF2593-4906-46C2-8E3C-A123D6D6FD6E}" srcOrd="5" destOrd="0" parTransId="{72B5F570-9797-449C-BF71-A6258CC2AB11}" sibTransId="{94010B13-18FA-4FE4-902C-E7FF21FDAC28}"/>
    <dgm:cxn modelId="{55D41F01-0332-4103-B56C-CA407E1F4A4B}" type="presOf" srcId="{6681413F-ACDE-411D-A3BD-6CEF6C2F2DCA}" destId="{77AD8373-123F-4D62-A0EA-07445DA22E8D}" srcOrd="0" destOrd="0" presId="urn:microsoft.com/office/officeart/2005/8/layout/hProcess4"/>
    <dgm:cxn modelId="{292B1E03-7207-4115-8452-DAE1C31BD8CE}" type="presOf" srcId="{AFCEAEBB-7C37-4480-B406-07717FBCFDDC}" destId="{E2F2EDC3-B953-4845-8C5F-FFD9C0D0F9B3}" srcOrd="0" destOrd="6" presId="urn:microsoft.com/office/officeart/2005/8/layout/hProcess4"/>
    <dgm:cxn modelId="{D1B95303-7345-4746-A914-ED86B65704D9}" type="presOf" srcId="{2530D852-EF78-489D-9EF2-18EDA7DA4393}" destId="{38881BAA-AB85-4CA6-8960-61641A31C1B2}" srcOrd="0" destOrd="0" presId="urn:microsoft.com/office/officeart/2005/8/layout/hProcess4"/>
    <dgm:cxn modelId="{DD240F1A-2C6A-4C95-B061-3E1CF5CAE015}" type="presOf" srcId="{03C245A5-277F-467E-985F-D9BCEE4A9DC6}" destId="{7DB67C47-5860-4274-ADE5-1E44EA1378F8}" srcOrd="0" destOrd="0" presId="urn:microsoft.com/office/officeart/2005/8/layout/hProcess4"/>
    <dgm:cxn modelId="{62A64521-A10D-49B7-BDB9-F89FDB0AE23A}" type="presOf" srcId="{054E283E-9C1A-4028-8FF3-BDA926E26114}" destId="{09FD9A68-E8A0-4241-AC79-D1E99EAEC4C0}" srcOrd="0" destOrd="0" presId="urn:microsoft.com/office/officeart/2005/8/layout/hProcess4"/>
    <dgm:cxn modelId="{9794DB21-76B0-410D-848E-54CA96C3758C}" type="presOf" srcId="{0879F1A9-458F-4B0B-A0E3-7176F1D19E9A}" destId="{5643D9B0-D6C7-443B-9075-884036688BC1}" srcOrd="1" destOrd="1" presId="urn:microsoft.com/office/officeart/2005/8/layout/hProcess4"/>
    <dgm:cxn modelId="{02401B22-F28F-4186-AD47-A8784EEE88A8}" srcId="{734FE17E-B2AA-4F50-97DC-551B91D021DF}" destId="{AFCEAEBB-7C37-4480-B406-07717FBCFDDC}" srcOrd="6" destOrd="0" parTransId="{FA538164-7C83-4CF5-B4FD-B05F5B058C7A}" sibTransId="{3A1E6875-E18D-475C-87B3-5CF9AD787F2A}"/>
    <dgm:cxn modelId="{FF8E1F2C-7915-4538-A0A4-5DCBF821830A}" type="presOf" srcId="{1E121697-654D-4DD3-8D98-78759972E18F}" destId="{77AD8373-123F-4D62-A0EA-07445DA22E8D}" srcOrd="0" destOrd="1" presId="urn:microsoft.com/office/officeart/2005/8/layout/hProcess4"/>
    <dgm:cxn modelId="{E0D5F72F-BB04-44A6-9C35-66089C0048DB}" srcId="{054E283E-9C1A-4028-8FF3-BDA926E26114}" destId="{759ACECB-F27B-42D5-BB84-FDCFD921296D}" srcOrd="2" destOrd="0" parTransId="{10F3A936-8C95-462B-ABDB-83DB30262B6B}" sibTransId="{1DB768CB-29FD-4DB2-B323-CD672116CEB7}"/>
    <dgm:cxn modelId="{C56F7B37-8B34-4DF9-9C0F-6CC95EC7994D}" srcId="{734FE17E-B2AA-4F50-97DC-551B91D021DF}" destId="{FB20D063-F589-4C6C-BA31-2F98B92DDB32}" srcOrd="3" destOrd="0" parTransId="{25487836-7405-426A-B5B4-B19AEA392084}" sibTransId="{5A1248B3-3101-4E23-A844-6D570A2EBAAC}"/>
    <dgm:cxn modelId="{34563D38-9A69-4616-8C40-DE3213093EF4}" type="presOf" srcId="{AFCEAEBB-7C37-4480-B406-07717FBCFDDC}" destId="{5643D9B0-D6C7-443B-9075-884036688BC1}" srcOrd="1" destOrd="6" presId="urn:microsoft.com/office/officeart/2005/8/layout/hProcess4"/>
    <dgm:cxn modelId="{19941B3A-71D3-41DB-BAB9-9087154EA158}" srcId="{734FE17E-B2AA-4F50-97DC-551B91D021DF}" destId="{54B7DF72-BE40-44A5-B12F-40873FC5202F}" srcOrd="2" destOrd="0" parTransId="{5776B58F-2D23-4F99-AEA3-C1628C977002}" sibTransId="{5C743886-AC42-41FF-97B0-EA4D2A3DC891}"/>
    <dgm:cxn modelId="{21FB9541-7F69-41FC-89F9-7EC395745B51}" srcId="{734FE17E-B2AA-4F50-97DC-551B91D021DF}" destId="{C4DFE4F8-F545-4CD3-85DF-3C9782DDCEBF}" srcOrd="4" destOrd="0" parTransId="{AB2E63E1-7373-430C-90EF-32496A0E4E3E}" sibTransId="{3749351F-E04D-4A03-AA25-F3F044E1F164}"/>
    <dgm:cxn modelId="{6888C642-BF52-470B-9834-8AAC772D3B7E}" type="presOf" srcId="{6681413F-ACDE-411D-A3BD-6CEF6C2F2DCA}" destId="{D6E9F362-9D9C-43BA-AC59-961BFE055249}" srcOrd="1" destOrd="0" presId="urn:microsoft.com/office/officeart/2005/8/layout/hProcess4"/>
    <dgm:cxn modelId="{64C0B743-9F55-4C84-A5B4-04D6010D19F1}" type="presOf" srcId="{1E121697-654D-4DD3-8D98-78759972E18F}" destId="{D6E9F362-9D9C-43BA-AC59-961BFE055249}" srcOrd="1" destOrd="1" presId="urn:microsoft.com/office/officeart/2005/8/layout/hProcess4"/>
    <dgm:cxn modelId="{E03A0747-F167-46BD-9A7A-557A37A81F83}" type="presOf" srcId="{E5584913-3FAB-4BD1-A11D-42B4335E49D5}" destId="{E8647E3E-3E70-4713-9140-3BEA387F12BE}" srcOrd="0" destOrd="0" presId="urn:microsoft.com/office/officeart/2005/8/layout/hProcess4"/>
    <dgm:cxn modelId="{63AA4757-DD0E-4297-B4CA-3B8DB20B261D}" type="presOf" srcId="{FB20D063-F589-4C6C-BA31-2F98B92DDB32}" destId="{5643D9B0-D6C7-443B-9075-884036688BC1}" srcOrd="1" destOrd="3" presId="urn:microsoft.com/office/officeart/2005/8/layout/hProcess4"/>
    <dgm:cxn modelId="{8B97A161-49C1-4E24-BE1A-B2FCA3B7DDF3}" srcId="{734FE17E-B2AA-4F50-97DC-551B91D021DF}" destId="{1EB81220-3E54-4852-83B3-AD55FB0ADF20}" srcOrd="0" destOrd="0" parTransId="{BFE85AF2-BCBE-4338-9FFF-1D79ED35B962}" sibTransId="{3B67CF42-EAD8-49EB-BE7B-545B6ED8DA7D}"/>
    <dgm:cxn modelId="{A2E09E6D-4A4E-42D1-89FB-2F38ABFBE59F}" type="presOf" srcId="{EFEF2593-4906-46C2-8E3C-A123D6D6FD6E}" destId="{5643D9B0-D6C7-443B-9075-884036688BC1}" srcOrd="1" destOrd="5" presId="urn:microsoft.com/office/officeart/2005/8/layout/hProcess4"/>
    <dgm:cxn modelId="{04057972-3C3E-408B-9653-FB913A116C95}" srcId="{734FE17E-B2AA-4F50-97DC-551B91D021DF}" destId="{0879F1A9-458F-4B0B-A0E3-7176F1D19E9A}" srcOrd="1" destOrd="0" parTransId="{55CA74CF-35B8-4F8F-81DF-2ED0D1C63256}" sibTransId="{E2F91687-CDBD-48AD-A8FC-5E380758BD57}"/>
    <dgm:cxn modelId="{E19DEA81-93BC-48F1-869D-67675DA2B382}" srcId="{759ACECB-F27B-42D5-BB84-FDCFD921296D}" destId="{6681413F-ACDE-411D-A3BD-6CEF6C2F2DCA}" srcOrd="0" destOrd="0" parTransId="{35DDECC3-83C9-4BC9-8DB1-DFB114B0E825}" sibTransId="{89E5482E-9E6D-432D-9BFE-1B112EB4040B}"/>
    <dgm:cxn modelId="{C74E0F94-4E64-4932-9FED-F9D665E4CB64}" type="presOf" srcId="{759ACECB-F27B-42D5-BB84-FDCFD921296D}" destId="{C7CA63CA-E149-40FA-B568-A9654299D8BC}" srcOrd="0" destOrd="0" presId="urn:microsoft.com/office/officeart/2005/8/layout/hProcess4"/>
    <dgm:cxn modelId="{A7A7E096-4A8E-4E35-BB91-650B48AD8E99}" srcId="{054E283E-9C1A-4028-8FF3-BDA926E26114}" destId="{734FE17E-B2AA-4F50-97DC-551B91D021DF}" srcOrd="0" destOrd="0" parTransId="{718A21A2-A4ED-49F0-933C-C3E76C49E099}" sibTransId="{03C245A5-277F-467E-985F-D9BCEE4A9DC6}"/>
    <dgm:cxn modelId="{17A53FA6-5E04-431C-BA36-0BD7261C9E34}" type="presOf" srcId="{2530D852-EF78-489D-9EF2-18EDA7DA4393}" destId="{D95AF5D0-B2A0-4E7D-AB8A-53494B53724E}" srcOrd="1" destOrd="0" presId="urn:microsoft.com/office/officeart/2005/8/layout/hProcess4"/>
    <dgm:cxn modelId="{215D56A6-3A42-4A1F-8CF4-5743FD987B1D}" type="presOf" srcId="{C4DFE4F8-F545-4CD3-85DF-3C9782DDCEBF}" destId="{E2F2EDC3-B953-4845-8C5F-FFD9C0D0F9B3}" srcOrd="0" destOrd="4" presId="urn:microsoft.com/office/officeart/2005/8/layout/hProcess4"/>
    <dgm:cxn modelId="{3B7AC7A6-2C06-4F53-9AE3-4ECD79048E89}" type="presOf" srcId="{5AF91BEC-7A64-4FFA-9870-D3F82C4F29E0}" destId="{7A939B14-CCFB-4FE8-AE3E-D581AC428E57}" srcOrd="0" destOrd="0" presId="urn:microsoft.com/office/officeart/2005/8/layout/hProcess4"/>
    <dgm:cxn modelId="{BEEA5FA9-7CCF-4E0A-8B24-25354CE7DED6}" type="presOf" srcId="{1EB81220-3E54-4852-83B3-AD55FB0ADF20}" destId="{5643D9B0-D6C7-443B-9075-884036688BC1}" srcOrd="1" destOrd="0" presId="urn:microsoft.com/office/officeart/2005/8/layout/hProcess4"/>
    <dgm:cxn modelId="{88D42AAB-FE02-44B2-898F-CCE082B73139}" type="presOf" srcId="{C4DFE4F8-F545-4CD3-85DF-3C9782DDCEBF}" destId="{5643D9B0-D6C7-443B-9075-884036688BC1}" srcOrd="1" destOrd="4" presId="urn:microsoft.com/office/officeart/2005/8/layout/hProcess4"/>
    <dgm:cxn modelId="{1AC3B5AD-F35E-4A6F-B7A1-54F5D386ED1F}" srcId="{E5584913-3FAB-4BD1-A11D-42B4335E49D5}" destId="{2530D852-EF78-489D-9EF2-18EDA7DA4393}" srcOrd="0" destOrd="0" parTransId="{E2414943-3A03-435E-B432-E24C325D4D6F}" sibTransId="{DA7ED320-7D92-4FFB-A341-7507EF49F7B1}"/>
    <dgm:cxn modelId="{8280D6C7-E253-4BD7-9A3D-CF38C60ED360}" srcId="{054E283E-9C1A-4028-8FF3-BDA926E26114}" destId="{E5584913-3FAB-4BD1-A11D-42B4335E49D5}" srcOrd="1" destOrd="0" parTransId="{6E4DB315-267F-4196-994C-AD866D5B8F37}" sibTransId="{5AF91BEC-7A64-4FFA-9870-D3F82C4F29E0}"/>
    <dgm:cxn modelId="{7ABF9CCF-A207-419D-AB7F-11833109A9EE}" type="presOf" srcId="{1EB81220-3E54-4852-83B3-AD55FB0ADF20}" destId="{E2F2EDC3-B953-4845-8C5F-FFD9C0D0F9B3}" srcOrd="0" destOrd="0" presId="urn:microsoft.com/office/officeart/2005/8/layout/hProcess4"/>
    <dgm:cxn modelId="{080E49DF-E243-4EB2-A174-9F67D195DC7B}" type="presOf" srcId="{EFEF2593-4906-46C2-8E3C-A123D6D6FD6E}" destId="{E2F2EDC3-B953-4845-8C5F-FFD9C0D0F9B3}" srcOrd="0" destOrd="5" presId="urn:microsoft.com/office/officeart/2005/8/layout/hProcess4"/>
    <dgm:cxn modelId="{C0F5C0E1-18F5-4B31-8EA5-46AAF6A37CFE}" type="presOf" srcId="{54B7DF72-BE40-44A5-B12F-40873FC5202F}" destId="{5643D9B0-D6C7-443B-9075-884036688BC1}" srcOrd="1" destOrd="2" presId="urn:microsoft.com/office/officeart/2005/8/layout/hProcess4"/>
    <dgm:cxn modelId="{264CFFE2-22F6-4137-8BD8-AB330D276B7D}" srcId="{759ACECB-F27B-42D5-BB84-FDCFD921296D}" destId="{1E121697-654D-4DD3-8D98-78759972E18F}" srcOrd="1" destOrd="0" parTransId="{7FCA0B3E-271D-4FF5-B715-1CA9D5D15986}" sibTransId="{0E61C399-9AE8-46FD-9F47-B31C59933498}"/>
    <dgm:cxn modelId="{7360C4E9-D485-4E2A-8FD7-DD2AAAF15ECC}" type="presOf" srcId="{FB20D063-F589-4C6C-BA31-2F98B92DDB32}" destId="{E2F2EDC3-B953-4845-8C5F-FFD9C0D0F9B3}" srcOrd="0" destOrd="3" presId="urn:microsoft.com/office/officeart/2005/8/layout/hProcess4"/>
    <dgm:cxn modelId="{64E034EB-2048-4060-95D7-1842D4975C21}" type="presOf" srcId="{0879F1A9-458F-4B0B-A0E3-7176F1D19E9A}" destId="{E2F2EDC3-B953-4845-8C5F-FFD9C0D0F9B3}" srcOrd="0" destOrd="1" presId="urn:microsoft.com/office/officeart/2005/8/layout/hProcess4"/>
    <dgm:cxn modelId="{F6C198F7-D29A-46A1-984C-4D83AF5850C2}" type="presOf" srcId="{734FE17E-B2AA-4F50-97DC-551B91D021DF}" destId="{3D2F77E8-4CE2-4FBC-A0B4-FCEF894B217D}" srcOrd="0" destOrd="0" presId="urn:microsoft.com/office/officeart/2005/8/layout/hProcess4"/>
    <dgm:cxn modelId="{39B6C9F9-3468-4410-91D6-A19F4E6BA311}" type="presOf" srcId="{54B7DF72-BE40-44A5-B12F-40873FC5202F}" destId="{E2F2EDC3-B953-4845-8C5F-FFD9C0D0F9B3}" srcOrd="0" destOrd="2" presId="urn:microsoft.com/office/officeart/2005/8/layout/hProcess4"/>
    <dgm:cxn modelId="{9D74C117-E3CB-40BD-A736-8525D9311D94}" type="presParOf" srcId="{09FD9A68-E8A0-4241-AC79-D1E99EAEC4C0}" destId="{7195DDE4-F63A-4988-A777-61BBDB07E934}" srcOrd="0" destOrd="0" presId="urn:microsoft.com/office/officeart/2005/8/layout/hProcess4"/>
    <dgm:cxn modelId="{7AADB169-A61A-43DE-AD8E-12595FF596E0}" type="presParOf" srcId="{09FD9A68-E8A0-4241-AC79-D1E99EAEC4C0}" destId="{0C24FE4D-E1CA-4245-A462-48B42C2F9292}" srcOrd="1" destOrd="0" presId="urn:microsoft.com/office/officeart/2005/8/layout/hProcess4"/>
    <dgm:cxn modelId="{2DCFF3BD-2599-4D02-B917-8005CFC711E1}" type="presParOf" srcId="{09FD9A68-E8A0-4241-AC79-D1E99EAEC4C0}" destId="{DF1B8AB5-9CAA-4FDC-AE3A-6CC10EB10F5A}" srcOrd="2" destOrd="0" presId="urn:microsoft.com/office/officeart/2005/8/layout/hProcess4"/>
    <dgm:cxn modelId="{4D6A81F6-AFA3-411D-9B2B-AC765CCFC637}" type="presParOf" srcId="{DF1B8AB5-9CAA-4FDC-AE3A-6CC10EB10F5A}" destId="{867F1CFA-89DF-4D4E-98F4-55DC5DF3F083}" srcOrd="0" destOrd="0" presId="urn:microsoft.com/office/officeart/2005/8/layout/hProcess4"/>
    <dgm:cxn modelId="{1F5BDD4D-BC62-42E6-9F5C-6C886FA72A70}" type="presParOf" srcId="{867F1CFA-89DF-4D4E-98F4-55DC5DF3F083}" destId="{6B7E2961-AACC-4291-A46C-1CD240D134D4}" srcOrd="0" destOrd="0" presId="urn:microsoft.com/office/officeart/2005/8/layout/hProcess4"/>
    <dgm:cxn modelId="{CDA73674-CEBB-444A-89F5-20D857F7A75B}" type="presParOf" srcId="{867F1CFA-89DF-4D4E-98F4-55DC5DF3F083}" destId="{E2F2EDC3-B953-4845-8C5F-FFD9C0D0F9B3}" srcOrd="1" destOrd="0" presId="urn:microsoft.com/office/officeart/2005/8/layout/hProcess4"/>
    <dgm:cxn modelId="{B28D8847-14C7-430F-8E31-7A265C08AA86}" type="presParOf" srcId="{867F1CFA-89DF-4D4E-98F4-55DC5DF3F083}" destId="{5643D9B0-D6C7-443B-9075-884036688BC1}" srcOrd="2" destOrd="0" presId="urn:microsoft.com/office/officeart/2005/8/layout/hProcess4"/>
    <dgm:cxn modelId="{ABD698CA-9809-4335-A85A-75673506FCD0}" type="presParOf" srcId="{867F1CFA-89DF-4D4E-98F4-55DC5DF3F083}" destId="{3D2F77E8-4CE2-4FBC-A0B4-FCEF894B217D}" srcOrd="3" destOrd="0" presId="urn:microsoft.com/office/officeart/2005/8/layout/hProcess4"/>
    <dgm:cxn modelId="{DAA884FC-721D-4764-BFB9-825E6708A12F}" type="presParOf" srcId="{867F1CFA-89DF-4D4E-98F4-55DC5DF3F083}" destId="{C2ED519D-8FA1-415A-A57E-6C15A24F9B00}" srcOrd="4" destOrd="0" presId="urn:microsoft.com/office/officeart/2005/8/layout/hProcess4"/>
    <dgm:cxn modelId="{AD2E7B82-9383-4B24-BD54-50B696AAA805}" type="presParOf" srcId="{DF1B8AB5-9CAA-4FDC-AE3A-6CC10EB10F5A}" destId="{7DB67C47-5860-4274-ADE5-1E44EA1378F8}" srcOrd="1" destOrd="0" presId="urn:microsoft.com/office/officeart/2005/8/layout/hProcess4"/>
    <dgm:cxn modelId="{57E0A5C5-44D9-40E1-8CAE-B5DA2C4185B2}" type="presParOf" srcId="{DF1B8AB5-9CAA-4FDC-AE3A-6CC10EB10F5A}" destId="{E8B3B134-A6AA-4E95-A71B-3F7C599905AF}" srcOrd="2" destOrd="0" presId="urn:microsoft.com/office/officeart/2005/8/layout/hProcess4"/>
    <dgm:cxn modelId="{41EB54BD-26AF-414B-9D4B-D568606B0C49}" type="presParOf" srcId="{E8B3B134-A6AA-4E95-A71B-3F7C599905AF}" destId="{17DD9096-14F6-4F84-978E-56B5CEFA46D7}" srcOrd="0" destOrd="0" presId="urn:microsoft.com/office/officeart/2005/8/layout/hProcess4"/>
    <dgm:cxn modelId="{EBE108C4-1E0E-4979-BDD1-38D1F6D9F497}" type="presParOf" srcId="{E8B3B134-A6AA-4E95-A71B-3F7C599905AF}" destId="{38881BAA-AB85-4CA6-8960-61641A31C1B2}" srcOrd="1" destOrd="0" presId="urn:microsoft.com/office/officeart/2005/8/layout/hProcess4"/>
    <dgm:cxn modelId="{F86C9CAE-D287-4168-8226-99BE355D7FE9}" type="presParOf" srcId="{E8B3B134-A6AA-4E95-A71B-3F7C599905AF}" destId="{D95AF5D0-B2A0-4E7D-AB8A-53494B53724E}" srcOrd="2" destOrd="0" presId="urn:microsoft.com/office/officeart/2005/8/layout/hProcess4"/>
    <dgm:cxn modelId="{D1EB0692-07C6-48E3-B022-2B9EF2A59115}" type="presParOf" srcId="{E8B3B134-A6AA-4E95-A71B-3F7C599905AF}" destId="{E8647E3E-3E70-4713-9140-3BEA387F12BE}" srcOrd="3" destOrd="0" presId="urn:microsoft.com/office/officeart/2005/8/layout/hProcess4"/>
    <dgm:cxn modelId="{26A6F741-A40A-453D-8EA2-DDCDBCBE46AE}" type="presParOf" srcId="{E8B3B134-A6AA-4E95-A71B-3F7C599905AF}" destId="{D267AD5A-9E16-4ED8-A123-51A4A59C86EC}" srcOrd="4" destOrd="0" presId="urn:microsoft.com/office/officeart/2005/8/layout/hProcess4"/>
    <dgm:cxn modelId="{EB2A695F-AE2B-4087-B317-CAA800EA0E91}" type="presParOf" srcId="{DF1B8AB5-9CAA-4FDC-AE3A-6CC10EB10F5A}" destId="{7A939B14-CCFB-4FE8-AE3E-D581AC428E57}" srcOrd="3" destOrd="0" presId="urn:microsoft.com/office/officeart/2005/8/layout/hProcess4"/>
    <dgm:cxn modelId="{0F62775F-D653-4E83-9831-7328DFF855FE}" type="presParOf" srcId="{DF1B8AB5-9CAA-4FDC-AE3A-6CC10EB10F5A}" destId="{EDF85C6F-7DDF-43A6-9FB1-619B98AD334E}" srcOrd="4" destOrd="0" presId="urn:microsoft.com/office/officeart/2005/8/layout/hProcess4"/>
    <dgm:cxn modelId="{F79B218B-BBC0-4827-AE6D-D7E38A9C97D8}" type="presParOf" srcId="{EDF85C6F-7DDF-43A6-9FB1-619B98AD334E}" destId="{86D385B8-2CE0-49D7-BE18-458520F40667}" srcOrd="0" destOrd="0" presId="urn:microsoft.com/office/officeart/2005/8/layout/hProcess4"/>
    <dgm:cxn modelId="{CE956F2B-1028-4785-8BC1-89EFC6EAB188}" type="presParOf" srcId="{EDF85C6F-7DDF-43A6-9FB1-619B98AD334E}" destId="{77AD8373-123F-4D62-A0EA-07445DA22E8D}" srcOrd="1" destOrd="0" presId="urn:microsoft.com/office/officeart/2005/8/layout/hProcess4"/>
    <dgm:cxn modelId="{EBFD40A9-1654-4E9A-A0DB-3566B1BA288D}" type="presParOf" srcId="{EDF85C6F-7DDF-43A6-9FB1-619B98AD334E}" destId="{D6E9F362-9D9C-43BA-AC59-961BFE055249}" srcOrd="2" destOrd="0" presId="urn:microsoft.com/office/officeart/2005/8/layout/hProcess4"/>
    <dgm:cxn modelId="{A0D38E83-0F12-46E9-AE89-D5666CEB02EE}" type="presParOf" srcId="{EDF85C6F-7DDF-43A6-9FB1-619B98AD334E}" destId="{C7CA63CA-E149-40FA-B568-A9654299D8BC}" srcOrd="3" destOrd="0" presId="urn:microsoft.com/office/officeart/2005/8/layout/hProcess4"/>
    <dgm:cxn modelId="{D5A3C910-E885-4C34-B368-D0009C81E3D3}" type="presParOf" srcId="{EDF85C6F-7DDF-43A6-9FB1-619B98AD334E}" destId="{A823880D-787E-46EB-B1BD-F344D1CB172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7C6754-F39C-486D-B775-9075826EC1A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72BEAC-F916-4AE3-873A-3972700A333D}">
      <dgm:prSet/>
      <dgm:spPr/>
      <dgm:t>
        <a:bodyPr/>
        <a:lstStyle/>
        <a:p>
          <a:r>
            <a:rPr lang="en-US" b="0" i="0" baseline="0" dirty="0"/>
            <a:t>28 OFDM symbols.</a:t>
          </a:r>
          <a:endParaRPr lang="en-IN" dirty="0"/>
        </a:p>
      </dgm:t>
    </dgm:pt>
    <dgm:pt modelId="{4AC53C2E-3498-433E-918B-68A235D938E5}" type="parTrans" cxnId="{CF71D11A-5827-46FF-B2EB-B428FE18BA01}">
      <dgm:prSet/>
      <dgm:spPr/>
      <dgm:t>
        <a:bodyPr/>
        <a:lstStyle/>
        <a:p>
          <a:endParaRPr lang="en-IN"/>
        </a:p>
      </dgm:t>
    </dgm:pt>
    <dgm:pt modelId="{168FE6E4-84DC-443A-BB61-C4C2B28AE298}" type="sibTrans" cxnId="{CF71D11A-5827-46FF-B2EB-B428FE18BA01}">
      <dgm:prSet/>
      <dgm:spPr/>
      <dgm:t>
        <a:bodyPr/>
        <a:lstStyle/>
        <a:p>
          <a:endParaRPr lang="en-IN"/>
        </a:p>
      </dgm:t>
    </dgm:pt>
    <dgm:pt modelId="{19D211DE-4124-46BF-8FF9-6AFB794A943A}">
      <dgm:prSet/>
      <dgm:spPr/>
      <dgm:t>
        <a:bodyPr/>
        <a:lstStyle/>
        <a:p>
          <a:r>
            <a:rPr lang="en-US" dirty="0"/>
            <a:t>FFT size: 128 samples.</a:t>
          </a:r>
          <a:endParaRPr lang="en-IN" dirty="0"/>
        </a:p>
      </dgm:t>
    </dgm:pt>
    <dgm:pt modelId="{CF0B2545-D20C-4465-8EAF-FFD4410E3067}" type="parTrans" cxnId="{84CDC129-6DD0-4378-9A61-2067A0B4FE5B}">
      <dgm:prSet/>
      <dgm:spPr/>
      <dgm:t>
        <a:bodyPr/>
        <a:lstStyle/>
        <a:p>
          <a:endParaRPr lang="en-IN"/>
        </a:p>
      </dgm:t>
    </dgm:pt>
    <dgm:pt modelId="{1D6F4DB3-1316-4E05-9310-2CC912EA8E6C}" type="sibTrans" cxnId="{84CDC129-6DD0-4378-9A61-2067A0B4FE5B}">
      <dgm:prSet/>
      <dgm:spPr/>
      <dgm:t>
        <a:bodyPr/>
        <a:lstStyle/>
        <a:p>
          <a:endParaRPr lang="en-IN"/>
        </a:p>
      </dgm:t>
    </dgm:pt>
    <dgm:pt modelId="{3AEC6466-1C68-4E6A-8ADD-DC3E4326A152}">
      <dgm:prSet/>
      <dgm:spPr/>
      <dgm:t>
        <a:bodyPr/>
        <a:lstStyle/>
        <a:p>
          <a:r>
            <a:rPr lang="en-US" dirty="0"/>
            <a:t>Cyclic prefix length 16.</a:t>
          </a:r>
          <a:endParaRPr lang="en-IN" dirty="0"/>
        </a:p>
      </dgm:t>
    </dgm:pt>
    <dgm:pt modelId="{772D29E2-7735-4134-8D55-86B551299C43}" type="parTrans" cxnId="{BD3F057B-441D-4645-82F2-461CEF9DDDB5}">
      <dgm:prSet/>
      <dgm:spPr/>
      <dgm:t>
        <a:bodyPr/>
        <a:lstStyle/>
        <a:p>
          <a:endParaRPr lang="en-IN"/>
        </a:p>
      </dgm:t>
    </dgm:pt>
    <dgm:pt modelId="{C8C91E47-3A8E-4A8F-900F-D4A5BC32D461}" type="sibTrans" cxnId="{BD3F057B-441D-4645-82F2-461CEF9DDDB5}">
      <dgm:prSet/>
      <dgm:spPr/>
      <dgm:t>
        <a:bodyPr/>
        <a:lstStyle/>
        <a:p>
          <a:endParaRPr lang="en-IN"/>
        </a:p>
      </dgm:t>
    </dgm:pt>
    <dgm:pt modelId="{54A53F4F-6F91-4E70-AE12-3F4AAFB5FF0B}">
      <dgm:prSet/>
      <dgm:spPr/>
      <dgm:t>
        <a:bodyPr/>
        <a:lstStyle/>
        <a:p>
          <a:r>
            <a:rPr lang="en-US" dirty="0"/>
            <a:t>Frequency 3.7 GHz [4].</a:t>
          </a:r>
          <a:endParaRPr lang="en-IN" dirty="0"/>
        </a:p>
      </dgm:t>
    </dgm:pt>
    <dgm:pt modelId="{0B489DFC-ED34-43C0-9E57-C2D431239A13}" type="parTrans" cxnId="{6EE6A363-76F8-4F23-BE84-1D3167C53B89}">
      <dgm:prSet/>
      <dgm:spPr/>
      <dgm:t>
        <a:bodyPr/>
        <a:lstStyle/>
        <a:p>
          <a:endParaRPr lang="en-IN"/>
        </a:p>
      </dgm:t>
    </dgm:pt>
    <dgm:pt modelId="{E3E7B5D1-C290-415C-BBB2-C2CB23742FBA}" type="sibTrans" cxnId="{6EE6A363-76F8-4F23-BE84-1D3167C53B89}">
      <dgm:prSet/>
      <dgm:spPr/>
      <dgm:t>
        <a:bodyPr/>
        <a:lstStyle/>
        <a:p>
          <a:endParaRPr lang="en-IN"/>
        </a:p>
      </dgm:t>
    </dgm:pt>
    <dgm:pt modelId="{B0CCD1B7-D559-4B71-9F0B-23500D5602F1}">
      <dgm:prSet/>
      <dgm:spPr/>
      <dgm:t>
        <a:bodyPr/>
        <a:lstStyle/>
        <a:p>
          <a:r>
            <a:rPr lang="en-US" dirty="0"/>
            <a:t>2 subframes from numerology 0. </a:t>
          </a:r>
          <a:endParaRPr lang="en-IN" dirty="0"/>
        </a:p>
      </dgm:t>
    </dgm:pt>
    <dgm:pt modelId="{385C2700-0912-41CC-8563-698CB2DB8289}" type="parTrans" cxnId="{27219D9B-05FE-4814-A3C6-8B11965E3444}">
      <dgm:prSet/>
      <dgm:spPr/>
      <dgm:t>
        <a:bodyPr/>
        <a:lstStyle/>
        <a:p>
          <a:endParaRPr lang="en-IN"/>
        </a:p>
      </dgm:t>
    </dgm:pt>
    <dgm:pt modelId="{F6BF4CD0-19D1-4A6D-858E-9C8D0D3A6916}" type="sibTrans" cxnId="{27219D9B-05FE-4814-A3C6-8B11965E3444}">
      <dgm:prSet/>
      <dgm:spPr/>
      <dgm:t>
        <a:bodyPr/>
        <a:lstStyle/>
        <a:p>
          <a:endParaRPr lang="en-IN"/>
        </a:p>
      </dgm:t>
    </dgm:pt>
    <dgm:pt modelId="{43346244-CF04-424E-BEE8-56F5997144B6}" type="pres">
      <dgm:prSet presAssocID="{927C6754-F39C-486D-B775-9075826EC1A4}" presName="CompostProcess" presStyleCnt="0">
        <dgm:presLayoutVars>
          <dgm:dir/>
          <dgm:resizeHandles val="exact"/>
        </dgm:presLayoutVars>
      </dgm:prSet>
      <dgm:spPr/>
    </dgm:pt>
    <dgm:pt modelId="{92890228-53A8-43C7-A66A-684EFE7A08EB}" type="pres">
      <dgm:prSet presAssocID="{927C6754-F39C-486D-B775-9075826EC1A4}" presName="arrow" presStyleLbl="bgShp" presStyleIdx="0" presStyleCnt="1"/>
      <dgm:spPr/>
    </dgm:pt>
    <dgm:pt modelId="{BBF35304-08AC-41CD-901E-8681C5901F18}" type="pres">
      <dgm:prSet presAssocID="{927C6754-F39C-486D-B775-9075826EC1A4}" presName="linearProcess" presStyleCnt="0"/>
      <dgm:spPr/>
    </dgm:pt>
    <dgm:pt modelId="{880CF42C-CDB1-49EE-A156-0A4B82D54A13}" type="pres">
      <dgm:prSet presAssocID="{7172BEAC-F916-4AE3-873A-3972700A333D}" presName="textNode" presStyleLbl="node1" presStyleIdx="0" presStyleCnt="5" custScaleX="99129" custScaleY="98541" custLinFactX="399523" custLinFactNeighborX="400000" custLinFactNeighborY="-2661">
        <dgm:presLayoutVars>
          <dgm:bulletEnabled val="1"/>
        </dgm:presLayoutVars>
      </dgm:prSet>
      <dgm:spPr/>
    </dgm:pt>
    <dgm:pt modelId="{5A6CF5C2-1037-49FC-8F41-921302FB3972}" type="pres">
      <dgm:prSet presAssocID="{168FE6E4-84DC-443A-BB61-C4C2B28AE298}" presName="sibTrans" presStyleCnt="0"/>
      <dgm:spPr/>
    </dgm:pt>
    <dgm:pt modelId="{01FE9472-C3A4-4876-AFB2-A011CDFACBE6}" type="pres">
      <dgm:prSet presAssocID="{19D211DE-4124-46BF-8FF9-6AFB794A943A}" presName="textNode" presStyleLbl="node1" presStyleIdx="1" presStyleCnt="5" custLinFactX="4573" custLinFactNeighborX="100000" custLinFactNeighborY="-2661">
        <dgm:presLayoutVars>
          <dgm:bulletEnabled val="1"/>
        </dgm:presLayoutVars>
      </dgm:prSet>
      <dgm:spPr/>
    </dgm:pt>
    <dgm:pt modelId="{9F9224F8-B022-4A7F-9062-7117D083D30D}" type="pres">
      <dgm:prSet presAssocID="{1D6F4DB3-1316-4E05-9310-2CC912EA8E6C}" presName="sibTrans" presStyleCnt="0"/>
      <dgm:spPr/>
    </dgm:pt>
    <dgm:pt modelId="{1538009E-8702-45AC-862F-12C6A4E941C4}" type="pres">
      <dgm:prSet presAssocID="{3AEC6466-1C68-4E6A-8ADD-DC3E4326A152}" presName="textNode" presStyleLbl="node1" presStyleIdx="2" presStyleCnt="5" custScaleX="93148" custScaleY="97234" custLinFactX="101150" custLinFactNeighborX="200000" custLinFactNeighborY="-2661">
        <dgm:presLayoutVars>
          <dgm:bulletEnabled val="1"/>
        </dgm:presLayoutVars>
      </dgm:prSet>
      <dgm:spPr/>
    </dgm:pt>
    <dgm:pt modelId="{834BCF78-25B6-4968-B3F3-1ACBCD93FB38}" type="pres">
      <dgm:prSet presAssocID="{C8C91E47-3A8E-4A8F-900F-D4A5BC32D461}" presName="sibTrans" presStyleCnt="0"/>
      <dgm:spPr/>
    </dgm:pt>
    <dgm:pt modelId="{4495F5D6-60A1-426B-902C-BF6ADCDCC3A3}" type="pres">
      <dgm:prSet presAssocID="{54A53F4F-6F91-4E70-AE12-3F4AAFB5FF0B}" presName="textNode" presStyleLbl="node1" presStyleIdx="3" presStyleCnt="5" custLinFactX="-82941" custLinFactNeighborX="-100000" custLinFactNeighborY="-2661">
        <dgm:presLayoutVars>
          <dgm:bulletEnabled val="1"/>
        </dgm:presLayoutVars>
      </dgm:prSet>
      <dgm:spPr/>
    </dgm:pt>
    <dgm:pt modelId="{81564987-3E2D-479A-987B-1BB668B38C0C}" type="pres">
      <dgm:prSet presAssocID="{E3E7B5D1-C290-415C-BBB2-C2CB23742FBA}" presName="sibTrans" presStyleCnt="0"/>
      <dgm:spPr/>
    </dgm:pt>
    <dgm:pt modelId="{2C4CB3CE-BCEB-439C-AA8A-0811C30327CD}" type="pres">
      <dgm:prSet presAssocID="{B0CCD1B7-D559-4B71-9F0B-23500D5602F1}" presName="textNode" presStyleLbl="node1" presStyleIdx="4" presStyleCnt="5" custLinFactX="-382474" custLinFactNeighborX="-400000" custLinFactNeighborY="-3386">
        <dgm:presLayoutVars>
          <dgm:bulletEnabled val="1"/>
        </dgm:presLayoutVars>
      </dgm:prSet>
      <dgm:spPr/>
    </dgm:pt>
  </dgm:ptLst>
  <dgm:cxnLst>
    <dgm:cxn modelId="{CF71D11A-5827-46FF-B2EB-B428FE18BA01}" srcId="{927C6754-F39C-486D-B775-9075826EC1A4}" destId="{7172BEAC-F916-4AE3-873A-3972700A333D}" srcOrd="0" destOrd="0" parTransId="{4AC53C2E-3498-433E-918B-68A235D938E5}" sibTransId="{168FE6E4-84DC-443A-BB61-C4C2B28AE298}"/>
    <dgm:cxn modelId="{84CDC129-6DD0-4378-9A61-2067A0B4FE5B}" srcId="{927C6754-F39C-486D-B775-9075826EC1A4}" destId="{19D211DE-4124-46BF-8FF9-6AFB794A943A}" srcOrd="1" destOrd="0" parTransId="{CF0B2545-D20C-4465-8EAF-FFD4410E3067}" sibTransId="{1D6F4DB3-1316-4E05-9310-2CC912EA8E6C}"/>
    <dgm:cxn modelId="{DE5C6240-BC3A-4697-A339-31B8519EBA32}" type="presOf" srcId="{54A53F4F-6F91-4E70-AE12-3F4AAFB5FF0B}" destId="{4495F5D6-60A1-426B-902C-BF6ADCDCC3A3}" srcOrd="0" destOrd="0" presId="urn:microsoft.com/office/officeart/2005/8/layout/hProcess9"/>
    <dgm:cxn modelId="{E4BBBA4D-DD21-42A5-8865-EBB845657CE4}" type="presOf" srcId="{19D211DE-4124-46BF-8FF9-6AFB794A943A}" destId="{01FE9472-C3A4-4876-AFB2-A011CDFACBE6}" srcOrd="0" destOrd="0" presId="urn:microsoft.com/office/officeart/2005/8/layout/hProcess9"/>
    <dgm:cxn modelId="{6EE6A363-76F8-4F23-BE84-1D3167C53B89}" srcId="{927C6754-F39C-486D-B775-9075826EC1A4}" destId="{54A53F4F-6F91-4E70-AE12-3F4AAFB5FF0B}" srcOrd="3" destOrd="0" parTransId="{0B489DFC-ED34-43C0-9E57-C2D431239A13}" sibTransId="{E3E7B5D1-C290-415C-BBB2-C2CB23742FBA}"/>
    <dgm:cxn modelId="{B476DF70-AA66-4939-8A65-10A02147D83A}" type="presOf" srcId="{B0CCD1B7-D559-4B71-9F0B-23500D5602F1}" destId="{2C4CB3CE-BCEB-439C-AA8A-0811C30327CD}" srcOrd="0" destOrd="0" presId="urn:microsoft.com/office/officeart/2005/8/layout/hProcess9"/>
    <dgm:cxn modelId="{BD3F057B-441D-4645-82F2-461CEF9DDDB5}" srcId="{927C6754-F39C-486D-B775-9075826EC1A4}" destId="{3AEC6466-1C68-4E6A-8ADD-DC3E4326A152}" srcOrd="2" destOrd="0" parTransId="{772D29E2-7735-4134-8D55-86B551299C43}" sibTransId="{C8C91E47-3A8E-4A8F-900F-D4A5BC32D461}"/>
    <dgm:cxn modelId="{27219D9B-05FE-4814-A3C6-8B11965E3444}" srcId="{927C6754-F39C-486D-B775-9075826EC1A4}" destId="{B0CCD1B7-D559-4B71-9F0B-23500D5602F1}" srcOrd="4" destOrd="0" parTransId="{385C2700-0912-41CC-8563-698CB2DB8289}" sibTransId="{F6BF4CD0-19D1-4A6D-858E-9C8D0D3A6916}"/>
    <dgm:cxn modelId="{A05D1BA3-4BFD-49F6-8E00-31EA1D24C3FA}" type="presOf" srcId="{3AEC6466-1C68-4E6A-8ADD-DC3E4326A152}" destId="{1538009E-8702-45AC-862F-12C6A4E941C4}" srcOrd="0" destOrd="0" presId="urn:microsoft.com/office/officeart/2005/8/layout/hProcess9"/>
    <dgm:cxn modelId="{3A74B7A9-9AC4-4EE7-8F08-6749F1143AAC}" type="presOf" srcId="{927C6754-F39C-486D-B775-9075826EC1A4}" destId="{43346244-CF04-424E-BEE8-56F5997144B6}" srcOrd="0" destOrd="0" presId="urn:microsoft.com/office/officeart/2005/8/layout/hProcess9"/>
    <dgm:cxn modelId="{31BB7EAA-D35F-4613-AB83-8FEF55EBA596}" type="presOf" srcId="{7172BEAC-F916-4AE3-873A-3972700A333D}" destId="{880CF42C-CDB1-49EE-A156-0A4B82D54A13}" srcOrd="0" destOrd="0" presId="urn:microsoft.com/office/officeart/2005/8/layout/hProcess9"/>
    <dgm:cxn modelId="{F60CE76A-5B06-41FA-BBF9-911DD322205C}" type="presParOf" srcId="{43346244-CF04-424E-BEE8-56F5997144B6}" destId="{92890228-53A8-43C7-A66A-684EFE7A08EB}" srcOrd="0" destOrd="0" presId="urn:microsoft.com/office/officeart/2005/8/layout/hProcess9"/>
    <dgm:cxn modelId="{5C51228F-F933-4A0C-8901-BE1D044AE447}" type="presParOf" srcId="{43346244-CF04-424E-BEE8-56F5997144B6}" destId="{BBF35304-08AC-41CD-901E-8681C5901F18}" srcOrd="1" destOrd="0" presId="urn:microsoft.com/office/officeart/2005/8/layout/hProcess9"/>
    <dgm:cxn modelId="{E9041CA3-A4BB-4E1E-B51C-E966B88A3A22}" type="presParOf" srcId="{BBF35304-08AC-41CD-901E-8681C5901F18}" destId="{880CF42C-CDB1-49EE-A156-0A4B82D54A13}" srcOrd="0" destOrd="0" presId="urn:microsoft.com/office/officeart/2005/8/layout/hProcess9"/>
    <dgm:cxn modelId="{55460B27-3FF4-429E-A71B-1488D1DEDD37}" type="presParOf" srcId="{BBF35304-08AC-41CD-901E-8681C5901F18}" destId="{5A6CF5C2-1037-49FC-8F41-921302FB3972}" srcOrd="1" destOrd="0" presId="urn:microsoft.com/office/officeart/2005/8/layout/hProcess9"/>
    <dgm:cxn modelId="{CE9BC261-EA09-47CC-A27C-CC95A78E40E3}" type="presParOf" srcId="{BBF35304-08AC-41CD-901E-8681C5901F18}" destId="{01FE9472-C3A4-4876-AFB2-A011CDFACBE6}" srcOrd="2" destOrd="0" presId="urn:microsoft.com/office/officeart/2005/8/layout/hProcess9"/>
    <dgm:cxn modelId="{BF929CEE-3C32-4E79-AFD2-11FEB74071C5}" type="presParOf" srcId="{BBF35304-08AC-41CD-901E-8681C5901F18}" destId="{9F9224F8-B022-4A7F-9062-7117D083D30D}" srcOrd="3" destOrd="0" presId="urn:microsoft.com/office/officeart/2005/8/layout/hProcess9"/>
    <dgm:cxn modelId="{E8902065-93F6-4C82-BAA3-34CD337CD817}" type="presParOf" srcId="{BBF35304-08AC-41CD-901E-8681C5901F18}" destId="{1538009E-8702-45AC-862F-12C6A4E941C4}" srcOrd="4" destOrd="0" presId="urn:microsoft.com/office/officeart/2005/8/layout/hProcess9"/>
    <dgm:cxn modelId="{857BEFE1-EE87-46CF-BBA5-9A97D1429B11}" type="presParOf" srcId="{BBF35304-08AC-41CD-901E-8681C5901F18}" destId="{834BCF78-25B6-4968-B3F3-1ACBCD93FB38}" srcOrd="5" destOrd="0" presId="urn:microsoft.com/office/officeart/2005/8/layout/hProcess9"/>
    <dgm:cxn modelId="{6858A482-07C0-443D-AAF6-FBD0508EA3A1}" type="presParOf" srcId="{BBF35304-08AC-41CD-901E-8681C5901F18}" destId="{4495F5D6-60A1-426B-902C-BF6ADCDCC3A3}" srcOrd="6" destOrd="0" presId="urn:microsoft.com/office/officeart/2005/8/layout/hProcess9"/>
    <dgm:cxn modelId="{63ED7F90-9A1F-4A1B-8E9B-B60ADFDDB9AF}" type="presParOf" srcId="{BBF35304-08AC-41CD-901E-8681C5901F18}" destId="{81564987-3E2D-479A-987B-1BB668B38C0C}" srcOrd="7" destOrd="0" presId="urn:microsoft.com/office/officeart/2005/8/layout/hProcess9"/>
    <dgm:cxn modelId="{C2A4EEFD-7CAB-4433-A559-605DDE197906}" type="presParOf" srcId="{BBF35304-08AC-41CD-901E-8681C5901F18}" destId="{2C4CB3CE-BCEB-439C-AA8A-0811C30327CD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2EDC3-B953-4845-8C5F-FFD9C0D0F9B3}">
      <dsp:nvSpPr>
        <dsp:cNvPr id="0" name=""/>
        <dsp:cNvSpPr/>
      </dsp:nvSpPr>
      <dsp:spPr>
        <a:xfrm>
          <a:off x="496376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Problem formulation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500" kern="1200" smtClean="0">
                  <a:latin typeface="Cambria Math" panose="02040503050406030204" pitchFamily="18" charset="0"/>
                </a:rPr>
                <m:t>𝐴</m:t>
              </m:r>
              <m:r>
                <a:rPr lang="en-IN" sz="1500" kern="1200" smtClean="0">
                  <a:latin typeface="Cambria Math" panose="02040503050406030204" pitchFamily="18" charset="0"/>
                </a:rPr>
                <m:t>𝜃</m:t>
              </m:r>
              <m:r>
                <a:rPr lang="en-IN" sz="1500" kern="1200" smtClean="0">
                  <a:latin typeface="Cambria Math" panose="02040503050406030204" pitchFamily="18" charset="0"/>
                </a:rPr>
                <m:t>=</m:t>
              </m:r>
              <m:r>
                <a:rPr lang="en-IN" sz="1500" kern="1200" smtClean="0">
                  <a:latin typeface="Cambria Math" panose="02040503050406030204" pitchFamily="18" charset="0"/>
                </a:rPr>
                <m:t>𝑏</m:t>
              </m:r>
            </m:oMath>
          </a14:m>
          <a:r>
            <a:rPr lang="en-US" sz="1500" kern="1200" dirty="0"/>
            <a:t>      (3)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A: input parameter matrix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500" kern="1200" smtClean="0">
                  <a:latin typeface="Cambria Math" panose="02040503050406030204" pitchFamily="18" charset="0"/>
                </a:rPr>
                <m:t>𝜃</m:t>
              </m:r>
              <m:r>
                <a:rPr lang="en-US" sz="1500" kern="1200" smtClean="0">
                  <a:latin typeface="Cambria Math" panose="02040503050406030204" pitchFamily="18" charset="0"/>
                </a:rPr>
                <m:t>: </m:t>
              </m:r>
            </m:oMath>
          </a14:m>
          <a:r>
            <a:rPr lang="en-US" sz="1500" kern="1200" dirty="0"/>
            <a:t>unknown parameter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b: output parameter vector                                      </a:t>
          </a:r>
          <a:endParaRPr lang="en-IN" sz="1500" kern="1200" dirty="0"/>
        </a:p>
      </dsp:txBody>
      <dsp:txXfrm>
        <a:off x="547904" y="1216780"/>
        <a:ext cx="2611708" cy="1656247"/>
      </dsp:txXfrm>
    </dsp:sp>
    <dsp:sp modelId="{7DB67C47-5860-4274-ADE5-1E44EA1378F8}">
      <dsp:nvSpPr>
        <dsp:cNvPr id="0" name=""/>
        <dsp:cNvSpPr/>
      </dsp:nvSpPr>
      <dsp:spPr>
        <a:xfrm>
          <a:off x="1989278" y="1581004"/>
          <a:ext cx="3167516" cy="3167516"/>
        </a:xfrm>
        <a:prstGeom prst="leftCircularArrow">
          <a:avLst>
            <a:gd name="adj1" fmla="val 3699"/>
            <a:gd name="adj2" fmla="val 461108"/>
            <a:gd name="adj3" fmla="val 2236619"/>
            <a:gd name="adj4" fmla="val 9024489"/>
            <a:gd name="adj5" fmla="val 4315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D2F77E8-4CE2-4FBC-A0B4-FCEF894B217D}">
      <dsp:nvSpPr>
        <dsp:cNvPr id="0" name=""/>
        <dsp:cNvSpPr/>
      </dsp:nvSpPr>
      <dsp:spPr>
        <a:xfrm>
          <a:off x="1099658" y="2924556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700" kern="1200" dirty="0"/>
        </a:p>
      </dsp:txBody>
      <dsp:txXfrm>
        <a:off x="1127764" y="2952662"/>
        <a:ext cx="2356912" cy="903407"/>
      </dsp:txXfrm>
    </dsp:sp>
    <dsp:sp modelId="{38881BAA-AB85-4CA6-8960-61641A31C1B2}">
      <dsp:nvSpPr>
        <dsp:cNvPr id="0" name=""/>
        <dsp:cNvSpPr/>
      </dsp:nvSpPr>
      <dsp:spPr>
        <a:xfrm>
          <a:off x="4070669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77660"/>
              <a:satOff val="-1622"/>
              <a:lumOff val="43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IN" sz="15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500" b="0" i="1" kern="1200" smtClean="0">
                      <a:latin typeface="Cambria Math" panose="02040503050406030204" pitchFamily="18" charset="0"/>
                    </a:rPr>
                    <m:t>        </m:t>
                  </m:r>
                  <m:r>
                    <a:rPr lang="en-US" sz="1500" i="1" kern="1200">
                      <a:latin typeface="Cambria Math" panose="02040503050406030204" pitchFamily="18" charset="0"/>
                    </a:rPr>
                    <m:t>𝜃</m:t>
                  </m:r>
                </m:e>
                <m:sub>
                  <m:r>
                    <a:rPr lang="en-US" sz="1500" i="1" kern="1200">
                      <a:latin typeface="Cambria Math" panose="02040503050406030204" pitchFamily="18" charset="0"/>
                    </a:rPr>
                    <m:t>𝑜𝑝𝑡</m:t>
                  </m:r>
                </m:sub>
              </m:sSub>
              <m:r>
                <a:rPr lang="en-US" sz="1500" i="1" kern="1200">
                  <a:latin typeface="Cambria Math" panose="02040503050406030204" pitchFamily="18" charset="0"/>
                </a:rPr>
                <m:t>=</m:t>
              </m:r>
              <m:r>
                <a:rPr lang="en-US" sz="1500" b="0" i="1" kern="1200" smtClean="0">
                  <a:latin typeface="Cambria Math" panose="02040503050406030204" pitchFamily="18" charset="0"/>
                </a:rPr>
                <m:t> </m:t>
              </m:r>
              <m:d>
                <m:dPr>
                  <m:ctrlPr>
                    <a:rPr lang="en-US" sz="15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f>
                    <m:fPr>
                      <m:ctrlPr>
                        <a:rPr lang="en-US" sz="1500" b="0" i="1" kern="1200" smtClean="0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 lang="en-US" sz="1500" i="1" kern="120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IN" sz="1500" i="1" kern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IN" sz="15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num>
                    <m:den>
                      <m:r>
                        <a:rPr lang="en-US" sz="1500" i="1" kern="120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IN" sz="1500" i="1" kern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IN" sz="15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500" i="1" kern="1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den>
                  </m:f>
                </m:e>
              </m:d>
            </m:oMath>
          </a14:m>
          <a:r>
            <a:rPr lang="en-IN" sz="1500" kern="1200" dirty="0"/>
            <a:t>      (4)</a:t>
          </a:r>
        </a:p>
      </dsp:txBody>
      <dsp:txXfrm>
        <a:off x="4122197" y="1696590"/>
        <a:ext cx="2611708" cy="1656247"/>
      </dsp:txXfrm>
    </dsp:sp>
    <dsp:sp modelId="{7A939B14-CCFB-4FE8-AE3E-D581AC428E57}">
      <dsp:nvSpPr>
        <dsp:cNvPr id="0" name=""/>
        <dsp:cNvSpPr/>
      </dsp:nvSpPr>
      <dsp:spPr>
        <a:xfrm>
          <a:off x="5540948" y="-266695"/>
          <a:ext cx="3514403" cy="3514403"/>
        </a:xfrm>
        <a:prstGeom prst="circularArrow">
          <a:avLst>
            <a:gd name="adj1" fmla="val 3334"/>
            <a:gd name="adj2" fmla="val 411989"/>
            <a:gd name="adj3" fmla="val 19412500"/>
            <a:gd name="adj4" fmla="val 12575511"/>
            <a:gd name="adj5" fmla="val 3889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8647E3E-3E70-4713-9140-3BEA387F12BE}">
      <dsp:nvSpPr>
        <dsp:cNvPr id="0" name=""/>
        <dsp:cNvSpPr/>
      </dsp:nvSpPr>
      <dsp:spPr>
        <a:xfrm>
          <a:off x="4673950" y="685442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77660"/>
                <a:satOff val="-1622"/>
                <a:lumOff val="43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7660"/>
                <a:satOff val="-1622"/>
                <a:lumOff val="43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7660"/>
                <a:satOff val="-1622"/>
                <a:lumOff val="43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MSE solution</a:t>
          </a:r>
          <a:endParaRPr lang="en-IN" sz="1600" b="1" kern="1200" dirty="0"/>
        </a:p>
      </dsp:txBody>
      <dsp:txXfrm>
        <a:off x="4702056" y="713548"/>
        <a:ext cx="2356912" cy="903407"/>
      </dsp:txXfrm>
    </dsp:sp>
    <dsp:sp modelId="{77AD8373-123F-4D62-A0EA-07445DA22E8D}">
      <dsp:nvSpPr>
        <dsp:cNvPr id="0" name=""/>
        <dsp:cNvSpPr/>
      </dsp:nvSpPr>
      <dsp:spPr>
        <a:xfrm>
          <a:off x="7644962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155319"/>
              <a:satOff val="-3244"/>
              <a:lumOff val="862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IN" sz="15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sSup>
                    <m:sSupPr>
                      <m:ctrlPr>
                        <a:rPr lang="en-IN" sz="1500" i="1" kern="120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1500" b="0" i="1" kern="1200" smtClean="0">
                          <a:latin typeface="Cambria Math" panose="02040503050406030204" pitchFamily="18" charset="0"/>
                        </a:rPr>
                        <m:t>𝐶</m:t>
                      </m:r>
                    </m:e>
                    <m:sup>
                      <m:r>
                        <a:rPr lang="en-US" sz="1500" b="0" i="1" kern="1200" smtClean="0">
                          <a:latin typeface="Cambria Math" panose="02040503050406030204" pitchFamily="18" charset="0"/>
                        </a:rPr>
                        <m:t>𝑁</m:t>
                      </m:r>
                    </m:sup>
                  </m:sSup>
                </m:e>
                <m:sub>
                  <m:r>
                    <a:rPr lang="en-US" sz="1500" b="0" i="1" kern="1200" smtClean="0">
                      <a:latin typeface="Cambria Math" panose="02040503050406030204" pitchFamily="18" charset="0"/>
                    </a:rPr>
                    <m:t>4</m:t>
                  </m:r>
                </m:sub>
              </m:sSub>
            </m:oMath>
          </a14:m>
          <a:r>
            <a:rPr lang="en-IN" sz="1500" kern="1200" dirty="0"/>
            <a:t>  combinations of sensors.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Perform the operations for 25 experiments to average the result</a:t>
          </a:r>
          <a:endParaRPr lang="en-IN" sz="1500" kern="1200" dirty="0"/>
        </a:p>
      </dsp:txBody>
      <dsp:txXfrm>
        <a:off x="7696490" y="1216780"/>
        <a:ext cx="2611708" cy="1656247"/>
      </dsp:txXfrm>
    </dsp:sp>
    <dsp:sp modelId="{C7CA63CA-E149-40FA-B568-A9654299D8BC}">
      <dsp:nvSpPr>
        <dsp:cNvPr id="0" name=""/>
        <dsp:cNvSpPr/>
      </dsp:nvSpPr>
      <dsp:spPr>
        <a:xfrm>
          <a:off x="8248243" y="2924556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RESULT</a:t>
          </a:r>
          <a:endParaRPr lang="en-IN" sz="1600" kern="1200" dirty="0"/>
        </a:p>
      </dsp:txBody>
      <dsp:txXfrm>
        <a:off x="8276349" y="2952662"/>
        <a:ext cx="2356912" cy="9034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2EDC3-B953-4845-8C5F-FFD9C0D0F9B3}">
      <dsp:nvSpPr>
        <dsp:cNvPr id="0" name=""/>
        <dsp:cNvSpPr/>
      </dsp:nvSpPr>
      <dsp:spPr>
        <a:xfrm>
          <a:off x="496376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Problem formulation</a:t>
          </a:r>
          <a:r>
            <a:rPr lang="en-US" sz="1500" kern="1200" dirty="0">
              <a:solidFill>
                <a:srgbClr val="FF0000"/>
              </a:solidFill>
            </a:rPr>
            <a:t>: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500" kern="1200" smtClean="0">
                  <a:latin typeface="Cambria Math" panose="02040503050406030204" pitchFamily="18" charset="0"/>
                </a:rPr>
                <m:t>𝐴</m:t>
              </m:r>
              <m:r>
                <a:rPr lang="en-IN" sz="1500" kern="1200" smtClean="0">
                  <a:latin typeface="Cambria Math" panose="02040503050406030204" pitchFamily="18" charset="0"/>
                </a:rPr>
                <m:t>𝜃</m:t>
              </m:r>
              <m:r>
                <a:rPr lang="en-IN" sz="1500" kern="1200" smtClean="0">
                  <a:latin typeface="Cambria Math" panose="02040503050406030204" pitchFamily="18" charset="0"/>
                </a:rPr>
                <m:t>=</m:t>
              </m:r>
              <m:r>
                <a:rPr lang="en-IN" sz="1500" kern="1200" smtClean="0">
                  <a:latin typeface="Cambria Math" panose="02040503050406030204" pitchFamily="18" charset="0"/>
                </a:rPr>
                <m:t>𝑏</m:t>
              </m:r>
            </m:oMath>
          </a14:m>
          <a:r>
            <a:rPr lang="en-US" sz="1500" kern="1200" dirty="0"/>
            <a:t>      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A: input parameter matrix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500" kern="1200" smtClean="0">
                  <a:latin typeface="Cambria Math" panose="02040503050406030204" pitchFamily="18" charset="0"/>
                </a:rPr>
                <m:t>𝜃</m:t>
              </m:r>
              <m:r>
                <a:rPr lang="en-US" sz="1500" kern="1200" smtClean="0">
                  <a:latin typeface="Cambria Math" panose="02040503050406030204" pitchFamily="18" charset="0"/>
                </a:rPr>
                <m:t>: </m:t>
              </m:r>
            </m:oMath>
          </a14:m>
          <a:r>
            <a:rPr lang="en-US" sz="1500" kern="1200" dirty="0"/>
            <a:t>unknown parameter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b: output parameter vector                                      </a:t>
          </a:r>
          <a:endParaRPr lang="en-IN" sz="1500" kern="1200" dirty="0"/>
        </a:p>
      </dsp:txBody>
      <dsp:txXfrm>
        <a:off x="547904" y="1216780"/>
        <a:ext cx="2611708" cy="1656247"/>
      </dsp:txXfrm>
    </dsp:sp>
    <dsp:sp modelId="{7DB67C47-5860-4274-ADE5-1E44EA1378F8}">
      <dsp:nvSpPr>
        <dsp:cNvPr id="0" name=""/>
        <dsp:cNvSpPr/>
      </dsp:nvSpPr>
      <dsp:spPr>
        <a:xfrm>
          <a:off x="1989278" y="1581004"/>
          <a:ext cx="3167516" cy="3167516"/>
        </a:xfrm>
        <a:prstGeom prst="leftCircularArrow">
          <a:avLst>
            <a:gd name="adj1" fmla="val 3699"/>
            <a:gd name="adj2" fmla="val 461108"/>
            <a:gd name="adj3" fmla="val 2236619"/>
            <a:gd name="adj4" fmla="val 9024489"/>
            <a:gd name="adj5" fmla="val 4315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D2F77E8-4CE2-4FBC-A0B4-FCEF894B217D}">
      <dsp:nvSpPr>
        <dsp:cNvPr id="0" name=""/>
        <dsp:cNvSpPr/>
      </dsp:nvSpPr>
      <dsp:spPr>
        <a:xfrm>
          <a:off x="1099658" y="2924556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700" kern="1200" dirty="0"/>
        </a:p>
      </dsp:txBody>
      <dsp:txXfrm>
        <a:off x="1127764" y="2952662"/>
        <a:ext cx="2356912" cy="903407"/>
      </dsp:txXfrm>
    </dsp:sp>
    <dsp:sp modelId="{38881BAA-AB85-4CA6-8960-61641A31C1B2}">
      <dsp:nvSpPr>
        <dsp:cNvPr id="0" name=""/>
        <dsp:cNvSpPr/>
      </dsp:nvSpPr>
      <dsp:spPr>
        <a:xfrm>
          <a:off x="4070669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77660"/>
              <a:satOff val="-1622"/>
              <a:lumOff val="43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IN" sz="1200" i="1" kern="1200" smtClean="0">
                  <a:latin typeface="Cambria Math" panose="02040503050406030204" pitchFamily="18" charset="0"/>
                </a:rPr>
                <m:t>𝐿</m:t>
              </m:r>
              <m:r>
                <a:rPr lang="en-IN" sz="1200" i="1" kern="1200" smtClean="0">
                  <a:latin typeface="Cambria Math" panose="02040503050406030204" pitchFamily="18" charset="0"/>
                </a:rPr>
                <m:t>(</m:t>
              </m:r>
              <m:r>
                <a:rPr lang="en-IN" sz="1200" i="1" kern="1200" smtClean="0">
                  <a:latin typeface="Cambria Math" panose="02040503050406030204" pitchFamily="18" charset="0"/>
                </a:rPr>
                <m:t>𝜃</m:t>
              </m:r>
              <m:r>
                <a:rPr lang="en-IN" sz="1200" i="1" kern="1200" smtClean="0">
                  <a:latin typeface="Cambria Math" panose="02040503050406030204" pitchFamily="18" charset="0"/>
                </a:rPr>
                <m:t>,</m:t>
              </m:r>
              <m:r>
                <a:rPr lang="en-IN" sz="1200" i="1" kern="1200" smtClean="0">
                  <a:latin typeface="Cambria Math" panose="02040503050406030204" pitchFamily="18" charset="0"/>
                </a:rPr>
                <m:t>𝜆</m:t>
              </m:r>
              <m:r>
                <a:rPr lang="en-IN" sz="1200" i="1" kern="1200" smtClean="0">
                  <a:latin typeface="Cambria Math" panose="02040503050406030204" pitchFamily="18" charset="0"/>
                </a:rPr>
                <m:t>) = </m:t>
              </m:r>
              <m:sSup>
                <m:sSupPr>
                  <m:ctrlPr>
                    <a:rPr lang="en-IN" sz="12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IN" sz="1200" i="1" kern="1200">
                      <a:latin typeface="Cambria Math" panose="02040503050406030204" pitchFamily="18" charset="0"/>
                    </a:rPr>
                    <m:t>(</m:t>
                  </m:r>
                  <m:r>
                    <a:rPr lang="en-IN" sz="1200" i="1" kern="1200">
                      <a:latin typeface="Cambria Math" panose="02040503050406030204" pitchFamily="18" charset="0"/>
                    </a:rPr>
                    <m:t>𝐴</m:t>
                  </m:r>
                  <m:r>
                    <a:rPr lang="en-IN" sz="1200" i="1" kern="1200">
                      <a:latin typeface="Cambria Math" panose="02040503050406030204" pitchFamily="18" charset="0"/>
                    </a:rPr>
                    <m:t> </m:t>
                  </m:r>
                  <m:r>
                    <a:rPr lang="en-IN" sz="1200" i="1" kern="1200">
                      <a:latin typeface="Cambria Math" panose="02040503050406030204" pitchFamily="18" charset="0"/>
                    </a:rPr>
                    <m:t>𝜃</m:t>
                  </m:r>
                  <m:r>
                    <a:rPr lang="en-IN" sz="1200" i="1" kern="1200">
                      <a:latin typeface="Cambria Math" panose="02040503050406030204" pitchFamily="18" charset="0"/>
                    </a:rPr>
                    <m:t>−</m:t>
                  </m:r>
                  <m:r>
                    <a:rPr lang="en-IN" sz="1200" i="1" kern="1200">
                      <a:latin typeface="Cambria Math" panose="02040503050406030204" pitchFamily="18" charset="0"/>
                    </a:rPr>
                    <m:t>𝑏</m:t>
                  </m:r>
                  <m:r>
                    <a:rPr lang="en-IN" sz="1200" i="1" kern="1200">
                      <a:latin typeface="Cambria Math" panose="02040503050406030204" pitchFamily="18" charset="0"/>
                    </a:rPr>
                    <m:t>)</m:t>
                  </m:r>
                </m:e>
                <m:sup>
                  <m:r>
                    <a:rPr lang="en-IN" sz="1200" i="1" kern="1200">
                      <a:latin typeface="Cambria Math" panose="02040503050406030204" pitchFamily="18" charset="0"/>
                    </a:rPr>
                    <m:t>𝑇</m:t>
                  </m:r>
                </m:sup>
              </m:sSup>
              <m:r>
                <a:rPr lang="en-IN" sz="1200" i="1" kern="1200">
                  <a:latin typeface="Cambria Math" panose="02040503050406030204" pitchFamily="18" charset="0"/>
                </a:rPr>
                <m:t> (</m:t>
              </m:r>
              <m:r>
                <a:rPr lang="en-IN" sz="1200" i="1" kern="1200">
                  <a:latin typeface="Cambria Math" panose="02040503050406030204" pitchFamily="18" charset="0"/>
                </a:rPr>
                <m:t>𝐴</m:t>
              </m:r>
              <m:r>
                <a:rPr lang="en-IN" sz="1200" i="1" kern="1200">
                  <a:latin typeface="Cambria Math" panose="02040503050406030204" pitchFamily="18" charset="0"/>
                </a:rPr>
                <m:t> </m:t>
              </m:r>
              <m:r>
                <a:rPr lang="en-IN" sz="1200" i="1" kern="1200">
                  <a:latin typeface="Cambria Math" panose="02040503050406030204" pitchFamily="18" charset="0"/>
                </a:rPr>
                <m:t>𝜃</m:t>
              </m:r>
              <m:r>
                <a:rPr lang="en-IN" sz="1200" i="1" kern="1200">
                  <a:latin typeface="Cambria Math" panose="02040503050406030204" pitchFamily="18" charset="0"/>
                </a:rPr>
                <m:t>−</m:t>
              </m:r>
              <m:r>
                <a:rPr lang="en-IN" sz="1200" i="1" kern="1200">
                  <a:latin typeface="Cambria Math" panose="02040503050406030204" pitchFamily="18" charset="0"/>
                </a:rPr>
                <m:t>𝑏</m:t>
              </m:r>
              <m:r>
                <a:rPr lang="en-IN" sz="1200" i="1" kern="1200">
                  <a:latin typeface="Cambria Math" panose="02040503050406030204" pitchFamily="18" charset="0"/>
                </a:rPr>
                <m:t>) + </m:t>
              </m:r>
              <m:r>
                <a:rPr lang="en-IN" sz="1200" i="1" kern="1200">
                  <a:latin typeface="Cambria Math" panose="02040503050406030204" pitchFamily="18" charset="0"/>
                </a:rPr>
                <m:t>𝜆</m:t>
              </m:r>
              <m:r>
                <a:rPr lang="en-IN" sz="1200" i="1" kern="1200">
                  <a:latin typeface="Cambria Math" panose="02040503050406030204" pitchFamily="18" charset="0"/>
                </a:rPr>
                <m:t>(</m:t>
              </m:r>
              <m:sSup>
                <m:sSupPr>
                  <m:ctrlPr>
                    <a:rPr lang="en-IN" sz="12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IN" sz="1200" i="1" kern="1200">
                      <a:latin typeface="Cambria Math" panose="02040503050406030204" pitchFamily="18" charset="0"/>
                    </a:rPr>
                    <m:t>𝑟</m:t>
                  </m:r>
                </m:e>
                <m:sup>
                  <m:r>
                    <a:rPr lang="en-IN" sz="1200" i="1" kern="1200">
                      <a:latin typeface="Cambria Math" panose="02040503050406030204" pitchFamily="18" charset="0"/>
                    </a:rPr>
                    <m:t>𝑇</m:t>
                  </m:r>
                </m:sup>
              </m:sSup>
              <m:r>
                <a:rPr lang="en-IN" sz="1200" i="1" kern="1200">
                  <a:latin typeface="Cambria Math" panose="02040503050406030204" pitchFamily="18" charset="0"/>
                </a:rPr>
                <m:t>𝜃</m:t>
              </m:r>
              <m:r>
                <a:rPr lang="en-IN" sz="1200" i="1" kern="1200">
                  <a:latin typeface="Cambria Math" panose="02040503050406030204" pitchFamily="18" charset="0"/>
                </a:rPr>
                <m:t>+ </m:t>
              </m:r>
              <m:sSup>
                <m:sSupPr>
                  <m:ctrlPr>
                    <a:rPr lang="en-IN" sz="12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IN" sz="1200" i="1" kern="1200">
                      <a:latin typeface="Cambria Math" panose="02040503050406030204" pitchFamily="18" charset="0"/>
                    </a:rPr>
                    <m:t>𝜃</m:t>
                  </m:r>
                </m:e>
                <m:sup>
                  <m:r>
                    <a:rPr lang="en-IN" sz="1200" i="1" kern="1200">
                      <a:latin typeface="Cambria Math" panose="02040503050406030204" pitchFamily="18" charset="0"/>
                    </a:rPr>
                    <m:t>𝑇</m:t>
                  </m:r>
                </m:sup>
              </m:sSup>
              <m:r>
                <a:rPr lang="en-IN" sz="1200" i="1" kern="1200">
                  <a:latin typeface="Cambria Math" panose="02040503050406030204" pitchFamily="18" charset="0"/>
                </a:rPr>
                <m:t>𝑃</m:t>
              </m:r>
              <m:r>
                <a:rPr lang="en-IN" sz="1200" i="1" kern="1200">
                  <a:latin typeface="Cambria Math" panose="02040503050406030204" pitchFamily="18" charset="0"/>
                </a:rPr>
                <m:t>𝜃</m:t>
              </m:r>
              <m:r>
                <a:rPr lang="en-IN" sz="1200" i="1" kern="1200">
                  <a:latin typeface="Cambria Math" panose="02040503050406030204" pitchFamily="18" charset="0"/>
                </a:rPr>
                <m:t>)</m:t>
              </m:r>
            </m:oMath>
          </a14:m>
          <a:r>
            <a:rPr lang="en-IN" sz="1200" kern="1200" dirty="0"/>
            <a:t>                             (5)</a:t>
          </a:r>
        </a:p>
      </dsp:txBody>
      <dsp:txXfrm>
        <a:off x="4122197" y="1696590"/>
        <a:ext cx="2611708" cy="1656247"/>
      </dsp:txXfrm>
    </dsp:sp>
    <dsp:sp modelId="{7A939B14-CCFB-4FE8-AE3E-D581AC428E57}">
      <dsp:nvSpPr>
        <dsp:cNvPr id="0" name=""/>
        <dsp:cNvSpPr/>
      </dsp:nvSpPr>
      <dsp:spPr>
        <a:xfrm>
          <a:off x="5540948" y="-266695"/>
          <a:ext cx="3514403" cy="3514403"/>
        </a:xfrm>
        <a:prstGeom prst="circularArrow">
          <a:avLst>
            <a:gd name="adj1" fmla="val 3334"/>
            <a:gd name="adj2" fmla="val 411989"/>
            <a:gd name="adj3" fmla="val 19412500"/>
            <a:gd name="adj4" fmla="val 12575511"/>
            <a:gd name="adj5" fmla="val 3889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8647E3E-3E70-4713-9140-3BEA387F12BE}">
      <dsp:nvSpPr>
        <dsp:cNvPr id="0" name=""/>
        <dsp:cNvSpPr/>
      </dsp:nvSpPr>
      <dsp:spPr>
        <a:xfrm>
          <a:off x="4673950" y="685442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77660"/>
                <a:satOff val="-1622"/>
                <a:lumOff val="43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7660"/>
                <a:satOff val="-1622"/>
                <a:lumOff val="43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7660"/>
                <a:satOff val="-1622"/>
                <a:lumOff val="43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LIvE</a:t>
          </a:r>
          <a:r>
            <a:rPr lang="en-US" sz="1600" b="1" kern="1200" dirty="0"/>
            <a:t> solution</a:t>
          </a:r>
          <a:endParaRPr lang="en-IN" sz="1600" b="1" kern="1200" dirty="0"/>
        </a:p>
      </dsp:txBody>
      <dsp:txXfrm>
        <a:off x="4702056" y="713548"/>
        <a:ext cx="2356912" cy="903407"/>
      </dsp:txXfrm>
    </dsp:sp>
    <dsp:sp modelId="{77AD8373-123F-4D62-A0EA-07445DA22E8D}">
      <dsp:nvSpPr>
        <dsp:cNvPr id="0" name=""/>
        <dsp:cNvSpPr/>
      </dsp:nvSpPr>
      <dsp:spPr>
        <a:xfrm>
          <a:off x="7644962" y="1165252"/>
          <a:ext cx="2714764" cy="22391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155319"/>
              <a:satOff val="-3244"/>
              <a:lumOff val="862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Perform the operations for 25 experiments to average the result</a:t>
          </a:r>
          <a:endParaRPr lang="en-IN" sz="1500" kern="1200" dirty="0"/>
        </a:p>
      </dsp:txBody>
      <dsp:txXfrm>
        <a:off x="7696490" y="1216780"/>
        <a:ext cx="2611708" cy="1656247"/>
      </dsp:txXfrm>
    </dsp:sp>
    <dsp:sp modelId="{C7CA63CA-E149-40FA-B568-A9654299D8BC}">
      <dsp:nvSpPr>
        <dsp:cNvPr id="0" name=""/>
        <dsp:cNvSpPr/>
      </dsp:nvSpPr>
      <dsp:spPr>
        <a:xfrm>
          <a:off x="8248243" y="2924556"/>
          <a:ext cx="2413124" cy="959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5319"/>
                <a:satOff val="-3244"/>
                <a:lumOff val="86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5319"/>
                <a:satOff val="-3244"/>
                <a:lumOff val="86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5319"/>
                <a:satOff val="-3244"/>
                <a:lumOff val="86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RESULT</a:t>
          </a:r>
          <a:endParaRPr lang="en-IN" sz="1600" kern="1200" dirty="0"/>
        </a:p>
      </dsp:txBody>
      <dsp:txXfrm>
        <a:off x="8276349" y="2952662"/>
        <a:ext cx="2356912" cy="9034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90228-53A8-43C7-A66A-684EFE7A08EB}">
      <dsp:nvSpPr>
        <dsp:cNvPr id="0" name=""/>
        <dsp:cNvSpPr/>
      </dsp:nvSpPr>
      <dsp:spPr>
        <a:xfrm>
          <a:off x="435302" y="0"/>
          <a:ext cx="4933430" cy="332071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CF42C-CDB1-49EE-A156-0A4B82D54A13}">
      <dsp:nvSpPr>
        <dsp:cNvPr id="0" name=""/>
        <dsp:cNvSpPr/>
      </dsp:nvSpPr>
      <dsp:spPr>
        <a:xfrm>
          <a:off x="4688436" y="970558"/>
          <a:ext cx="1115599" cy="130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 dirty="0"/>
            <a:t>28 OFDM symbols.</a:t>
          </a:r>
          <a:endParaRPr lang="en-IN" sz="1300" kern="1200" dirty="0"/>
        </a:p>
      </dsp:txBody>
      <dsp:txXfrm>
        <a:off x="4742895" y="1025017"/>
        <a:ext cx="1006681" cy="1199988"/>
      </dsp:txXfrm>
    </dsp:sp>
    <dsp:sp modelId="{01FE9472-C3A4-4876-AFB2-A011CDFACBE6}">
      <dsp:nvSpPr>
        <dsp:cNvPr id="0" name=""/>
        <dsp:cNvSpPr/>
      </dsp:nvSpPr>
      <dsp:spPr>
        <a:xfrm>
          <a:off x="1299035" y="960868"/>
          <a:ext cx="1125401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FFT size: 128 samples.</a:t>
          </a:r>
          <a:endParaRPr lang="en-IN" sz="1300" kern="1200" dirty="0"/>
        </a:p>
      </dsp:txBody>
      <dsp:txXfrm>
        <a:off x="1353973" y="1015806"/>
        <a:ext cx="1015525" cy="1218410"/>
      </dsp:txXfrm>
    </dsp:sp>
    <dsp:sp modelId="{1538009E-8702-45AC-862F-12C6A4E941C4}">
      <dsp:nvSpPr>
        <dsp:cNvPr id="0" name=""/>
        <dsp:cNvSpPr/>
      </dsp:nvSpPr>
      <dsp:spPr>
        <a:xfrm>
          <a:off x="3622875" y="979239"/>
          <a:ext cx="1048288" cy="12915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Cyclic prefix length 16.</a:t>
          </a:r>
          <a:endParaRPr lang="en-IN" sz="1300" kern="1200" dirty="0"/>
        </a:p>
      </dsp:txBody>
      <dsp:txXfrm>
        <a:off x="3674048" y="1030412"/>
        <a:ext cx="945942" cy="1189199"/>
      </dsp:txXfrm>
    </dsp:sp>
    <dsp:sp modelId="{4495F5D6-60A1-426B-902C-BF6ADCDCC3A3}">
      <dsp:nvSpPr>
        <dsp:cNvPr id="0" name=""/>
        <dsp:cNvSpPr/>
      </dsp:nvSpPr>
      <dsp:spPr>
        <a:xfrm>
          <a:off x="2487842" y="960868"/>
          <a:ext cx="1125401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Frequency 3.7 GHz [4].</a:t>
          </a:r>
          <a:endParaRPr lang="en-IN" sz="1300" kern="1200" dirty="0"/>
        </a:p>
      </dsp:txBody>
      <dsp:txXfrm>
        <a:off x="2542780" y="1015806"/>
        <a:ext cx="1015525" cy="1218410"/>
      </dsp:txXfrm>
    </dsp:sp>
    <dsp:sp modelId="{2C4CB3CE-BCEB-439C-AA8A-0811C30327CD}">
      <dsp:nvSpPr>
        <dsp:cNvPr id="0" name=""/>
        <dsp:cNvSpPr/>
      </dsp:nvSpPr>
      <dsp:spPr>
        <a:xfrm>
          <a:off x="130735" y="951238"/>
          <a:ext cx="1125401" cy="1328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 subframes from numerology 0. </a:t>
          </a:r>
          <a:endParaRPr lang="en-IN" sz="1300" kern="1200" dirty="0"/>
        </a:p>
      </dsp:txBody>
      <dsp:txXfrm>
        <a:off x="185673" y="1006176"/>
        <a:ext cx="1015525" cy="1218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15.10.23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15.10.23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53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3254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330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51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66" name="Grafik 3">
            <a:extLst>
              <a:ext uri="{FF2B5EF4-FFF2-40B4-BE49-F238E27FC236}">
                <a16:creationId xmlns:a16="http://schemas.microsoft.com/office/drawing/2014/main" id="{F5E57E6A-8A0A-4611-8D20-6EFE128A3061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BAC0EB9-6745-4BC9-B62C-D0408639044C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AE05F4DA-8875-4531-A3E1-9A9253C9B8C8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79262BF-E867-4B8D-A5D9-C05986D4B5C4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88B175E-3332-4F42-85CC-4D3CB1CDD67E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D3EE7E7-656D-44D0-A8E5-902F51365AD8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EB7CDC62-6D84-4879-90B2-CED3047AB955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F2EB24-4BA2-4855-BA15-2013AD15DE4C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56783BA-4BD9-456A-8E1F-DB395FAA4C27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A0A9AC4-4291-4429-A5E6-F9B02DA18E3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700BB3D-17DE-4AA7-9481-48C5BCF0CC6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2ACBC44E-27C1-408A-8EDD-F5913EFE6DB7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6905261-35BC-4E75-8193-766751D592A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F18B191E-54AD-4B1D-BCB0-A06E5A2804B1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CC01031B-1E3F-4B3F-8836-7B4C5789BBE3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30AFC32A-2C37-44C1-A1BB-2B0FC87FC6BE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D64DA7C-9D36-4399-80F0-718B75D53D4B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0884CE5-F60B-43FE-B570-CB0ED9ED2C0D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75BDE08-0A10-4A88-BFA6-8D059D2D02BB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2AB79C9-E3ED-4783-B671-5DB9D4288B46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113C232E-3E76-4078-8B81-B0E5AF404A15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82E9C18-DF8B-4CF7-9A49-42E90EFB55C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0445EFA6-D834-4337-BBD2-4534F841B54A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B6F9751-691D-4E48-94C1-0433183ECAF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FB40E5-F34D-4DF1-8178-3897A0349504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4A4C5803-4DBD-4AD9-99C1-243F55AFB06B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B9CC2AEB-7490-46DA-8359-E39B4D84B91C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F19BD1A3-4D27-469F-816F-F68E68ABC4C4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8E51CDB-CB01-422A-8B6E-58BCF880AD93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E33B8C0-9214-48E9-B389-6B44159931EF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179B9FE-AD40-45DF-AFAF-9A549A0A81BC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183F8D-EEE0-4CB3-ADF3-C13D2EDB85CE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DEF7A6F6-7697-44F1-AB8D-7381F17E2CAB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0A9FABD-4F3B-45E8-960F-F01F361FB27A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656E7268-0DA0-4990-9B9D-54FEE7EA853A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CBBBFDE1-93E6-4EA6-9641-358A19EB8BFD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3BD6739E-66DE-4C5B-B2DD-23621B7F259F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54618B59-5213-46E5-878B-7FE5CF774D55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E48E0C61-CBC6-4D6B-9C7F-9C401E2F776A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4A078B44-E6FF-45AF-9463-415791E9E2B2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B8DF66C6-B271-49B7-A3C2-F924D0C2BAE3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CD1A344C-4F81-480A-86DA-471DAC72211F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01FBA49C-9EC1-4B1A-BDC7-8C5BAA4A7D55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B005168-C214-411A-9B4B-10EE20B40413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61F30758-DF57-4F7C-A3BB-778F50AB2271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32F9211C-663D-42E6-A6B3-A0F6AF121255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C8DBE9A1-1B20-4779-B1AA-B1E13D2478BB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69FE9E73-4E3B-4C25-85EC-17FA1D2289A3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717AC0E0-ED3B-4A45-9517-685FC623E89C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AE7EF3E2-3EEA-496B-8061-462FA9487D09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5292C6F-4FDB-4207-9DD9-3F96570C8F1B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7D7DFA3-D584-4F02-BCFD-1124EC87E1DF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361EFEEA-62B2-4FA2-B991-E6318A38C981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0A67168-F32D-4D4D-A00C-917CD9297BE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99096E6E-B984-4028-B47B-1EA912394AC6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50AFA9AA-F478-4623-B334-3BAEF63D226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D8A89570-FCAB-45B0-AB90-6828CDF05FFD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5E55572E-2064-4394-B012-FCE69D487F70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AB1C19C7-174E-4E40-B14E-DEDD91C40E6B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0FA12A8A-6A2E-48EE-BCE2-B0B9B6CBB27A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3D506DCC-DA72-4AD0-A01A-4352D892B228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842DA7F3-A16D-4708-9BBD-C812086FC6D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35A98327-C377-49D6-8F69-09ED7902DAE5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DC49EE81-A188-4CD1-8CD3-AFB03655F322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63A62EA2-8EF9-4AE9-B1F1-05C3C0F5D0E9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4704B4EC-9D11-4968-B598-698F7A8DC422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23249CB1-7CAB-4850-9995-1DB1DE9A66B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4ADAEEC0-8B60-45A8-863D-E07FF87452E4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EA5149-6C2E-4A99-855D-98D6F993252E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839566B5-5F09-47EF-8BBF-C6032C0EAE27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EA640983-2EAA-42F8-8CD8-C40B11C10E85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8CB5766-1234-4FD9-8FCE-26F2E15B7426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A8FEDDB1-CBE1-40C1-86CB-DB81E0C87CD2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BF05746A-F360-45E8-9C4B-09BDB0C8B7E2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93790881-6B20-4277-A3CA-BFEC2794C514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4DD1A8B3-6730-49F4-92A9-20356F6BBB5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0162480C-C888-494C-95F1-F8716AB5381A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2359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B9A-FF66-154D-B5A2-25B00AE5BA18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4398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7719-0CDD-1D4E-BA0B-8D9CB6ADFAF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B1FDB65-A456-4049-8E16-FA93963151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892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229CC6-1BF2-104D-8308-3638C45B0C3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292D92C0-5CBB-4212-BCE9-716C6B6424DE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2A6B447E-5FB6-4481-B2D8-A09018DF411B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3060E1A1-C4E7-4296-8765-37F76E9F6201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A0C2E8-4ACF-4B1C-9140-AB543D036643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02CDB60-6B76-4A73-9E02-FBED23E7883D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413A0996-722C-48A1-947C-E46434F342A5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987E1F0B-9C57-4D9C-B2D7-511921F951FC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8CAC408F-20D5-4009-9FE9-636E1E424843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27B03157-5209-4144-8828-5793E615083D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86F7975E-24ED-477C-9C39-16B97BE788A6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D367CB3-6980-455A-9069-8152DD40E3CC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FACE9DBF-00F9-4558-A639-53F0D6D09738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2C0DBBE-131F-47DA-8BAB-9240DF19403B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723679D3-C939-4A79-9FDA-0DCBEC8567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6C4EF18-768F-4988-8404-D738609C421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7AB761FB-6534-48CC-96E4-97072970BE50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252D4282-8C0C-4BC9-B2D5-889BAE0B9BF8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A3BD648-4D40-49AA-82B6-0F77BD11AFF5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FF0313B-0256-4D3D-ADEC-444FC0E29F50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573CA73-29D1-4F5F-B590-AE52E5235C32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9335C432-8675-468B-951F-534BBEDBEB72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736AA1D-204C-4338-9568-833E5EACF1A0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79FF1AD-B89E-4D7E-9C9E-1923C8702DE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5657D56A-B1ED-47FA-AA6E-6A8C9BA02128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9EF58839-67A3-44BA-9046-2566C7E1A442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8E6372E8-0F95-401A-B1E6-4FB792B1EDE8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7C726C3-A3CF-48D5-A087-667491C22A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B95B07B-8CE2-478D-B60E-29D2AC78ED26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F6080EA1-4454-4744-9BAA-5EFA5C8C1A27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8AAF6610-7F78-4A72-89B1-2AB9939C2905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649B43AC-08EA-4CF7-B720-1043BEE94621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2D72BC0-ECA6-4BB4-9317-4BC921FC94BB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C3ABA628-7B39-4E18-9E0D-FCE9FB16AB23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D35B9D-1EE2-47E0-8D0C-6B33FCB9C8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73DFF885-8B16-4D11-994D-EFE7E661D63E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6CA0BD27-0877-48A9-9A32-3B8E26397C50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FF707C74-32A0-425B-972F-31E8D762A89D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0CAA95E8-1F27-4E6A-A72A-5D659080D482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ECD4BF4A-3567-4DD0-BD4C-56FC4EFFF3D9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70B0303-9530-4B43-9D60-0EF90F6D1383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12F459-0E98-45F5-A42F-897D8B222960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42BE939-E3FE-4550-B97E-4391BA90C491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AE39D06-E89C-4DDF-BAAC-FCAA79E85C80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AB8E3EA-2F9D-4D73-A643-5B2B5754ACA1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9A4592F-1C49-4F5E-9BE5-E4E48029AC30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4D40DDBB-9A0A-4705-BF97-2DF2D76488D6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046803DD-55F3-4F83-BB7E-A27B2972BE41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C0AA9F0-7CDF-4903-936C-F843B3754074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54B4287-F015-4E37-9C35-21E17E5EA517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C7577CF9-2429-4044-8620-CAF831058252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F0039E4B-FED0-47D4-9398-C45145558C27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94126F-7BE5-4CA7-B313-00A72B3D434C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53325FC-AA60-40EB-9E4D-8A985A64DD5A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06C39AEC-1240-4A5D-8FC5-377F1EDA35C8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F3490B-3419-4249-8C80-D238BE44A872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A54C1D5-DCF8-4E29-9FF5-5F0F9153EF41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2A47EC5-7C10-461C-B589-1856F68503CE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5092D137-F396-46E0-B98A-74930DF55C69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98939C7C-34FE-4634-BDE5-099BBD8DF521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BD1DC82-0D9F-40BC-80A2-BD8196D3B1E1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CA64A677-C930-4874-BF48-CA832CE306EF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8D1E66C4-75AC-4F53-A427-7415CFA3FDA8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76323735-A19E-4130-A43B-9182218AFAD9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61A54191-9FE7-4E1E-A013-D1830EFB040E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2C968BA-238F-4DB8-8B76-C4B6289C932B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21E138-1FDF-4147-B757-233FA9BD5699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531863FD-2855-47A9-9854-D37A4517EC92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085ED5C0-779B-4E63-AE72-A89A39FDFFB2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916A1A36-E87D-44A2-A5CD-4A33747E2E24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80E03ED7-DC2A-4555-BEB9-7CF8005506B3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63170764-934B-416D-B1CA-25406C862DD1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D3B62540-1579-45C1-B051-365C90BEF8DD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50F532CF-5209-47B6-9476-F6C1639CC2EA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A86BBC8C-B975-4C3A-A6C3-939E38040DAD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23784A70-4AB8-4801-9088-0E386F52911E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044FDE6E-6E3F-492C-B773-6783BA96880D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B728CC6-C9F6-45BF-BD25-24F47F2EEDA6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15548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9A39F-B4A4-284E-B51D-B0785F950EB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EC489F-F71C-4659-9116-2F6E62F5F9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9966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5BBF1-942E-2D40-8C3E-3BA97E9C7D46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95260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B0AA0-11D0-A54A-8075-50969963DBA4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888C2E5-BE70-41A9-A2DE-FD8C4043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78630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278D0-5F64-FC4F-A774-005D7117587F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7501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766AF-C7CB-A042-9928-76042656BFA4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02753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07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8595-1F23-BC44-8C70-69A25A661EC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E3678F-E977-4C19-90B6-B0E629A1C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125569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2E1EB-EF6C-8B4B-A292-D9A2C479A27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A46EE5-DC32-47B3-BF0E-362CD67881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1298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BFD0-B0BB-304A-81F0-458D9EE77819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30755EEA-F577-4453-979C-19EC4B0E99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67204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2F5EE-2CD8-CE48-A8F7-BFA5371916E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739EF2C-11E0-4052-A222-7C9A717AF0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87156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2A15-4CAF-2542-B028-BDF43FFC71E8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D373DC4-B885-417D-8963-6BF7FDE59A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5696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9484-B446-8746-B8D1-8B07CC32146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26F7B9C-F022-4BB0-B562-B99FB018F6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1670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el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8341" y="6634666"/>
            <a:ext cx="748603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5B9343-9C8F-B44C-91BE-4D37C88EAD5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81" y="6634666"/>
            <a:ext cx="203582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37BB-F615-A44C-8299-104D9EE5619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D6A9334-FF1A-48E7-8B74-42F4FC8658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8705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8A00-04DA-0846-9882-8159F71B4E12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4876CF4-2372-4CC0-99FA-483AD639C0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750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316A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4B01F7-E6A0-411E-9B52-963FFE045C73}"/>
              </a:ext>
            </a:extLst>
          </p:cNvPr>
          <p:cNvGrpSpPr/>
          <p:nvPr userDrawn="1"/>
        </p:nvGrpSpPr>
        <p:grpSpPr>
          <a:xfrm>
            <a:off x="520163" y="293688"/>
            <a:ext cx="2592820" cy="556499"/>
            <a:chOff x="1648912" y="-143138"/>
            <a:chExt cx="2305525" cy="494837"/>
          </a:xfrm>
          <a:solidFill>
            <a:srgbClr val="04316A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A565D70E-48E9-4A7C-92E8-0E0D01C46C00}"/>
                </a:ext>
              </a:extLst>
            </p:cNvPr>
            <p:cNvSpPr/>
            <p:nvPr/>
          </p:nvSpPr>
          <p:spPr>
            <a:xfrm>
              <a:off x="1648912" y="-137135"/>
              <a:ext cx="69751" cy="110916"/>
            </a:xfrm>
            <a:custGeom>
              <a:avLst/>
              <a:gdLst>
                <a:gd name="connsiteX0" fmla="*/ 69752 w 69751"/>
                <a:gd name="connsiteY0" fmla="*/ 18296 h 110916"/>
                <a:gd name="connsiteX1" fmla="*/ 19725 w 69751"/>
                <a:gd name="connsiteY1" fmla="*/ 18296 h 110916"/>
                <a:gd name="connsiteX2" fmla="*/ 19725 w 69751"/>
                <a:gd name="connsiteY2" fmla="*/ 45739 h 110916"/>
                <a:gd name="connsiteX3" fmla="*/ 56888 w 69751"/>
                <a:gd name="connsiteY3" fmla="*/ 45739 h 110916"/>
                <a:gd name="connsiteX4" fmla="*/ 56888 w 69751"/>
                <a:gd name="connsiteY4" fmla="*/ 63749 h 110916"/>
                <a:gd name="connsiteX5" fmla="*/ 19725 w 69751"/>
                <a:gd name="connsiteY5" fmla="*/ 63749 h 110916"/>
                <a:gd name="connsiteX6" fmla="*/ 19725 w 69751"/>
                <a:gd name="connsiteY6" fmla="*/ 110917 h 110916"/>
                <a:gd name="connsiteX7" fmla="*/ 0 w 69751"/>
                <a:gd name="connsiteY7" fmla="*/ 110917 h 110916"/>
                <a:gd name="connsiteX8" fmla="*/ 0 w 69751"/>
                <a:gd name="connsiteY8" fmla="*/ 0 h 110916"/>
                <a:gd name="connsiteX9" fmla="*/ 69466 w 69751"/>
                <a:gd name="connsiteY9" fmla="*/ 0 h 110916"/>
                <a:gd name="connsiteX10" fmla="*/ 69466 w 69751"/>
                <a:gd name="connsiteY10" fmla="*/ 18296 h 11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916">
                  <a:moveTo>
                    <a:pt x="69752" y="18296"/>
                  </a:moveTo>
                  <a:lnTo>
                    <a:pt x="19725" y="18296"/>
                  </a:lnTo>
                  <a:lnTo>
                    <a:pt x="19725" y="45739"/>
                  </a:lnTo>
                  <a:lnTo>
                    <a:pt x="56888" y="45739"/>
                  </a:lnTo>
                  <a:lnTo>
                    <a:pt x="56888" y="63749"/>
                  </a:lnTo>
                  <a:lnTo>
                    <a:pt x="19725" y="63749"/>
                  </a:lnTo>
                  <a:lnTo>
                    <a:pt x="19725" y="110917"/>
                  </a:lnTo>
                  <a:lnTo>
                    <a:pt x="0" y="110917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E755454-569D-4A24-B052-250BF7AF1B02}"/>
                </a:ext>
              </a:extLst>
            </p:cNvPr>
            <p:cNvSpPr/>
            <p:nvPr/>
          </p:nvSpPr>
          <p:spPr>
            <a:xfrm>
              <a:off x="1729527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9B7A488-9DF4-4A39-B41E-7BF709A81808}"/>
                </a:ext>
              </a:extLst>
            </p:cNvPr>
            <p:cNvSpPr/>
            <p:nvPr/>
          </p:nvSpPr>
          <p:spPr>
            <a:xfrm>
              <a:off x="1790989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B3F6AB0F-8CCD-4767-A574-43CCC1786747}"/>
                </a:ext>
              </a:extLst>
            </p:cNvPr>
            <p:cNvSpPr/>
            <p:nvPr/>
          </p:nvSpPr>
          <p:spPr>
            <a:xfrm>
              <a:off x="1831868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581 w 72896"/>
                <a:gd name="connsiteY10" fmla="*/ 34590 h 83759"/>
                <a:gd name="connsiteX11" fmla="*/ 54887 w 72896"/>
                <a:gd name="connsiteY11" fmla="*/ 34590 h 83759"/>
                <a:gd name="connsiteX12" fmla="*/ 37163 w 72896"/>
                <a:gd name="connsiteY12" fmla="*/ 15151 h 83759"/>
                <a:gd name="connsiteX13" fmla="*/ 18581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581" y="34590"/>
                  </a:moveTo>
                  <a:lnTo>
                    <a:pt x="54887" y="34590"/>
                  </a:lnTo>
                  <a:cubicBezTo>
                    <a:pt x="54029" y="22298"/>
                    <a:pt x="47740" y="15151"/>
                    <a:pt x="37163" y="15151"/>
                  </a:cubicBezTo>
                  <a:cubicBezTo>
                    <a:pt x="26872" y="15151"/>
                    <a:pt x="20297" y="22298"/>
                    <a:pt x="18581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F0305C3D-2CBC-4736-8D8A-2BFEB5B6B41B}"/>
                </a:ext>
              </a:extLst>
            </p:cNvPr>
            <p:cNvSpPr/>
            <p:nvPr/>
          </p:nvSpPr>
          <p:spPr>
            <a:xfrm>
              <a:off x="1921344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296 w 74611"/>
                <a:gd name="connsiteY12" fmla="*/ 76613 h 118921"/>
                <a:gd name="connsiteX13" fmla="*/ 36877 w 74611"/>
                <a:gd name="connsiteY13" fmla="*/ 102341 h 118921"/>
                <a:gd name="connsiteX14" fmla="*/ 56030 w 74611"/>
                <a:gd name="connsiteY14" fmla="*/ 91764 h 118921"/>
                <a:gd name="connsiteX15" fmla="*/ 56030 w 74611"/>
                <a:gd name="connsiteY15" fmla="*/ 62319 h 118921"/>
                <a:gd name="connsiteX16" fmla="*/ 36877 w 74611"/>
                <a:gd name="connsiteY16" fmla="*/ 51742 h 118921"/>
                <a:gd name="connsiteX17" fmla="*/ 18296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296" y="76613"/>
                  </a:moveTo>
                  <a:cubicBezTo>
                    <a:pt x="18296" y="92907"/>
                    <a:pt x="25156" y="102341"/>
                    <a:pt x="36877" y="102341"/>
                  </a:cubicBezTo>
                  <a:cubicBezTo>
                    <a:pt x="44024" y="102341"/>
                    <a:pt x="50027" y="98910"/>
                    <a:pt x="56030" y="91764"/>
                  </a:cubicBezTo>
                  <a:lnTo>
                    <a:pt x="56030" y="62319"/>
                  </a:lnTo>
                  <a:cubicBezTo>
                    <a:pt x="50599" y="55173"/>
                    <a:pt x="44595" y="51742"/>
                    <a:pt x="36877" y="51742"/>
                  </a:cubicBezTo>
                  <a:cubicBezTo>
                    <a:pt x="24871" y="51742"/>
                    <a:pt x="18296" y="60604"/>
                    <a:pt x="18296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71643BC-9B46-4580-8889-D8099D3A4C0A}"/>
                </a:ext>
              </a:extLst>
            </p:cNvPr>
            <p:cNvSpPr/>
            <p:nvPr/>
          </p:nvSpPr>
          <p:spPr>
            <a:xfrm>
              <a:off x="202082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00178AB-232D-4D5A-ACAD-DABEF1A4DD9B}"/>
                </a:ext>
              </a:extLst>
            </p:cNvPr>
            <p:cNvSpPr/>
            <p:nvPr/>
          </p:nvSpPr>
          <p:spPr>
            <a:xfrm>
              <a:off x="2082002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440 w 23727"/>
                <a:gd name="connsiteY5" fmla="*/ 115491 h 115490"/>
                <a:gd name="connsiteX6" fmla="*/ 2859 w 23727"/>
                <a:gd name="connsiteY6" fmla="*/ 115491 h 115490"/>
                <a:gd name="connsiteX7" fmla="*/ 2859 w 23727"/>
                <a:gd name="connsiteY7" fmla="*/ 35448 h 115490"/>
                <a:gd name="connsiteX8" fmla="*/ 21440 w 23727"/>
                <a:gd name="connsiteY8" fmla="*/ 35448 h 115490"/>
                <a:gd name="connsiteX9" fmla="*/ 21440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581" y="0"/>
                    <a:pt x="23727" y="4860"/>
                    <a:pt x="23727" y="11435"/>
                  </a:cubicBezTo>
                  <a:close/>
                  <a:moveTo>
                    <a:pt x="21440" y="115491"/>
                  </a:moveTo>
                  <a:lnTo>
                    <a:pt x="2859" y="115491"/>
                  </a:lnTo>
                  <a:lnTo>
                    <a:pt x="2859" y="35448"/>
                  </a:lnTo>
                  <a:lnTo>
                    <a:pt x="21440" y="35448"/>
                  </a:lnTo>
                  <a:lnTo>
                    <a:pt x="21440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E2ADD62A-6877-414D-BAEC-EA2065214D96}"/>
                </a:ext>
              </a:extLst>
            </p:cNvPr>
            <p:cNvSpPr/>
            <p:nvPr/>
          </p:nvSpPr>
          <p:spPr>
            <a:xfrm>
              <a:off x="2123453" y="-108548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8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8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4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27AF9E26-EF63-4541-8C2D-2407580A7059}"/>
                </a:ext>
              </a:extLst>
            </p:cNvPr>
            <p:cNvSpPr/>
            <p:nvPr/>
          </p:nvSpPr>
          <p:spPr>
            <a:xfrm>
              <a:off x="2206927" y="-143138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7 h 116920"/>
                <a:gd name="connsiteX10" fmla="*/ 18867 w 68894"/>
                <a:gd name="connsiteY10" fmla="*/ 46597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0E1DA89-9BDE-4FB2-A195-2ED3CAF52BF9}"/>
                </a:ext>
              </a:extLst>
            </p:cNvPr>
            <p:cNvSpPr/>
            <p:nvPr/>
          </p:nvSpPr>
          <p:spPr>
            <a:xfrm>
              <a:off x="2297261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BB7BD4C-F348-4F03-AD58-08BF195485B2}"/>
                </a:ext>
              </a:extLst>
            </p:cNvPr>
            <p:cNvSpPr/>
            <p:nvPr/>
          </p:nvSpPr>
          <p:spPr>
            <a:xfrm>
              <a:off x="2346430" y="-137135"/>
              <a:ext cx="102912" cy="110630"/>
            </a:xfrm>
            <a:custGeom>
              <a:avLst/>
              <a:gdLst>
                <a:gd name="connsiteX0" fmla="*/ 40879 w 102912"/>
                <a:gd name="connsiteY0" fmla="*/ 0 h 110630"/>
                <a:gd name="connsiteX1" fmla="*/ 61748 w 102912"/>
                <a:gd name="connsiteY1" fmla="*/ 0 h 110630"/>
                <a:gd name="connsiteX2" fmla="*/ 102912 w 102912"/>
                <a:gd name="connsiteY2" fmla="*/ 110631 h 110630"/>
                <a:gd name="connsiteX3" fmla="*/ 81472 w 102912"/>
                <a:gd name="connsiteY3" fmla="*/ 110631 h 110630"/>
                <a:gd name="connsiteX4" fmla="*/ 73468 w 102912"/>
                <a:gd name="connsiteY4" fmla="*/ 87190 h 110630"/>
                <a:gd name="connsiteX5" fmla="*/ 28873 w 102912"/>
                <a:gd name="connsiteY5" fmla="*/ 87190 h 110630"/>
                <a:gd name="connsiteX6" fmla="*/ 20868 w 102912"/>
                <a:gd name="connsiteY6" fmla="*/ 110631 h 110630"/>
                <a:gd name="connsiteX7" fmla="*/ 0 w 102912"/>
                <a:gd name="connsiteY7" fmla="*/ 110631 h 110630"/>
                <a:gd name="connsiteX8" fmla="*/ 40879 w 102912"/>
                <a:gd name="connsiteY8" fmla="*/ 0 h 110630"/>
                <a:gd name="connsiteX9" fmla="*/ 34876 w 102912"/>
                <a:gd name="connsiteY9" fmla="*/ 69466 h 110630"/>
                <a:gd name="connsiteX10" fmla="*/ 67179 w 102912"/>
                <a:gd name="connsiteY10" fmla="*/ 69466 h 110630"/>
                <a:gd name="connsiteX11" fmla="*/ 51170 w 102912"/>
                <a:gd name="connsiteY11" fmla="*/ 22584 h 110630"/>
                <a:gd name="connsiteX12" fmla="*/ 50885 w 102912"/>
                <a:gd name="connsiteY12" fmla="*/ 22584 h 110630"/>
                <a:gd name="connsiteX13" fmla="*/ 34876 w 102912"/>
                <a:gd name="connsiteY13" fmla="*/ 6946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912" h="110630">
                  <a:moveTo>
                    <a:pt x="40879" y="0"/>
                  </a:moveTo>
                  <a:lnTo>
                    <a:pt x="61748" y="0"/>
                  </a:lnTo>
                  <a:lnTo>
                    <a:pt x="102912" y="110631"/>
                  </a:lnTo>
                  <a:lnTo>
                    <a:pt x="81472" y="110631"/>
                  </a:lnTo>
                  <a:lnTo>
                    <a:pt x="73468" y="87190"/>
                  </a:lnTo>
                  <a:lnTo>
                    <a:pt x="28873" y="87190"/>
                  </a:lnTo>
                  <a:lnTo>
                    <a:pt x="20868" y="110631"/>
                  </a:lnTo>
                  <a:lnTo>
                    <a:pt x="0" y="110631"/>
                  </a:lnTo>
                  <a:lnTo>
                    <a:pt x="40879" y="0"/>
                  </a:lnTo>
                  <a:close/>
                  <a:moveTo>
                    <a:pt x="34876" y="69466"/>
                  </a:moveTo>
                  <a:lnTo>
                    <a:pt x="67179" y="69466"/>
                  </a:lnTo>
                  <a:lnTo>
                    <a:pt x="51170" y="22584"/>
                  </a:lnTo>
                  <a:lnTo>
                    <a:pt x="50885" y="22584"/>
                  </a:lnTo>
                  <a:lnTo>
                    <a:pt x="34876" y="6946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B17508DC-5682-49AF-A5CA-4F2FF0820766}"/>
                </a:ext>
              </a:extLst>
            </p:cNvPr>
            <p:cNvSpPr/>
            <p:nvPr/>
          </p:nvSpPr>
          <p:spPr>
            <a:xfrm>
              <a:off x="2465923" y="-143138"/>
              <a:ext cx="18581" cy="116634"/>
            </a:xfrm>
            <a:custGeom>
              <a:avLst/>
              <a:gdLst>
                <a:gd name="connsiteX0" fmla="*/ 18581 w 18581"/>
                <a:gd name="connsiteY0" fmla="*/ 116634 h 116634"/>
                <a:gd name="connsiteX1" fmla="*/ 0 w 18581"/>
                <a:gd name="connsiteY1" fmla="*/ 116634 h 116634"/>
                <a:gd name="connsiteX2" fmla="*/ 0 w 18581"/>
                <a:gd name="connsiteY2" fmla="*/ 4288 h 116634"/>
                <a:gd name="connsiteX3" fmla="*/ 18581 w 18581"/>
                <a:gd name="connsiteY3" fmla="*/ 0 h 116634"/>
                <a:gd name="connsiteX4" fmla="*/ 18581 w 18581"/>
                <a:gd name="connsiteY4" fmla="*/ 116634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634">
                  <a:moveTo>
                    <a:pt x="18581" y="116634"/>
                  </a:moveTo>
                  <a:lnTo>
                    <a:pt x="0" y="116634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D5EB0492-5AB3-492C-B8C3-86512B8BBF74}"/>
                </a:ext>
              </a:extLst>
            </p:cNvPr>
            <p:cNvSpPr/>
            <p:nvPr/>
          </p:nvSpPr>
          <p:spPr>
            <a:xfrm>
              <a:off x="2504515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2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987D67E-556F-4FFA-A6EC-32CD431726D7}"/>
                </a:ext>
              </a:extLst>
            </p:cNvPr>
            <p:cNvSpPr/>
            <p:nvPr/>
          </p:nvSpPr>
          <p:spPr>
            <a:xfrm>
              <a:off x="2587703" y="-106547"/>
              <a:ext cx="76612" cy="80043"/>
            </a:xfrm>
            <a:custGeom>
              <a:avLst/>
              <a:gdLst>
                <a:gd name="connsiteX0" fmla="*/ 76613 w 76612"/>
                <a:gd name="connsiteY0" fmla="*/ 80043 h 80043"/>
                <a:gd name="connsiteX1" fmla="*/ 55172 w 76612"/>
                <a:gd name="connsiteY1" fmla="*/ 80043 h 80043"/>
                <a:gd name="connsiteX2" fmla="*/ 38020 w 76612"/>
                <a:gd name="connsiteY2" fmla="*/ 52314 h 80043"/>
                <a:gd name="connsiteX3" fmla="*/ 37735 w 76612"/>
                <a:gd name="connsiteY3" fmla="*/ 52314 h 80043"/>
                <a:gd name="connsiteX4" fmla="*/ 21154 w 76612"/>
                <a:gd name="connsiteY4" fmla="*/ 80043 h 80043"/>
                <a:gd name="connsiteX5" fmla="*/ 0 w 76612"/>
                <a:gd name="connsiteY5" fmla="*/ 80043 h 80043"/>
                <a:gd name="connsiteX6" fmla="*/ 27443 w 76612"/>
                <a:gd name="connsiteY6" fmla="*/ 38592 h 80043"/>
                <a:gd name="connsiteX7" fmla="*/ 2001 w 76612"/>
                <a:gd name="connsiteY7" fmla="*/ 0 h 80043"/>
                <a:gd name="connsiteX8" fmla="*/ 23155 w 76612"/>
                <a:gd name="connsiteY8" fmla="*/ 0 h 80043"/>
                <a:gd name="connsiteX9" fmla="*/ 38306 w 76612"/>
                <a:gd name="connsiteY9" fmla="*/ 24585 h 80043"/>
                <a:gd name="connsiteX10" fmla="*/ 38592 w 76612"/>
                <a:gd name="connsiteY10" fmla="*/ 24585 h 80043"/>
                <a:gd name="connsiteX11" fmla="*/ 53457 w 76612"/>
                <a:gd name="connsiteY11" fmla="*/ 0 h 80043"/>
                <a:gd name="connsiteX12" fmla="*/ 74326 w 76612"/>
                <a:gd name="connsiteY12" fmla="*/ 0 h 80043"/>
                <a:gd name="connsiteX13" fmla="*/ 49169 w 76612"/>
                <a:gd name="connsiteY13" fmla="*/ 38306 h 80043"/>
                <a:gd name="connsiteX14" fmla="*/ 76613 w 76612"/>
                <a:gd name="connsiteY14" fmla="*/ 80043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12" h="80043">
                  <a:moveTo>
                    <a:pt x="76613" y="80043"/>
                  </a:moveTo>
                  <a:lnTo>
                    <a:pt x="55172" y="80043"/>
                  </a:lnTo>
                  <a:lnTo>
                    <a:pt x="38020" y="52314"/>
                  </a:lnTo>
                  <a:lnTo>
                    <a:pt x="37735" y="52314"/>
                  </a:lnTo>
                  <a:lnTo>
                    <a:pt x="21154" y="80043"/>
                  </a:lnTo>
                  <a:lnTo>
                    <a:pt x="0" y="80043"/>
                  </a:lnTo>
                  <a:lnTo>
                    <a:pt x="27443" y="38592"/>
                  </a:lnTo>
                  <a:lnTo>
                    <a:pt x="2001" y="0"/>
                  </a:lnTo>
                  <a:lnTo>
                    <a:pt x="23155" y="0"/>
                  </a:lnTo>
                  <a:lnTo>
                    <a:pt x="38306" y="24585"/>
                  </a:lnTo>
                  <a:lnTo>
                    <a:pt x="38592" y="24585"/>
                  </a:lnTo>
                  <a:lnTo>
                    <a:pt x="53457" y="0"/>
                  </a:lnTo>
                  <a:lnTo>
                    <a:pt x="74326" y="0"/>
                  </a:lnTo>
                  <a:lnTo>
                    <a:pt x="49169" y="38306"/>
                  </a:lnTo>
                  <a:lnTo>
                    <a:pt x="76613" y="8004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ABAF2B12-1C5A-4BB0-AB4B-03B735E8EDF1}"/>
                </a:ext>
              </a:extLst>
            </p:cNvPr>
            <p:cNvSpPr/>
            <p:nvPr/>
          </p:nvSpPr>
          <p:spPr>
            <a:xfrm>
              <a:off x="2674316" y="-108262"/>
              <a:ext cx="67755" cy="83759"/>
            </a:xfrm>
            <a:custGeom>
              <a:avLst/>
              <a:gdLst>
                <a:gd name="connsiteX0" fmla="*/ 34309 w 67755"/>
                <a:gd name="connsiteY0" fmla="*/ 32303 h 83759"/>
                <a:gd name="connsiteX1" fmla="*/ 49460 w 67755"/>
                <a:gd name="connsiteY1" fmla="*/ 34018 h 83759"/>
                <a:gd name="connsiteX2" fmla="*/ 49460 w 67755"/>
                <a:gd name="connsiteY2" fmla="*/ 31160 h 83759"/>
                <a:gd name="connsiteX3" fmla="*/ 31736 w 67755"/>
                <a:gd name="connsiteY3" fmla="*/ 15723 h 83759"/>
                <a:gd name="connsiteX4" fmla="*/ 11440 w 67755"/>
                <a:gd name="connsiteY4" fmla="*/ 20297 h 83759"/>
                <a:gd name="connsiteX5" fmla="*/ 7438 w 67755"/>
                <a:gd name="connsiteY5" fmla="*/ 4574 h 83759"/>
                <a:gd name="connsiteX6" fmla="*/ 33737 w 67755"/>
                <a:gd name="connsiteY6" fmla="*/ 0 h 83759"/>
                <a:gd name="connsiteX7" fmla="*/ 67756 w 67755"/>
                <a:gd name="connsiteY7" fmla="*/ 30874 h 83759"/>
                <a:gd name="connsiteX8" fmla="*/ 67756 w 67755"/>
                <a:gd name="connsiteY8" fmla="*/ 82044 h 83759"/>
                <a:gd name="connsiteX9" fmla="*/ 50032 w 67755"/>
                <a:gd name="connsiteY9" fmla="*/ 82044 h 83759"/>
                <a:gd name="connsiteX10" fmla="*/ 50032 w 67755"/>
                <a:gd name="connsiteY10" fmla="*/ 73468 h 83759"/>
                <a:gd name="connsiteX11" fmla="*/ 49746 w 67755"/>
                <a:gd name="connsiteY11" fmla="*/ 73468 h 83759"/>
                <a:gd name="connsiteX12" fmla="*/ 26305 w 67755"/>
                <a:gd name="connsiteY12" fmla="*/ 83759 h 83759"/>
                <a:gd name="connsiteX13" fmla="*/ 5 w 67755"/>
                <a:gd name="connsiteY13" fmla="*/ 58317 h 83759"/>
                <a:gd name="connsiteX14" fmla="*/ 34309 w 67755"/>
                <a:gd name="connsiteY14" fmla="*/ 32303 h 83759"/>
                <a:gd name="connsiteX15" fmla="*/ 31165 w 67755"/>
                <a:gd name="connsiteY15" fmla="*/ 69752 h 83759"/>
                <a:gd name="connsiteX16" fmla="*/ 49460 w 67755"/>
                <a:gd name="connsiteY16" fmla="*/ 60032 h 83759"/>
                <a:gd name="connsiteX17" fmla="*/ 49460 w 67755"/>
                <a:gd name="connsiteY17" fmla="*/ 46311 h 83759"/>
                <a:gd name="connsiteX18" fmla="*/ 36310 w 67755"/>
                <a:gd name="connsiteY18" fmla="*/ 44881 h 83759"/>
                <a:gd name="connsiteX19" fmla="*/ 17729 w 67755"/>
                <a:gd name="connsiteY19" fmla="*/ 58031 h 83759"/>
                <a:gd name="connsiteX20" fmla="*/ 31165 w 67755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5" h="83759">
                  <a:moveTo>
                    <a:pt x="34309" y="32303"/>
                  </a:moveTo>
                  <a:cubicBezTo>
                    <a:pt x="39455" y="32303"/>
                    <a:pt x="44315" y="32589"/>
                    <a:pt x="49460" y="34018"/>
                  </a:cubicBezTo>
                  <a:lnTo>
                    <a:pt x="49460" y="31160"/>
                  </a:lnTo>
                  <a:cubicBezTo>
                    <a:pt x="49460" y="20868"/>
                    <a:pt x="43457" y="15723"/>
                    <a:pt x="31736" y="15723"/>
                  </a:cubicBezTo>
                  <a:cubicBezTo>
                    <a:pt x="25161" y="15723"/>
                    <a:pt x="18015" y="17152"/>
                    <a:pt x="11440" y="20297"/>
                  </a:cubicBezTo>
                  <a:lnTo>
                    <a:pt x="7438" y="4574"/>
                  </a:lnTo>
                  <a:cubicBezTo>
                    <a:pt x="14870" y="1715"/>
                    <a:pt x="24590" y="0"/>
                    <a:pt x="33737" y="0"/>
                  </a:cubicBezTo>
                  <a:cubicBezTo>
                    <a:pt x="56321" y="0"/>
                    <a:pt x="67756" y="10577"/>
                    <a:pt x="67756" y="30874"/>
                  </a:cubicBezTo>
                  <a:lnTo>
                    <a:pt x="67756" y="82044"/>
                  </a:lnTo>
                  <a:lnTo>
                    <a:pt x="50032" y="82044"/>
                  </a:lnTo>
                  <a:lnTo>
                    <a:pt x="50032" y="73468"/>
                  </a:lnTo>
                  <a:lnTo>
                    <a:pt x="49746" y="73468"/>
                  </a:lnTo>
                  <a:cubicBezTo>
                    <a:pt x="42885" y="80615"/>
                    <a:pt x="35738" y="83759"/>
                    <a:pt x="26305" y="83759"/>
                  </a:cubicBezTo>
                  <a:cubicBezTo>
                    <a:pt x="10296" y="83759"/>
                    <a:pt x="5" y="73754"/>
                    <a:pt x="5" y="58317"/>
                  </a:cubicBezTo>
                  <a:cubicBezTo>
                    <a:pt x="-281" y="41451"/>
                    <a:pt x="11726" y="32303"/>
                    <a:pt x="34309" y="32303"/>
                  </a:cubicBezTo>
                  <a:close/>
                  <a:moveTo>
                    <a:pt x="31165" y="69752"/>
                  </a:moveTo>
                  <a:cubicBezTo>
                    <a:pt x="38025" y="69752"/>
                    <a:pt x="44315" y="66321"/>
                    <a:pt x="49460" y="60032"/>
                  </a:cubicBezTo>
                  <a:lnTo>
                    <a:pt x="49460" y="46311"/>
                  </a:lnTo>
                  <a:cubicBezTo>
                    <a:pt x="45172" y="45167"/>
                    <a:pt x="40598" y="44881"/>
                    <a:pt x="36310" y="44881"/>
                  </a:cubicBezTo>
                  <a:cubicBezTo>
                    <a:pt x="24590" y="44881"/>
                    <a:pt x="17729" y="49455"/>
                    <a:pt x="17729" y="58031"/>
                  </a:cubicBezTo>
                  <a:cubicBezTo>
                    <a:pt x="17729" y="65178"/>
                    <a:pt x="22874" y="69752"/>
                    <a:pt x="31165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1886E551-8FE5-4116-9E54-46EEADB0B4E4}"/>
                </a:ext>
              </a:extLst>
            </p:cNvPr>
            <p:cNvSpPr/>
            <p:nvPr/>
          </p:nvSpPr>
          <p:spPr>
            <a:xfrm>
              <a:off x="2765799" y="-108262"/>
              <a:ext cx="68894" cy="82044"/>
            </a:xfrm>
            <a:custGeom>
              <a:avLst/>
              <a:gdLst>
                <a:gd name="connsiteX0" fmla="*/ 68894 w 68894"/>
                <a:gd name="connsiteY0" fmla="*/ 81758 h 82044"/>
                <a:gd name="connsiteX1" fmla="*/ 50027 w 68894"/>
                <a:gd name="connsiteY1" fmla="*/ 81758 h 82044"/>
                <a:gd name="connsiteX2" fmla="*/ 50027 w 68894"/>
                <a:gd name="connsiteY2" fmla="*/ 36019 h 82044"/>
                <a:gd name="connsiteX3" fmla="*/ 35162 w 68894"/>
                <a:gd name="connsiteY3" fmla="*/ 16580 h 82044"/>
                <a:gd name="connsiteX4" fmla="*/ 18581 w 68894"/>
                <a:gd name="connsiteY4" fmla="*/ 36019 h 82044"/>
                <a:gd name="connsiteX5" fmla="*/ 18581 w 68894"/>
                <a:gd name="connsiteY5" fmla="*/ 82044 h 82044"/>
                <a:gd name="connsiteX6" fmla="*/ 0 w 68894"/>
                <a:gd name="connsiteY6" fmla="*/ 82044 h 82044"/>
                <a:gd name="connsiteX7" fmla="*/ 0 w 68894"/>
                <a:gd name="connsiteY7" fmla="*/ 2001 h 82044"/>
                <a:gd name="connsiteX8" fmla="*/ 18581 w 68894"/>
                <a:gd name="connsiteY8" fmla="*/ 2001 h 82044"/>
                <a:gd name="connsiteX9" fmla="*/ 18581 w 68894"/>
                <a:gd name="connsiteY9" fmla="*/ 11721 h 82044"/>
                <a:gd name="connsiteX10" fmla="*/ 18867 w 68894"/>
                <a:gd name="connsiteY10" fmla="*/ 11721 h 82044"/>
                <a:gd name="connsiteX11" fmla="*/ 42308 w 68894"/>
                <a:gd name="connsiteY11" fmla="*/ 0 h 82044"/>
                <a:gd name="connsiteX12" fmla="*/ 68608 w 68894"/>
                <a:gd name="connsiteY12" fmla="*/ 32303 h 82044"/>
                <a:gd name="connsiteX13" fmla="*/ 68608 w 68894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82044">
                  <a:moveTo>
                    <a:pt x="68894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CEDAD2DB-4066-41C3-90B1-4A3A8343F4DE}"/>
                </a:ext>
              </a:extLst>
            </p:cNvPr>
            <p:cNvSpPr/>
            <p:nvPr/>
          </p:nvSpPr>
          <p:spPr>
            <a:xfrm>
              <a:off x="2854418" y="-143138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319 h 118921"/>
                <a:gd name="connsiteX16" fmla="*/ 37163 w 74611"/>
                <a:gd name="connsiteY16" fmla="*/ 51742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319"/>
                  </a:lnTo>
                  <a:cubicBezTo>
                    <a:pt x="50884" y="55173"/>
                    <a:pt x="44881" y="51742"/>
                    <a:pt x="37163" y="51742"/>
                  </a:cubicBezTo>
                  <a:cubicBezTo>
                    <a:pt x="24871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4815F3-7902-4E48-97B0-6DC7C19707FE}"/>
                </a:ext>
              </a:extLst>
            </p:cNvPr>
            <p:cNvSpPr/>
            <p:nvPr/>
          </p:nvSpPr>
          <p:spPr>
            <a:xfrm>
              <a:off x="2949326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2B2F00D4-968A-452C-AF4B-1E4684C6C40D}"/>
                </a:ext>
              </a:extLst>
            </p:cNvPr>
            <p:cNvSpPr/>
            <p:nvPr/>
          </p:nvSpPr>
          <p:spPr>
            <a:xfrm>
              <a:off x="3043376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9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2B7EB169-B440-4481-B1C1-70AD33F7BBAC}"/>
                </a:ext>
              </a:extLst>
            </p:cNvPr>
            <p:cNvSpPr/>
            <p:nvPr/>
          </p:nvSpPr>
          <p:spPr>
            <a:xfrm>
              <a:off x="3103123" y="-84249"/>
              <a:ext cx="39163" cy="17723"/>
            </a:xfrm>
            <a:custGeom>
              <a:avLst/>
              <a:gdLst>
                <a:gd name="connsiteX0" fmla="*/ 39164 w 39163"/>
                <a:gd name="connsiteY0" fmla="*/ 17724 h 17723"/>
                <a:gd name="connsiteX1" fmla="*/ 0 w 39163"/>
                <a:gd name="connsiteY1" fmla="*/ 17724 h 17723"/>
                <a:gd name="connsiteX2" fmla="*/ 0 w 39163"/>
                <a:gd name="connsiteY2" fmla="*/ 0 h 17723"/>
                <a:gd name="connsiteX3" fmla="*/ 39164 w 39163"/>
                <a:gd name="connsiteY3" fmla="*/ 0 h 17723"/>
                <a:gd name="connsiteX4" fmla="*/ 39164 w 39163"/>
                <a:gd name="connsiteY4" fmla="*/ 17724 h 1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63" h="17723">
                  <a:moveTo>
                    <a:pt x="39164" y="17724"/>
                  </a:moveTo>
                  <a:lnTo>
                    <a:pt x="0" y="17724"/>
                  </a:lnTo>
                  <a:lnTo>
                    <a:pt x="0" y="0"/>
                  </a:lnTo>
                  <a:lnTo>
                    <a:pt x="39164" y="0"/>
                  </a:lnTo>
                  <a:lnTo>
                    <a:pt x="39164" y="1772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A8BE52F-FCE7-4571-B2C2-F617EFF332E5}"/>
                </a:ext>
              </a:extLst>
            </p:cNvPr>
            <p:cNvSpPr/>
            <p:nvPr/>
          </p:nvSpPr>
          <p:spPr>
            <a:xfrm>
              <a:off x="3166014" y="-137135"/>
              <a:ext cx="86617" cy="112632"/>
            </a:xfrm>
            <a:custGeom>
              <a:avLst/>
              <a:gdLst>
                <a:gd name="connsiteX0" fmla="*/ 86618 w 86617"/>
                <a:gd name="connsiteY0" fmla="*/ 66893 h 112632"/>
                <a:gd name="connsiteX1" fmla="*/ 43166 w 86617"/>
                <a:gd name="connsiteY1" fmla="*/ 112632 h 112632"/>
                <a:gd name="connsiteX2" fmla="*/ 0 w 86617"/>
                <a:gd name="connsiteY2" fmla="*/ 66893 h 112632"/>
                <a:gd name="connsiteX3" fmla="*/ 0 w 86617"/>
                <a:gd name="connsiteY3" fmla="*/ 0 h 112632"/>
                <a:gd name="connsiteX4" fmla="*/ 20011 w 86617"/>
                <a:gd name="connsiteY4" fmla="*/ 0 h 112632"/>
                <a:gd name="connsiteX5" fmla="*/ 20011 w 86617"/>
                <a:gd name="connsiteY5" fmla="*/ 65750 h 112632"/>
                <a:gd name="connsiteX6" fmla="*/ 43452 w 86617"/>
                <a:gd name="connsiteY6" fmla="*/ 93765 h 112632"/>
                <a:gd name="connsiteX7" fmla="*/ 66321 w 86617"/>
                <a:gd name="connsiteY7" fmla="*/ 65750 h 112632"/>
                <a:gd name="connsiteX8" fmla="*/ 66321 w 86617"/>
                <a:gd name="connsiteY8" fmla="*/ 0 h 112632"/>
                <a:gd name="connsiteX9" fmla="*/ 86332 w 86617"/>
                <a:gd name="connsiteY9" fmla="*/ 0 h 112632"/>
                <a:gd name="connsiteX10" fmla="*/ 86332 w 86617"/>
                <a:gd name="connsiteY10" fmla="*/ 66893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7" h="112632">
                  <a:moveTo>
                    <a:pt x="86618" y="66893"/>
                  </a:moveTo>
                  <a:cubicBezTo>
                    <a:pt x="86618" y="93479"/>
                    <a:pt x="72896" y="112632"/>
                    <a:pt x="43166" y="112632"/>
                  </a:cubicBezTo>
                  <a:cubicBezTo>
                    <a:pt x="13722" y="112632"/>
                    <a:pt x="0" y="93765"/>
                    <a:pt x="0" y="66893"/>
                  </a:cubicBezTo>
                  <a:lnTo>
                    <a:pt x="0" y="0"/>
                  </a:lnTo>
                  <a:lnTo>
                    <a:pt x="20011" y="0"/>
                  </a:lnTo>
                  <a:lnTo>
                    <a:pt x="20011" y="65750"/>
                  </a:lnTo>
                  <a:cubicBezTo>
                    <a:pt x="20011" y="82330"/>
                    <a:pt x="27157" y="93765"/>
                    <a:pt x="43452" y="93765"/>
                  </a:cubicBezTo>
                  <a:cubicBezTo>
                    <a:pt x="59746" y="93765"/>
                    <a:pt x="66321" y="82616"/>
                    <a:pt x="66321" y="65750"/>
                  </a:cubicBezTo>
                  <a:lnTo>
                    <a:pt x="66321" y="0"/>
                  </a:lnTo>
                  <a:lnTo>
                    <a:pt x="86332" y="0"/>
                  </a:lnTo>
                  <a:lnTo>
                    <a:pt x="86332" y="66893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EBC57D1E-1BFE-49FF-8B8B-D1A476895338}"/>
                </a:ext>
              </a:extLst>
            </p:cNvPr>
            <p:cNvSpPr/>
            <p:nvPr/>
          </p:nvSpPr>
          <p:spPr>
            <a:xfrm>
              <a:off x="3277788" y="-108262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9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7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9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ED7B1C71-DDF6-41C3-A66A-77C32ADF9674}"/>
                </a:ext>
              </a:extLst>
            </p:cNvPr>
            <p:cNvSpPr/>
            <p:nvPr/>
          </p:nvSpPr>
          <p:spPr>
            <a:xfrm>
              <a:off x="3367551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B6EC8814-B5EB-46C2-9FAE-8261321637F6}"/>
                </a:ext>
              </a:extLst>
            </p:cNvPr>
            <p:cNvSpPr/>
            <p:nvPr/>
          </p:nvSpPr>
          <p:spPr>
            <a:xfrm>
              <a:off x="3404428" y="-106261"/>
              <a:ext cx="77755" cy="80043"/>
            </a:xfrm>
            <a:custGeom>
              <a:avLst/>
              <a:gdLst>
                <a:gd name="connsiteX0" fmla="*/ 77756 w 77755"/>
                <a:gd name="connsiteY0" fmla="*/ 0 h 80043"/>
                <a:gd name="connsiteX1" fmla="*/ 48598 w 77755"/>
                <a:gd name="connsiteY1" fmla="*/ 80043 h 80043"/>
                <a:gd name="connsiteX2" fmla="*/ 29158 w 77755"/>
                <a:gd name="connsiteY2" fmla="*/ 80043 h 80043"/>
                <a:gd name="connsiteX3" fmla="*/ 0 w 77755"/>
                <a:gd name="connsiteY3" fmla="*/ 0 h 80043"/>
                <a:gd name="connsiteX4" fmla="*/ 20582 w 77755"/>
                <a:gd name="connsiteY4" fmla="*/ 0 h 80043"/>
                <a:gd name="connsiteX5" fmla="*/ 38878 w 77755"/>
                <a:gd name="connsiteY5" fmla="*/ 58031 h 80043"/>
                <a:gd name="connsiteX6" fmla="*/ 39164 w 77755"/>
                <a:gd name="connsiteY6" fmla="*/ 58031 h 80043"/>
                <a:gd name="connsiteX7" fmla="*/ 57459 w 77755"/>
                <a:gd name="connsiteY7" fmla="*/ 0 h 80043"/>
                <a:gd name="connsiteX8" fmla="*/ 77756 w 77755"/>
                <a:gd name="connsiteY8" fmla="*/ 0 h 80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755" h="80043">
                  <a:moveTo>
                    <a:pt x="77756" y="0"/>
                  </a:moveTo>
                  <a:lnTo>
                    <a:pt x="48598" y="80043"/>
                  </a:lnTo>
                  <a:lnTo>
                    <a:pt x="29158" y="80043"/>
                  </a:lnTo>
                  <a:lnTo>
                    <a:pt x="0" y="0"/>
                  </a:lnTo>
                  <a:lnTo>
                    <a:pt x="20582" y="0"/>
                  </a:lnTo>
                  <a:lnTo>
                    <a:pt x="38878" y="58031"/>
                  </a:lnTo>
                  <a:lnTo>
                    <a:pt x="39164" y="58031"/>
                  </a:lnTo>
                  <a:lnTo>
                    <a:pt x="57459" y="0"/>
                  </a:lnTo>
                  <a:lnTo>
                    <a:pt x="77756" y="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AE679D0-850D-4B66-9747-AE6C9C29B626}"/>
                </a:ext>
              </a:extLst>
            </p:cNvPr>
            <p:cNvSpPr/>
            <p:nvPr/>
          </p:nvSpPr>
          <p:spPr>
            <a:xfrm>
              <a:off x="3490760" y="-108262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9" y="60604"/>
                    <a:pt x="28301" y="67751"/>
                    <a:pt x="39736" y="67751"/>
                  </a:cubicBezTo>
                  <a:cubicBezTo>
                    <a:pt x="47168" y="67751"/>
                    <a:pt x="53172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79ED9BA-7ADC-44DB-ACD1-768C0D80A27A}"/>
                </a:ext>
              </a:extLst>
            </p:cNvPr>
            <p:cNvSpPr/>
            <p:nvPr/>
          </p:nvSpPr>
          <p:spPr>
            <a:xfrm>
              <a:off x="3584810" y="-108335"/>
              <a:ext cx="48025" cy="81831"/>
            </a:xfrm>
            <a:custGeom>
              <a:avLst/>
              <a:gdLst>
                <a:gd name="connsiteX0" fmla="*/ 48026 w 48025"/>
                <a:gd name="connsiteY0" fmla="*/ 1502 h 81831"/>
                <a:gd name="connsiteX1" fmla="*/ 45167 w 48025"/>
                <a:gd name="connsiteY1" fmla="*/ 20655 h 81831"/>
                <a:gd name="connsiteX2" fmla="*/ 34876 w 48025"/>
                <a:gd name="connsiteY2" fmla="*/ 18083 h 81831"/>
                <a:gd name="connsiteX3" fmla="*/ 18581 w 48025"/>
                <a:gd name="connsiteY3" fmla="*/ 40666 h 81831"/>
                <a:gd name="connsiteX4" fmla="*/ 18581 w 48025"/>
                <a:gd name="connsiteY4" fmla="*/ 81831 h 81831"/>
                <a:gd name="connsiteX5" fmla="*/ 0 w 48025"/>
                <a:gd name="connsiteY5" fmla="*/ 81831 h 81831"/>
                <a:gd name="connsiteX6" fmla="*/ 0 w 48025"/>
                <a:gd name="connsiteY6" fmla="*/ 1788 h 81831"/>
                <a:gd name="connsiteX7" fmla="*/ 18296 w 48025"/>
                <a:gd name="connsiteY7" fmla="*/ 1788 h 81831"/>
                <a:gd name="connsiteX8" fmla="*/ 18296 w 48025"/>
                <a:gd name="connsiteY8" fmla="*/ 12079 h 81831"/>
                <a:gd name="connsiteX9" fmla="*/ 18581 w 48025"/>
                <a:gd name="connsiteY9" fmla="*/ 12079 h 81831"/>
                <a:gd name="connsiteX10" fmla="*/ 39450 w 48025"/>
                <a:gd name="connsiteY10" fmla="*/ 73 h 81831"/>
                <a:gd name="connsiteX11" fmla="*/ 48026 w 48025"/>
                <a:gd name="connsiteY11" fmla="*/ 1502 h 8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1831">
                  <a:moveTo>
                    <a:pt x="48026" y="1502"/>
                  </a:moveTo>
                  <a:lnTo>
                    <a:pt x="45167" y="20655"/>
                  </a:lnTo>
                  <a:cubicBezTo>
                    <a:pt x="42308" y="19226"/>
                    <a:pt x="38878" y="18083"/>
                    <a:pt x="34876" y="18083"/>
                  </a:cubicBezTo>
                  <a:cubicBezTo>
                    <a:pt x="22012" y="18083"/>
                    <a:pt x="18581" y="28374"/>
                    <a:pt x="18581" y="40666"/>
                  </a:cubicBezTo>
                  <a:lnTo>
                    <a:pt x="18581" y="81831"/>
                  </a:lnTo>
                  <a:lnTo>
                    <a:pt x="0" y="81831"/>
                  </a:lnTo>
                  <a:lnTo>
                    <a:pt x="0" y="1788"/>
                  </a:lnTo>
                  <a:lnTo>
                    <a:pt x="18296" y="1788"/>
                  </a:lnTo>
                  <a:lnTo>
                    <a:pt x="18296" y="12079"/>
                  </a:lnTo>
                  <a:lnTo>
                    <a:pt x="18581" y="12079"/>
                  </a:lnTo>
                  <a:cubicBezTo>
                    <a:pt x="22869" y="4647"/>
                    <a:pt x="30302" y="73"/>
                    <a:pt x="39450" y="73"/>
                  </a:cubicBezTo>
                  <a:cubicBezTo>
                    <a:pt x="42023" y="-213"/>
                    <a:pt x="45167" y="359"/>
                    <a:pt x="48026" y="150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35B2E40-5185-4931-ADD0-4942629E3028}"/>
                </a:ext>
              </a:extLst>
            </p:cNvPr>
            <p:cNvSpPr/>
            <p:nvPr/>
          </p:nvSpPr>
          <p:spPr>
            <a:xfrm>
              <a:off x="3641698" y="-108548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2 h 84045"/>
                <a:gd name="connsiteX2" fmla="*/ 43166 w 61747"/>
                <a:gd name="connsiteY2" fmla="*/ 60318 h 84045"/>
                <a:gd name="connsiteX3" fmla="*/ 3144 w 61747"/>
                <a:gd name="connsiteY3" fmla="*/ 24871 h 84045"/>
                <a:gd name="connsiteX4" fmla="*/ 33446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2"/>
                    <a:pt x="31445" y="68322"/>
                  </a:cubicBezTo>
                  <a:cubicBezTo>
                    <a:pt x="38306" y="68322"/>
                    <a:pt x="43166" y="65178"/>
                    <a:pt x="43166" y="60318"/>
                  </a:cubicBezTo>
                  <a:cubicBezTo>
                    <a:pt x="43166" y="46597"/>
                    <a:pt x="3144" y="51456"/>
                    <a:pt x="3144" y="24871"/>
                  </a:cubicBezTo>
                  <a:cubicBezTo>
                    <a:pt x="3144" y="10005"/>
                    <a:pt x="15437" y="0"/>
                    <a:pt x="33446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976CCBC-91D3-4C1C-A658-C18612120031}"/>
                </a:ext>
              </a:extLst>
            </p:cNvPr>
            <p:cNvSpPr/>
            <p:nvPr/>
          </p:nvSpPr>
          <p:spPr>
            <a:xfrm>
              <a:off x="3720884" y="-141994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296"/>
                    <a:pt x="0" y="11435"/>
                  </a:cubicBezTo>
                  <a:cubicBezTo>
                    <a:pt x="0" y="4860"/>
                    <a:pt x="5432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35AA111-8BF2-4A02-965B-10CB5928B8E6}"/>
                </a:ext>
              </a:extLst>
            </p:cNvPr>
            <p:cNvSpPr/>
            <p:nvPr/>
          </p:nvSpPr>
          <p:spPr>
            <a:xfrm>
              <a:off x="3758046" y="-131989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594" y="91192"/>
                    <a:pt x="46597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30D49FB-3B99-401D-8FF3-F44F3B1B2497}"/>
                </a:ext>
              </a:extLst>
            </p:cNvPr>
            <p:cNvSpPr/>
            <p:nvPr/>
          </p:nvSpPr>
          <p:spPr>
            <a:xfrm>
              <a:off x="3822367" y="-140565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3 w 67750"/>
                <a:gd name="connsiteY5" fmla="*/ 36877 h 116062"/>
                <a:gd name="connsiteX6" fmla="*/ 33733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2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614 h 116062"/>
                <a:gd name="connsiteX23" fmla="*/ 36305 w 67750"/>
                <a:gd name="connsiteY23" fmla="*/ 77184 h 116062"/>
                <a:gd name="connsiteX24" fmla="*/ 17724 w 67750"/>
                <a:gd name="connsiteY24" fmla="*/ 90334 h 116062"/>
                <a:gd name="connsiteX25" fmla="*/ 31160 w 67750"/>
                <a:gd name="connsiteY25" fmla="*/ 102055 h 116062"/>
                <a:gd name="connsiteX26" fmla="*/ 51742 w 67750"/>
                <a:gd name="connsiteY26" fmla="*/ 21726 h 116062"/>
                <a:gd name="connsiteX27" fmla="*/ 40593 w 67750"/>
                <a:gd name="connsiteY27" fmla="*/ 10863 h 116062"/>
                <a:gd name="connsiteX28" fmla="*/ 51742 w 67750"/>
                <a:gd name="connsiteY28" fmla="*/ 0 h 116062"/>
                <a:gd name="connsiteX29" fmla="*/ 62891 w 67750"/>
                <a:gd name="connsiteY29" fmla="*/ 10863 h 116062"/>
                <a:gd name="connsiteX30" fmla="*/ 51742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7" y="48026"/>
                    <a:pt x="18010" y="49455"/>
                    <a:pt x="11435" y="52600"/>
                  </a:cubicBezTo>
                  <a:lnTo>
                    <a:pt x="7433" y="36877"/>
                  </a:lnTo>
                  <a:cubicBezTo>
                    <a:pt x="14865" y="34018"/>
                    <a:pt x="24585" y="32303"/>
                    <a:pt x="33733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2"/>
                    <a:pt x="26300" y="116062"/>
                  </a:cubicBezTo>
                  <a:cubicBezTo>
                    <a:pt x="10291" y="116062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7" y="0"/>
                    <a:pt x="30302" y="5146"/>
                    <a:pt x="30302" y="10863"/>
                  </a:cubicBezTo>
                  <a:cubicBezTo>
                    <a:pt x="30302" y="16866"/>
                    <a:pt x="25157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1" y="102055"/>
                    <a:pt x="44310" y="98625"/>
                    <a:pt x="49455" y="92335"/>
                  </a:cubicBezTo>
                  <a:lnTo>
                    <a:pt x="49455" y="78614"/>
                  </a:lnTo>
                  <a:cubicBezTo>
                    <a:pt x="45167" y="77470"/>
                    <a:pt x="40593" y="77184"/>
                    <a:pt x="36305" y="77184"/>
                  </a:cubicBezTo>
                  <a:cubicBezTo>
                    <a:pt x="24585" y="77184"/>
                    <a:pt x="17724" y="81758"/>
                    <a:pt x="17724" y="90334"/>
                  </a:cubicBezTo>
                  <a:cubicBezTo>
                    <a:pt x="17724" y="97481"/>
                    <a:pt x="22869" y="102055"/>
                    <a:pt x="31160" y="102055"/>
                  </a:cubicBezTo>
                  <a:close/>
                  <a:moveTo>
                    <a:pt x="51742" y="21726"/>
                  </a:moveTo>
                  <a:cubicBezTo>
                    <a:pt x="45739" y="21726"/>
                    <a:pt x="40593" y="16580"/>
                    <a:pt x="40593" y="10863"/>
                  </a:cubicBezTo>
                  <a:cubicBezTo>
                    <a:pt x="40593" y="5146"/>
                    <a:pt x="45739" y="0"/>
                    <a:pt x="51742" y="0"/>
                  </a:cubicBezTo>
                  <a:cubicBezTo>
                    <a:pt x="57745" y="0"/>
                    <a:pt x="62891" y="5146"/>
                    <a:pt x="62891" y="10863"/>
                  </a:cubicBezTo>
                  <a:cubicBezTo>
                    <a:pt x="62891" y="16866"/>
                    <a:pt x="57745" y="21726"/>
                    <a:pt x="51742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93C372F5-6FE4-4768-92C0-35A768942164}"/>
                </a:ext>
              </a:extLst>
            </p:cNvPr>
            <p:cNvSpPr/>
            <p:nvPr/>
          </p:nvSpPr>
          <p:spPr>
            <a:xfrm>
              <a:off x="3904697" y="-131989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ECAFD3F-DC1A-49C8-BBAE-CCE1DED8C939}"/>
                </a:ext>
              </a:extLst>
            </p:cNvPr>
            <p:cNvSpPr/>
            <p:nvPr/>
          </p:nvSpPr>
          <p:spPr>
            <a:xfrm>
              <a:off x="1649198" y="35815"/>
              <a:ext cx="77756" cy="110630"/>
            </a:xfrm>
            <a:custGeom>
              <a:avLst/>
              <a:gdLst>
                <a:gd name="connsiteX0" fmla="*/ 77756 w 77756"/>
                <a:gd name="connsiteY0" fmla="*/ 33447 h 110630"/>
                <a:gd name="connsiteX1" fmla="*/ 38020 w 77756"/>
                <a:gd name="connsiteY1" fmla="*/ 68323 h 110630"/>
                <a:gd name="connsiteX2" fmla="*/ 19725 w 77756"/>
                <a:gd name="connsiteY2" fmla="*/ 68323 h 110630"/>
                <a:gd name="connsiteX3" fmla="*/ 19725 w 77756"/>
                <a:gd name="connsiteY3" fmla="*/ 110631 h 110630"/>
                <a:gd name="connsiteX4" fmla="*/ 0 w 77756"/>
                <a:gd name="connsiteY4" fmla="*/ 110631 h 110630"/>
                <a:gd name="connsiteX5" fmla="*/ 0 w 77756"/>
                <a:gd name="connsiteY5" fmla="*/ 0 h 110630"/>
                <a:gd name="connsiteX6" fmla="*/ 39164 w 77756"/>
                <a:gd name="connsiteY6" fmla="*/ 0 h 110630"/>
                <a:gd name="connsiteX7" fmla="*/ 77756 w 77756"/>
                <a:gd name="connsiteY7" fmla="*/ 33447 h 110630"/>
                <a:gd name="connsiteX8" fmla="*/ 58031 w 77756"/>
                <a:gd name="connsiteY8" fmla="*/ 34304 h 110630"/>
                <a:gd name="connsiteX9" fmla="*/ 38306 w 77756"/>
                <a:gd name="connsiteY9" fmla="*/ 17438 h 110630"/>
                <a:gd name="connsiteX10" fmla="*/ 19725 w 77756"/>
                <a:gd name="connsiteY10" fmla="*/ 17438 h 110630"/>
                <a:gd name="connsiteX11" fmla="*/ 19725 w 77756"/>
                <a:gd name="connsiteY11" fmla="*/ 51170 h 110630"/>
                <a:gd name="connsiteX12" fmla="*/ 37735 w 77756"/>
                <a:gd name="connsiteY12" fmla="*/ 51170 h 110630"/>
                <a:gd name="connsiteX13" fmla="*/ 58031 w 77756"/>
                <a:gd name="connsiteY13" fmla="*/ 34304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756" h="110630">
                  <a:moveTo>
                    <a:pt x="77756" y="33447"/>
                  </a:moveTo>
                  <a:cubicBezTo>
                    <a:pt x="77756" y="57460"/>
                    <a:pt x="61176" y="68323"/>
                    <a:pt x="38020" y="68323"/>
                  </a:cubicBezTo>
                  <a:lnTo>
                    <a:pt x="19725" y="6832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39164" y="0"/>
                  </a:lnTo>
                  <a:cubicBezTo>
                    <a:pt x="61462" y="0"/>
                    <a:pt x="77756" y="9720"/>
                    <a:pt x="77756" y="33447"/>
                  </a:cubicBezTo>
                  <a:close/>
                  <a:moveTo>
                    <a:pt x="58031" y="34304"/>
                  </a:moveTo>
                  <a:cubicBezTo>
                    <a:pt x="58031" y="22869"/>
                    <a:pt x="50884" y="17438"/>
                    <a:pt x="38306" y="17438"/>
                  </a:cubicBezTo>
                  <a:lnTo>
                    <a:pt x="19725" y="17438"/>
                  </a:lnTo>
                  <a:lnTo>
                    <a:pt x="19725" y="51170"/>
                  </a:lnTo>
                  <a:lnTo>
                    <a:pt x="37735" y="51170"/>
                  </a:lnTo>
                  <a:cubicBezTo>
                    <a:pt x="50884" y="51170"/>
                    <a:pt x="58031" y="45453"/>
                    <a:pt x="58031" y="34304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8A36F42-3BFC-491C-BE5A-6519DC868322}"/>
                </a:ext>
              </a:extLst>
            </p:cNvPr>
            <p:cNvSpPr/>
            <p:nvPr/>
          </p:nvSpPr>
          <p:spPr>
            <a:xfrm>
              <a:off x="1744678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693DCE3-71A5-4A47-9738-CD4D659B4EE3}"/>
                </a:ext>
              </a:extLst>
            </p:cNvPr>
            <p:cNvSpPr/>
            <p:nvPr/>
          </p:nvSpPr>
          <p:spPr>
            <a:xfrm>
              <a:off x="1834440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1364D41-7C1D-4357-8DC8-A2DD8A499D59}"/>
                </a:ext>
              </a:extLst>
            </p:cNvPr>
            <p:cNvSpPr/>
            <p:nvPr/>
          </p:nvSpPr>
          <p:spPr>
            <a:xfrm>
              <a:off x="188046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87EBE9B0-9706-4D68-B820-45821EF38E6B}"/>
                </a:ext>
              </a:extLst>
            </p:cNvPr>
            <p:cNvSpPr/>
            <p:nvPr/>
          </p:nvSpPr>
          <p:spPr>
            <a:xfrm>
              <a:off x="191934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16E2C14-CB51-498C-8A0A-7E74DA2FC22D}"/>
                </a:ext>
              </a:extLst>
            </p:cNvPr>
            <p:cNvSpPr/>
            <p:nvPr/>
          </p:nvSpPr>
          <p:spPr>
            <a:xfrm>
              <a:off x="2008534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7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580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7" y="31731"/>
                    <a:pt x="61747" y="58603"/>
                  </a:cubicBezTo>
                  <a:cubicBezTo>
                    <a:pt x="61747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D5C32CF5-EEF3-4940-AC0D-840D455384A6}"/>
                </a:ext>
              </a:extLst>
            </p:cNvPr>
            <p:cNvSpPr/>
            <p:nvPr/>
          </p:nvSpPr>
          <p:spPr>
            <a:xfrm>
              <a:off x="2085433" y="64401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317 w 77184"/>
                <a:gd name="connsiteY5" fmla="*/ 42309 h 84045"/>
                <a:gd name="connsiteX6" fmla="*/ 38306 w 77184"/>
                <a:gd name="connsiteY6" fmla="*/ 17152 h 84045"/>
                <a:gd name="connsiteX7" fmla="*/ 18296 w 77184"/>
                <a:gd name="connsiteY7" fmla="*/ 42023 h 84045"/>
                <a:gd name="connsiteX8" fmla="*/ 38306 w 77184"/>
                <a:gd name="connsiteY8" fmla="*/ 67465 h 84045"/>
                <a:gd name="connsiteX9" fmla="*/ 58317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317" y="42309"/>
                  </a:moveTo>
                  <a:cubicBezTo>
                    <a:pt x="58317" y="26872"/>
                    <a:pt x="50599" y="17152"/>
                    <a:pt x="38306" y="17152"/>
                  </a:cubicBezTo>
                  <a:cubicBezTo>
                    <a:pt x="26014" y="17152"/>
                    <a:pt x="18296" y="26872"/>
                    <a:pt x="18296" y="42023"/>
                  </a:cubicBezTo>
                  <a:cubicBezTo>
                    <a:pt x="18296" y="57460"/>
                    <a:pt x="26014" y="67465"/>
                    <a:pt x="38306" y="67465"/>
                  </a:cubicBezTo>
                  <a:cubicBezTo>
                    <a:pt x="50885" y="67179"/>
                    <a:pt x="58317" y="57745"/>
                    <a:pt x="58317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EDEC4895-2A5F-4C38-BAFB-222DA913F600}"/>
                </a:ext>
              </a:extLst>
            </p:cNvPr>
            <p:cNvSpPr/>
            <p:nvPr/>
          </p:nvSpPr>
          <p:spPr>
            <a:xfrm>
              <a:off x="2182914" y="64683"/>
              <a:ext cx="74611" cy="114065"/>
            </a:xfrm>
            <a:custGeom>
              <a:avLst/>
              <a:gdLst>
                <a:gd name="connsiteX0" fmla="*/ 74612 w 74611"/>
                <a:gd name="connsiteY0" fmla="*/ 41455 h 114065"/>
                <a:gd name="connsiteX1" fmla="*/ 42023 w 74611"/>
                <a:gd name="connsiteY1" fmla="*/ 83763 h 114065"/>
                <a:gd name="connsiteX2" fmla="*/ 18867 w 74611"/>
                <a:gd name="connsiteY2" fmla="*/ 73186 h 114065"/>
                <a:gd name="connsiteX3" fmla="*/ 18581 w 74611"/>
                <a:gd name="connsiteY3" fmla="*/ 73186 h 114065"/>
                <a:gd name="connsiteX4" fmla="*/ 18581 w 74611"/>
                <a:gd name="connsiteY4" fmla="*/ 109491 h 114065"/>
                <a:gd name="connsiteX5" fmla="*/ 0 w 74611"/>
                <a:gd name="connsiteY5" fmla="*/ 114065 h 114065"/>
                <a:gd name="connsiteX6" fmla="*/ 0 w 74611"/>
                <a:gd name="connsiteY6" fmla="*/ 2005 h 114065"/>
                <a:gd name="connsiteX7" fmla="*/ 18296 w 74611"/>
                <a:gd name="connsiteY7" fmla="*/ 2005 h 114065"/>
                <a:gd name="connsiteX8" fmla="*/ 18296 w 74611"/>
                <a:gd name="connsiteY8" fmla="*/ 11724 h 114065"/>
                <a:gd name="connsiteX9" fmla="*/ 18581 w 74611"/>
                <a:gd name="connsiteY9" fmla="*/ 11724 h 114065"/>
                <a:gd name="connsiteX10" fmla="*/ 42880 w 74611"/>
                <a:gd name="connsiteY10" fmla="*/ 4 h 114065"/>
                <a:gd name="connsiteX11" fmla="*/ 74612 w 74611"/>
                <a:gd name="connsiteY11" fmla="*/ 41455 h 114065"/>
                <a:gd name="connsiteX12" fmla="*/ 56030 w 74611"/>
                <a:gd name="connsiteY12" fmla="*/ 42026 h 114065"/>
                <a:gd name="connsiteX13" fmla="*/ 37449 w 74611"/>
                <a:gd name="connsiteY13" fmla="*/ 16584 h 114065"/>
                <a:gd name="connsiteX14" fmla="*/ 18581 w 74611"/>
                <a:gd name="connsiteY14" fmla="*/ 26875 h 114065"/>
                <a:gd name="connsiteX15" fmla="*/ 18581 w 74611"/>
                <a:gd name="connsiteY15" fmla="*/ 56320 h 114065"/>
                <a:gd name="connsiteX16" fmla="*/ 37735 w 74611"/>
                <a:gd name="connsiteY16" fmla="*/ 67183 h 114065"/>
                <a:gd name="connsiteX17" fmla="*/ 56030 w 74611"/>
                <a:gd name="connsiteY17" fmla="*/ 42026 h 11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4065">
                  <a:moveTo>
                    <a:pt x="74612" y="41455"/>
                  </a:moveTo>
                  <a:cubicBezTo>
                    <a:pt x="74612" y="67469"/>
                    <a:pt x="61462" y="83763"/>
                    <a:pt x="42023" y="83763"/>
                  </a:cubicBezTo>
                  <a:cubicBezTo>
                    <a:pt x="32303" y="83763"/>
                    <a:pt x="24013" y="79475"/>
                    <a:pt x="18867" y="73186"/>
                  </a:cubicBezTo>
                  <a:lnTo>
                    <a:pt x="18581" y="73186"/>
                  </a:lnTo>
                  <a:lnTo>
                    <a:pt x="18581" y="109491"/>
                  </a:lnTo>
                  <a:lnTo>
                    <a:pt x="0" y="114065"/>
                  </a:lnTo>
                  <a:lnTo>
                    <a:pt x="0" y="2005"/>
                  </a:lnTo>
                  <a:lnTo>
                    <a:pt x="18296" y="2005"/>
                  </a:lnTo>
                  <a:lnTo>
                    <a:pt x="18296" y="11724"/>
                  </a:lnTo>
                  <a:lnTo>
                    <a:pt x="18581" y="11724"/>
                  </a:lnTo>
                  <a:cubicBezTo>
                    <a:pt x="24299" y="4578"/>
                    <a:pt x="32875" y="4"/>
                    <a:pt x="42880" y="4"/>
                  </a:cubicBezTo>
                  <a:cubicBezTo>
                    <a:pt x="61462" y="-282"/>
                    <a:pt x="74612" y="15441"/>
                    <a:pt x="74612" y="41455"/>
                  </a:cubicBezTo>
                  <a:close/>
                  <a:moveTo>
                    <a:pt x="56030" y="42026"/>
                  </a:moveTo>
                  <a:cubicBezTo>
                    <a:pt x="56030" y="25446"/>
                    <a:pt x="49455" y="16584"/>
                    <a:pt x="37449" y="16584"/>
                  </a:cubicBezTo>
                  <a:cubicBezTo>
                    <a:pt x="30302" y="16584"/>
                    <a:pt x="24585" y="19729"/>
                    <a:pt x="18581" y="26875"/>
                  </a:cubicBezTo>
                  <a:lnTo>
                    <a:pt x="18581" y="56320"/>
                  </a:lnTo>
                  <a:cubicBezTo>
                    <a:pt x="24013" y="63467"/>
                    <a:pt x="30016" y="67183"/>
                    <a:pt x="37735" y="67183"/>
                  </a:cubicBezTo>
                  <a:cubicBezTo>
                    <a:pt x="49741" y="67183"/>
                    <a:pt x="56030" y="57749"/>
                    <a:pt x="56030" y="420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9ED392A-C69A-4600-B7D4-6713794E005D}"/>
                </a:ext>
              </a:extLst>
            </p:cNvPr>
            <p:cNvSpPr/>
            <p:nvPr/>
          </p:nvSpPr>
          <p:spPr>
            <a:xfrm>
              <a:off x="2278394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096FE5BB-864C-4A4A-A3B1-E7628824E12E}"/>
                </a:ext>
              </a:extLst>
            </p:cNvPr>
            <p:cNvSpPr/>
            <p:nvPr/>
          </p:nvSpPr>
          <p:spPr>
            <a:xfrm>
              <a:off x="2368156" y="3095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279A58E-7ED4-40A0-841E-1EE84B394CCE}"/>
                </a:ext>
              </a:extLst>
            </p:cNvPr>
            <p:cNvSpPr/>
            <p:nvPr/>
          </p:nvSpPr>
          <p:spPr>
            <a:xfrm>
              <a:off x="2406748" y="64401"/>
              <a:ext cx="61747" cy="84045"/>
            </a:xfrm>
            <a:custGeom>
              <a:avLst/>
              <a:gdLst>
                <a:gd name="connsiteX0" fmla="*/ 8862 w 61747"/>
                <a:gd name="connsiteY0" fmla="*/ 59461 h 84045"/>
                <a:gd name="connsiteX1" fmla="*/ 31445 w 61747"/>
                <a:gd name="connsiteY1" fmla="*/ 68323 h 84045"/>
                <a:gd name="connsiteX2" fmla="*/ 43166 w 61747"/>
                <a:gd name="connsiteY2" fmla="*/ 60318 h 84045"/>
                <a:gd name="connsiteX3" fmla="*/ 3145 w 61747"/>
                <a:gd name="connsiteY3" fmla="*/ 24871 h 84045"/>
                <a:gd name="connsiteX4" fmla="*/ 33447 w 61747"/>
                <a:gd name="connsiteY4" fmla="*/ 0 h 84045"/>
                <a:gd name="connsiteX5" fmla="*/ 61176 w 61747"/>
                <a:gd name="connsiteY5" fmla="*/ 8290 h 84045"/>
                <a:gd name="connsiteX6" fmla="*/ 52314 w 61747"/>
                <a:gd name="connsiteY6" fmla="*/ 22869 h 84045"/>
                <a:gd name="connsiteX7" fmla="*/ 33161 w 61747"/>
                <a:gd name="connsiteY7" fmla="*/ 15723 h 84045"/>
                <a:gd name="connsiteX8" fmla="*/ 21726 w 61747"/>
                <a:gd name="connsiteY8" fmla="*/ 23155 h 84045"/>
                <a:gd name="connsiteX9" fmla="*/ 61748 w 61747"/>
                <a:gd name="connsiteY9" fmla="*/ 58603 h 84045"/>
                <a:gd name="connsiteX10" fmla="*/ 30874 w 61747"/>
                <a:gd name="connsiteY10" fmla="*/ 84045 h 84045"/>
                <a:gd name="connsiteX11" fmla="*/ 0 w 61747"/>
                <a:gd name="connsiteY11" fmla="*/ 74326 h 84045"/>
                <a:gd name="connsiteX12" fmla="*/ 8862 w 61747"/>
                <a:gd name="connsiteY12" fmla="*/ 5946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747" h="84045">
                  <a:moveTo>
                    <a:pt x="8862" y="59461"/>
                  </a:moveTo>
                  <a:cubicBezTo>
                    <a:pt x="16866" y="65464"/>
                    <a:pt x="24299" y="68323"/>
                    <a:pt x="31445" y="68323"/>
                  </a:cubicBezTo>
                  <a:cubicBezTo>
                    <a:pt x="38306" y="68323"/>
                    <a:pt x="43166" y="65178"/>
                    <a:pt x="43166" y="60318"/>
                  </a:cubicBezTo>
                  <a:cubicBezTo>
                    <a:pt x="43166" y="46597"/>
                    <a:pt x="3145" y="51456"/>
                    <a:pt x="3145" y="24871"/>
                  </a:cubicBezTo>
                  <a:cubicBezTo>
                    <a:pt x="3145" y="10005"/>
                    <a:pt x="15437" y="0"/>
                    <a:pt x="33447" y="0"/>
                  </a:cubicBezTo>
                  <a:cubicBezTo>
                    <a:pt x="43166" y="0"/>
                    <a:pt x="52600" y="2859"/>
                    <a:pt x="61176" y="8290"/>
                  </a:cubicBezTo>
                  <a:lnTo>
                    <a:pt x="52314" y="22869"/>
                  </a:lnTo>
                  <a:cubicBezTo>
                    <a:pt x="45453" y="18296"/>
                    <a:pt x="39164" y="15723"/>
                    <a:pt x="33161" y="15723"/>
                  </a:cubicBezTo>
                  <a:cubicBezTo>
                    <a:pt x="26300" y="15723"/>
                    <a:pt x="21726" y="18581"/>
                    <a:pt x="21726" y="23155"/>
                  </a:cubicBezTo>
                  <a:cubicBezTo>
                    <a:pt x="21726" y="36305"/>
                    <a:pt x="61748" y="31731"/>
                    <a:pt x="61748" y="58603"/>
                  </a:cubicBezTo>
                  <a:cubicBezTo>
                    <a:pt x="61748" y="73754"/>
                    <a:pt x="49455" y="84045"/>
                    <a:pt x="30874" y="84045"/>
                  </a:cubicBezTo>
                  <a:cubicBezTo>
                    <a:pt x="20297" y="84045"/>
                    <a:pt x="9434" y="80615"/>
                    <a:pt x="0" y="74326"/>
                  </a:cubicBezTo>
                  <a:lnTo>
                    <a:pt x="8862" y="5946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566F93C-F565-4D5E-B0B4-8B6C2777D246}"/>
                </a:ext>
              </a:extLst>
            </p:cNvPr>
            <p:cNvSpPr/>
            <p:nvPr/>
          </p:nvSpPr>
          <p:spPr>
            <a:xfrm>
              <a:off x="2483647" y="64401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3E6C7E8-8E3A-4B02-8C67-5C1EB06EBA8C}"/>
                </a:ext>
              </a:extLst>
            </p:cNvPr>
            <p:cNvSpPr/>
            <p:nvPr/>
          </p:nvSpPr>
          <p:spPr>
            <a:xfrm>
              <a:off x="2567120" y="29811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7 h 116920"/>
                <a:gd name="connsiteX10" fmla="*/ 18867 w 68608"/>
                <a:gd name="connsiteY10" fmla="*/ 46597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7"/>
                  </a:lnTo>
                  <a:lnTo>
                    <a:pt x="18867" y="46597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2B654EBB-788B-48AE-B7ED-396BCD8B220A}"/>
                </a:ext>
              </a:extLst>
            </p:cNvPr>
            <p:cNvSpPr/>
            <p:nvPr/>
          </p:nvSpPr>
          <p:spPr>
            <a:xfrm>
              <a:off x="2655168" y="64687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DA75145-D387-4DC2-9454-DD755F2064DD}"/>
                </a:ext>
              </a:extLst>
            </p:cNvPr>
            <p:cNvSpPr/>
            <p:nvPr/>
          </p:nvSpPr>
          <p:spPr>
            <a:xfrm>
              <a:off x="2796386" y="36100"/>
              <a:ext cx="69465" cy="110630"/>
            </a:xfrm>
            <a:custGeom>
              <a:avLst/>
              <a:gdLst>
                <a:gd name="connsiteX0" fmla="*/ 69466 w 69465"/>
                <a:gd name="connsiteY0" fmla="*/ 18010 h 110630"/>
                <a:gd name="connsiteX1" fmla="*/ 19725 w 69465"/>
                <a:gd name="connsiteY1" fmla="*/ 18010 h 110630"/>
                <a:gd name="connsiteX2" fmla="*/ 19725 w 69465"/>
                <a:gd name="connsiteY2" fmla="*/ 45453 h 110630"/>
                <a:gd name="connsiteX3" fmla="*/ 56888 w 69465"/>
                <a:gd name="connsiteY3" fmla="*/ 45453 h 110630"/>
                <a:gd name="connsiteX4" fmla="*/ 56888 w 69465"/>
                <a:gd name="connsiteY4" fmla="*/ 63463 h 110630"/>
                <a:gd name="connsiteX5" fmla="*/ 19725 w 69465"/>
                <a:gd name="connsiteY5" fmla="*/ 63463 h 110630"/>
                <a:gd name="connsiteX6" fmla="*/ 19725 w 69465"/>
                <a:gd name="connsiteY6" fmla="*/ 110631 h 110630"/>
                <a:gd name="connsiteX7" fmla="*/ 0 w 69465"/>
                <a:gd name="connsiteY7" fmla="*/ 110631 h 110630"/>
                <a:gd name="connsiteX8" fmla="*/ 0 w 69465"/>
                <a:gd name="connsiteY8" fmla="*/ 0 h 110630"/>
                <a:gd name="connsiteX9" fmla="*/ 69466 w 69465"/>
                <a:gd name="connsiteY9" fmla="*/ 0 h 110630"/>
                <a:gd name="connsiteX10" fmla="*/ 69466 w 69465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65" h="110630">
                  <a:moveTo>
                    <a:pt x="69466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45567739-E6F9-48AF-B14C-A364C113AD6A}"/>
                </a:ext>
              </a:extLst>
            </p:cNvPr>
            <p:cNvSpPr/>
            <p:nvPr/>
          </p:nvSpPr>
          <p:spPr>
            <a:xfrm>
              <a:off x="2869569" y="64687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025 h 83759"/>
                <a:gd name="connsiteX18" fmla="*/ 36305 w 67750"/>
                <a:gd name="connsiteY18" fmla="*/ 44595 h 83759"/>
                <a:gd name="connsiteX19" fmla="*/ 17724 w 67750"/>
                <a:gd name="connsiteY19" fmla="*/ 57745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1" y="69752"/>
                    <a:pt x="44310" y="66321"/>
                    <a:pt x="49455" y="60032"/>
                  </a:cubicBezTo>
                  <a:lnTo>
                    <a:pt x="49455" y="46025"/>
                  </a:lnTo>
                  <a:cubicBezTo>
                    <a:pt x="45167" y="44881"/>
                    <a:pt x="40593" y="44595"/>
                    <a:pt x="36305" y="44595"/>
                  </a:cubicBezTo>
                  <a:cubicBezTo>
                    <a:pt x="24585" y="44595"/>
                    <a:pt x="17724" y="49169"/>
                    <a:pt x="17724" y="57745"/>
                  </a:cubicBezTo>
                  <a:cubicBezTo>
                    <a:pt x="17724" y="65178"/>
                    <a:pt x="22869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D88D85A3-1320-4E5A-956A-C7CC10288354}"/>
                </a:ext>
              </a:extLst>
            </p:cNvPr>
            <p:cNvSpPr/>
            <p:nvPr/>
          </p:nvSpPr>
          <p:spPr>
            <a:xfrm>
              <a:off x="2961046" y="29811"/>
              <a:ext cx="70323" cy="116920"/>
            </a:xfrm>
            <a:custGeom>
              <a:avLst/>
              <a:gdLst>
                <a:gd name="connsiteX0" fmla="*/ 0 w 70323"/>
                <a:gd name="connsiteY0" fmla="*/ 4574 h 116920"/>
                <a:gd name="connsiteX1" fmla="*/ 18581 w 70323"/>
                <a:gd name="connsiteY1" fmla="*/ 0 h 116920"/>
                <a:gd name="connsiteX2" fmla="*/ 18581 w 70323"/>
                <a:gd name="connsiteY2" fmla="*/ 70324 h 116920"/>
                <a:gd name="connsiteX3" fmla="*/ 18867 w 70323"/>
                <a:gd name="connsiteY3" fmla="*/ 70324 h 116920"/>
                <a:gd name="connsiteX4" fmla="*/ 45167 w 70323"/>
                <a:gd name="connsiteY4" fmla="*/ 36877 h 116920"/>
                <a:gd name="connsiteX5" fmla="*/ 67465 w 70323"/>
                <a:gd name="connsiteY5" fmla="*/ 36877 h 116920"/>
                <a:gd name="connsiteX6" fmla="*/ 41165 w 70323"/>
                <a:gd name="connsiteY6" fmla="*/ 68323 h 116920"/>
                <a:gd name="connsiteX7" fmla="*/ 70324 w 70323"/>
                <a:gd name="connsiteY7" fmla="*/ 116920 h 116920"/>
                <a:gd name="connsiteX8" fmla="*/ 48026 w 70323"/>
                <a:gd name="connsiteY8" fmla="*/ 116920 h 116920"/>
                <a:gd name="connsiteX9" fmla="*/ 28015 w 70323"/>
                <a:gd name="connsiteY9" fmla="*/ 82330 h 116920"/>
                <a:gd name="connsiteX10" fmla="*/ 18867 w 70323"/>
                <a:gd name="connsiteY10" fmla="*/ 92621 h 116920"/>
                <a:gd name="connsiteX11" fmla="*/ 18867 w 70323"/>
                <a:gd name="connsiteY11" fmla="*/ 116920 h 116920"/>
                <a:gd name="connsiteX12" fmla="*/ 286 w 70323"/>
                <a:gd name="connsiteY12" fmla="*/ 116920 h 116920"/>
                <a:gd name="connsiteX13" fmla="*/ 286 w 70323"/>
                <a:gd name="connsiteY13" fmla="*/ 457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323" h="116920">
                  <a:moveTo>
                    <a:pt x="0" y="4574"/>
                  </a:moveTo>
                  <a:lnTo>
                    <a:pt x="18581" y="0"/>
                  </a:lnTo>
                  <a:lnTo>
                    <a:pt x="18581" y="70324"/>
                  </a:lnTo>
                  <a:lnTo>
                    <a:pt x="18867" y="70324"/>
                  </a:lnTo>
                  <a:lnTo>
                    <a:pt x="45167" y="36877"/>
                  </a:lnTo>
                  <a:lnTo>
                    <a:pt x="67465" y="36877"/>
                  </a:lnTo>
                  <a:lnTo>
                    <a:pt x="41165" y="68323"/>
                  </a:lnTo>
                  <a:lnTo>
                    <a:pt x="70324" y="116920"/>
                  </a:lnTo>
                  <a:lnTo>
                    <a:pt x="48026" y="116920"/>
                  </a:lnTo>
                  <a:lnTo>
                    <a:pt x="28015" y="82330"/>
                  </a:lnTo>
                  <a:lnTo>
                    <a:pt x="18867" y="92621"/>
                  </a:lnTo>
                  <a:lnTo>
                    <a:pt x="18867" y="116920"/>
                  </a:lnTo>
                  <a:lnTo>
                    <a:pt x="286" y="116920"/>
                  </a:lnTo>
                  <a:lnTo>
                    <a:pt x="286" y="457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D03D3903-8646-42DA-9C9F-28869ED06F7D}"/>
                </a:ext>
              </a:extLst>
            </p:cNvPr>
            <p:cNvSpPr/>
            <p:nvPr/>
          </p:nvSpPr>
          <p:spPr>
            <a:xfrm>
              <a:off x="304509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6A41A2EA-CF5E-4FD2-AAFC-6B26378E9AED}"/>
                </a:ext>
              </a:extLst>
            </p:cNvPr>
            <p:cNvSpPr/>
            <p:nvPr/>
          </p:nvSpPr>
          <p:spPr>
            <a:xfrm>
              <a:off x="3138285" y="29525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9F5D600-DE00-4D21-8B19-5303749B3740}"/>
                </a:ext>
              </a:extLst>
            </p:cNvPr>
            <p:cNvSpPr/>
            <p:nvPr/>
          </p:nvSpPr>
          <p:spPr>
            <a:xfrm>
              <a:off x="3173160" y="40960"/>
              <a:ext cx="49741" cy="107486"/>
            </a:xfrm>
            <a:custGeom>
              <a:avLst/>
              <a:gdLst>
                <a:gd name="connsiteX0" fmla="*/ 49741 w 49741"/>
                <a:gd name="connsiteY0" fmla="*/ 88619 h 107486"/>
                <a:gd name="connsiteX1" fmla="*/ 49741 w 49741"/>
                <a:gd name="connsiteY1" fmla="*/ 104628 h 107486"/>
                <a:gd name="connsiteX2" fmla="*/ 34018 w 49741"/>
                <a:gd name="connsiteY2" fmla="*/ 107486 h 107486"/>
                <a:gd name="connsiteX3" fmla="*/ 12292 w 49741"/>
                <a:gd name="connsiteY3" fmla="*/ 84903 h 107486"/>
                <a:gd name="connsiteX4" fmla="*/ 12292 w 49741"/>
                <a:gd name="connsiteY4" fmla="*/ 41165 h 107486"/>
                <a:gd name="connsiteX5" fmla="*/ 0 w 49741"/>
                <a:gd name="connsiteY5" fmla="*/ 41165 h 107486"/>
                <a:gd name="connsiteX6" fmla="*/ 0 w 49741"/>
                <a:gd name="connsiteY6" fmla="*/ 25728 h 107486"/>
                <a:gd name="connsiteX7" fmla="*/ 12006 w 49741"/>
                <a:gd name="connsiteY7" fmla="*/ 25728 h 107486"/>
                <a:gd name="connsiteX8" fmla="*/ 12006 w 49741"/>
                <a:gd name="connsiteY8" fmla="*/ 4002 h 107486"/>
                <a:gd name="connsiteX9" fmla="*/ 30588 w 49741"/>
                <a:gd name="connsiteY9" fmla="*/ 0 h 107486"/>
                <a:gd name="connsiteX10" fmla="*/ 30588 w 49741"/>
                <a:gd name="connsiteY10" fmla="*/ 26014 h 107486"/>
                <a:gd name="connsiteX11" fmla="*/ 49741 w 49741"/>
                <a:gd name="connsiteY11" fmla="*/ 26014 h 107486"/>
                <a:gd name="connsiteX12" fmla="*/ 49741 w 49741"/>
                <a:gd name="connsiteY12" fmla="*/ 41451 h 107486"/>
                <a:gd name="connsiteX13" fmla="*/ 30588 w 49741"/>
                <a:gd name="connsiteY13" fmla="*/ 41451 h 107486"/>
                <a:gd name="connsiteX14" fmla="*/ 30588 w 49741"/>
                <a:gd name="connsiteY14" fmla="*/ 80901 h 107486"/>
                <a:gd name="connsiteX15" fmla="*/ 39164 w 49741"/>
                <a:gd name="connsiteY15" fmla="*/ 91478 h 107486"/>
                <a:gd name="connsiteX16" fmla="*/ 49741 w 49741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1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9F06A48-DF8D-4CE0-A7D2-FE0E314ABB76}"/>
                </a:ext>
              </a:extLst>
            </p:cNvPr>
            <p:cNvSpPr/>
            <p:nvPr/>
          </p:nvSpPr>
          <p:spPr>
            <a:xfrm>
              <a:off x="3237481" y="32384"/>
              <a:ext cx="67750" cy="116062"/>
            </a:xfrm>
            <a:custGeom>
              <a:avLst/>
              <a:gdLst>
                <a:gd name="connsiteX0" fmla="*/ 34304 w 67750"/>
                <a:gd name="connsiteY0" fmla="*/ 64606 h 116062"/>
                <a:gd name="connsiteX1" fmla="*/ 49455 w 67750"/>
                <a:gd name="connsiteY1" fmla="*/ 66321 h 116062"/>
                <a:gd name="connsiteX2" fmla="*/ 49455 w 67750"/>
                <a:gd name="connsiteY2" fmla="*/ 63463 h 116062"/>
                <a:gd name="connsiteX3" fmla="*/ 31731 w 67750"/>
                <a:gd name="connsiteY3" fmla="*/ 48026 h 116062"/>
                <a:gd name="connsiteX4" fmla="*/ 11435 w 67750"/>
                <a:gd name="connsiteY4" fmla="*/ 52600 h 116062"/>
                <a:gd name="connsiteX5" fmla="*/ 7432 w 67750"/>
                <a:gd name="connsiteY5" fmla="*/ 36877 h 116062"/>
                <a:gd name="connsiteX6" fmla="*/ 33732 w 67750"/>
                <a:gd name="connsiteY6" fmla="*/ 32303 h 116062"/>
                <a:gd name="connsiteX7" fmla="*/ 67751 w 67750"/>
                <a:gd name="connsiteY7" fmla="*/ 63177 h 116062"/>
                <a:gd name="connsiteX8" fmla="*/ 67751 w 67750"/>
                <a:gd name="connsiteY8" fmla="*/ 114347 h 116062"/>
                <a:gd name="connsiteX9" fmla="*/ 50027 w 67750"/>
                <a:gd name="connsiteY9" fmla="*/ 114347 h 116062"/>
                <a:gd name="connsiteX10" fmla="*/ 50027 w 67750"/>
                <a:gd name="connsiteY10" fmla="*/ 105771 h 116062"/>
                <a:gd name="connsiteX11" fmla="*/ 49741 w 67750"/>
                <a:gd name="connsiteY11" fmla="*/ 105771 h 116062"/>
                <a:gd name="connsiteX12" fmla="*/ 26300 w 67750"/>
                <a:gd name="connsiteY12" fmla="*/ 116063 h 116062"/>
                <a:gd name="connsiteX13" fmla="*/ 0 w 67750"/>
                <a:gd name="connsiteY13" fmla="*/ 90620 h 116062"/>
                <a:gd name="connsiteX14" fmla="*/ 34304 w 67750"/>
                <a:gd name="connsiteY14" fmla="*/ 64606 h 116062"/>
                <a:gd name="connsiteX15" fmla="*/ 19153 w 67750"/>
                <a:gd name="connsiteY15" fmla="*/ 21726 h 116062"/>
                <a:gd name="connsiteX16" fmla="*/ 8004 w 67750"/>
                <a:gd name="connsiteY16" fmla="*/ 10863 h 116062"/>
                <a:gd name="connsiteX17" fmla="*/ 19153 w 67750"/>
                <a:gd name="connsiteY17" fmla="*/ 0 h 116062"/>
                <a:gd name="connsiteX18" fmla="*/ 30302 w 67750"/>
                <a:gd name="connsiteY18" fmla="*/ 10863 h 116062"/>
                <a:gd name="connsiteX19" fmla="*/ 19153 w 67750"/>
                <a:gd name="connsiteY19" fmla="*/ 21726 h 116062"/>
                <a:gd name="connsiteX20" fmla="*/ 31160 w 67750"/>
                <a:gd name="connsiteY20" fmla="*/ 102055 h 116062"/>
                <a:gd name="connsiteX21" fmla="*/ 49455 w 67750"/>
                <a:gd name="connsiteY21" fmla="*/ 92335 h 116062"/>
                <a:gd name="connsiteX22" fmla="*/ 49455 w 67750"/>
                <a:gd name="connsiteY22" fmla="*/ 78328 h 116062"/>
                <a:gd name="connsiteX23" fmla="*/ 36305 w 67750"/>
                <a:gd name="connsiteY23" fmla="*/ 76899 h 116062"/>
                <a:gd name="connsiteX24" fmla="*/ 17724 w 67750"/>
                <a:gd name="connsiteY24" fmla="*/ 90048 h 116062"/>
                <a:gd name="connsiteX25" fmla="*/ 31160 w 67750"/>
                <a:gd name="connsiteY25" fmla="*/ 102055 h 116062"/>
                <a:gd name="connsiteX26" fmla="*/ 52028 w 67750"/>
                <a:gd name="connsiteY26" fmla="*/ 21726 h 116062"/>
                <a:gd name="connsiteX27" fmla="*/ 40879 w 67750"/>
                <a:gd name="connsiteY27" fmla="*/ 10863 h 116062"/>
                <a:gd name="connsiteX28" fmla="*/ 52028 w 67750"/>
                <a:gd name="connsiteY28" fmla="*/ 0 h 116062"/>
                <a:gd name="connsiteX29" fmla="*/ 63177 w 67750"/>
                <a:gd name="connsiteY29" fmla="*/ 10863 h 116062"/>
                <a:gd name="connsiteX30" fmla="*/ 52028 w 67750"/>
                <a:gd name="connsiteY30" fmla="*/ 21726 h 11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750" h="116062">
                  <a:moveTo>
                    <a:pt x="34304" y="64606"/>
                  </a:moveTo>
                  <a:cubicBezTo>
                    <a:pt x="39450" y="64606"/>
                    <a:pt x="44310" y="64892"/>
                    <a:pt x="49455" y="66321"/>
                  </a:cubicBezTo>
                  <a:lnTo>
                    <a:pt x="49455" y="63463"/>
                  </a:lnTo>
                  <a:cubicBezTo>
                    <a:pt x="49455" y="53171"/>
                    <a:pt x="43452" y="48026"/>
                    <a:pt x="31731" y="48026"/>
                  </a:cubicBezTo>
                  <a:cubicBezTo>
                    <a:pt x="25156" y="48026"/>
                    <a:pt x="18010" y="49455"/>
                    <a:pt x="11435" y="52600"/>
                  </a:cubicBezTo>
                  <a:lnTo>
                    <a:pt x="7432" y="36877"/>
                  </a:lnTo>
                  <a:cubicBezTo>
                    <a:pt x="14865" y="34018"/>
                    <a:pt x="24585" y="32303"/>
                    <a:pt x="33732" y="32303"/>
                  </a:cubicBezTo>
                  <a:cubicBezTo>
                    <a:pt x="56316" y="32303"/>
                    <a:pt x="67751" y="42880"/>
                    <a:pt x="67751" y="63177"/>
                  </a:cubicBezTo>
                  <a:lnTo>
                    <a:pt x="67751" y="114347"/>
                  </a:lnTo>
                  <a:lnTo>
                    <a:pt x="50027" y="114347"/>
                  </a:lnTo>
                  <a:lnTo>
                    <a:pt x="50027" y="105771"/>
                  </a:lnTo>
                  <a:lnTo>
                    <a:pt x="49741" y="105771"/>
                  </a:lnTo>
                  <a:cubicBezTo>
                    <a:pt x="42880" y="112918"/>
                    <a:pt x="35734" y="116063"/>
                    <a:pt x="26300" y="116063"/>
                  </a:cubicBezTo>
                  <a:cubicBezTo>
                    <a:pt x="10291" y="116063"/>
                    <a:pt x="0" y="106057"/>
                    <a:pt x="0" y="90620"/>
                  </a:cubicBezTo>
                  <a:cubicBezTo>
                    <a:pt x="0" y="73754"/>
                    <a:pt x="12006" y="64606"/>
                    <a:pt x="34304" y="64606"/>
                  </a:cubicBezTo>
                  <a:close/>
                  <a:moveTo>
                    <a:pt x="19153" y="21726"/>
                  </a:moveTo>
                  <a:cubicBezTo>
                    <a:pt x="13150" y="21726"/>
                    <a:pt x="8004" y="16580"/>
                    <a:pt x="8004" y="10863"/>
                  </a:cubicBezTo>
                  <a:cubicBezTo>
                    <a:pt x="8004" y="5146"/>
                    <a:pt x="13150" y="0"/>
                    <a:pt x="19153" y="0"/>
                  </a:cubicBezTo>
                  <a:cubicBezTo>
                    <a:pt x="25156" y="0"/>
                    <a:pt x="30302" y="5146"/>
                    <a:pt x="30302" y="10863"/>
                  </a:cubicBezTo>
                  <a:cubicBezTo>
                    <a:pt x="30302" y="16866"/>
                    <a:pt x="25156" y="21726"/>
                    <a:pt x="19153" y="21726"/>
                  </a:cubicBezTo>
                  <a:close/>
                  <a:moveTo>
                    <a:pt x="31160" y="102055"/>
                  </a:moveTo>
                  <a:cubicBezTo>
                    <a:pt x="38020" y="102055"/>
                    <a:pt x="44310" y="98625"/>
                    <a:pt x="49455" y="92335"/>
                  </a:cubicBezTo>
                  <a:lnTo>
                    <a:pt x="49455" y="78328"/>
                  </a:lnTo>
                  <a:cubicBezTo>
                    <a:pt x="45167" y="77184"/>
                    <a:pt x="40593" y="76899"/>
                    <a:pt x="36305" y="76899"/>
                  </a:cubicBezTo>
                  <a:cubicBezTo>
                    <a:pt x="24585" y="76899"/>
                    <a:pt x="17724" y="81472"/>
                    <a:pt x="17724" y="90048"/>
                  </a:cubicBezTo>
                  <a:cubicBezTo>
                    <a:pt x="18010" y="97481"/>
                    <a:pt x="23155" y="102055"/>
                    <a:pt x="31160" y="102055"/>
                  </a:cubicBezTo>
                  <a:close/>
                  <a:moveTo>
                    <a:pt x="52028" y="21726"/>
                  </a:moveTo>
                  <a:cubicBezTo>
                    <a:pt x="46025" y="21726"/>
                    <a:pt x="40879" y="16580"/>
                    <a:pt x="40879" y="10863"/>
                  </a:cubicBezTo>
                  <a:cubicBezTo>
                    <a:pt x="40879" y="5146"/>
                    <a:pt x="46025" y="0"/>
                    <a:pt x="52028" y="0"/>
                  </a:cubicBezTo>
                  <a:cubicBezTo>
                    <a:pt x="58031" y="0"/>
                    <a:pt x="63177" y="5146"/>
                    <a:pt x="63177" y="10863"/>
                  </a:cubicBezTo>
                  <a:cubicBezTo>
                    <a:pt x="63177" y="16866"/>
                    <a:pt x="57745" y="21726"/>
                    <a:pt x="52028" y="21726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E76C37E2-19C3-4FEB-AD05-35C355ACC271}"/>
                </a:ext>
              </a:extLst>
            </p:cNvPr>
            <p:cNvSpPr/>
            <p:nvPr/>
          </p:nvSpPr>
          <p:spPr>
            <a:xfrm>
              <a:off x="3320097" y="40960"/>
              <a:ext cx="49740" cy="107486"/>
            </a:xfrm>
            <a:custGeom>
              <a:avLst/>
              <a:gdLst>
                <a:gd name="connsiteX0" fmla="*/ 49741 w 49740"/>
                <a:gd name="connsiteY0" fmla="*/ 88619 h 107486"/>
                <a:gd name="connsiteX1" fmla="*/ 49741 w 49740"/>
                <a:gd name="connsiteY1" fmla="*/ 104628 h 107486"/>
                <a:gd name="connsiteX2" fmla="*/ 34018 w 49740"/>
                <a:gd name="connsiteY2" fmla="*/ 107486 h 107486"/>
                <a:gd name="connsiteX3" fmla="*/ 12292 w 49740"/>
                <a:gd name="connsiteY3" fmla="*/ 84903 h 107486"/>
                <a:gd name="connsiteX4" fmla="*/ 12292 w 49740"/>
                <a:gd name="connsiteY4" fmla="*/ 41165 h 107486"/>
                <a:gd name="connsiteX5" fmla="*/ 0 w 49740"/>
                <a:gd name="connsiteY5" fmla="*/ 41165 h 107486"/>
                <a:gd name="connsiteX6" fmla="*/ 0 w 49740"/>
                <a:gd name="connsiteY6" fmla="*/ 25728 h 107486"/>
                <a:gd name="connsiteX7" fmla="*/ 12006 w 49740"/>
                <a:gd name="connsiteY7" fmla="*/ 25728 h 107486"/>
                <a:gd name="connsiteX8" fmla="*/ 12006 w 49740"/>
                <a:gd name="connsiteY8" fmla="*/ 4002 h 107486"/>
                <a:gd name="connsiteX9" fmla="*/ 30588 w 49740"/>
                <a:gd name="connsiteY9" fmla="*/ 0 h 107486"/>
                <a:gd name="connsiteX10" fmla="*/ 30588 w 49740"/>
                <a:gd name="connsiteY10" fmla="*/ 26014 h 107486"/>
                <a:gd name="connsiteX11" fmla="*/ 49741 w 49740"/>
                <a:gd name="connsiteY11" fmla="*/ 26014 h 107486"/>
                <a:gd name="connsiteX12" fmla="*/ 49741 w 49740"/>
                <a:gd name="connsiteY12" fmla="*/ 41451 h 107486"/>
                <a:gd name="connsiteX13" fmla="*/ 30588 w 49740"/>
                <a:gd name="connsiteY13" fmla="*/ 41451 h 107486"/>
                <a:gd name="connsiteX14" fmla="*/ 30588 w 49740"/>
                <a:gd name="connsiteY14" fmla="*/ 80901 h 107486"/>
                <a:gd name="connsiteX15" fmla="*/ 39164 w 49740"/>
                <a:gd name="connsiteY15" fmla="*/ 91478 h 107486"/>
                <a:gd name="connsiteX16" fmla="*/ 49741 w 49740"/>
                <a:gd name="connsiteY16" fmla="*/ 88619 h 1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40" h="107486">
                  <a:moveTo>
                    <a:pt x="49741" y="88619"/>
                  </a:moveTo>
                  <a:lnTo>
                    <a:pt x="49741" y="104628"/>
                  </a:lnTo>
                  <a:cubicBezTo>
                    <a:pt x="45739" y="106629"/>
                    <a:pt x="39450" y="107486"/>
                    <a:pt x="34018" y="107486"/>
                  </a:cubicBezTo>
                  <a:cubicBezTo>
                    <a:pt x="20011" y="107486"/>
                    <a:pt x="12292" y="99482"/>
                    <a:pt x="12292" y="84903"/>
                  </a:cubicBezTo>
                  <a:lnTo>
                    <a:pt x="12292" y="41165"/>
                  </a:lnTo>
                  <a:lnTo>
                    <a:pt x="0" y="41165"/>
                  </a:lnTo>
                  <a:lnTo>
                    <a:pt x="0" y="25728"/>
                  </a:lnTo>
                  <a:lnTo>
                    <a:pt x="12006" y="25728"/>
                  </a:lnTo>
                  <a:lnTo>
                    <a:pt x="12006" y="4002"/>
                  </a:lnTo>
                  <a:lnTo>
                    <a:pt x="30588" y="0"/>
                  </a:lnTo>
                  <a:lnTo>
                    <a:pt x="30588" y="26014"/>
                  </a:lnTo>
                  <a:lnTo>
                    <a:pt x="49741" y="26014"/>
                  </a:lnTo>
                  <a:lnTo>
                    <a:pt x="49741" y="41451"/>
                  </a:lnTo>
                  <a:lnTo>
                    <a:pt x="30588" y="41451"/>
                  </a:lnTo>
                  <a:lnTo>
                    <a:pt x="30588" y="80901"/>
                  </a:lnTo>
                  <a:cubicBezTo>
                    <a:pt x="30588" y="88333"/>
                    <a:pt x="33161" y="91478"/>
                    <a:pt x="39164" y="91478"/>
                  </a:cubicBezTo>
                  <a:cubicBezTo>
                    <a:pt x="42880" y="91192"/>
                    <a:pt x="46596" y="90048"/>
                    <a:pt x="49741" y="8861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B071317-7674-418D-B895-174740E887AC}"/>
                </a:ext>
              </a:extLst>
            </p:cNvPr>
            <p:cNvSpPr/>
            <p:nvPr/>
          </p:nvSpPr>
          <p:spPr>
            <a:xfrm>
              <a:off x="3433872" y="66688"/>
              <a:ext cx="68894" cy="82044"/>
            </a:xfrm>
            <a:custGeom>
              <a:avLst/>
              <a:gdLst>
                <a:gd name="connsiteX0" fmla="*/ 18867 w 68894"/>
                <a:gd name="connsiteY0" fmla="*/ 48026 h 82044"/>
                <a:gd name="connsiteX1" fmla="*/ 34876 w 68894"/>
                <a:gd name="connsiteY1" fmla="*/ 64892 h 82044"/>
                <a:gd name="connsiteX2" fmla="*/ 50313 w 68894"/>
                <a:gd name="connsiteY2" fmla="*/ 48026 h 82044"/>
                <a:gd name="connsiteX3" fmla="*/ 50313 w 68894"/>
                <a:gd name="connsiteY3" fmla="*/ 0 h 82044"/>
                <a:gd name="connsiteX4" fmla="*/ 68894 w 68894"/>
                <a:gd name="connsiteY4" fmla="*/ 0 h 82044"/>
                <a:gd name="connsiteX5" fmla="*/ 68894 w 68894"/>
                <a:gd name="connsiteY5" fmla="*/ 48598 h 82044"/>
                <a:gd name="connsiteX6" fmla="*/ 35162 w 68894"/>
                <a:gd name="connsiteY6" fmla="*/ 82044 h 82044"/>
                <a:gd name="connsiteX7" fmla="*/ 0 w 68894"/>
                <a:gd name="connsiteY7" fmla="*/ 48883 h 82044"/>
                <a:gd name="connsiteX8" fmla="*/ 0 w 68894"/>
                <a:gd name="connsiteY8" fmla="*/ 286 h 82044"/>
                <a:gd name="connsiteX9" fmla="*/ 18581 w 68894"/>
                <a:gd name="connsiteY9" fmla="*/ 286 h 82044"/>
                <a:gd name="connsiteX10" fmla="*/ 18581 w 68894"/>
                <a:gd name="connsiteY10" fmla="*/ 48026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94" h="82044">
                  <a:moveTo>
                    <a:pt x="18867" y="48026"/>
                  </a:moveTo>
                  <a:cubicBezTo>
                    <a:pt x="18867" y="58889"/>
                    <a:pt x="24299" y="64892"/>
                    <a:pt x="34876" y="64892"/>
                  </a:cubicBezTo>
                  <a:cubicBezTo>
                    <a:pt x="45167" y="64892"/>
                    <a:pt x="50313" y="59175"/>
                    <a:pt x="50313" y="48026"/>
                  </a:cubicBezTo>
                  <a:lnTo>
                    <a:pt x="50313" y="0"/>
                  </a:lnTo>
                  <a:lnTo>
                    <a:pt x="68894" y="0"/>
                  </a:lnTo>
                  <a:lnTo>
                    <a:pt x="68894" y="48598"/>
                  </a:lnTo>
                  <a:cubicBezTo>
                    <a:pt x="68894" y="69752"/>
                    <a:pt x="57174" y="82044"/>
                    <a:pt x="35162" y="82044"/>
                  </a:cubicBezTo>
                  <a:cubicBezTo>
                    <a:pt x="13436" y="82044"/>
                    <a:pt x="0" y="69752"/>
                    <a:pt x="0" y="48883"/>
                  </a:cubicBezTo>
                  <a:lnTo>
                    <a:pt x="0" y="286"/>
                  </a:lnTo>
                  <a:lnTo>
                    <a:pt x="18581" y="286"/>
                  </a:lnTo>
                  <a:lnTo>
                    <a:pt x="18581" y="4802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4205895C-C798-479F-B85E-6DD6EA25ECEC}"/>
                </a:ext>
              </a:extLst>
            </p:cNvPr>
            <p:cNvSpPr/>
            <p:nvPr/>
          </p:nvSpPr>
          <p:spPr>
            <a:xfrm>
              <a:off x="3526779" y="64687"/>
              <a:ext cx="68608" cy="82044"/>
            </a:xfrm>
            <a:custGeom>
              <a:avLst/>
              <a:gdLst>
                <a:gd name="connsiteX0" fmla="*/ 68608 w 68608"/>
                <a:gd name="connsiteY0" fmla="*/ 81758 h 82044"/>
                <a:gd name="connsiteX1" fmla="*/ 50027 w 68608"/>
                <a:gd name="connsiteY1" fmla="*/ 81758 h 82044"/>
                <a:gd name="connsiteX2" fmla="*/ 50027 w 68608"/>
                <a:gd name="connsiteY2" fmla="*/ 36019 h 82044"/>
                <a:gd name="connsiteX3" fmla="*/ 35162 w 68608"/>
                <a:gd name="connsiteY3" fmla="*/ 16580 h 82044"/>
                <a:gd name="connsiteX4" fmla="*/ 18581 w 68608"/>
                <a:gd name="connsiteY4" fmla="*/ 36019 h 82044"/>
                <a:gd name="connsiteX5" fmla="*/ 18581 w 68608"/>
                <a:gd name="connsiteY5" fmla="*/ 82044 h 82044"/>
                <a:gd name="connsiteX6" fmla="*/ 0 w 68608"/>
                <a:gd name="connsiteY6" fmla="*/ 82044 h 82044"/>
                <a:gd name="connsiteX7" fmla="*/ 0 w 68608"/>
                <a:gd name="connsiteY7" fmla="*/ 2001 h 82044"/>
                <a:gd name="connsiteX8" fmla="*/ 18581 w 68608"/>
                <a:gd name="connsiteY8" fmla="*/ 2001 h 82044"/>
                <a:gd name="connsiteX9" fmla="*/ 18581 w 68608"/>
                <a:gd name="connsiteY9" fmla="*/ 11721 h 82044"/>
                <a:gd name="connsiteX10" fmla="*/ 18867 w 68608"/>
                <a:gd name="connsiteY10" fmla="*/ 11721 h 82044"/>
                <a:gd name="connsiteX11" fmla="*/ 42308 w 68608"/>
                <a:gd name="connsiteY11" fmla="*/ 0 h 82044"/>
                <a:gd name="connsiteX12" fmla="*/ 68608 w 68608"/>
                <a:gd name="connsiteY12" fmla="*/ 32303 h 82044"/>
                <a:gd name="connsiteX13" fmla="*/ 68608 w 68608"/>
                <a:gd name="connsiteY13" fmla="*/ 81758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82044">
                  <a:moveTo>
                    <a:pt x="68608" y="81758"/>
                  </a:moveTo>
                  <a:lnTo>
                    <a:pt x="50027" y="81758"/>
                  </a:lnTo>
                  <a:lnTo>
                    <a:pt x="50027" y="36019"/>
                  </a:lnTo>
                  <a:cubicBezTo>
                    <a:pt x="50027" y="24299"/>
                    <a:pt x="46596" y="16580"/>
                    <a:pt x="35162" y="16580"/>
                  </a:cubicBezTo>
                  <a:cubicBezTo>
                    <a:pt x="22012" y="16580"/>
                    <a:pt x="18581" y="27157"/>
                    <a:pt x="18581" y="3601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581" y="2001"/>
                  </a:lnTo>
                  <a:lnTo>
                    <a:pt x="18581" y="11721"/>
                  </a:lnTo>
                  <a:lnTo>
                    <a:pt x="18867" y="11721"/>
                  </a:lnTo>
                  <a:cubicBezTo>
                    <a:pt x="23727" y="4574"/>
                    <a:pt x="32017" y="0"/>
                    <a:pt x="42308" y="0"/>
                  </a:cubicBezTo>
                  <a:cubicBezTo>
                    <a:pt x="60604" y="0"/>
                    <a:pt x="68608" y="13436"/>
                    <a:pt x="68608" y="32303"/>
                  </a:cubicBezTo>
                  <a:lnTo>
                    <a:pt x="68608" y="81758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2FC205B-F480-4DBC-A765-0A475834F3A1}"/>
                </a:ext>
              </a:extLst>
            </p:cNvPr>
            <p:cNvSpPr/>
            <p:nvPr/>
          </p:nvSpPr>
          <p:spPr>
            <a:xfrm>
              <a:off x="3615112" y="29811"/>
              <a:ext cx="74611" cy="118921"/>
            </a:xfrm>
            <a:custGeom>
              <a:avLst/>
              <a:gdLst>
                <a:gd name="connsiteX0" fmla="*/ 0 w 74611"/>
                <a:gd name="connsiteY0" fmla="*/ 76613 h 118921"/>
                <a:gd name="connsiteX1" fmla="*/ 32589 w 74611"/>
                <a:gd name="connsiteY1" fmla="*/ 34876 h 118921"/>
                <a:gd name="connsiteX2" fmla="*/ 55744 w 74611"/>
                <a:gd name="connsiteY2" fmla="*/ 45739 h 118921"/>
                <a:gd name="connsiteX3" fmla="*/ 56030 w 74611"/>
                <a:gd name="connsiteY3" fmla="*/ 45739 h 118921"/>
                <a:gd name="connsiteX4" fmla="*/ 56030 w 74611"/>
                <a:gd name="connsiteY4" fmla="*/ 4574 h 118921"/>
                <a:gd name="connsiteX5" fmla="*/ 74612 w 74611"/>
                <a:gd name="connsiteY5" fmla="*/ 0 h 118921"/>
                <a:gd name="connsiteX6" fmla="*/ 74612 w 74611"/>
                <a:gd name="connsiteY6" fmla="*/ 116920 h 118921"/>
                <a:gd name="connsiteX7" fmla="*/ 56316 w 74611"/>
                <a:gd name="connsiteY7" fmla="*/ 116920 h 118921"/>
                <a:gd name="connsiteX8" fmla="*/ 56316 w 74611"/>
                <a:gd name="connsiteY8" fmla="*/ 107486 h 118921"/>
                <a:gd name="connsiteX9" fmla="*/ 56030 w 74611"/>
                <a:gd name="connsiteY9" fmla="*/ 107486 h 118921"/>
                <a:gd name="connsiteX10" fmla="*/ 32017 w 74611"/>
                <a:gd name="connsiteY10" fmla="*/ 118921 h 118921"/>
                <a:gd name="connsiteX11" fmla="*/ 0 w 74611"/>
                <a:gd name="connsiteY11" fmla="*/ 76613 h 118921"/>
                <a:gd name="connsiteX12" fmla="*/ 18581 w 74611"/>
                <a:gd name="connsiteY12" fmla="*/ 76613 h 118921"/>
                <a:gd name="connsiteX13" fmla="*/ 37163 w 74611"/>
                <a:gd name="connsiteY13" fmla="*/ 102341 h 118921"/>
                <a:gd name="connsiteX14" fmla="*/ 56316 w 74611"/>
                <a:gd name="connsiteY14" fmla="*/ 91764 h 118921"/>
                <a:gd name="connsiteX15" fmla="*/ 56316 w 74611"/>
                <a:gd name="connsiteY15" fmla="*/ 62605 h 118921"/>
                <a:gd name="connsiteX16" fmla="*/ 37163 w 74611"/>
                <a:gd name="connsiteY16" fmla="*/ 52028 h 118921"/>
                <a:gd name="connsiteX17" fmla="*/ 18581 w 74611"/>
                <a:gd name="connsiteY17" fmla="*/ 76613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0" y="76613"/>
                  </a:moveTo>
                  <a:cubicBezTo>
                    <a:pt x="0" y="50885"/>
                    <a:pt x="13150" y="34876"/>
                    <a:pt x="32589" y="34876"/>
                  </a:cubicBezTo>
                  <a:cubicBezTo>
                    <a:pt x="42594" y="34876"/>
                    <a:pt x="50599" y="39164"/>
                    <a:pt x="55744" y="45739"/>
                  </a:cubicBezTo>
                  <a:lnTo>
                    <a:pt x="56030" y="45739"/>
                  </a:lnTo>
                  <a:lnTo>
                    <a:pt x="56030" y="4574"/>
                  </a:lnTo>
                  <a:lnTo>
                    <a:pt x="74612" y="0"/>
                  </a:lnTo>
                  <a:lnTo>
                    <a:pt x="74612" y="116920"/>
                  </a:lnTo>
                  <a:lnTo>
                    <a:pt x="56316" y="116920"/>
                  </a:lnTo>
                  <a:lnTo>
                    <a:pt x="56316" y="107486"/>
                  </a:lnTo>
                  <a:lnTo>
                    <a:pt x="56030" y="107486"/>
                  </a:lnTo>
                  <a:cubicBezTo>
                    <a:pt x="50313" y="114633"/>
                    <a:pt x="42023" y="118921"/>
                    <a:pt x="32017" y="118921"/>
                  </a:cubicBezTo>
                  <a:cubicBezTo>
                    <a:pt x="13150" y="118635"/>
                    <a:pt x="0" y="102341"/>
                    <a:pt x="0" y="76613"/>
                  </a:cubicBezTo>
                  <a:close/>
                  <a:moveTo>
                    <a:pt x="18581" y="76613"/>
                  </a:moveTo>
                  <a:cubicBezTo>
                    <a:pt x="18581" y="92907"/>
                    <a:pt x="25442" y="102341"/>
                    <a:pt x="37163" y="102341"/>
                  </a:cubicBezTo>
                  <a:cubicBezTo>
                    <a:pt x="44310" y="102341"/>
                    <a:pt x="50313" y="98910"/>
                    <a:pt x="56316" y="91764"/>
                  </a:cubicBezTo>
                  <a:lnTo>
                    <a:pt x="56316" y="62605"/>
                  </a:lnTo>
                  <a:cubicBezTo>
                    <a:pt x="50885" y="55458"/>
                    <a:pt x="44881" y="52028"/>
                    <a:pt x="37163" y="52028"/>
                  </a:cubicBezTo>
                  <a:cubicBezTo>
                    <a:pt x="25157" y="51742"/>
                    <a:pt x="18581" y="60604"/>
                    <a:pt x="18581" y="76613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69AE56F4-0BAC-4631-8D60-8514867BA36A}"/>
                </a:ext>
              </a:extLst>
            </p:cNvPr>
            <p:cNvSpPr/>
            <p:nvPr/>
          </p:nvSpPr>
          <p:spPr>
            <a:xfrm>
              <a:off x="1648912" y="209051"/>
              <a:ext cx="69751" cy="110630"/>
            </a:xfrm>
            <a:custGeom>
              <a:avLst/>
              <a:gdLst>
                <a:gd name="connsiteX0" fmla="*/ 69752 w 69751"/>
                <a:gd name="connsiteY0" fmla="*/ 18010 h 110630"/>
                <a:gd name="connsiteX1" fmla="*/ 19725 w 69751"/>
                <a:gd name="connsiteY1" fmla="*/ 18010 h 110630"/>
                <a:gd name="connsiteX2" fmla="*/ 19725 w 69751"/>
                <a:gd name="connsiteY2" fmla="*/ 45453 h 110630"/>
                <a:gd name="connsiteX3" fmla="*/ 56888 w 69751"/>
                <a:gd name="connsiteY3" fmla="*/ 45453 h 110630"/>
                <a:gd name="connsiteX4" fmla="*/ 56888 w 69751"/>
                <a:gd name="connsiteY4" fmla="*/ 63463 h 110630"/>
                <a:gd name="connsiteX5" fmla="*/ 19725 w 69751"/>
                <a:gd name="connsiteY5" fmla="*/ 63463 h 110630"/>
                <a:gd name="connsiteX6" fmla="*/ 19725 w 69751"/>
                <a:gd name="connsiteY6" fmla="*/ 110631 h 110630"/>
                <a:gd name="connsiteX7" fmla="*/ 0 w 69751"/>
                <a:gd name="connsiteY7" fmla="*/ 110631 h 110630"/>
                <a:gd name="connsiteX8" fmla="*/ 0 w 69751"/>
                <a:gd name="connsiteY8" fmla="*/ 0 h 110630"/>
                <a:gd name="connsiteX9" fmla="*/ 69466 w 69751"/>
                <a:gd name="connsiteY9" fmla="*/ 0 h 110630"/>
                <a:gd name="connsiteX10" fmla="*/ 69466 w 69751"/>
                <a:gd name="connsiteY10" fmla="*/ 18010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751" h="110630">
                  <a:moveTo>
                    <a:pt x="69752" y="18010"/>
                  </a:moveTo>
                  <a:lnTo>
                    <a:pt x="19725" y="18010"/>
                  </a:lnTo>
                  <a:lnTo>
                    <a:pt x="19725" y="45453"/>
                  </a:lnTo>
                  <a:lnTo>
                    <a:pt x="56888" y="45453"/>
                  </a:lnTo>
                  <a:lnTo>
                    <a:pt x="56888" y="63463"/>
                  </a:lnTo>
                  <a:lnTo>
                    <a:pt x="19725" y="63463"/>
                  </a:lnTo>
                  <a:lnTo>
                    <a:pt x="19725" y="110631"/>
                  </a:lnTo>
                  <a:lnTo>
                    <a:pt x="0" y="110631"/>
                  </a:lnTo>
                  <a:lnTo>
                    <a:pt x="0" y="0"/>
                  </a:lnTo>
                  <a:lnTo>
                    <a:pt x="69466" y="0"/>
                  </a:lnTo>
                  <a:lnTo>
                    <a:pt x="69466" y="1801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67635ED-45CA-4D7D-BDE1-B603E9C8DC74}"/>
                </a:ext>
              </a:extLst>
            </p:cNvPr>
            <p:cNvSpPr/>
            <p:nvPr/>
          </p:nvSpPr>
          <p:spPr>
            <a:xfrm>
              <a:off x="1722094" y="237638"/>
              <a:ext cx="67750" cy="83759"/>
            </a:xfrm>
            <a:custGeom>
              <a:avLst/>
              <a:gdLst>
                <a:gd name="connsiteX0" fmla="*/ 34304 w 67750"/>
                <a:gd name="connsiteY0" fmla="*/ 32303 h 83759"/>
                <a:gd name="connsiteX1" fmla="*/ 49455 w 67750"/>
                <a:gd name="connsiteY1" fmla="*/ 34018 h 83759"/>
                <a:gd name="connsiteX2" fmla="*/ 49455 w 67750"/>
                <a:gd name="connsiteY2" fmla="*/ 31160 h 83759"/>
                <a:gd name="connsiteX3" fmla="*/ 31731 w 67750"/>
                <a:gd name="connsiteY3" fmla="*/ 15723 h 83759"/>
                <a:gd name="connsiteX4" fmla="*/ 11435 w 67750"/>
                <a:gd name="connsiteY4" fmla="*/ 20297 h 83759"/>
                <a:gd name="connsiteX5" fmla="*/ 7433 w 67750"/>
                <a:gd name="connsiteY5" fmla="*/ 4574 h 83759"/>
                <a:gd name="connsiteX6" fmla="*/ 33732 w 67750"/>
                <a:gd name="connsiteY6" fmla="*/ 0 h 83759"/>
                <a:gd name="connsiteX7" fmla="*/ 67751 w 67750"/>
                <a:gd name="connsiteY7" fmla="*/ 30874 h 83759"/>
                <a:gd name="connsiteX8" fmla="*/ 67751 w 67750"/>
                <a:gd name="connsiteY8" fmla="*/ 82044 h 83759"/>
                <a:gd name="connsiteX9" fmla="*/ 50027 w 67750"/>
                <a:gd name="connsiteY9" fmla="*/ 82044 h 83759"/>
                <a:gd name="connsiteX10" fmla="*/ 50027 w 67750"/>
                <a:gd name="connsiteY10" fmla="*/ 73468 h 83759"/>
                <a:gd name="connsiteX11" fmla="*/ 49741 w 67750"/>
                <a:gd name="connsiteY11" fmla="*/ 73468 h 83759"/>
                <a:gd name="connsiteX12" fmla="*/ 26300 w 67750"/>
                <a:gd name="connsiteY12" fmla="*/ 83759 h 83759"/>
                <a:gd name="connsiteX13" fmla="*/ 0 w 67750"/>
                <a:gd name="connsiteY13" fmla="*/ 58317 h 83759"/>
                <a:gd name="connsiteX14" fmla="*/ 34304 w 67750"/>
                <a:gd name="connsiteY14" fmla="*/ 32303 h 83759"/>
                <a:gd name="connsiteX15" fmla="*/ 31160 w 67750"/>
                <a:gd name="connsiteY15" fmla="*/ 69752 h 83759"/>
                <a:gd name="connsiteX16" fmla="*/ 49455 w 67750"/>
                <a:gd name="connsiteY16" fmla="*/ 60032 h 83759"/>
                <a:gd name="connsiteX17" fmla="*/ 49455 w 67750"/>
                <a:gd name="connsiteY17" fmla="*/ 46311 h 83759"/>
                <a:gd name="connsiteX18" fmla="*/ 36305 w 67750"/>
                <a:gd name="connsiteY18" fmla="*/ 44881 h 83759"/>
                <a:gd name="connsiteX19" fmla="*/ 17724 w 67750"/>
                <a:gd name="connsiteY19" fmla="*/ 58031 h 83759"/>
                <a:gd name="connsiteX20" fmla="*/ 31160 w 67750"/>
                <a:gd name="connsiteY20" fmla="*/ 69752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750" h="83759">
                  <a:moveTo>
                    <a:pt x="34304" y="32303"/>
                  </a:moveTo>
                  <a:cubicBezTo>
                    <a:pt x="39450" y="32303"/>
                    <a:pt x="44310" y="32589"/>
                    <a:pt x="49455" y="34018"/>
                  </a:cubicBezTo>
                  <a:lnTo>
                    <a:pt x="49455" y="31160"/>
                  </a:lnTo>
                  <a:cubicBezTo>
                    <a:pt x="49455" y="20868"/>
                    <a:pt x="43452" y="15723"/>
                    <a:pt x="31731" y="15723"/>
                  </a:cubicBezTo>
                  <a:cubicBezTo>
                    <a:pt x="25156" y="15723"/>
                    <a:pt x="18010" y="17152"/>
                    <a:pt x="11435" y="20297"/>
                  </a:cubicBezTo>
                  <a:lnTo>
                    <a:pt x="7433" y="4574"/>
                  </a:lnTo>
                  <a:cubicBezTo>
                    <a:pt x="14865" y="1715"/>
                    <a:pt x="24585" y="0"/>
                    <a:pt x="33732" y="0"/>
                  </a:cubicBezTo>
                  <a:cubicBezTo>
                    <a:pt x="56316" y="0"/>
                    <a:pt x="67751" y="10577"/>
                    <a:pt x="67751" y="30874"/>
                  </a:cubicBezTo>
                  <a:lnTo>
                    <a:pt x="67751" y="82044"/>
                  </a:lnTo>
                  <a:lnTo>
                    <a:pt x="50027" y="82044"/>
                  </a:lnTo>
                  <a:lnTo>
                    <a:pt x="50027" y="73468"/>
                  </a:lnTo>
                  <a:lnTo>
                    <a:pt x="49741" y="73468"/>
                  </a:lnTo>
                  <a:cubicBezTo>
                    <a:pt x="42880" y="80615"/>
                    <a:pt x="35734" y="83759"/>
                    <a:pt x="26300" y="83759"/>
                  </a:cubicBezTo>
                  <a:cubicBezTo>
                    <a:pt x="10291" y="83759"/>
                    <a:pt x="0" y="73754"/>
                    <a:pt x="0" y="58317"/>
                  </a:cubicBezTo>
                  <a:cubicBezTo>
                    <a:pt x="0" y="41451"/>
                    <a:pt x="12006" y="32303"/>
                    <a:pt x="34304" y="32303"/>
                  </a:cubicBezTo>
                  <a:close/>
                  <a:moveTo>
                    <a:pt x="31160" y="69752"/>
                  </a:moveTo>
                  <a:cubicBezTo>
                    <a:pt x="38020" y="69752"/>
                    <a:pt x="44310" y="66321"/>
                    <a:pt x="49455" y="60032"/>
                  </a:cubicBezTo>
                  <a:lnTo>
                    <a:pt x="49455" y="46311"/>
                  </a:lnTo>
                  <a:cubicBezTo>
                    <a:pt x="45167" y="45167"/>
                    <a:pt x="40593" y="44881"/>
                    <a:pt x="36305" y="44881"/>
                  </a:cubicBezTo>
                  <a:cubicBezTo>
                    <a:pt x="24585" y="44881"/>
                    <a:pt x="17724" y="49455"/>
                    <a:pt x="17724" y="58031"/>
                  </a:cubicBezTo>
                  <a:cubicBezTo>
                    <a:pt x="18010" y="65178"/>
                    <a:pt x="23155" y="69752"/>
                    <a:pt x="31160" y="69752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4E65E35C-CC48-4B60-A5C5-9B54FD845568}"/>
                </a:ext>
              </a:extLst>
            </p:cNvPr>
            <p:cNvSpPr/>
            <p:nvPr/>
          </p:nvSpPr>
          <p:spPr>
            <a:xfrm>
              <a:off x="1809570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3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3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28ED8B8-344F-4ED7-810A-21695244E5AD}"/>
                </a:ext>
              </a:extLst>
            </p:cNvPr>
            <p:cNvSpPr/>
            <p:nvPr/>
          </p:nvSpPr>
          <p:spPr>
            <a:xfrm>
              <a:off x="189332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0381C199-12C5-4DFC-A594-30891ED44429}"/>
                </a:ext>
              </a:extLst>
            </p:cNvPr>
            <p:cNvSpPr/>
            <p:nvPr/>
          </p:nvSpPr>
          <p:spPr>
            <a:xfrm>
              <a:off x="1985665" y="202476"/>
              <a:ext cx="74611" cy="118921"/>
            </a:xfrm>
            <a:custGeom>
              <a:avLst/>
              <a:gdLst>
                <a:gd name="connsiteX0" fmla="*/ 74612 w 74611"/>
                <a:gd name="connsiteY0" fmla="*/ 76613 h 118921"/>
                <a:gd name="connsiteX1" fmla="*/ 42023 w 74611"/>
                <a:gd name="connsiteY1" fmla="*/ 118921 h 118921"/>
                <a:gd name="connsiteX2" fmla="*/ 18296 w 74611"/>
                <a:gd name="connsiteY2" fmla="*/ 107772 h 118921"/>
                <a:gd name="connsiteX3" fmla="*/ 18010 w 74611"/>
                <a:gd name="connsiteY3" fmla="*/ 107772 h 118921"/>
                <a:gd name="connsiteX4" fmla="*/ 18010 w 74611"/>
                <a:gd name="connsiteY4" fmla="*/ 116920 h 118921"/>
                <a:gd name="connsiteX5" fmla="*/ 0 w 74611"/>
                <a:gd name="connsiteY5" fmla="*/ 116920 h 118921"/>
                <a:gd name="connsiteX6" fmla="*/ 0 w 74611"/>
                <a:gd name="connsiteY6" fmla="*/ 4574 h 118921"/>
                <a:gd name="connsiteX7" fmla="*/ 18581 w 74611"/>
                <a:gd name="connsiteY7" fmla="*/ 0 h 118921"/>
                <a:gd name="connsiteX8" fmla="*/ 18581 w 74611"/>
                <a:gd name="connsiteY8" fmla="*/ 46311 h 118921"/>
                <a:gd name="connsiteX9" fmla="*/ 18867 w 74611"/>
                <a:gd name="connsiteY9" fmla="*/ 46311 h 118921"/>
                <a:gd name="connsiteX10" fmla="*/ 42308 w 74611"/>
                <a:gd name="connsiteY10" fmla="*/ 34876 h 118921"/>
                <a:gd name="connsiteX11" fmla="*/ 74612 w 74611"/>
                <a:gd name="connsiteY11" fmla="*/ 76613 h 118921"/>
                <a:gd name="connsiteX12" fmla="*/ 56316 w 74611"/>
                <a:gd name="connsiteY12" fmla="*/ 76899 h 118921"/>
                <a:gd name="connsiteX13" fmla="*/ 37735 w 74611"/>
                <a:gd name="connsiteY13" fmla="*/ 51742 h 118921"/>
                <a:gd name="connsiteX14" fmla="*/ 18867 w 74611"/>
                <a:gd name="connsiteY14" fmla="*/ 62033 h 118921"/>
                <a:gd name="connsiteX15" fmla="*/ 18867 w 74611"/>
                <a:gd name="connsiteY15" fmla="*/ 91192 h 118921"/>
                <a:gd name="connsiteX16" fmla="*/ 38020 w 74611"/>
                <a:gd name="connsiteY16" fmla="*/ 102055 h 118921"/>
                <a:gd name="connsiteX17" fmla="*/ 56316 w 74611"/>
                <a:gd name="connsiteY17" fmla="*/ 76899 h 11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611" h="118921">
                  <a:moveTo>
                    <a:pt x="74612" y="76613"/>
                  </a:moveTo>
                  <a:cubicBezTo>
                    <a:pt x="74612" y="102341"/>
                    <a:pt x="61462" y="118921"/>
                    <a:pt x="42023" y="118921"/>
                  </a:cubicBezTo>
                  <a:cubicBezTo>
                    <a:pt x="32017" y="118921"/>
                    <a:pt x="23727" y="114633"/>
                    <a:pt x="18296" y="107772"/>
                  </a:cubicBezTo>
                  <a:lnTo>
                    <a:pt x="18010" y="107772"/>
                  </a:lnTo>
                  <a:lnTo>
                    <a:pt x="18010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311"/>
                  </a:lnTo>
                  <a:lnTo>
                    <a:pt x="18867" y="46311"/>
                  </a:lnTo>
                  <a:cubicBezTo>
                    <a:pt x="24299" y="39164"/>
                    <a:pt x="32303" y="34876"/>
                    <a:pt x="42308" y="34876"/>
                  </a:cubicBezTo>
                  <a:cubicBezTo>
                    <a:pt x="61747" y="34876"/>
                    <a:pt x="74612" y="50599"/>
                    <a:pt x="74612" y="76613"/>
                  </a:cubicBezTo>
                  <a:close/>
                  <a:moveTo>
                    <a:pt x="56316" y="76899"/>
                  </a:moveTo>
                  <a:cubicBezTo>
                    <a:pt x="56316" y="60318"/>
                    <a:pt x="49455" y="51742"/>
                    <a:pt x="37735" y="51742"/>
                  </a:cubicBezTo>
                  <a:cubicBezTo>
                    <a:pt x="30588" y="51742"/>
                    <a:pt x="24585" y="54887"/>
                    <a:pt x="18867" y="62033"/>
                  </a:cubicBezTo>
                  <a:lnTo>
                    <a:pt x="18867" y="91192"/>
                  </a:lnTo>
                  <a:cubicBezTo>
                    <a:pt x="24299" y="98339"/>
                    <a:pt x="30302" y="102055"/>
                    <a:pt x="38020" y="102055"/>
                  </a:cubicBezTo>
                  <a:cubicBezTo>
                    <a:pt x="49741" y="102341"/>
                    <a:pt x="56316" y="92907"/>
                    <a:pt x="56316" y="7689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4F10C4B1-9544-4A4D-B350-EBF3BA6357E7}"/>
                </a:ext>
              </a:extLst>
            </p:cNvPr>
            <p:cNvSpPr/>
            <p:nvPr/>
          </p:nvSpPr>
          <p:spPr>
            <a:xfrm>
              <a:off x="2076571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2028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7" y="15151"/>
                    <a:pt x="20583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EA95D997-AE6E-4C3E-AF23-E20C66016EE9}"/>
                </a:ext>
              </a:extLst>
            </p:cNvPr>
            <p:cNvSpPr/>
            <p:nvPr/>
          </p:nvSpPr>
          <p:spPr>
            <a:xfrm>
              <a:off x="2170621" y="237352"/>
              <a:ext cx="48025" cy="82044"/>
            </a:xfrm>
            <a:custGeom>
              <a:avLst/>
              <a:gdLst>
                <a:gd name="connsiteX0" fmla="*/ 48026 w 48025"/>
                <a:gd name="connsiteY0" fmla="*/ 1715 h 82044"/>
                <a:gd name="connsiteX1" fmla="*/ 45167 w 48025"/>
                <a:gd name="connsiteY1" fmla="*/ 20868 h 82044"/>
                <a:gd name="connsiteX2" fmla="*/ 34876 w 48025"/>
                <a:gd name="connsiteY2" fmla="*/ 18296 h 82044"/>
                <a:gd name="connsiteX3" fmla="*/ 18581 w 48025"/>
                <a:gd name="connsiteY3" fmla="*/ 40879 h 82044"/>
                <a:gd name="connsiteX4" fmla="*/ 18581 w 48025"/>
                <a:gd name="connsiteY4" fmla="*/ 82044 h 82044"/>
                <a:gd name="connsiteX5" fmla="*/ 0 w 48025"/>
                <a:gd name="connsiteY5" fmla="*/ 82044 h 82044"/>
                <a:gd name="connsiteX6" fmla="*/ 0 w 48025"/>
                <a:gd name="connsiteY6" fmla="*/ 2001 h 82044"/>
                <a:gd name="connsiteX7" fmla="*/ 18296 w 48025"/>
                <a:gd name="connsiteY7" fmla="*/ 2001 h 82044"/>
                <a:gd name="connsiteX8" fmla="*/ 18296 w 48025"/>
                <a:gd name="connsiteY8" fmla="*/ 12006 h 82044"/>
                <a:gd name="connsiteX9" fmla="*/ 18581 w 48025"/>
                <a:gd name="connsiteY9" fmla="*/ 12006 h 82044"/>
                <a:gd name="connsiteX10" fmla="*/ 39450 w 48025"/>
                <a:gd name="connsiteY10" fmla="*/ 0 h 82044"/>
                <a:gd name="connsiteX11" fmla="*/ 48026 w 48025"/>
                <a:gd name="connsiteY11" fmla="*/ 1715 h 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25" h="82044">
                  <a:moveTo>
                    <a:pt x="48026" y="1715"/>
                  </a:moveTo>
                  <a:lnTo>
                    <a:pt x="45167" y="20868"/>
                  </a:lnTo>
                  <a:cubicBezTo>
                    <a:pt x="42308" y="19439"/>
                    <a:pt x="38878" y="18296"/>
                    <a:pt x="34876" y="18296"/>
                  </a:cubicBezTo>
                  <a:cubicBezTo>
                    <a:pt x="22012" y="18296"/>
                    <a:pt x="18581" y="28587"/>
                    <a:pt x="18581" y="40879"/>
                  </a:cubicBezTo>
                  <a:lnTo>
                    <a:pt x="18581" y="82044"/>
                  </a:lnTo>
                  <a:lnTo>
                    <a:pt x="0" y="82044"/>
                  </a:lnTo>
                  <a:lnTo>
                    <a:pt x="0" y="2001"/>
                  </a:lnTo>
                  <a:lnTo>
                    <a:pt x="18296" y="2001"/>
                  </a:lnTo>
                  <a:lnTo>
                    <a:pt x="18296" y="12006"/>
                  </a:lnTo>
                  <a:lnTo>
                    <a:pt x="18581" y="12006"/>
                  </a:lnTo>
                  <a:cubicBezTo>
                    <a:pt x="22869" y="4574"/>
                    <a:pt x="30302" y="0"/>
                    <a:pt x="39450" y="0"/>
                  </a:cubicBezTo>
                  <a:cubicBezTo>
                    <a:pt x="42023" y="0"/>
                    <a:pt x="45167" y="572"/>
                    <a:pt x="48026" y="1715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8B8EF6FA-627A-4F01-8DB1-3A5222791E60}"/>
                </a:ext>
              </a:extLst>
            </p:cNvPr>
            <p:cNvSpPr/>
            <p:nvPr/>
          </p:nvSpPr>
          <p:spPr>
            <a:xfrm>
              <a:off x="2228938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1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1" y="46025"/>
                    <a:pt x="72611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7158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E73EF5F6-BF61-445B-BF37-654FE1C33588}"/>
                </a:ext>
              </a:extLst>
            </p:cNvPr>
            <p:cNvSpPr/>
            <p:nvPr/>
          </p:nvSpPr>
          <p:spPr>
            <a:xfrm>
              <a:off x="2319844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6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6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C0DE013B-D5E0-4578-9B6B-315D8DB14205}"/>
                </a:ext>
              </a:extLst>
            </p:cNvPr>
            <p:cNvSpPr/>
            <p:nvPr/>
          </p:nvSpPr>
          <p:spPr>
            <a:xfrm>
              <a:off x="2361295" y="237352"/>
              <a:ext cx="67464" cy="84045"/>
            </a:xfrm>
            <a:custGeom>
              <a:avLst/>
              <a:gdLst>
                <a:gd name="connsiteX0" fmla="*/ 66893 w 67464"/>
                <a:gd name="connsiteY0" fmla="*/ 71181 h 84045"/>
                <a:gd name="connsiteX1" fmla="*/ 38306 w 67464"/>
                <a:gd name="connsiteY1" fmla="*/ 84045 h 84045"/>
                <a:gd name="connsiteX2" fmla="*/ 0 w 67464"/>
                <a:gd name="connsiteY2" fmla="*/ 42309 h 84045"/>
                <a:gd name="connsiteX3" fmla="*/ 38592 w 67464"/>
                <a:gd name="connsiteY3" fmla="*/ 0 h 84045"/>
                <a:gd name="connsiteX4" fmla="*/ 67465 w 67464"/>
                <a:gd name="connsiteY4" fmla="*/ 13722 h 84045"/>
                <a:gd name="connsiteX5" fmla="*/ 54601 w 67464"/>
                <a:gd name="connsiteY5" fmla="*/ 26014 h 84045"/>
                <a:gd name="connsiteX6" fmla="*/ 38592 w 67464"/>
                <a:gd name="connsiteY6" fmla="*/ 17152 h 84045"/>
                <a:gd name="connsiteX7" fmla="*/ 18867 w 67464"/>
                <a:gd name="connsiteY7" fmla="*/ 42023 h 84045"/>
                <a:gd name="connsiteX8" fmla="*/ 38592 w 67464"/>
                <a:gd name="connsiteY8" fmla="*/ 66893 h 84045"/>
                <a:gd name="connsiteX9" fmla="*/ 55172 w 67464"/>
                <a:gd name="connsiteY9" fmla="*/ 58031 h 84045"/>
                <a:gd name="connsiteX10" fmla="*/ 66893 w 67464"/>
                <a:gd name="connsiteY10" fmla="*/ 71181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464" h="84045">
                  <a:moveTo>
                    <a:pt x="66893" y="71181"/>
                  </a:moveTo>
                  <a:cubicBezTo>
                    <a:pt x="58889" y="80043"/>
                    <a:pt x="49741" y="84045"/>
                    <a:pt x="38306" y="84045"/>
                  </a:cubicBezTo>
                  <a:cubicBezTo>
                    <a:pt x="15437" y="84045"/>
                    <a:pt x="0" y="67465"/>
                    <a:pt x="0" y="42309"/>
                  </a:cubicBezTo>
                  <a:cubicBezTo>
                    <a:pt x="0" y="17152"/>
                    <a:pt x="15437" y="0"/>
                    <a:pt x="38592" y="0"/>
                  </a:cubicBezTo>
                  <a:cubicBezTo>
                    <a:pt x="50599" y="0"/>
                    <a:pt x="60318" y="4574"/>
                    <a:pt x="67465" y="13722"/>
                  </a:cubicBezTo>
                  <a:lnTo>
                    <a:pt x="54601" y="26014"/>
                  </a:lnTo>
                  <a:cubicBezTo>
                    <a:pt x="50027" y="20011"/>
                    <a:pt x="44881" y="17152"/>
                    <a:pt x="38592" y="17152"/>
                  </a:cubicBezTo>
                  <a:cubicBezTo>
                    <a:pt x="26872" y="17152"/>
                    <a:pt x="18867" y="26872"/>
                    <a:pt x="18867" y="42023"/>
                  </a:cubicBezTo>
                  <a:cubicBezTo>
                    <a:pt x="18867" y="56888"/>
                    <a:pt x="26872" y="66893"/>
                    <a:pt x="38592" y="66893"/>
                  </a:cubicBezTo>
                  <a:cubicBezTo>
                    <a:pt x="44881" y="66893"/>
                    <a:pt x="50027" y="64035"/>
                    <a:pt x="55172" y="58031"/>
                  </a:cubicBezTo>
                  <a:lnTo>
                    <a:pt x="66893" y="7118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E8596695-8763-49CD-ACA8-8C239ACC8015}"/>
                </a:ext>
              </a:extLst>
            </p:cNvPr>
            <p:cNvSpPr/>
            <p:nvPr/>
          </p:nvSpPr>
          <p:spPr>
            <a:xfrm>
              <a:off x="2444769" y="202762"/>
              <a:ext cx="68608" cy="116920"/>
            </a:xfrm>
            <a:custGeom>
              <a:avLst/>
              <a:gdLst>
                <a:gd name="connsiteX0" fmla="*/ 68608 w 68608"/>
                <a:gd name="connsiteY0" fmla="*/ 116634 h 116920"/>
                <a:gd name="connsiteX1" fmla="*/ 50027 w 68608"/>
                <a:gd name="connsiteY1" fmla="*/ 116634 h 116920"/>
                <a:gd name="connsiteX2" fmla="*/ 50027 w 68608"/>
                <a:gd name="connsiteY2" fmla="*/ 70895 h 116920"/>
                <a:gd name="connsiteX3" fmla="*/ 35162 w 68608"/>
                <a:gd name="connsiteY3" fmla="*/ 51456 h 116920"/>
                <a:gd name="connsiteX4" fmla="*/ 18581 w 68608"/>
                <a:gd name="connsiteY4" fmla="*/ 70895 h 116920"/>
                <a:gd name="connsiteX5" fmla="*/ 18581 w 68608"/>
                <a:gd name="connsiteY5" fmla="*/ 116920 h 116920"/>
                <a:gd name="connsiteX6" fmla="*/ 0 w 68608"/>
                <a:gd name="connsiteY6" fmla="*/ 116920 h 116920"/>
                <a:gd name="connsiteX7" fmla="*/ 0 w 68608"/>
                <a:gd name="connsiteY7" fmla="*/ 4574 h 116920"/>
                <a:gd name="connsiteX8" fmla="*/ 18581 w 68608"/>
                <a:gd name="connsiteY8" fmla="*/ 0 h 116920"/>
                <a:gd name="connsiteX9" fmla="*/ 18581 w 68608"/>
                <a:gd name="connsiteY9" fmla="*/ 46596 h 116920"/>
                <a:gd name="connsiteX10" fmla="*/ 18867 w 68608"/>
                <a:gd name="connsiteY10" fmla="*/ 46596 h 116920"/>
                <a:gd name="connsiteX11" fmla="*/ 42308 w 68608"/>
                <a:gd name="connsiteY11" fmla="*/ 34876 h 116920"/>
                <a:gd name="connsiteX12" fmla="*/ 68608 w 68608"/>
                <a:gd name="connsiteY12" fmla="*/ 67179 h 116920"/>
                <a:gd name="connsiteX13" fmla="*/ 68608 w 68608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08" h="116920">
                  <a:moveTo>
                    <a:pt x="68608" y="116634"/>
                  </a:moveTo>
                  <a:lnTo>
                    <a:pt x="50027" y="116634"/>
                  </a:lnTo>
                  <a:lnTo>
                    <a:pt x="50027" y="70895"/>
                  </a:lnTo>
                  <a:cubicBezTo>
                    <a:pt x="50027" y="59175"/>
                    <a:pt x="46311" y="51456"/>
                    <a:pt x="35162" y="51456"/>
                  </a:cubicBezTo>
                  <a:cubicBezTo>
                    <a:pt x="22298" y="51456"/>
                    <a:pt x="18581" y="61748"/>
                    <a:pt x="18581" y="70895"/>
                  </a:cubicBezTo>
                  <a:lnTo>
                    <a:pt x="18581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EEAB3F08-40CD-4F6A-AB5A-A69E1BA0B0A9}"/>
                </a:ext>
              </a:extLst>
            </p:cNvPr>
            <p:cNvSpPr/>
            <p:nvPr/>
          </p:nvSpPr>
          <p:spPr>
            <a:xfrm>
              <a:off x="2576268" y="209051"/>
              <a:ext cx="82901" cy="110630"/>
            </a:xfrm>
            <a:custGeom>
              <a:avLst/>
              <a:gdLst>
                <a:gd name="connsiteX0" fmla="*/ 82902 w 82901"/>
                <a:gd name="connsiteY0" fmla="*/ 18296 h 110630"/>
                <a:gd name="connsiteX1" fmla="*/ 51456 w 82901"/>
                <a:gd name="connsiteY1" fmla="*/ 18296 h 110630"/>
                <a:gd name="connsiteX2" fmla="*/ 51456 w 82901"/>
                <a:gd name="connsiteY2" fmla="*/ 110631 h 110630"/>
                <a:gd name="connsiteX3" fmla="*/ 31731 w 82901"/>
                <a:gd name="connsiteY3" fmla="*/ 110631 h 110630"/>
                <a:gd name="connsiteX4" fmla="*/ 31731 w 82901"/>
                <a:gd name="connsiteY4" fmla="*/ 18296 h 110630"/>
                <a:gd name="connsiteX5" fmla="*/ 0 w 82901"/>
                <a:gd name="connsiteY5" fmla="*/ 18296 h 110630"/>
                <a:gd name="connsiteX6" fmla="*/ 0 w 82901"/>
                <a:gd name="connsiteY6" fmla="*/ 0 h 110630"/>
                <a:gd name="connsiteX7" fmla="*/ 82616 w 82901"/>
                <a:gd name="connsiteY7" fmla="*/ 0 h 110630"/>
                <a:gd name="connsiteX8" fmla="*/ 82616 w 82901"/>
                <a:gd name="connsiteY8" fmla="*/ 18296 h 1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901" h="110630">
                  <a:moveTo>
                    <a:pt x="82902" y="18296"/>
                  </a:moveTo>
                  <a:lnTo>
                    <a:pt x="51456" y="18296"/>
                  </a:lnTo>
                  <a:lnTo>
                    <a:pt x="51456" y="110631"/>
                  </a:lnTo>
                  <a:lnTo>
                    <a:pt x="31731" y="110631"/>
                  </a:lnTo>
                  <a:lnTo>
                    <a:pt x="31731" y="18296"/>
                  </a:lnTo>
                  <a:lnTo>
                    <a:pt x="0" y="18296"/>
                  </a:lnTo>
                  <a:lnTo>
                    <a:pt x="0" y="0"/>
                  </a:lnTo>
                  <a:lnTo>
                    <a:pt x="82616" y="0"/>
                  </a:lnTo>
                  <a:lnTo>
                    <a:pt x="82616" y="18296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CCD7B734-D929-4A4D-958A-0026E92F887D}"/>
                </a:ext>
              </a:extLst>
            </p:cNvPr>
            <p:cNvSpPr/>
            <p:nvPr/>
          </p:nvSpPr>
          <p:spPr>
            <a:xfrm>
              <a:off x="2675750" y="202762"/>
              <a:ext cx="68894" cy="116920"/>
            </a:xfrm>
            <a:custGeom>
              <a:avLst/>
              <a:gdLst>
                <a:gd name="connsiteX0" fmla="*/ 68894 w 68894"/>
                <a:gd name="connsiteY0" fmla="*/ 116634 h 116920"/>
                <a:gd name="connsiteX1" fmla="*/ 50313 w 68894"/>
                <a:gd name="connsiteY1" fmla="*/ 116634 h 116920"/>
                <a:gd name="connsiteX2" fmla="*/ 50313 w 68894"/>
                <a:gd name="connsiteY2" fmla="*/ 70895 h 116920"/>
                <a:gd name="connsiteX3" fmla="*/ 35448 w 68894"/>
                <a:gd name="connsiteY3" fmla="*/ 51456 h 116920"/>
                <a:gd name="connsiteX4" fmla="*/ 18867 w 68894"/>
                <a:gd name="connsiteY4" fmla="*/ 70895 h 116920"/>
                <a:gd name="connsiteX5" fmla="*/ 18867 w 68894"/>
                <a:gd name="connsiteY5" fmla="*/ 116920 h 116920"/>
                <a:gd name="connsiteX6" fmla="*/ 0 w 68894"/>
                <a:gd name="connsiteY6" fmla="*/ 116920 h 116920"/>
                <a:gd name="connsiteX7" fmla="*/ 0 w 68894"/>
                <a:gd name="connsiteY7" fmla="*/ 4574 h 116920"/>
                <a:gd name="connsiteX8" fmla="*/ 18581 w 68894"/>
                <a:gd name="connsiteY8" fmla="*/ 0 h 116920"/>
                <a:gd name="connsiteX9" fmla="*/ 18581 w 68894"/>
                <a:gd name="connsiteY9" fmla="*/ 46596 h 116920"/>
                <a:gd name="connsiteX10" fmla="*/ 18867 w 68894"/>
                <a:gd name="connsiteY10" fmla="*/ 46596 h 116920"/>
                <a:gd name="connsiteX11" fmla="*/ 42308 w 68894"/>
                <a:gd name="connsiteY11" fmla="*/ 34876 h 116920"/>
                <a:gd name="connsiteX12" fmla="*/ 68608 w 68894"/>
                <a:gd name="connsiteY12" fmla="*/ 67179 h 116920"/>
                <a:gd name="connsiteX13" fmla="*/ 68608 w 68894"/>
                <a:gd name="connsiteY13" fmla="*/ 116634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94" h="116920">
                  <a:moveTo>
                    <a:pt x="68894" y="116634"/>
                  </a:moveTo>
                  <a:lnTo>
                    <a:pt x="50313" y="116634"/>
                  </a:lnTo>
                  <a:lnTo>
                    <a:pt x="50313" y="70895"/>
                  </a:lnTo>
                  <a:cubicBezTo>
                    <a:pt x="50313" y="59175"/>
                    <a:pt x="46596" y="51456"/>
                    <a:pt x="35448" y="51456"/>
                  </a:cubicBezTo>
                  <a:cubicBezTo>
                    <a:pt x="22584" y="51456"/>
                    <a:pt x="18867" y="61748"/>
                    <a:pt x="18867" y="70895"/>
                  </a:cubicBezTo>
                  <a:lnTo>
                    <a:pt x="18867" y="116920"/>
                  </a:lnTo>
                  <a:lnTo>
                    <a:pt x="0" y="116920"/>
                  </a:lnTo>
                  <a:lnTo>
                    <a:pt x="0" y="4574"/>
                  </a:lnTo>
                  <a:lnTo>
                    <a:pt x="18581" y="0"/>
                  </a:lnTo>
                  <a:lnTo>
                    <a:pt x="18581" y="46596"/>
                  </a:lnTo>
                  <a:lnTo>
                    <a:pt x="18867" y="46596"/>
                  </a:lnTo>
                  <a:cubicBezTo>
                    <a:pt x="23441" y="39450"/>
                    <a:pt x="31731" y="34876"/>
                    <a:pt x="42308" y="34876"/>
                  </a:cubicBezTo>
                  <a:cubicBezTo>
                    <a:pt x="60890" y="34876"/>
                    <a:pt x="68608" y="48598"/>
                    <a:pt x="68608" y="67179"/>
                  </a:cubicBezTo>
                  <a:lnTo>
                    <a:pt x="68608" y="116634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CBAA0D63-904F-4DF6-8104-68839EF442CF}"/>
                </a:ext>
              </a:extLst>
            </p:cNvPr>
            <p:cNvSpPr/>
            <p:nvPr/>
          </p:nvSpPr>
          <p:spPr>
            <a:xfrm>
              <a:off x="2764083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3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3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2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1A2991D-4819-435B-B57E-21000520800E}"/>
                </a:ext>
              </a:extLst>
            </p:cNvPr>
            <p:cNvSpPr/>
            <p:nvPr/>
          </p:nvSpPr>
          <p:spPr>
            <a:xfrm>
              <a:off x="2853274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0884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F89EA3CC-AC26-4284-9947-7C42C56BB94F}"/>
                </a:ext>
              </a:extLst>
            </p:cNvPr>
            <p:cNvSpPr/>
            <p:nvPr/>
          </p:nvSpPr>
          <p:spPr>
            <a:xfrm>
              <a:off x="2950755" y="202476"/>
              <a:ext cx="18581" cy="116920"/>
            </a:xfrm>
            <a:custGeom>
              <a:avLst/>
              <a:gdLst>
                <a:gd name="connsiteX0" fmla="*/ 18581 w 18581"/>
                <a:gd name="connsiteY0" fmla="*/ 116920 h 116920"/>
                <a:gd name="connsiteX1" fmla="*/ 0 w 18581"/>
                <a:gd name="connsiteY1" fmla="*/ 116920 h 116920"/>
                <a:gd name="connsiteX2" fmla="*/ 0 w 18581"/>
                <a:gd name="connsiteY2" fmla="*/ 4288 h 116920"/>
                <a:gd name="connsiteX3" fmla="*/ 18581 w 18581"/>
                <a:gd name="connsiteY3" fmla="*/ 0 h 116920"/>
                <a:gd name="connsiteX4" fmla="*/ 18581 w 18581"/>
                <a:gd name="connsiteY4" fmla="*/ 116920 h 11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1" h="116920">
                  <a:moveTo>
                    <a:pt x="18581" y="116920"/>
                  </a:moveTo>
                  <a:lnTo>
                    <a:pt x="0" y="116920"/>
                  </a:lnTo>
                  <a:lnTo>
                    <a:pt x="0" y="4288"/>
                  </a:lnTo>
                  <a:lnTo>
                    <a:pt x="18581" y="0"/>
                  </a:lnTo>
                  <a:lnTo>
                    <a:pt x="18581" y="116920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504E0F2-E84A-454E-8511-A4D7D076AAEB}"/>
                </a:ext>
              </a:extLst>
            </p:cNvPr>
            <p:cNvSpPr/>
            <p:nvPr/>
          </p:nvSpPr>
          <p:spPr>
            <a:xfrm>
              <a:off x="2989633" y="237352"/>
              <a:ext cx="77184" cy="84045"/>
            </a:xfrm>
            <a:custGeom>
              <a:avLst/>
              <a:gdLst>
                <a:gd name="connsiteX0" fmla="*/ 0 w 77184"/>
                <a:gd name="connsiteY0" fmla="*/ 42023 h 84045"/>
                <a:gd name="connsiteX1" fmla="*/ 38878 w 77184"/>
                <a:gd name="connsiteY1" fmla="*/ 0 h 84045"/>
                <a:gd name="connsiteX2" fmla="*/ 77184 w 77184"/>
                <a:gd name="connsiteY2" fmla="*/ 42023 h 84045"/>
                <a:gd name="connsiteX3" fmla="*/ 38878 w 77184"/>
                <a:gd name="connsiteY3" fmla="*/ 84045 h 84045"/>
                <a:gd name="connsiteX4" fmla="*/ 0 w 77184"/>
                <a:gd name="connsiteY4" fmla="*/ 42023 h 84045"/>
                <a:gd name="connsiteX5" fmla="*/ 58603 w 77184"/>
                <a:gd name="connsiteY5" fmla="*/ 42309 h 84045"/>
                <a:gd name="connsiteX6" fmla="*/ 38592 w 77184"/>
                <a:gd name="connsiteY6" fmla="*/ 17152 h 84045"/>
                <a:gd name="connsiteX7" fmla="*/ 18581 w 77184"/>
                <a:gd name="connsiteY7" fmla="*/ 42023 h 84045"/>
                <a:gd name="connsiteX8" fmla="*/ 38592 w 77184"/>
                <a:gd name="connsiteY8" fmla="*/ 67465 h 84045"/>
                <a:gd name="connsiteX9" fmla="*/ 58603 w 77184"/>
                <a:gd name="connsiteY9" fmla="*/ 42309 h 8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84" h="84045">
                  <a:moveTo>
                    <a:pt x="0" y="42023"/>
                  </a:moveTo>
                  <a:cubicBezTo>
                    <a:pt x="0" y="16866"/>
                    <a:pt x="15437" y="0"/>
                    <a:pt x="38878" y="0"/>
                  </a:cubicBezTo>
                  <a:cubicBezTo>
                    <a:pt x="62033" y="0"/>
                    <a:pt x="77184" y="16580"/>
                    <a:pt x="77184" y="42023"/>
                  </a:cubicBezTo>
                  <a:cubicBezTo>
                    <a:pt x="77184" y="67179"/>
                    <a:pt x="62319" y="84045"/>
                    <a:pt x="38878" y="84045"/>
                  </a:cubicBezTo>
                  <a:cubicBezTo>
                    <a:pt x="15723" y="84045"/>
                    <a:pt x="0" y="67465"/>
                    <a:pt x="0" y="42023"/>
                  </a:cubicBezTo>
                  <a:close/>
                  <a:moveTo>
                    <a:pt x="58603" y="42309"/>
                  </a:moveTo>
                  <a:cubicBezTo>
                    <a:pt x="58603" y="26872"/>
                    <a:pt x="50884" y="17152"/>
                    <a:pt x="38592" y="17152"/>
                  </a:cubicBezTo>
                  <a:cubicBezTo>
                    <a:pt x="26300" y="17152"/>
                    <a:pt x="18581" y="26872"/>
                    <a:pt x="18581" y="42023"/>
                  </a:cubicBezTo>
                  <a:cubicBezTo>
                    <a:pt x="18581" y="57460"/>
                    <a:pt x="26300" y="67465"/>
                    <a:pt x="38592" y="67465"/>
                  </a:cubicBezTo>
                  <a:cubicBezTo>
                    <a:pt x="51170" y="67179"/>
                    <a:pt x="58603" y="57745"/>
                    <a:pt x="58603" y="42309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29B3326-D8C1-4221-9C9C-D9609C794873}"/>
                </a:ext>
              </a:extLst>
            </p:cNvPr>
            <p:cNvSpPr/>
            <p:nvPr/>
          </p:nvSpPr>
          <p:spPr>
            <a:xfrm>
              <a:off x="3082826" y="237352"/>
              <a:ext cx="74611" cy="114347"/>
            </a:xfrm>
            <a:custGeom>
              <a:avLst/>
              <a:gdLst>
                <a:gd name="connsiteX0" fmla="*/ 21440 w 74611"/>
                <a:gd name="connsiteY0" fmla="*/ 99768 h 114347"/>
                <a:gd name="connsiteX1" fmla="*/ 25442 w 74611"/>
                <a:gd name="connsiteY1" fmla="*/ 99482 h 114347"/>
                <a:gd name="connsiteX2" fmla="*/ 56316 w 74611"/>
                <a:gd name="connsiteY2" fmla="*/ 76613 h 114347"/>
                <a:gd name="connsiteX3" fmla="*/ 56316 w 74611"/>
                <a:gd name="connsiteY3" fmla="*/ 71467 h 114347"/>
                <a:gd name="connsiteX4" fmla="*/ 56030 w 74611"/>
                <a:gd name="connsiteY4" fmla="*/ 71467 h 114347"/>
                <a:gd name="connsiteX5" fmla="*/ 31731 w 74611"/>
                <a:gd name="connsiteY5" fmla="*/ 82616 h 114347"/>
                <a:gd name="connsiteX6" fmla="*/ 0 w 74611"/>
                <a:gd name="connsiteY6" fmla="*/ 42023 h 114347"/>
                <a:gd name="connsiteX7" fmla="*/ 32589 w 74611"/>
                <a:gd name="connsiteY7" fmla="*/ 0 h 114347"/>
                <a:gd name="connsiteX8" fmla="*/ 56030 w 74611"/>
                <a:gd name="connsiteY8" fmla="*/ 11149 h 114347"/>
                <a:gd name="connsiteX9" fmla="*/ 56316 w 74611"/>
                <a:gd name="connsiteY9" fmla="*/ 11149 h 114347"/>
                <a:gd name="connsiteX10" fmla="*/ 56316 w 74611"/>
                <a:gd name="connsiteY10" fmla="*/ 2001 h 114347"/>
                <a:gd name="connsiteX11" fmla="*/ 74611 w 74611"/>
                <a:gd name="connsiteY11" fmla="*/ 2001 h 114347"/>
                <a:gd name="connsiteX12" fmla="*/ 74611 w 74611"/>
                <a:gd name="connsiteY12" fmla="*/ 73754 h 114347"/>
                <a:gd name="connsiteX13" fmla="*/ 26586 w 74611"/>
                <a:gd name="connsiteY13" fmla="*/ 114061 h 114347"/>
                <a:gd name="connsiteX14" fmla="*/ 22583 w 74611"/>
                <a:gd name="connsiteY14" fmla="*/ 114347 h 114347"/>
                <a:gd name="connsiteX15" fmla="*/ 21440 w 74611"/>
                <a:gd name="connsiteY15" fmla="*/ 99768 h 114347"/>
                <a:gd name="connsiteX16" fmla="*/ 18867 w 74611"/>
                <a:gd name="connsiteY16" fmla="*/ 41737 h 114347"/>
                <a:gd name="connsiteX17" fmla="*/ 37449 w 74611"/>
                <a:gd name="connsiteY17" fmla="*/ 66607 h 114347"/>
                <a:gd name="connsiteX18" fmla="*/ 56316 w 74611"/>
                <a:gd name="connsiteY18" fmla="*/ 56030 h 114347"/>
                <a:gd name="connsiteX19" fmla="*/ 56316 w 74611"/>
                <a:gd name="connsiteY19" fmla="*/ 27443 h 114347"/>
                <a:gd name="connsiteX20" fmla="*/ 37163 w 74611"/>
                <a:gd name="connsiteY20" fmla="*/ 16866 h 114347"/>
                <a:gd name="connsiteX21" fmla="*/ 18867 w 74611"/>
                <a:gd name="connsiteY21" fmla="*/ 41737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611" h="114347">
                  <a:moveTo>
                    <a:pt x="21440" y="99768"/>
                  </a:moveTo>
                  <a:lnTo>
                    <a:pt x="25442" y="99482"/>
                  </a:lnTo>
                  <a:cubicBezTo>
                    <a:pt x="49455" y="98625"/>
                    <a:pt x="56316" y="91764"/>
                    <a:pt x="56316" y="76613"/>
                  </a:cubicBezTo>
                  <a:lnTo>
                    <a:pt x="56316" y="71467"/>
                  </a:lnTo>
                  <a:lnTo>
                    <a:pt x="56030" y="71467"/>
                  </a:lnTo>
                  <a:cubicBezTo>
                    <a:pt x="50313" y="78614"/>
                    <a:pt x="41451" y="82616"/>
                    <a:pt x="31731" y="82616"/>
                  </a:cubicBezTo>
                  <a:cubicBezTo>
                    <a:pt x="12292" y="82616"/>
                    <a:pt x="0" y="66607"/>
                    <a:pt x="0" y="42023"/>
                  </a:cubicBezTo>
                  <a:cubicBezTo>
                    <a:pt x="0" y="16580"/>
                    <a:pt x="13150" y="0"/>
                    <a:pt x="32589" y="0"/>
                  </a:cubicBezTo>
                  <a:cubicBezTo>
                    <a:pt x="42308" y="0"/>
                    <a:pt x="50884" y="4002"/>
                    <a:pt x="56030" y="11149"/>
                  </a:cubicBezTo>
                  <a:lnTo>
                    <a:pt x="56316" y="11149"/>
                  </a:lnTo>
                  <a:lnTo>
                    <a:pt x="56316" y="2001"/>
                  </a:lnTo>
                  <a:lnTo>
                    <a:pt x="74611" y="2001"/>
                  </a:lnTo>
                  <a:lnTo>
                    <a:pt x="74611" y="73754"/>
                  </a:lnTo>
                  <a:cubicBezTo>
                    <a:pt x="74611" y="99768"/>
                    <a:pt x="61462" y="112632"/>
                    <a:pt x="26586" y="114061"/>
                  </a:cubicBezTo>
                  <a:lnTo>
                    <a:pt x="22583" y="114347"/>
                  </a:lnTo>
                  <a:lnTo>
                    <a:pt x="21440" y="99768"/>
                  </a:lnTo>
                  <a:close/>
                  <a:moveTo>
                    <a:pt x="18867" y="41737"/>
                  </a:moveTo>
                  <a:cubicBezTo>
                    <a:pt x="18867" y="57460"/>
                    <a:pt x="25728" y="66607"/>
                    <a:pt x="37449" y="66607"/>
                  </a:cubicBezTo>
                  <a:cubicBezTo>
                    <a:pt x="44595" y="66607"/>
                    <a:pt x="50599" y="63177"/>
                    <a:pt x="56316" y="56030"/>
                  </a:cubicBezTo>
                  <a:lnTo>
                    <a:pt x="56316" y="27443"/>
                  </a:lnTo>
                  <a:cubicBezTo>
                    <a:pt x="50884" y="20583"/>
                    <a:pt x="44595" y="16866"/>
                    <a:pt x="37163" y="16866"/>
                  </a:cubicBezTo>
                  <a:cubicBezTo>
                    <a:pt x="25728" y="16866"/>
                    <a:pt x="18867" y="26014"/>
                    <a:pt x="18867" y="41737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E932421B-13ED-4207-B02A-36CAF0AAF962}"/>
                </a:ext>
              </a:extLst>
            </p:cNvPr>
            <p:cNvSpPr/>
            <p:nvPr/>
          </p:nvSpPr>
          <p:spPr>
            <a:xfrm>
              <a:off x="3180021" y="203905"/>
              <a:ext cx="23727" cy="115490"/>
            </a:xfrm>
            <a:custGeom>
              <a:avLst/>
              <a:gdLst>
                <a:gd name="connsiteX0" fmla="*/ 23727 w 23727"/>
                <a:gd name="connsiteY0" fmla="*/ 11435 h 115490"/>
                <a:gd name="connsiteX1" fmla="*/ 11721 w 23727"/>
                <a:gd name="connsiteY1" fmla="*/ 22869 h 115490"/>
                <a:gd name="connsiteX2" fmla="*/ 0 w 23727"/>
                <a:gd name="connsiteY2" fmla="*/ 11435 h 115490"/>
                <a:gd name="connsiteX3" fmla="*/ 11721 w 23727"/>
                <a:gd name="connsiteY3" fmla="*/ 0 h 115490"/>
                <a:gd name="connsiteX4" fmla="*/ 23727 w 23727"/>
                <a:gd name="connsiteY4" fmla="*/ 11435 h 115490"/>
                <a:gd name="connsiteX5" fmla="*/ 21154 w 23727"/>
                <a:gd name="connsiteY5" fmla="*/ 115491 h 115490"/>
                <a:gd name="connsiteX6" fmla="*/ 2573 w 23727"/>
                <a:gd name="connsiteY6" fmla="*/ 115491 h 115490"/>
                <a:gd name="connsiteX7" fmla="*/ 2573 w 23727"/>
                <a:gd name="connsiteY7" fmla="*/ 35448 h 115490"/>
                <a:gd name="connsiteX8" fmla="*/ 21154 w 23727"/>
                <a:gd name="connsiteY8" fmla="*/ 35448 h 115490"/>
                <a:gd name="connsiteX9" fmla="*/ 21154 w 23727"/>
                <a:gd name="connsiteY9" fmla="*/ 115491 h 11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27" h="115490">
                  <a:moveTo>
                    <a:pt x="23727" y="11435"/>
                  </a:moveTo>
                  <a:cubicBezTo>
                    <a:pt x="23727" y="18010"/>
                    <a:pt x="18295" y="22869"/>
                    <a:pt x="11721" y="22869"/>
                  </a:cubicBezTo>
                  <a:cubicBezTo>
                    <a:pt x="5146" y="22869"/>
                    <a:pt x="0" y="18010"/>
                    <a:pt x="0" y="11435"/>
                  </a:cubicBezTo>
                  <a:cubicBezTo>
                    <a:pt x="0" y="4860"/>
                    <a:pt x="5431" y="0"/>
                    <a:pt x="11721" y="0"/>
                  </a:cubicBezTo>
                  <a:cubicBezTo>
                    <a:pt x="18295" y="0"/>
                    <a:pt x="23727" y="4860"/>
                    <a:pt x="23727" y="11435"/>
                  </a:cubicBezTo>
                  <a:close/>
                  <a:moveTo>
                    <a:pt x="21154" y="115491"/>
                  </a:moveTo>
                  <a:lnTo>
                    <a:pt x="2573" y="115491"/>
                  </a:lnTo>
                  <a:lnTo>
                    <a:pt x="2573" y="35448"/>
                  </a:lnTo>
                  <a:lnTo>
                    <a:pt x="21154" y="35448"/>
                  </a:lnTo>
                  <a:lnTo>
                    <a:pt x="21154" y="115491"/>
                  </a:ln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318BCC35-943C-4820-A85C-5342A12FEE1B}"/>
                </a:ext>
              </a:extLst>
            </p:cNvPr>
            <p:cNvSpPr/>
            <p:nvPr/>
          </p:nvSpPr>
          <p:spPr>
            <a:xfrm>
              <a:off x="3220900" y="237638"/>
              <a:ext cx="72896" cy="83759"/>
            </a:xfrm>
            <a:custGeom>
              <a:avLst/>
              <a:gdLst>
                <a:gd name="connsiteX0" fmla="*/ 39736 w 72896"/>
                <a:gd name="connsiteY0" fmla="*/ 83759 h 83759"/>
                <a:gd name="connsiteX1" fmla="*/ 0 w 72896"/>
                <a:gd name="connsiteY1" fmla="*/ 41737 h 83759"/>
                <a:gd name="connsiteX2" fmla="*/ 37449 w 72896"/>
                <a:gd name="connsiteY2" fmla="*/ 0 h 83759"/>
                <a:gd name="connsiteX3" fmla="*/ 72896 w 72896"/>
                <a:gd name="connsiteY3" fmla="*/ 40593 h 83759"/>
                <a:gd name="connsiteX4" fmla="*/ 72610 w 72896"/>
                <a:gd name="connsiteY4" fmla="*/ 48312 h 83759"/>
                <a:gd name="connsiteX5" fmla="*/ 18867 w 72896"/>
                <a:gd name="connsiteY5" fmla="*/ 48312 h 83759"/>
                <a:gd name="connsiteX6" fmla="*/ 39736 w 72896"/>
                <a:gd name="connsiteY6" fmla="*/ 67751 h 83759"/>
                <a:gd name="connsiteX7" fmla="*/ 59461 w 72896"/>
                <a:gd name="connsiteY7" fmla="*/ 58317 h 83759"/>
                <a:gd name="connsiteX8" fmla="*/ 71181 w 72896"/>
                <a:gd name="connsiteY8" fmla="*/ 70609 h 83759"/>
                <a:gd name="connsiteX9" fmla="*/ 39736 w 72896"/>
                <a:gd name="connsiteY9" fmla="*/ 83759 h 83759"/>
                <a:gd name="connsiteX10" fmla="*/ 18867 w 72896"/>
                <a:gd name="connsiteY10" fmla="*/ 34590 h 83759"/>
                <a:gd name="connsiteX11" fmla="*/ 55172 w 72896"/>
                <a:gd name="connsiteY11" fmla="*/ 34590 h 83759"/>
                <a:gd name="connsiteX12" fmla="*/ 37449 w 72896"/>
                <a:gd name="connsiteY12" fmla="*/ 15151 h 83759"/>
                <a:gd name="connsiteX13" fmla="*/ 18867 w 72896"/>
                <a:gd name="connsiteY13" fmla="*/ 34590 h 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896" h="83759">
                  <a:moveTo>
                    <a:pt x="39736" y="83759"/>
                  </a:moveTo>
                  <a:cubicBezTo>
                    <a:pt x="16009" y="83759"/>
                    <a:pt x="0" y="66893"/>
                    <a:pt x="0" y="41737"/>
                  </a:cubicBezTo>
                  <a:cubicBezTo>
                    <a:pt x="0" y="16866"/>
                    <a:pt x="15151" y="0"/>
                    <a:pt x="37449" y="0"/>
                  </a:cubicBezTo>
                  <a:cubicBezTo>
                    <a:pt x="58889" y="0"/>
                    <a:pt x="72896" y="16009"/>
                    <a:pt x="72896" y="40593"/>
                  </a:cubicBezTo>
                  <a:cubicBezTo>
                    <a:pt x="72896" y="43166"/>
                    <a:pt x="72610" y="46025"/>
                    <a:pt x="72610" y="48312"/>
                  </a:cubicBezTo>
                  <a:lnTo>
                    <a:pt x="18867" y="48312"/>
                  </a:lnTo>
                  <a:cubicBezTo>
                    <a:pt x="20868" y="60604"/>
                    <a:pt x="28301" y="67751"/>
                    <a:pt x="39736" y="67751"/>
                  </a:cubicBezTo>
                  <a:cubicBezTo>
                    <a:pt x="47168" y="67751"/>
                    <a:pt x="53171" y="64892"/>
                    <a:pt x="59461" y="58317"/>
                  </a:cubicBezTo>
                  <a:lnTo>
                    <a:pt x="71181" y="70609"/>
                  </a:lnTo>
                  <a:cubicBezTo>
                    <a:pt x="62033" y="79471"/>
                    <a:pt x="51742" y="83759"/>
                    <a:pt x="39736" y="83759"/>
                  </a:cubicBezTo>
                  <a:close/>
                  <a:moveTo>
                    <a:pt x="18867" y="34590"/>
                  </a:moveTo>
                  <a:lnTo>
                    <a:pt x="55172" y="34590"/>
                  </a:lnTo>
                  <a:cubicBezTo>
                    <a:pt x="54315" y="22298"/>
                    <a:pt x="48026" y="15151"/>
                    <a:pt x="37449" y="15151"/>
                  </a:cubicBezTo>
                  <a:cubicBezTo>
                    <a:pt x="26871" y="15151"/>
                    <a:pt x="20297" y="22298"/>
                    <a:pt x="18867" y="34590"/>
                  </a:cubicBezTo>
                  <a:close/>
                </a:path>
              </a:pathLst>
            </a:custGeom>
            <a:grpFill/>
            <a:ln w="28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93916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0" name="Grafik 3">
            <a:extLst>
              <a:ext uri="{FF2B5EF4-FFF2-40B4-BE49-F238E27FC236}">
                <a16:creationId xmlns:a16="http://schemas.microsoft.com/office/drawing/2014/main" id="{ED3A60E3-070D-4FFE-ACC5-82C7C78F99CD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1378A6E8-5E61-40A1-ADC7-BB8241D78CAB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3479F7BA-6306-4887-99BC-614874E49D1B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EF595D11-B766-48E2-A8A5-40637E510CAF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E743C790-A8B5-4A61-98F2-B4924B52D41C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FDE4E84D-F997-44E9-A9A5-0A62D3B0C03B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DF73890-C5BF-4AFD-AC1C-B988B716B204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F2960B7-B9B3-4301-AF83-0F6EB0017746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79A8BCB-276B-48DE-8727-8FFE47B56DBA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A55528D5-0046-4FF1-9B16-39F1FE9700AA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74277C29-BB8B-49A5-95E2-39DD1E8C3296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59A52F0-C4D1-4FDA-BD54-BE8E53644C3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C342AEC-6092-465A-AF0C-445D72382700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EDFEEFE-C724-49DC-AE55-7A6CECC836C8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D40B74F-6838-4A8C-B1AE-BAA26E839892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6EFE6BDB-32E1-45FD-9979-18D01839B431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C94FABB-C1B7-47AC-B5FA-ED08372AD0B7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1FF9302D-5100-41CD-9A94-BB9A327F043F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A61693B6-769C-484A-AF3B-52D595710058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0650D62-B6A8-41BD-A957-E488D5B8C256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83D60748-9F3D-48CB-B7CE-1BC2FFB4FD82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1A547D1-B041-4771-A00B-E50A5006049F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477AD55-72FE-4E4A-92CF-09386353BBA2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024DD0A-0FBB-4B47-ABC6-6E54E8031F66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55F1AD1F-64BF-48B4-9755-282432ADFACC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DB4DDC7-6C61-4939-92CA-01D3FB477652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60736FBD-FA52-4AE9-8827-E3DF4E4F7CF5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07BCB843-3BB9-46FF-B90F-800B2292D37A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7782F49-F363-4B9F-91EA-64E42DC9C684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8C8522A1-4FCD-4897-8EE8-FD8178D4BBE6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2271EE6F-F879-402E-AB11-5499794221EB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539204C-F873-49CD-BB1D-7FA2F432F701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91F0BE6-8EDF-47A0-8EF3-57702EEAABBE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CF9B2426-8D02-456C-82ED-0D82B829369C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678B72D6-DAAB-43BC-B5FC-70A00DBF703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CC8B66ED-8DF7-470E-AF97-15561A3B2CF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F93C31A0-CEEF-4EFA-A781-8C3C4372783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BF598C7C-6BCA-413D-822D-430B04602F5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812EE47B-93BE-4CB3-ABF3-9C85D3BC3E6F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4A46CF7E-ACE6-4F69-9FEF-F609D6841E74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1CB58E5-0337-4D78-973D-EB4C187D65E1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E40E8D8-E199-40E6-8690-1DE14E0E527A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7DFCBBCB-6A89-4252-AF71-8A399106D1F1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D044F98B-5734-42E9-BBDC-067BF4F1A0C8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E8E11B17-21F7-4146-9AEE-EA09D477F64C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60207F7-354C-4DC5-B567-13E1323DA64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BD7EF543-609B-464D-AB24-9183FF26AC61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41AD4F9E-3A5A-488E-B51D-8A2B38B0CDAA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A0CED0-0736-4758-B8A6-67E6234B3EDF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D6034CFF-5D81-4E3B-ADF5-49B995423F73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E15FD32D-BAE8-461A-93DC-08CDBAEF08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E969D33B-E173-42C9-8DF1-CC58FEBFF2C5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613E92FC-45A9-4270-8118-8D444A59C709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424268E4-C7CA-4E6F-A748-A35B009CF8E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0B1A7E44-CA7A-4D72-921B-A6BD6BAD08D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8B8BCB8-4E94-4420-8742-33238C69DDA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3A089B16-79B7-4421-8A7B-33771D317057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CDFE04-0DE2-40A3-B8E8-039583FFFFA0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A02586C2-A0C5-4A83-B646-C10FFF020C60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BB25F2AB-0F00-40D3-93FB-A91039D5E6E0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A09C787C-EDC2-4567-8249-D6C78F28212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E4EA-1693-7444-9C08-1EF16AE4423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2D98-8FF0-674B-941A-5CE08EA826E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D12848-FB21-3B46-8131-004C1099C46D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1A01CE4B-9412-456C-948A-B09C23D18948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C7016A7B-A4B5-4AC3-BF6D-E95A64F5E757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D76281C8-8795-45F7-B273-88EA0DA0106D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DF621E12-0537-4F63-B245-FACC775B29F1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9AFBF4D-1BBF-4F33-9E71-39A7EC7F71FF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33761B45-EBC4-48F3-94D1-D0B61592679C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F4C0E73D-F458-4F58-9129-66C04E9801A2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EDB0FB31-98EE-4941-A811-2AFE3ABECCFD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24E4DA1-D71E-45E4-9922-01AA5E3E6A5F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E6CA6790-7895-42D8-BA21-2985EA6CFE95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34252C98-A2AA-4819-BD6E-3092B709C2A0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D35F3FD-B38A-4655-B804-AE6DF15DE05E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01372FD3-692D-43F1-ABB5-ECB3D6E14634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EE37A480-2EF5-450F-8034-267855EAF8EE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8DBED685-45B0-4DB1-8D1F-1721610B6EBE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1D0B45B0-332A-4493-BC02-3060F109129F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8A6FD466-169B-4F75-942E-689EC5C0E64B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0B78F095-D5BC-4777-B45E-2A0974088FDA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E961B20F-6BF9-4476-95BF-6940DF58679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2F1098BD-9E6B-48AD-8277-D894FBC001B0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ED7ED6CA-E50E-44B8-8124-0BC825AA6A8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3F6EBEA-DE7E-43C6-A2A4-AA735B06FA04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B3084D-9A6D-4432-B0B8-78A2C9CA6C57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53A6E23-9342-4888-990A-FF8E4FD480B9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B426E48C-C34A-4787-B768-16E5A9D17D6A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7615B64C-54A4-4AD2-904B-94038BAB952C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B3BFB7-9BD5-4C34-9D06-AC7943D65799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77966ADB-5C9A-459D-BE24-5A2BEA535E86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D312537-DCFF-421E-A9B8-AE30CB4BB37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ECD11B4-70BB-4002-B619-D5EA3D2965F0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028A2D0E-91B4-4CF7-B2F7-90C7C7F367F4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F538F95-8D24-4208-AA6F-20E82E8F4BA2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A3C1939-5697-4E85-A1A5-C912A60338EB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74A758B7-C89F-404E-8A81-AF52E986AB67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DBF08E2B-7525-44C8-AEAE-5AD0BB721D24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1ADC3CB3-6C6C-4A42-A262-DE9C860D0718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478A2E7-2C2D-4074-BE32-550E6CC87CBD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30787BF8-95C4-40D1-AE1C-FAA8A8A397E7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98929552-9ABC-407B-9587-131D54401CDC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F752B82-4D94-4179-B1F4-7DFFDB975482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B3177CBC-CA24-49A5-8158-7AEB6780019B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15F8C52-CCE6-4F1E-889B-D672DAC96462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9685CF63-81A1-40EB-820A-C74025CA8AC8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C5B9D47-061E-44B8-8092-76D3A05D62CB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7C59B211-BAB8-489C-B154-5529C1834206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A4F19CE-1147-41B6-A789-087E963C7CFE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E99F0637-ACE1-4143-A682-71DB314898B9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1D98275-0AAB-49E7-8C98-A09EED60B8FC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8C9F4491-3D5D-42B3-8605-45E6CA52B8D4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C73EEC4-619E-407A-AA74-3DA3D18090D0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1A37F81-D616-456A-9BB5-630F98BE708D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097730BE-9166-460E-AAD2-4BEB195E1174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2E02141-6B4B-472B-8FC7-E4B47D9A77E3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C381119-A2BA-485E-BE98-479B24429EDD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16C63372-1C8E-4CBE-9BE1-F118ECC80455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37A9BBCA-24C0-4BE0-ACC3-A8F17B9FA8A5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AEEE4BD-D09F-4028-BE39-68FF6FE4817D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E6C8FC0C-FF6E-46F6-A3CA-026DE75C28C1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81D94ACD-F368-4472-9DCE-514A0AA54968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C8CDCFB-F73C-48A5-BAD7-18CB5B87C38B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DA8859A3-A58E-46CF-8142-3F1B295D361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3220-D2B0-5E43-9545-C983F3B891D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70E6-6A8A-BC46-A93C-FE3DF9BFB8D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CEAF-2148-1247-A2EA-32D38316C404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ADC3-57EC-0F47-8BED-0A13A3A66DB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A9C5-7740-0040-BDED-E2FCD57509CD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0724-3FFE-474C-B7EC-B5434782A6A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053A-CDDC-5047-8FEF-9AFCA1B66AF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270B-04CA-9C41-8E60-C1F5877C94B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81BA0-5BB3-5246-9E50-980A1A9B4EE6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B164-C25A-3344-8170-0DF909FFEEB8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8F88-B8B9-BE47-A5E1-02769489728D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FAADEF-559F-F444-88B9-75C08831D4AB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7A1A-185D-C14D-9795-4B386CA9E3B3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814B-9FBD-A94D-8E13-5C42A3C255A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3FFE2D6-CE9B-4B10-874C-597FC55BD0EB}"/>
              </a:ext>
            </a:extLst>
          </p:cNvPr>
          <p:cNvGrpSpPr/>
          <p:nvPr userDrawn="1"/>
        </p:nvGrpSpPr>
        <p:grpSpPr>
          <a:xfrm>
            <a:off x="520163" y="293688"/>
            <a:ext cx="2654043" cy="328339"/>
            <a:chOff x="2090737" y="2524124"/>
            <a:chExt cx="786098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45C6E753-C535-4A2E-9943-8DF5CC64DF98}"/>
                </a:ext>
              </a:extLst>
            </p:cNvPr>
            <p:cNvSpPr/>
            <p:nvPr/>
          </p:nvSpPr>
          <p:spPr>
            <a:xfrm>
              <a:off x="2090737" y="2545079"/>
              <a:ext cx="231457" cy="369569"/>
            </a:xfrm>
            <a:custGeom>
              <a:avLst/>
              <a:gdLst>
                <a:gd name="connsiteX0" fmla="*/ 231458 w 231457"/>
                <a:gd name="connsiteY0" fmla="*/ 60960 h 369569"/>
                <a:gd name="connsiteX1" fmla="*/ 65723 w 231457"/>
                <a:gd name="connsiteY1" fmla="*/ 60960 h 369569"/>
                <a:gd name="connsiteX2" fmla="*/ 65723 w 231457"/>
                <a:gd name="connsiteY2" fmla="*/ 152400 h 369569"/>
                <a:gd name="connsiteX3" fmla="*/ 189548 w 231457"/>
                <a:gd name="connsiteY3" fmla="*/ 152400 h 369569"/>
                <a:gd name="connsiteX4" fmla="*/ 189548 w 231457"/>
                <a:gd name="connsiteY4" fmla="*/ 212408 h 369569"/>
                <a:gd name="connsiteX5" fmla="*/ 65723 w 231457"/>
                <a:gd name="connsiteY5" fmla="*/ 212408 h 369569"/>
                <a:gd name="connsiteX6" fmla="*/ 65723 w 231457"/>
                <a:gd name="connsiteY6" fmla="*/ 369570 h 369569"/>
                <a:gd name="connsiteX7" fmla="*/ 0 w 231457"/>
                <a:gd name="connsiteY7" fmla="*/ 369570 h 369569"/>
                <a:gd name="connsiteX8" fmla="*/ 0 w 231457"/>
                <a:gd name="connsiteY8" fmla="*/ 0 h 369569"/>
                <a:gd name="connsiteX9" fmla="*/ 231458 w 231457"/>
                <a:gd name="connsiteY9" fmla="*/ 0 h 369569"/>
                <a:gd name="connsiteX10" fmla="*/ 231458 w 231457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9569">
                  <a:moveTo>
                    <a:pt x="231458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8" y="152400"/>
                  </a:lnTo>
                  <a:lnTo>
                    <a:pt x="189548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59B46B7F-D212-453C-80BF-A6C40A6C0451}"/>
                </a:ext>
              </a:extLst>
            </p:cNvPr>
            <p:cNvSpPr/>
            <p:nvPr/>
          </p:nvSpPr>
          <p:spPr>
            <a:xfrm>
              <a:off x="2357437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7 w 161925"/>
                <a:gd name="connsiteY3" fmla="*/ 135498 h 272657"/>
                <a:gd name="connsiteX4" fmla="*/ 63817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7" y="94540"/>
                    <a:pt x="63817" y="135498"/>
                  </a:cubicBezTo>
                  <a:lnTo>
                    <a:pt x="63817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78EDB47-2349-4B04-8AC2-36BB12C1C39D}"/>
                </a:ext>
              </a:extLst>
            </p:cNvPr>
            <p:cNvSpPr/>
            <p:nvPr/>
          </p:nvSpPr>
          <p:spPr>
            <a:xfrm>
              <a:off x="2563176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788D67DB-86D4-4757-BF80-C74C3D598079}"/>
                </a:ext>
              </a:extLst>
            </p:cNvPr>
            <p:cNvSpPr/>
            <p:nvPr/>
          </p:nvSpPr>
          <p:spPr>
            <a:xfrm>
              <a:off x="269938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0C0EDA80-7B98-43BD-8E81-D5B121FB9706}"/>
                </a:ext>
              </a:extLst>
            </p:cNvPr>
            <p:cNvSpPr/>
            <p:nvPr/>
          </p:nvSpPr>
          <p:spPr>
            <a:xfrm>
              <a:off x="2997516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8595 w 248602"/>
                <a:gd name="connsiteY7" fmla="*/ 389573 h 396239"/>
                <a:gd name="connsiteX8" fmla="*/ 188595 w 248602"/>
                <a:gd name="connsiteY8" fmla="*/ 358140 h 396239"/>
                <a:gd name="connsiteX9" fmla="*/ 187642 w 248602"/>
                <a:gd name="connsiteY9" fmla="*/ 358140 h 396239"/>
                <a:gd name="connsiteX10" fmla="*/ 107633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3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8595" y="389573"/>
                  </a:lnTo>
                  <a:lnTo>
                    <a:pt x="188595" y="358140"/>
                  </a:lnTo>
                  <a:lnTo>
                    <a:pt x="187642" y="358140"/>
                  </a:lnTo>
                  <a:cubicBezTo>
                    <a:pt x="168592" y="381953"/>
                    <a:pt x="140970" y="396240"/>
                    <a:pt x="107633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3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1E69B34B-1A8A-474A-B629-2F93AD545BE8}"/>
                </a:ext>
              </a:extLst>
            </p:cNvPr>
            <p:cNvSpPr/>
            <p:nvPr/>
          </p:nvSpPr>
          <p:spPr>
            <a:xfrm>
              <a:off x="3328987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135E7B-66D5-4C03-B51B-A261BFC26522}"/>
                </a:ext>
              </a:extLst>
            </p:cNvPr>
            <p:cNvSpPr/>
            <p:nvPr/>
          </p:nvSpPr>
          <p:spPr>
            <a:xfrm>
              <a:off x="353377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8F3F7707-F1C6-4427-9DB7-FCECE008CB27}"/>
                </a:ext>
              </a:extLst>
            </p:cNvPr>
            <p:cNvSpPr/>
            <p:nvPr/>
          </p:nvSpPr>
          <p:spPr>
            <a:xfrm>
              <a:off x="3671887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E0E438D6-685B-4915-8082-8343DFB814E4}"/>
                </a:ext>
              </a:extLst>
            </p:cNvPr>
            <p:cNvSpPr/>
            <p:nvPr/>
          </p:nvSpPr>
          <p:spPr>
            <a:xfrm>
              <a:off x="3950016" y="2524124"/>
              <a:ext cx="228600" cy="391477"/>
            </a:xfrm>
            <a:custGeom>
              <a:avLst/>
              <a:gdLst>
                <a:gd name="connsiteX0" fmla="*/ 228600 w 228600"/>
                <a:gd name="connsiteY0" fmla="*/ 390525 h 391477"/>
                <a:gd name="connsiteX1" fmla="*/ 166688 w 228600"/>
                <a:gd name="connsiteY1" fmla="*/ 390525 h 391477"/>
                <a:gd name="connsiteX2" fmla="*/ 166688 w 228600"/>
                <a:gd name="connsiteY2" fmla="*/ 238125 h 391477"/>
                <a:gd name="connsiteX3" fmla="*/ 117158 w 228600"/>
                <a:gd name="connsiteY3" fmla="*/ 173355 h 391477"/>
                <a:gd name="connsiteX4" fmla="*/ 61913 w 228600"/>
                <a:gd name="connsiteY4" fmla="*/ 238125 h 391477"/>
                <a:gd name="connsiteX5" fmla="*/ 61913 w 228600"/>
                <a:gd name="connsiteY5" fmla="*/ 391478 h 391477"/>
                <a:gd name="connsiteX6" fmla="*/ 0 w 228600"/>
                <a:gd name="connsiteY6" fmla="*/ 391478 h 391477"/>
                <a:gd name="connsiteX7" fmla="*/ 0 w 228600"/>
                <a:gd name="connsiteY7" fmla="*/ 16193 h 391477"/>
                <a:gd name="connsiteX8" fmla="*/ 61913 w 228600"/>
                <a:gd name="connsiteY8" fmla="*/ 0 h 391477"/>
                <a:gd name="connsiteX9" fmla="*/ 61913 w 228600"/>
                <a:gd name="connsiteY9" fmla="*/ 155258 h 391477"/>
                <a:gd name="connsiteX10" fmla="*/ 62865 w 228600"/>
                <a:gd name="connsiteY10" fmla="*/ 155258 h 391477"/>
                <a:gd name="connsiteX11" fmla="*/ 140970 w 228600"/>
                <a:gd name="connsiteY11" fmla="*/ 116205 h 391477"/>
                <a:gd name="connsiteX12" fmla="*/ 228600 w 228600"/>
                <a:gd name="connsiteY12" fmla="*/ 223838 h 391477"/>
                <a:gd name="connsiteX13" fmla="*/ 228600 w 228600"/>
                <a:gd name="connsiteY13" fmla="*/ 390525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1477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1478"/>
                  </a:lnTo>
                  <a:lnTo>
                    <a:pt x="0" y="391478"/>
                  </a:lnTo>
                  <a:lnTo>
                    <a:pt x="0" y="16193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1A1D79-1059-4445-971F-C23FF3062008}"/>
                </a:ext>
              </a:extLst>
            </p:cNvPr>
            <p:cNvSpPr/>
            <p:nvPr/>
          </p:nvSpPr>
          <p:spPr>
            <a:xfrm>
              <a:off x="4251006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1EACC0C-3E37-4DD4-96DF-FDE34BE06CCF}"/>
                </a:ext>
              </a:extLst>
            </p:cNvPr>
            <p:cNvSpPr/>
            <p:nvPr/>
          </p:nvSpPr>
          <p:spPr>
            <a:xfrm>
              <a:off x="4413884" y="2545079"/>
              <a:ext cx="343852" cy="368617"/>
            </a:xfrm>
            <a:custGeom>
              <a:avLst/>
              <a:gdLst>
                <a:gd name="connsiteX0" fmla="*/ 137160 w 343852"/>
                <a:gd name="connsiteY0" fmla="*/ 0 h 368617"/>
                <a:gd name="connsiteX1" fmla="*/ 206693 w 343852"/>
                <a:gd name="connsiteY1" fmla="*/ 0 h 368617"/>
                <a:gd name="connsiteX2" fmla="*/ 343853 w 343852"/>
                <a:gd name="connsiteY2" fmla="*/ 368618 h 368617"/>
                <a:gd name="connsiteX3" fmla="*/ 272415 w 343852"/>
                <a:gd name="connsiteY3" fmla="*/ 368618 h 368617"/>
                <a:gd name="connsiteX4" fmla="*/ 245745 w 343852"/>
                <a:gd name="connsiteY4" fmla="*/ 290512 h 368617"/>
                <a:gd name="connsiteX5" fmla="*/ 96203 w 343852"/>
                <a:gd name="connsiteY5" fmla="*/ 290512 h 368617"/>
                <a:gd name="connsiteX6" fmla="*/ 69533 w 343852"/>
                <a:gd name="connsiteY6" fmla="*/ 368618 h 368617"/>
                <a:gd name="connsiteX7" fmla="*/ 0 w 343852"/>
                <a:gd name="connsiteY7" fmla="*/ 368618 h 368617"/>
                <a:gd name="connsiteX8" fmla="*/ 137160 w 343852"/>
                <a:gd name="connsiteY8" fmla="*/ 0 h 368617"/>
                <a:gd name="connsiteX9" fmla="*/ 116205 w 343852"/>
                <a:gd name="connsiteY9" fmla="*/ 231458 h 368617"/>
                <a:gd name="connsiteX10" fmla="*/ 223838 w 343852"/>
                <a:gd name="connsiteY10" fmla="*/ 231458 h 368617"/>
                <a:gd name="connsiteX11" fmla="*/ 170497 w 343852"/>
                <a:gd name="connsiteY11" fmla="*/ 75247 h 368617"/>
                <a:gd name="connsiteX12" fmla="*/ 169545 w 343852"/>
                <a:gd name="connsiteY12" fmla="*/ 75247 h 368617"/>
                <a:gd name="connsiteX13" fmla="*/ 116205 w 343852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3852" h="368617">
                  <a:moveTo>
                    <a:pt x="137160" y="0"/>
                  </a:moveTo>
                  <a:lnTo>
                    <a:pt x="206693" y="0"/>
                  </a:lnTo>
                  <a:lnTo>
                    <a:pt x="343853" y="368618"/>
                  </a:lnTo>
                  <a:lnTo>
                    <a:pt x="272415" y="368618"/>
                  </a:lnTo>
                  <a:lnTo>
                    <a:pt x="245745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7160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C68ABD75-A08C-43C2-9215-BB2180C3FA0D}"/>
                </a:ext>
              </a:extLst>
            </p:cNvPr>
            <p:cNvSpPr/>
            <p:nvPr/>
          </p:nvSpPr>
          <p:spPr>
            <a:xfrm>
              <a:off x="4812029" y="2525076"/>
              <a:ext cx="61912" cy="389572"/>
            </a:xfrm>
            <a:custGeom>
              <a:avLst/>
              <a:gdLst>
                <a:gd name="connsiteX0" fmla="*/ 61913 w 61912"/>
                <a:gd name="connsiteY0" fmla="*/ 389573 h 389572"/>
                <a:gd name="connsiteX1" fmla="*/ 0 w 61912"/>
                <a:gd name="connsiteY1" fmla="*/ 389573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3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3"/>
                  </a:moveTo>
                  <a:lnTo>
                    <a:pt x="0" y="389573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6EEDFA95-D5AD-4F05-BE43-90D2F1B713D6}"/>
                </a:ext>
              </a:extLst>
            </p:cNvPr>
            <p:cNvSpPr/>
            <p:nvPr/>
          </p:nvSpPr>
          <p:spPr>
            <a:xfrm>
              <a:off x="4941569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5CCE0483-5A60-4EDD-AB5E-C2CDD38042D6}"/>
                </a:ext>
              </a:extLst>
            </p:cNvPr>
            <p:cNvSpPr/>
            <p:nvPr/>
          </p:nvSpPr>
          <p:spPr>
            <a:xfrm>
              <a:off x="5217794" y="2647949"/>
              <a:ext cx="255270" cy="266700"/>
            </a:xfrm>
            <a:custGeom>
              <a:avLst/>
              <a:gdLst>
                <a:gd name="connsiteX0" fmla="*/ 255270 w 255270"/>
                <a:gd name="connsiteY0" fmla="*/ 266700 h 266700"/>
                <a:gd name="connsiteX1" fmla="*/ 183833 w 255270"/>
                <a:gd name="connsiteY1" fmla="*/ 266700 h 266700"/>
                <a:gd name="connsiteX2" fmla="*/ 126683 w 255270"/>
                <a:gd name="connsiteY2" fmla="*/ 174308 h 266700"/>
                <a:gd name="connsiteX3" fmla="*/ 125730 w 255270"/>
                <a:gd name="connsiteY3" fmla="*/ 174308 h 266700"/>
                <a:gd name="connsiteX4" fmla="*/ 70485 w 255270"/>
                <a:gd name="connsiteY4" fmla="*/ 266700 h 266700"/>
                <a:gd name="connsiteX5" fmla="*/ 0 w 255270"/>
                <a:gd name="connsiteY5" fmla="*/ 266700 h 266700"/>
                <a:gd name="connsiteX6" fmla="*/ 91440 w 255270"/>
                <a:gd name="connsiteY6" fmla="*/ 128588 h 266700"/>
                <a:gd name="connsiteX7" fmla="*/ 6668 w 255270"/>
                <a:gd name="connsiteY7" fmla="*/ 0 h 266700"/>
                <a:gd name="connsiteX8" fmla="*/ 77153 w 255270"/>
                <a:gd name="connsiteY8" fmla="*/ 0 h 266700"/>
                <a:gd name="connsiteX9" fmla="*/ 127635 w 255270"/>
                <a:gd name="connsiteY9" fmla="*/ 81915 h 266700"/>
                <a:gd name="connsiteX10" fmla="*/ 128588 w 255270"/>
                <a:gd name="connsiteY10" fmla="*/ 81915 h 266700"/>
                <a:gd name="connsiteX11" fmla="*/ 178118 w 255270"/>
                <a:gd name="connsiteY11" fmla="*/ 0 h 266700"/>
                <a:gd name="connsiteX12" fmla="*/ 247650 w 255270"/>
                <a:gd name="connsiteY12" fmla="*/ 0 h 266700"/>
                <a:gd name="connsiteX13" fmla="*/ 163830 w 255270"/>
                <a:gd name="connsiteY13" fmla="*/ 127635 h 266700"/>
                <a:gd name="connsiteX14" fmla="*/ 255270 w 255270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70" h="266700">
                  <a:moveTo>
                    <a:pt x="255270" y="266700"/>
                  </a:moveTo>
                  <a:lnTo>
                    <a:pt x="183833" y="266700"/>
                  </a:lnTo>
                  <a:lnTo>
                    <a:pt x="126683" y="174308"/>
                  </a:lnTo>
                  <a:lnTo>
                    <a:pt x="125730" y="174308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8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8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3C1D690-F8BA-49E5-B792-13F9CED552A7}"/>
                </a:ext>
              </a:extLst>
            </p:cNvPr>
            <p:cNvSpPr/>
            <p:nvPr/>
          </p:nvSpPr>
          <p:spPr>
            <a:xfrm>
              <a:off x="5506402" y="2641281"/>
              <a:ext cx="225742" cy="279082"/>
            </a:xfrm>
            <a:custGeom>
              <a:avLst/>
              <a:gdLst>
                <a:gd name="connsiteX0" fmla="*/ 114300 w 225742"/>
                <a:gd name="connsiteY0" fmla="*/ 107632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8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8 h 279082"/>
                <a:gd name="connsiteX9" fmla="*/ 166688 w 225742"/>
                <a:gd name="connsiteY9" fmla="*/ 273368 h 279082"/>
                <a:gd name="connsiteX10" fmla="*/ 166688 w 225742"/>
                <a:gd name="connsiteY10" fmla="*/ 244793 h 279082"/>
                <a:gd name="connsiteX11" fmla="*/ 165735 w 225742"/>
                <a:gd name="connsiteY11" fmla="*/ 244793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2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4305 h 279082"/>
                <a:gd name="connsiteX18" fmla="*/ 120967 w 225742"/>
                <a:gd name="connsiteY18" fmla="*/ 149543 h 279082"/>
                <a:gd name="connsiteX19" fmla="*/ 59055 w 225742"/>
                <a:gd name="connsiteY19" fmla="*/ 193358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2"/>
                  </a:moveTo>
                  <a:cubicBezTo>
                    <a:pt x="131445" y="107632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7150"/>
                    <a:pt x="38100" y="67628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3"/>
                    <a:pt x="225742" y="102870"/>
                  </a:cubicBezTo>
                  <a:lnTo>
                    <a:pt x="225742" y="273368"/>
                  </a:lnTo>
                  <a:lnTo>
                    <a:pt x="166688" y="273368"/>
                  </a:lnTo>
                  <a:lnTo>
                    <a:pt x="166688" y="244793"/>
                  </a:lnTo>
                  <a:lnTo>
                    <a:pt x="165735" y="244793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2"/>
                    <a:pt x="114300" y="107632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4305"/>
                  </a:lnTo>
                  <a:cubicBezTo>
                    <a:pt x="150495" y="150495"/>
                    <a:pt x="135255" y="149543"/>
                    <a:pt x="120967" y="149543"/>
                  </a:cubicBezTo>
                  <a:cubicBezTo>
                    <a:pt x="81915" y="149543"/>
                    <a:pt x="59055" y="164783"/>
                    <a:pt x="59055" y="193358"/>
                  </a:cubicBezTo>
                  <a:cubicBezTo>
                    <a:pt x="59055" y="217170"/>
                    <a:pt x="76200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6B91162B-2F3A-41BD-ACE0-954CC778D4BC}"/>
                </a:ext>
              </a:extLst>
            </p:cNvPr>
            <p:cNvSpPr/>
            <p:nvPr/>
          </p:nvSpPr>
          <p:spPr>
            <a:xfrm>
              <a:off x="5812154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2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E6A40520-E7F9-4A9B-BE6D-04EEC2395DC7}"/>
                </a:ext>
              </a:extLst>
            </p:cNvPr>
            <p:cNvSpPr/>
            <p:nvPr/>
          </p:nvSpPr>
          <p:spPr>
            <a:xfrm>
              <a:off x="6106477" y="2524124"/>
              <a:ext cx="248602" cy="396239"/>
            </a:xfrm>
            <a:custGeom>
              <a:avLst/>
              <a:gdLst>
                <a:gd name="connsiteX0" fmla="*/ 0 w 248602"/>
                <a:gd name="connsiteY0" fmla="*/ 256223 h 396239"/>
                <a:gd name="connsiteX1" fmla="*/ 108585 w 248602"/>
                <a:gd name="connsiteY1" fmla="*/ 117157 h 396239"/>
                <a:gd name="connsiteX2" fmla="*/ 185738 w 248602"/>
                <a:gd name="connsiteY2" fmla="*/ 153352 h 396239"/>
                <a:gd name="connsiteX3" fmla="*/ 186690 w 248602"/>
                <a:gd name="connsiteY3" fmla="*/ 153352 h 396239"/>
                <a:gd name="connsiteX4" fmla="*/ 186690 w 248602"/>
                <a:gd name="connsiteY4" fmla="*/ 16193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6223 h 396239"/>
                <a:gd name="connsiteX12" fmla="*/ 61913 w 248602"/>
                <a:gd name="connsiteY12" fmla="*/ 256223 h 396239"/>
                <a:gd name="connsiteX13" fmla="*/ 123825 w 248602"/>
                <a:gd name="connsiteY13" fmla="*/ 341948 h 396239"/>
                <a:gd name="connsiteX14" fmla="*/ 187642 w 248602"/>
                <a:gd name="connsiteY14" fmla="*/ 306705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6223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6223"/>
                  </a:moveTo>
                  <a:cubicBezTo>
                    <a:pt x="0" y="170498"/>
                    <a:pt x="43815" y="117157"/>
                    <a:pt x="108585" y="117157"/>
                  </a:cubicBezTo>
                  <a:cubicBezTo>
                    <a:pt x="141922" y="117157"/>
                    <a:pt x="168592" y="131445"/>
                    <a:pt x="185738" y="153352"/>
                  </a:cubicBezTo>
                  <a:lnTo>
                    <a:pt x="186690" y="153352"/>
                  </a:lnTo>
                  <a:lnTo>
                    <a:pt x="186690" y="16193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6240"/>
                    <a:pt x="0" y="341948"/>
                    <a:pt x="0" y="256223"/>
                  </a:cubicBezTo>
                  <a:close/>
                  <a:moveTo>
                    <a:pt x="61913" y="256223"/>
                  </a:moveTo>
                  <a:cubicBezTo>
                    <a:pt x="61913" y="310515"/>
                    <a:pt x="84772" y="341948"/>
                    <a:pt x="123825" y="341948"/>
                  </a:cubicBezTo>
                  <a:cubicBezTo>
                    <a:pt x="147638" y="341948"/>
                    <a:pt x="167640" y="330517"/>
                    <a:pt x="187642" y="306705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3820" y="173355"/>
                    <a:pt x="61913" y="202883"/>
                    <a:pt x="61913" y="2562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1D9A6941-C7A1-4174-91A6-625A9538394A}"/>
                </a:ext>
              </a:extLst>
            </p:cNvPr>
            <p:cNvSpPr/>
            <p:nvPr/>
          </p:nvSpPr>
          <p:spPr>
            <a:xfrm>
              <a:off x="642365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3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13BB7DD4-25B1-4A81-A0B6-81701809DC89}"/>
                </a:ext>
              </a:extLst>
            </p:cNvPr>
            <p:cNvSpPr/>
            <p:nvPr/>
          </p:nvSpPr>
          <p:spPr>
            <a:xfrm>
              <a:off x="6737031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EA8CAE56-4EA6-426A-8FEC-7FCF1CDA5ECE}"/>
                </a:ext>
              </a:extLst>
            </p:cNvPr>
            <p:cNvSpPr/>
            <p:nvPr/>
          </p:nvSpPr>
          <p:spPr>
            <a:xfrm>
              <a:off x="693610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9A847FBD-8DCF-41F4-9430-6C2133DF9073}"/>
                </a:ext>
              </a:extLst>
            </p:cNvPr>
            <p:cNvSpPr/>
            <p:nvPr/>
          </p:nvSpPr>
          <p:spPr>
            <a:xfrm>
              <a:off x="714565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8DA86AD3-2130-4893-98F8-724C5E2B88BD}"/>
                </a:ext>
              </a:extLst>
            </p:cNvPr>
            <p:cNvSpPr/>
            <p:nvPr/>
          </p:nvSpPr>
          <p:spPr>
            <a:xfrm>
              <a:off x="7517129" y="264223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87C5D211-1714-4F68-BAA8-0CCF90B4A092}"/>
                </a:ext>
              </a:extLst>
            </p:cNvPr>
            <p:cNvSpPr/>
            <p:nvPr/>
          </p:nvSpPr>
          <p:spPr>
            <a:xfrm>
              <a:off x="7816214" y="2528887"/>
              <a:ext cx="79057" cy="385762"/>
            </a:xfrm>
            <a:custGeom>
              <a:avLst/>
              <a:gdLst>
                <a:gd name="connsiteX0" fmla="*/ 79058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8 w 79057"/>
                <a:gd name="connsiteY4" fmla="*/ 38100 h 385762"/>
                <a:gd name="connsiteX5" fmla="*/ 70485 w 79057"/>
                <a:gd name="connsiteY5" fmla="*/ 385763 h 385762"/>
                <a:gd name="connsiteX6" fmla="*/ 8573 w 79057"/>
                <a:gd name="connsiteY6" fmla="*/ 385763 h 385762"/>
                <a:gd name="connsiteX7" fmla="*/ 8573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5763"/>
                  </a:moveTo>
                  <a:lnTo>
                    <a:pt x="8573" y="385763"/>
                  </a:lnTo>
                  <a:lnTo>
                    <a:pt x="8573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3A4EEEB-1931-44F7-8DD0-70CCA93FE56F}"/>
                </a:ext>
              </a:extLst>
            </p:cNvPr>
            <p:cNvSpPr/>
            <p:nvPr/>
          </p:nvSpPr>
          <p:spPr>
            <a:xfrm>
              <a:off x="794003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58062EE-0C6E-4E08-9366-930B1EC5A423}"/>
                </a:ext>
              </a:extLst>
            </p:cNvPr>
            <p:cNvSpPr/>
            <p:nvPr/>
          </p:nvSpPr>
          <p:spPr>
            <a:xfrm>
              <a:off x="822769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8 w 242887"/>
                <a:gd name="connsiteY5" fmla="*/ 160972 h 279082"/>
                <a:gd name="connsiteX6" fmla="*/ 133350 w 242887"/>
                <a:gd name="connsiteY6" fmla="*/ 225743 h 279082"/>
                <a:gd name="connsiteX7" fmla="*/ 199073 w 242887"/>
                <a:gd name="connsiteY7" fmla="*/ 194310 h 279082"/>
                <a:gd name="connsiteX8" fmla="*/ 238125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3818" y="160972"/>
                  </a:lnTo>
                  <a:cubicBezTo>
                    <a:pt x="70485" y="201930"/>
                    <a:pt x="95250" y="225743"/>
                    <a:pt x="133350" y="225743"/>
                  </a:cubicBezTo>
                  <a:cubicBezTo>
                    <a:pt x="158115" y="225743"/>
                    <a:pt x="178118" y="216218"/>
                    <a:pt x="199073" y="194310"/>
                  </a:cubicBezTo>
                  <a:lnTo>
                    <a:pt x="238125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CB8B1DBD-8A03-40BE-A043-3E75F48DC906}"/>
                </a:ext>
              </a:extLst>
            </p:cNvPr>
            <p:cNvSpPr/>
            <p:nvPr/>
          </p:nvSpPr>
          <p:spPr>
            <a:xfrm>
              <a:off x="8539162" y="2641039"/>
              <a:ext cx="161925" cy="272657"/>
            </a:xfrm>
            <a:custGeom>
              <a:avLst/>
              <a:gdLst>
                <a:gd name="connsiteX0" fmla="*/ 161925 w 161925"/>
                <a:gd name="connsiteY0" fmla="*/ 5005 h 272657"/>
                <a:gd name="connsiteX1" fmla="*/ 152400 w 161925"/>
                <a:gd name="connsiteY1" fmla="*/ 68823 h 272657"/>
                <a:gd name="connsiteX2" fmla="*/ 118110 w 161925"/>
                <a:gd name="connsiteY2" fmla="*/ 60250 h 272657"/>
                <a:gd name="connsiteX3" fmla="*/ 63818 w 161925"/>
                <a:gd name="connsiteY3" fmla="*/ 135498 h 272657"/>
                <a:gd name="connsiteX4" fmla="*/ 63818 w 161925"/>
                <a:gd name="connsiteY4" fmla="*/ 272658 h 272657"/>
                <a:gd name="connsiteX5" fmla="*/ 0 w 161925"/>
                <a:gd name="connsiteY5" fmla="*/ 272658 h 272657"/>
                <a:gd name="connsiteX6" fmla="*/ 0 w 161925"/>
                <a:gd name="connsiteY6" fmla="*/ 5958 h 272657"/>
                <a:gd name="connsiteX7" fmla="*/ 60960 w 161925"/>
                <a:gd name="connsiteY7" fmla="*/ 5958 h 272657"/>
                <a:gd name="connsiteX8" fmla="*/ 60960 w 161925"/>
                <a:gd name="connsiteY8" fmla="*/ 40248 h 272657"/>
                <a:gd name="connsiteX9" fmla="*/ 61913 w 161925"/>
                <a:gd name="connsiteY9" fmla="*/ 40248 h 272657"/>
                <a:gd name="connsiteX10" fmla="*/ 131445 w 161925"/>
                <a:gd name="connsiteY10" fmla="*/ 243 h 272657"/>
                <a:gd name="connsiteX11" fmla="*/ 161925 w 161925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272657">
                  <a:moveTo>
                    <a:pt x="161925" y="5005"/>
                  </a:moveTo>
                  <a:lnTo>
                    <a:pt x="152400" y="68823"/>
                  </a:lnTo>
                  <a:cubicBezTo>
                    <a:pt x="142875" y="64060"/>
                    <a:pt x="131445" y="60250"/>
                    <a:pt x="118110" y="60250"/>
                  </a:cubicBezTo>
                  <a:cubicBezTo>
                    <a:pt x="75248" y="60250"/>
                    <a:pt x="63818" y="94540"/>
                    <a:pt x="63818" y="135498"/>
                  </a:cubicBezTo>
                  <a:lnTo>
                    <a:pt x="63818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970" y="-710"/>
                    <a:pt x="152400" y="1195"/>
                    <a:pt x="161925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5FAE65FD-02E0-4069-93FF-B6E34C2509A9}"/>
                </a:ext>
              </a:extLst>
            </p:cNvPr>
            <p:cNvSpPr/>
            <p:nvPr/>
          </p:nvSpPr>
          <p:spPr>
            <a:xfrm>
              <a:off x="8729662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3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BB5CC19-A116-4318-9947-CEF7AD437127}"/>
                </a:ext>
              </a:extLst>
            </p:cNvPr>
            <p:cNvSpPr/>
            <p:nvPr/>
          </p:nvSpPr>
          <p:spPr>
            <a:xfrm>
              <a:off x="8993504" y="2528887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C5C58F9F-B4C2-412E-8BE7-E2E312D955E1}"/>
                </a:ext>
              </a:extLst>
            </p:cNvPr>
            <p:cNvSpPr/>
            <p:nvPr/>
          </p:nvSpPr>
          <p:spPr>
            <a:xfrm>
              <a:off x="9117329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8 w 165734"/>
                <a:gd name="connsiteY9" fmla="*/ 0 h 358139"/>
                <a:gd name="connsiteX10" fmla="*/ 101918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8 w 165734"/>
                <a:gd name="connsiteY13" fmla="*/ 138113 h 358139"/>
                <a:gd name="connsiteX14" fmla="*/ 101918 w 165734"/>
                <a:gd name="connsiteY14" fmla="*/ 269558 h 358139"/>
                <a:gd name="connsiteX15" fmla="*/ 130493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D489816-B6E9-495C-BE5C-702D18922C49}"/>
                </a:ext>
              </a:extLst>
            </p:cNvPr>
            <p:cNvSpPr/>
            <p:nvPr/>
          </p:nvSpPr>
          <p:spPr>
            <a:xfrm>
              <a:off x="9331642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4775 w 225742"/>
                <a:gd name="connsiteY20" fmla="*/ 340042 h 386714"/>
                <a:gd name="connsiteX21" fmla="*/ 165735 w 225742"/>
                <a:gd name="connsiteY21" fmla="*/ 307658 h 386714"/>
                <a:gd name="connsiteX22" fmla="*/ 165735 w 225742"/>
                <a:gd name="connsiteY22" fmla="*/ 261938 h 386714"/>
                <a:gd name="connsiteX23" fmla="*/ 121920 w 225742"/>
                <a:gd name="connsiteY23" fmla="*/ 257175 h 386714"/>
                <a:gd name="connsiteX24" fmla="*/ 60007 w 225742"/>
                <a:gd name="connsiteY24" fmla="*/ 300990 h 386714"/>
                <a:gd name="connsiteX25" fmla="*/ 104775 w 225742"/>
                <a:gd name="connsiteY25" fmla="*/ 340042 h 386714"/>
                <a:gd name="connsiteX26" fmla="*/ 173355 w 225742"/>
                <a:gd name="connsiteY26" fmla="*/ 72390 h 386714"/>
                <a:gd name="connsiteX27" fmla="*/ 136207 w 225742"/>
                <a:gd name="connsiteY27" fmla="*/ 36195 h 386714"/>
                <a:gd name="connsiteX28" fmla="*/ 173355 w 225742"/>
                <a:gd name="connsiteY28" fmla="*/ 0 h 386714"/>
                <a:gd name="connsiteX29" fmla="*/ 210502 w 225742"/>
                <a:gd name="connsiteY29" fmla="*/ 36195 h 386714"/>
                <a:gd name="connsiteX30" fmla="*/ 173355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4775" y="340042"/>
                  </a:moveTo>
                  <a:cubicBezTo>
                    <a:pt x="127635" y="340042"/>
                    <a:pt x="148590" y="328613"/>
                    <a:pt x="165735" y="307658"/>
                  </a:cubicBezTo>
                  <a:lnTo>
                    <a:pt x="165735" y="261938"/>
                  </a:lnTo>
                  <a:cubicBezTo>
                    <a:pt x="151447" y="258127"/>
                    <a:pt x="136207" y="257175"/>
                    <a:pt x="121920" y="257175"/>
                  </a:cubicBezTo>
                  <a:cubicBezTo>
                    <a:pt x="82868" y="257175"/>
                    <a:pt x="60007" y="272415"/>
                    <a:pt x="60007" y="300990"/>
                  </a:cubicBezTo>
                  <a:cubicBezTo>
                    <a:pt x="60007" y="324803"/>
                    <a:pt x="77152" y="340042"/>
                    <a:pt x="104775" y="340042"/>
                  </a:cubicBezTo>
                  <a:close/>
                  <a:moveTo>
                    <a:pt x="173355" y="72390"/>
                  </a:moveTo>
                  <a:cubicBezTo>
                    <a:pt x="153352" y="72390"/>
                    <a:pt x="136207" y="55245"/>
                    <a:pt x="136207" y="36195"/>
                  </a:cubicBezTo>
                  <a:cubicBezTo>
                    <a:pt x="136207" y="17145"/>
                    <a:pt x="153352" y="0"/>
                    <a:pt x="173355" y="0"/>
                  </a:cubicBezTo>
                  <a:cubicBezTo>
                    <a:pt x="193357" y="0"/>
                    <a:pt x="210502" y="17145"/>
                    <a:pt x="210502" y="36195"/>
                  </a:cubicBezTo>
                  <a:cubicBezTo>
                    <a:pt x="210502" y="56198"/>
                    <a:pt x="192405" y="72390"/>
                    <a:pt x="173355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2DDD381-1879-4360-925E-2E2FAB769E83}"/>
                </a:ext>
              </a:extLst>
            </p:cNvPr>
            <p:cNvSpPr/>
            <p:nvPr/>
          </p:nvSpPr>
          <p:spPr>
            <a:xfrm>
              <a:off x="9605962" y="2562224"/>
              <a:ext cx="166687" cy="358139"/>
            </a:xfrm>
            <a:custGeom>
              <a:avLst/>
              <a:gdLst>
                <a:gd name="connsiteX0" fmla="*/ 166688 w 166687"/>
                <a:gd name="connsiteY0" fmla="*/ 295275 h 358139"/>
                <a:gd name="connsiteX1" fmla="*/ 166688 w 166687"/>
                <a:gd name="connsiteY1" fmla="*/ 348615 h 358139"/>
                <a:gd name="connsiteX2" fmla="*/ 114300 w 166687"/>
                <a:gd name="connsiteY2" fmla="*/ 358140 h 358139"/>
                <a:gd name="connsiteX3" fmla="*/ 41910 w 166687"/>
                <a:gd name="connsiteY3" fmla="*/ 282892 h 358139"/>
                <a:gd name="connsiteX4" fmla="*/ 41910 w 166687"/>
                <a:gd name="connsiteY4" fmla="*/ 137160 h 358139"/>
                <a:gd name="connsiteX5" fmla="*/ 0 w 166687"/>
                <a:gd name="connsiteY5" fmla="*/ 137160 h 358139"/>
                <a:gd name="connsiteX6" fmla="*/ 0 w 166687"/>
                <a:gd name="connsiteY6" fmla="*/ 85725 h 358139"/>
                <a:gd name="connsiteX7" fmla="*/ 40005 w 166687"/>
                <a:gd name="connsiteY7" fmla="*/ 85725 h 358139"/>
                <a:gd name="connsiteX8" fmla="*/ 40005 w 166687"/>
                <a:gd name="connsiteY8" fmla="*/ 13335 h 358139"/>
                <a:gd name="connsiteX9" fmla="*/ 101918 w 166687"/>
                <a:gd name="connsiteY9" fmla="*/ 0 h 358139"/>
                <a:gd name="connsiteX10" fmla="*/ 101918 w 166687"/>
                <a:gd name="connsiteY10" fmla="*/ 86677 h 358139"/>
                <a:gd name="connsiteX11" fmla="*/ 165735 w 166687"/>
                <a:gd name="connsiteY11" fmla="*/ 86677 h 358139"/>
                <a:gd name="connsiteX12" fmla="*/ 165735 w 166687"/>
                <a:gd name="connsiteY12" fmla="*/ 138113 h 358139"/>
                <a:gd name="connsiteX13" fmla="*/ 101918 w 166687"/>
                <a:gd name="connsiteY13" fmla="*/ 138113 h 358139"/>
                <a:gd name="connsiteX14" fmla="*/ 101918 w 166687"/>
                <a:gd name="connsiteY14" fmla="*/ 269558 h 358139"/>
                <a:gd name="connsiteX15" fmla="*/ 130493 w 166687"/>
                <a:gd name="connsiteY15" fmla="*/ 304800 h 358139"/>
                <a:gd name="connsiteX16" fmla="*/ 166688 w 166687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687" h="358139">
                  <a:moveTo>
                    <a:pt x="166688" y="295275"/>
                  </a:moveTo>
                  <a:lnTo>
                    <a:pt x="166688" y="348615"/>
                  </a:lnTo>
                  <a:cubicBezTo>
                    <a:pt x="153352" y="355283"/>
                    <a:pt x="132398" y="358140"/>
                    <a:pt x="114300" y="358140"/>
                  </a:cubicBezTo>
                  <a:cubicBezTo>
                    <a:pt x="67627" y="358140"/>
                    <a:pt x="41910" y="331470"/>
                    <a:pt x="41910" y="282892"/>
                  </a:cubicBezTo>
                  <a:lnTo>
                    <a:pt x="41910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3827" y="303848"/>
                    <a:pt x="156210" y="300038"/>
                    <a:pt x="166688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86F9E7FA-DD20-4A3F-B947-C3E6352B7EA0}"/>
                </a:ext>
              </a:extLst>
            </p:cNvPr>
            <p:cNvSpPr/>
            <p:nvPr/>
          </p:nvSpPr>
          <p:spPr>
            <a:xfrm>
              <a:off x="2090737" y="3122294"/>
              <a:ext cx="231457" cy="368617"/>
            </a:xfrm>
            <a:custGeom>
              <a:avLst/>
              <a:gdLst>
                <a:gd name="connsiteX0" fmla="*/ 231458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8 w 231457"/>
                <a:gd name="connsiteY9" fmla="*/ 0 h 368617"/>
                <a:gd name="connsiteX10" fmla="*/ 231458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8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0D84DBD-C27A-43CD-8985-12C88AB5F9AE}"/>
                </a:ext>
              </a:extLst>
            </p:cNvPr>
            <p:cNvSpPr/>
            <p:nvPr/>
          </p:nvSpPr>
          <p:spPr>
            <a:xfrm>
              <a:off x="2334560" y="3217544"/>
              <a:ext cx="225758" cy="279082"/>
            </a:xfrm>
            <a:custGeom>
              <a:avLst/>
              <a:gdLst>
                <a:gd name="connsiteX0" fmla="*/ 114316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6 w 225758"/>
                <a:gd name="connsiteY4" fmla="*/ 67627 h 279082"/>
                <a:gd name="connsiteX5" fmla="*/ 24781 w 225758"/>
                <a:gd name="connsiteY5" fmla="*/ 15240 h 279082"/>
                <a:gd name="connsiteX6" fmla="*/ 112411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6 w 225758"/>
                <a:gd name="connsiteY13" fmla="*/ 194310 h 279082"/>
                <a:gd name="connsiteX14" fmla="*/ 114316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6" y="107633"/>
                  </a:moveTo>
                  <a:cubicBezTo>
                    <a:pt x="131461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6" y="52388"/>
                    <a:pt x="60024" y="57150"/>
                    <a:pt x="38116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1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1" y="268605"/>
                    <a:pt x="119079" y="279083"/>
                    <a:pt x="87646" y="279083"/>
                  </a:cubicBezTo>
                  <a:cubicBezTo>
                    <a:pt x="34306" y="279083"/>
                    <a:pt x="16" y="245745"/>
                    <a:pt x="16" y="194310"/>
                  </a:cubicBezTo>
                  <a:cubicBezTo>
                    <a:pt x="-936" y="138113"/>
                    <a:pt x="40021" y="107633"/>
                    <a:pt x="114316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1" y="149542"/>
                    <a:pt x="135271" y="148590"/>
                    <a:pt x="120984" y="148590"/>
                  </a:cubicBezTo>
                  <a:cubicBezTo>
                    <a:pt x="81931" y="148590"/>
                    <a:pt x="59071" y="163830"/>
                    <a:pt x="59071" y="192405"/>
                  </a:cubicBezTo>
                  <a:cubicBezTo>
                    <a:pt x="59071" y="217170"/>
                    <a:pt x="76216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94233EBB-FE37-4CE4-89F2-97886A4BABFC}"/>
                </a:ext>
              </a:extLst>
            </p:cNvPr>
            <p:cNvSpPr/>
            <p:nvPr/>
          </p:nvSpPr>
          <p:spPr>
            <a:xfrm>
              <a:off x="262508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3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7A2AD458-911D-49BF-858A-C8BBE6FBCB2F}"/>
                </a:ext>
              </a:extLst>
            </p:cNvPr>
            <p:cNvSpPr/>
            <p:nvPr/>
          </p:nvSpPr>
          <p:spPr>
            <a:xfrm>
              <a:off x="2904172" y="3100387"/>
              <a:ext cx="228599" cy="390525"/>
            </a:xfrm>
            <a:custGeom>
              <a:avLst/>
              <a:gdLst>
                <a:gd name="connsiteX0" fmla="*/ 228600 w 228599"/>
                <a:gd name="connsiteY0" fmla="*/ 390525 h 390525"/>
                <a:gd name="connsiteX1" fmla="*/ 166687 w 228599"/>
                <a:gd name="connsiteY1" fmla="*/ 390525 h 390525"/>
                <a:gd name="connsiteX2" fmla="*/ 166687 w 228599"/>
                <a:gd name="connsiteY2" fmla="*/ 238125 h 390525"/>
                <a:gd name="connsiteX3" fmla="*/ 117157 w 228599"/>
                <a:gd name="connsiteY3" fmla="*/ 173355 h 390525"/>
                <a:gd name="connsiteX4" fmla="*/ 61913 w 228599"/>
                <a:gd name="connsiteY4" fmla="*/ 238125 h 390525"/>
                <a:gd name="connsiteX5" fmla="*/ 61913 w 228599"/>
                <a:gd name="connsiteY5" fmla="*/ 390525 h 390525"/>
                <a:gd name="connsiteX6" fmla="*/ 0 w 228599"/>
                <a:gd name="connsiteY6" fmla="*/ 390525 h 390525"/>
                <a:gd name="connsiteX7" fmla="*/ 0 w 228599"/>
                <a:gd name="connsiteY7" fmla="*/ 16192 h 390525"/>
                <a:gd name="connsiteX8" fmla="*/ 61913 w 228599"/>
                <a:gd name="connsiteY8" fmla="*/ 0 h 390525"/>
                <a:gd name="connsiteX9" fmla="*/ 61913 w 228599"/>
                <a:gd name="connsiteY9" fmla="*/ 155258 h 390525"/>
                <a:gd name="connsiteX10" fmla="*/ 62865 w 228599"/>
                <a:gd name="connsiteY10" fmla="*/ 155258 h 390525"/>
                <a:gd name="connsiteX11" fmla="*/ 140970 w 228599"/>
                <a:gd name="connsiteY11" fmla="*/ 116205 h 390525"/>
                <a:gd name="connsiteX12" fmla="*/ 228600 w 228599"/>
                <a:gd name="connsiteY12" fmla="*/ 223838 h 390525"/>
                <a:gd name="connsiteX13" fmla="*/ 228600 w 228599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599" h="390525">
                  <a:moveTo>
                    <a:pt x="228600" y="390525"/>
                  </a:moveTo>
                  <a:lnTo>
                    <a:pt x="166687" y="390525"/>
                  </a:lnTo>
                  <a:lnTo>
                    <a:pt x="166687" y="238125"/>
                  </a:lnTo>
                  <a:cubicBezTo>
                    <a:pt x="166687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20CF276-1400-4BB7-BE83-A79F8856A4E2}"/>
                </a:ext>
              </a:extLst>
            </p:cNvPr>
            <p:cNvSpPr/>
            <p:nvPr/>
          </p:nvSpPr>
          <p:spPr>
            <a:xfrm>
              <a:off x="3211829" y="3099434"/>
              <a:ext cx="249554" cy="397192"/>
            </a:xfrm>
            <a:custGeom>
              <a:avLst/>
              <a:gdLst>
                <a:gd name="connsiteX0" fmla="*/ 249555 w 249554"/>
                <a:gd name="connsiteY0" fmla="*/ 256223 h 397192"/>
                <a:gd name="connsiteX1" fmla="*/ 140970 w 249554"/>
                <a:gd name="connsiteY1" fmla="*/ 397193 h 397192"/>
                <a:gd name="connsiteX2" fmla="*/ 61913 w 249554"/>
                <a:gd name="connsiteY2" fmla="*/ 360045 h 397192"/>
                <a:gd name="connsiteX3" fmla="*/ 60008 w 249554"/>
                <a:gd name="connsiteY3" fmla="*/ 360045 h 397192"/>
                <a:gd name="connsiteX4" fmla="*/ 60008 w 249554"/>
                <a:gd name="connsiteY4" fmla="*/ 390525 h 397192"/>
                <a:gd name="connsiteX5" fmla="*/ 0 w 249554"/>
                <a:gd name="connsiteY5" fmla="*/ 390525 h 397192"/>
                <a:gd name="connsiteX6" fmla="*/ 0 w 249554"/>
                <a:gd name="connsiteY6" fmla="*/ 16192 h 397192"/>
                <a:gd name="connsiteX7" fmla="*/ 61913 w 249554"/>
                <a:gd name="connsiteY7" fmla="*/ 0 h 397192"/>
                <a:gd name="connsiteX8" fmla="*/ 61913 w 249554"/>
                <a:gd name="connsiteY8" fmla="*/ 154305 h 397192"/>
                <a:gd name="connsiteX9" fmla="*/ 62865 w 249554"/>
                <a:gd name="connsiteY9" fmla="*/ 154305 h 397192"/>
                <a:gd name="connsiteX10" fmla="*/ 140970 w 249554"/>
                <a:gd name="connsiteY10" fmla="*/ 116205 h 397192"/>
                <a:gd name="connsiteX11" fmla="*/ 249555 w 249554"/>
                <a:gd name="connsiteY11" fmla="*/ 256223 h 397192"/>
                <a:gd name="connsiteX12" fmla="*/ 187642 w 249554"/>
                <a:gd name="connsiteY12" fmla="*/ 257175 h 397192"/>
                <a:gd name="connsiteX13" fmla="*/ 125730 w 249554"/>
                <a:gd name="connsiteY13" fmla="*/ 173355 h 397192"/>
                <a:gd name="connsiteX14" fmla="*/ 62865 w 249554"/>
                <a:gd name="connsiteY14" fmla="*/ 207645 h 397192"/>
                <a:gd name="connsiteX15" fmla="*/ 62865 w 249554"/>
                <a:gd name="connsiteY15" fmla="*/ 305753 h 397192"/>
                <a:gd name="connsiteX16" fmla="*/ 126683 w 249554"/>
                <a:gd name="connsiteY16" fmla="*/ 341948 h 397192"/>
                <a:gd name="connsiteX17" fmla="*/ 187642 w 249554"/>
                <a:gd name="connsiteY17" fmla="*/ 257175 h 397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9554" h="397192">
                  <a:moveTo>
                    <a:pt x="249555" y="256223"/>
                  </a:moveTo>
                  <a:cubicBezTo>
                    <a:pt x="249555" y="341948"/>
                    <a:pt x="205740" y="397193"/>
                    <a:pt x="140970" y="397193"/>
                  </a:cubicBezTo>
                  <a:cubicBezTo>
                    <a:pt x="107633" y="397193"/>
                    <a:pt x="80010" y="382905"/>
                    <a:pt x="61913" y="360045"/>
                  </a:cubicBezTo>
                  <a:lnTo>
                    <a:pt x="60008" y="360045"/>
                  </a:lnTo>
                  <a:lnTo>
                    <a:pt x="60008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4305"/>
                  </a:lnTo>
                  <a:lnTo>
                    <a:pt x="62865" y="154305"/>
                  </a:lnTo>
                  <a:cubicBezTo>
                    <a:pt x="80963" y="130492"/>
                    <a:pt x="107633" y="116205"/>
                    <a:pt x="140970" y="116205"/>
                  </a:cubicBezTo>
                  <a:cubicBezTo>
                    <a:pt x="205740" y="117157"/>
                    <a:pt x="249555" y="169545"/>
                    <a:pt x="249555" y="256223"/>
                  </a:cubicBezTo>
                  <a:close/>
                  <a:moveTo>
                    <a:pt x="187642" y="257175"/>
                  </a:moveTo>
                  <a:cubicBezTo>
                    <a:pt x="187642" y="201930"/>
                    <a:pt x="164783" y="173355"/>
                    <a:pt x="125730" y="173355"/>
                  </a:cubicBezTo>
                  <a:cubicBezTo>
                    <a:pt x="101917" y="173355"/>
                    <a:pt x="81915" y="183832"/>
                    <a:pt x="62865" y="207645"/>
                  </a:cubicBezTo>
                  <a:lnTo>
                    <a:pt x="62865" y="305753"/>
                  </a:lnTo>
                  <a:cubicBezTo>
                    <a:pt x="80963" y="329565"/>
                    <a:pt x="100965" y="341948"/>
                    <a:pt x="126683" y="341948"/>
                  </a:cubicBezTo>
                  <a:cubicBezTo>
                    <a:pt x="166688" y="341948"/>
                    <a:pt x="187642" y="310515"/>
                    <a:pt x="187642" y="2571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D34D773-239C-4D74-81BE-0FC6195EB2B5}"/>
                </a:ext>
              </a:extLst>
            </p:cNvPr>
            <p:cNvSpPr/>
            <p:nvPr/>
          </p:nvSpPr>
          <p:spPr>
            <a:xfrm>
              <a:off x="351567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717406AB-483F-4C36-8A29-92B6BFF98885}"/>
                </a:ext>
              </a:extLst>
            </p:cNvPr>
            <p:cNvSpPr/>
            <p:nvPr/>
          </p:nvSpPr>
          <p:spPr>
            <a:xfrm>
              <a:off x="3829049" y="3217301"/>
              <a:ext cx="160020" cy="273610"/>
            </a:xfrm>
            <a:custGeom>
              <a:avLst/>
              <a:gdLst>
                <a:gd name="connsiteX0" fmla="*/ 160020 w 160020"/>
                <a:gd name="connsiteY0" fmla="*/ 5005 h 273610"/>
                <a:gd name="connsiteX1" fmla="*/ 150495 w 160020"/>
                <a:gd name="connsiteY1" fmla="*/ 68823 h 273610"/>
                <a:gd name="connsiteX2" fmla="*/ 116205 w 160020"/>
                <a:gd name="connsiteY2" fmla="*/ 60250 h 273610"/>
                <a:gd name="connsiteX3" fmla="*/ 61913 w 160020"/>
                <a:gd name="connsiteY3" fmla="*/ 135498 h 273610"/>
                <a:gd name="connsiteX4" fmla="*/ 61913 w 160020"/>
                <a:gd name="connsiteY4" fmla="*/ 273610 h 273610"/>
                <a:gd name="connsiteX5" fmla="*/ 0 w 160020"/>
                <a:gd name="connsiteY5" fmla="*/ 273610 h 273610"/>
                <a:gd name="connsiteX6" fmla="*/ 0 w 160020"/>
                <a:gd name="connsiteY6" fmla="*/ 6910 h 273610"/>
                <a:gd name="connsiteX7" fmla="*/ 60960 w 160020"/>
                <a:gd name="connsiteY7" fmla="*/ 6910 h 273610"/>
                <a:gd name="connsiteX8" fmla="*/ 60960 w 160020"/>
                <a:gd name="connsiteY8" fmla="*/ 40248 h 273610"/>
                <a:gd name="connsiteX9" fmla="*/ 61913 w 160020"/>
                <a:gd name="connsiteY9" fmla="*/ 40248 h 273610"/>
                <a:gd name="connsiteX10" fmla="*/ 131445 w 160020"/>
                <a:gd name="connsiteY10" fmla="*/ 243 h 273610"/>
                <a:gd name="connsiteX11" fmla="*/ 160020 w 160020"/>
                <a:gd name="connsiteY11" fmla="*/ 5005 h 273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361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3610"/>
                  </a:lnTo>
                  <a:lnTo>
                    <a:pt x="0" y="273610"/>
                  </a:lnTo>
                  <a:lnTo>
                    <a:pt x="0" y="6910"/>
                  </a:lnTo>
                  <a:lnTo>
                    <a:pt x="60960" y="6910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39065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C10380E-8231-4359-81F9-4B25B77D5ECA}"/>
                </a:ext>
              </a:extLst>
            </p:cNvPr>
            <p:cNvSpPr/>
            <p:nvPr/>
          </p:nvSpPr>
          <p:spPr>
            <a:xfrm>
              <a:off x="402240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7645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FEFFC8E-05EF-4439-9D01-F9FD118AB61A}"/>
                </a:ext>
              </a:extLst>
            </p:cNvPr>
            <p:cNvSpPr/>
            <p:nvPr/>
          </p:nvSpPr>
          <p:spPr>
            <a:xfrm>
              <a:off x="4325302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3 w 79057"/>
                <a:gd name="connsiteY1" fmla="*/ 76200 h 385762"/>
                <a:gd name="connsiteX2" fmla="*/ 0 w 79057"/>
                <a:gd name="connsiteY2" fmla="*/ 38100 h 385762"/>
                <a:gd name="connsiteX3" fmla="*/ 39053 w 79057"/>
                <a:gd name="connsiteY3" fmla="*/ 0 h 385762"/>
                <a:gd name="connsiteX4" fmla="*/ 79057 w 79057"/>
                <a:gd name="connsiteY4" fmla="*/ 38100 h 385762"/>
                <a:gd name="connsiteX5" fmla="*/ 71438 w 79057"/>
                <a:gd name="connsiteY5" fmla="*/ 385763 h 385762"/>
                <a:gd name="connsiteX6" fmla="*/ 9525 w 79057"/>
                <a:gd name="connsiteY6" fmla="*/ 385763 h 385762"/>
                <a:gd name="connsiteX7" fmla="*/ 9525 w 79057"/>
                <a:gd name="connsiteY7" fmla="*/ 119063 h 385762"/>
                <a:gd name="connsiteX8" fmla="*/ 71438 w 79057"/>
                <a:gd name="connsiteY8" fmla="*/ 119063 h 385762"/>
                <a:gd name="connsiteX9" fmla="*/ 71438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3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1438" y="385763"/>
                  </a:moveTo>
                  <a:lnTo>
                    <a:pt x="9525" y="385763"/>
                  </a:lnTo>
                  <a:lnTo>
                    <a:pt x="9525" y="119063"/>
                  </a:lnTo>
                  <a:lnTo>
                    <a:pt x="71438" y="119063"/>
                  </a:lnTo>
                  <a:lnTo>
                    <a:pt x="71438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15CC45AC-F73E-4AEA-832F-4EB41A9FC1A0}"/>
                </a:ext>
              </a:extLst>
            </p:cNvPr>
            <p:cNvSpPr/>
            <p:nvPr/>
          </p:nvSpPr>
          <p:spPr>
            <a:xfrm>
              <a:off x="446341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C3E7569-FEFD-4840-91A2-AED5BF9C3024}"/>
                </a:ext>
              </a:extLst>
            </p:cNvPr>
            <p:cNvSpPr/>
            <p:nvPr/>
          </p:nvSpPr>
          <p:spPr>
            <a:xfrm>
              <a:off x="4742496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4C8A46FB-F89F-464F-AB95-1955CB3A057A}"/>
                </a:ext>
              </a:extLst>
            </p:cNvPr>
            <p:cNvSpPr/>
            <p:nvPr/>
          </p:nvSpPr>
          <p:spPr>
            <a:xfrm>
              <a:off x="5209221" y="3122294"/>
              <a:ext cx="273367" cy="368617"/>
            </a:xfrm>
            <a:custGeom>
              <a:avLst/>
              <a:gdLst>
                <a:gd name="connsiteX0" fmla="*/ 64770 w 273367"/>
                <a:gd name="connsiteY0" fmla="*/ 368617 h 368617"/>
                <a:gd name="connsiteX1" fmla="*/ 0 w 273367"/>
                <a:gd name="connsiteY1" fmla="*/ 368617 h 368617"/>
                <a:gd name="connsiteX2" fmla="*/ 0 w 273367"/>
                <a:gd name="connsiteY2" fmla="*/ 0 h 368617"/>
                <a:gd name="connsiteX3" fmla="*/ 137160 w 273367"/>
                <a:gd name="connsiteY3" fmla="*/ 0 h 368617"/>
                <a:gd name="connsiteX4" fmla="*/ 263843 w 273367"/>
                <a:gd name="connsiteY4" fmla="*/ 108585 h 368617"/>
                <a:gd name="connsiteX5" fmla="*/ 188595 w 273367"/>
                <a:gd name="connsiteY5" fmla="*/ 214313 h 368617"/>
                <a:gd name="connsiteX6" fmla="*/ 273368 w 273367"/>
                <a:gd name="connsiteY6" fmla="*/ 368617 h 368617"/>
                <a:gd name="connsiteX7" fmla="*/ 196215 w 273367"/>
                <a:gd name="connsiteY7" fmla="*/ 368617 h 368617"/>
                <a:gd name="connsiteX8" fmla="*/ 120015 w 273367"/>
                <a:gd name="connsiteY8" fmla="*/ 220980 h 368617"/>
                <a:gd name="connsiteX9" fmla="*/ 63818 w 273367"/>
                <a:gd name="connsiteY9" fmla="*/ 220980 h 368617"/>
                <a:gd name="connsiteX10" fmla="*/ 63818 w 273367"/>
                <a:gd name="connsiteY10" fmla="*/ 368617 h 368617"/>
                <a:gd name="connsiteX11" fmla="*/ 197168 w 273367"/>
                <a:gd name="connsiteY11" fmla="*/ 110490 h 368617"/>
                <a:gd name="connsiteX12" fmla="*/ 131445 w 273367"/>
                <a:gd name="connsiteY12" fmla="*/ 57150 h 368617"/>
                <a:gd name="connsiteX13" fmla="*/ 64770 w 273367"/>
                <a:gd name="connsiteY13" fmla="*/ 57150 h 368617"/>
                <a:gd name="connsiteX14" fmla="*/ 64770 w 273367"/>
                <a:gd name="connsiteY14" fmla="*/ 164782 h 368617"/>
                <a:gd name="connsiteX15" fmla="*/ 128588 w 273367"/>
                <a:gd name="connsiteY15" fmla="*/ 164782 h 368617"/>
                <a:gd name="connsiteX16" fmla="*/ 197168 w 273367"/>
                <a:gd name="connsiteY16" fmla="*/ 11049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367" h="368617">
                  <a:moveTo>
                    <a:pt x="64770" y="368617"/>
                  </a:moveTo>
                  <a:lnTo>
                    <a:pt x="0" y="368617"/>
                  </a:lnTo>
                  <a:lnTo>
                    <a:pt x="0" y="0"/>
                  </a:lnTo>
                  <a:lnTo>
                    <a:pt x="137160" y="0"/>
                  </a:lnTo>
                  <a:cubicBezTo>
                    <a:pt x="215265" y="0"/>
                    <a:pt x="263843" y="36195"/>
                    <a:pt x="263843" y="108585"/>
                  </a:cubicBezTo>
                  <a:cubicBezTo>
                    <a:pt x="263843" y="164782"/>
                    <a:pt x="235268" y="200025"/>
                    <a:pt x="188595" y="214313"/>
                  </a:cubicBezTo>
                  <a:lnTo>
                    <a:pt x="273368" y="368617"/>
                  </a:lnTo>
                  <a:lnTo>
                    <a:pt x="196215" y="368617"/>
                  </a:lnTo>
                  <a:lnTo>
                    <a:pt x="120015" y="220980"/>
                  </a:lnTo>
                  <a:lnTo>
                    <a:pt x="63818" y="220980"/>
                  </a:lnTo>
                  <a:lnTo>
                    <a:pt x="63818" y="368617"/>
                  </a:lnTo>
                  <a:close/>
                  <a:moveTo>
                    <a:pt x="197168" y="110490"/>
                  </a:moveTo>
                  <a:cubicBezTo>
                    <a:pt x="197168" y="74295"/>
                    <a:pt x="174308" y="57150"/>
                    <a:pt x="131445" y="57150"/>
                  </a:cubicBezTo>
                  <a:lnTo>
                    <a:pt x="64770" y="57150"/>
                  </a:lnTo>
                  <a:lnTo>
                    <a:pt x="64770" y="164782"/>
                  </a:lnTo>
                  <a:lnTo>
                    <a:pt x="128588" y="164782"/>
                  </a:lnTo>
                  <a:cubicBezTo>
                    <a:pt x="173355" y="164782"/>
                    <a:pt x="197168" y="146685"/>
                    <a:pt x="197168" y="110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F0BDD119-E404-4E32-9FCD-F32FF7160AB0}"/>
                </a:ext>
              </a:extLst>
            </p:cNvPr>
            <p:cNvSpPr/>
            <p:nvPr/>
          </p:nvSpPr>
          <p:spPr>
            <a:xfrm>
              <a:off x="5523546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3E823F4D-1704-4718-A76C-8A78BB2CF3CD}"/>
                </a:ext>
              </a:extLst>
            </p:cNvPr>
            <p:cNvSpPr/>
            <p:nvPr/>
          </p:nvSpPr>
          <p:spPr>
            <a:xfrm>
              <a:off x="582167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FDE95C1-131B-435A-9D59-14FB31EE8986}"/>
                </a:ext>
              </a:extLst>
            </p:cNvPr>
            <p:cNvSpPr/>
            <p:nvPr/>
          </p:nvSpPr>
          <p:spPr>
            <a:xfrm>
              <a:off x="609980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8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8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500E535E-8025-4D42-9149-C207DDA98379}"/>
                </a:ext>
              </a:extLst>
            </p:cNvPr>
            <p:cNvSpPr/>
            <p:nvPr/>
          </p:nvSpPr>
          <p:spPr>
            <a:xfrm>
              <a:off x="637793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EF497F22-FF1E-455E-9B26-2218731DEA9E}"/>
                </a:ext>
              </a:extLst>
            </p:cNvPr>
            <p:cNvSpPr/>
            <p:nvPr/>
          </p:nvSpPr>
          <p:spPr>
            <a:xfrm>
              <a:off x="6588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B60477FE-90C0-4774-9C70-17D5CA53298D}"/>
                </a:ext>
              </a:extLst>
            </p:cNvPr>
            <p:cNvSpPr/>
            <p:nvPr/>
          </p:nvSpPr>
          <p:spPr>
            <a:xfrm>
              <a:off x="6837044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3 w 376237"/>
                <a:gd name="connsiteY2" fmla="*/ 266700 h 266700"/>
                <a:gd name="connsiteX3" fmla="*/ 188595 w 376237"/>
                <a:gd name="connsiteY3" fmla="*/ 81915 h 266700"/>
                <a:gd name="connsiteX4" fmla="*/ 187643 w 376237"/>
                <a:gd name="connsiteY4" fmla="*/ 81915 h 266700"/>
                <a:gd name="connsiteX5" fmla="*/ 139065 w 376237"/>
                <a:gd name="connsiteY5" fmla="*/ 266700 h 266700"/>
                <a:gd name="connsiteX6" fmla="*/ 79057 w 376237"/>
                <a:gd name="connsiteY6" fmla="*/ 266700 h 266700"/>
                <a:gd name="connsiteX7" fmla="*/ 0 w 376237"/>
                <a:gd name="connsiteY7" fmla="*/ 0 h 266700"/>
                <a:gd name="connsiteX8" fmla="*/ 65723 w 376237"/>
                <a:gd name="connsiteY8" fmla="*/ 0 h 266700"/>
                <a:gd name="connsiteX9" fmla="*/ 111443 w 376237"/>
                <a:gd name="connsiteY9" fmla="*/ 180022 h 266700"/>
                <a:gd name="connsiteX10" fmla="*/ 112395 w 376237"/>
                <a:gd name="connsiteY10" fmla="*/ 180022 h 266700"/>
                <a:gd name="connsiteX11" fmla="*/ 159068 w 376237"/>
                <a:gd name="connsiteY11" fmla="*/ 0 h 266700"/>
                <a:gd name="connsiteX12" fmla="*/ 216218 w 376237"/>
                <a:gd name="connsiteY12" fmla="*/ 0 h 266700"/>
                <a:gd name="connsiteX13" fmla="*/ 264795 w 376237"/>
                <a:gd name="connsiteY13" fmla="*/ 180022 h 266700"/>
                <a:gd name="connsiteX14" fmla="*/ 265748 w 376237"/>
                <a:gd name="connsiteY14" fmla="*/ 180022 h 266700"/>
                <a:gd name="connsiteX15" fmla="*/ 311468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3" y="266700"/>
                  </a:lnTo>
                  <a:lnTo>
                    <a:pt x="188595" y="81915"/>
                  </a:lnTo>
                  <a:lnTo>
                    <a:pt x="187643" y="81915"/>
                  </a:lnTo>
                  <a:lnTo>
                    <a:pt x="139065" y="266700"/>
                  </a:lnTo>
                  <a:lnTo>
                    <a:pt x="79057" y="266700"/>
                  </a:lnTo>
                  <a:lnTo>
                    <a:pt x="0" y="0"/>
                  </a:lnTo>
                  <a:lnTo>
                    <a:pt x="65723" y="0"/>
                  </a:lnTo>
                  <a:lnTo>
                    <a:pt x="111443" y="180022"/>
                  </a:lnTo>
                  <a:lnTo>
                    <a:pt x="112395" y="180022"/>
                  </a:lnTo>
                  <a:lnTo>
                    <a:pt x="159068" y="0"/>
                  </a:lnTo>
                  <a:lnTo>
                    <a:pt x="216218" y="0"/>
                  </a:lnTo>
                  <a:lnTo>
                    <a:pt x="264795" y="180022"/>
                  </a:lnTo>
                  <a:lnTo>
                    <a:pt x="265748" y="180022"/>
                  </a:lnTo>
                  <a:lnTo>
                    <a:pt x="311468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EF0023EF-8627-43B5-8FB5-CA3ADDC100FB}"/>
                </a:ext>
              </a:extLst>
            </p:cNvPr>
            <p:cNvSpPr/>
            <p:nvPr/>
          </p:nvSpPr>
          <p:spPr>
            <a:xfrm>
              <a:off x="7259954" y="3105149"/>
              <a:ext cx="79057" cy="385762"/>
            </a:xfrm>
            <a:custGeom>
              <a:avLst/>
              <a:gdLst>
                <a:gd name="connsiteX0" fmla="*/ 79057 w 79057"/>
                <a:gd name="connsiteY0" fmla="*/ 38100 h 385762"/>
                <a:gd name="connsiteX1" fmla="*/ 39052 w 79057"/>
                <a:gd name="connsiteY1" fmla="*/ 76200 h 385762"/>
                <a:gd name="connsiteX2" fmla="*/ 0 w 79057"/>
                <a:gd name="connsiteY2" fmla="*/ 38100 h 385762"/>
                <a:gd name="connsiteX3" fmla="*/ 39052 w 79057"/>
                <a:gd name="connsiteY3" fmla="*/ 0 h 385762"/>
                <a:gd name="connsiteX4" fmla="*/ 79057 w 79057"/>
                <a:gd name="connsiteY4" fmla="*/ 38100 h 385762"/>
                <a:gd name="connsiteX5" fmla="*/ 70485 w 79057"/>
                <a:gd name="connsiteY5" fmla="*/ 385763 h 385762"/>
                <a:gd name="connsiteX6" fmla="*/ 8572 w 79057"/>
                <a:gd name="connsiteY6" fmla="*/ 385763 h 385762"/>
                <a:gd name="connsiteX7" fmla="*/ 8572 w 79057"/>
                <a:gd name="connsiteY7" fmla="*/ 119063 h 385762"/>
                <a:gd name="connsiteX8" fmla="*/ 70485 w 79057"/>
                <a:gd name="connsiteY8" fmla="*/ 119063 h 385762"/>
                <a:gd name="connsiteX9" fmla="*/ 70485 w 79057"/>
                <a:gd name="connsiteY9" fmla="*/ 385763 h 38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5762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1913" y="0"/>
                    <a:pt x="79057" y="16192"/>
                    <a:pt x="79057" y="38100"/>
                  </a:cubicBezTo>
                  <a:close/>
                  <a:moveTo>
                    <a:pt x="70485" y="385763"/>
                  </a:moveTo>
                  <a:lnTo>
                    <a:pt x="8572" y="385763"/>
                  </a:lnTo>
                  <a:lnTo>
                    <a:pt x="8572" y="119063"/>
                  </a:lnTo>
                  <a:lnTo>
                    <a:pt x="70485" y="119063"/>
                  </a:lnTo>
                  <a:lnTo>
                    <a:pt x="70485" y="385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74358F21-1A96-45BD-993F-F2F065AA2251}"/>
                </a:ext>
              </a:extLst>
            </p:cNvPr>
            <p:cNvSpPr/>
            <p:nvPr/>
          </p:nvSpPr>
          <p:spPr>
            <a:xfrm>
              <a:off x="73885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3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3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13A8A515-862A-4F6A-82DB-B96CF42A8D67}"/>
                </a:ext>
              </a:extLst>
            </p:cNvPr>
            <p:cNvSpPr/>
            <p:nvPr/>
          </p:nvSpPr>
          <p:spPr>
            <a:xfrm>
              <a:off x="763523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CBE2C598-8BEA-4337-B381-3B90B86F167A}"/>
                </a:ext>
              </a:extLst>
            </p:cNvPr>
            <p:cNvSpPr/>
            <p:nvPr/>
          </p:nvSpPr>
          <p:spPr>
            <a:xfrm>
              <a:off x="789050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193C3EB6-379F-462A-97E1-8223B7D72B98}"/>
                </a:ext>
              </a:extLst>
            </p:cNvPr>
            <p:cNvSpPr/>
            <p:nvPr/>
          </p:nvSpPr>
          <p:spPr>
            <a:xfrm>
              <a:off x="8202929" y="3217544"/>
              <a:ext cx="228600" cy="273367"/>
            </a:xfrm>
            <a:custGeom>
              <a:avLst/>
              <a:gdLst>
                <a:gd name="connsiteX0" fmla="*/ 228600 w 228600"/>
                <a:gd name="connsiteY0" fmla="*/ 273367 h 273367"/>
                <a:gd name="connsiteX1" fmla="*/ 166688 w 228600"/>
                <a:gd name="connsiteY1" fmla="*/ 273367 h 273367"/>
                <a:gd name="connsiteX2" fmla="*/ 166688 w 228600"/>
                <a:gd name="connsiteY2" fmla="*/ 120967 h 273367"/>
                <a:gd name="connsiteX3" fmla="*/ 117157 w 228600"/>
                <a:gd name="connsiteY3" fmla="*/ 56197 h 273367"/>
                <a:gd name="connsiteX4" fmla="*/ 61913 w 228600"/>
                <a:gd name="connsiteY4" fmla="*/ 120967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3367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3367"/>
                  </a:moveTo>
                  <a:lnTo>
                    <a:pt x="166688" y="273367"/>
                  </a:lnTo>
                  <a:lnTo>
                    <a:pt x="166688" y="120967"/>
                  </a:lnTo>
                  <a:cubicBezTo>
                    <a:pt x="166688" y="81915"/>
                    <a:pt x="155257" y="56197"/>
                    <a:pt x="117157" y="56197"/>
                  </a:cubicBezTo>
                  <a:cubicBezTo>
                    <a:pt x="73343" y="56197"/>
                    <a:pt x="61913" y="91440"/>
                    <a:pt x="61913" y="120967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3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AB878F57-4CD5-487D-B929-B5D17E7037DA}"/>
                </a:ext>
              </a:extLst>
            </p:cNvPr>
            <p:cNvSpPr/>
            <p:nvPr/>
          </p:nvSpPr>
          <p:spPr>
            <a:xfrm>
              <a:off x="848772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A9DF4386-8A6E-409B-9C72-1C6CE27164A2}"/>
                </a:ext>
              </a:extLst>
            </p:cNvPr>
            <p:cNvSpPr/>
            <p:nvPr/>
          </p:nvSpPr>
          <p:spPr>
            <a:xfrm>
              <a:off x="8743949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4851C5E3-828C-4527-B7BD-3339989145C7}"/>
                </a:ext>
              </a:extLst>
            </p:cNvPr>
            <p:cNvSpPr/>
            <p:nvPr/>
          </p:nvSpPr>
          <p:spPr>
            <a:xfrm>
              <a:off x="9022079" y="3100387"/>
              <a:ext cx="228600" cy="390525"/>
            </a:xfrm>
            <a:custGeom>
              <a:avLst/>
              <a:gdLst>
                <a:gd name="connsiteX0" fmla="*/ 228600 w 228600"/>
                <a:gd name="connsiteY0" fmla="*/ 390525 h 390525"/>
                <a:gd name="connsiteX1" fmla="*/ 166688 w 228600"/>
                <a:gd name="connsiteY1" fmla="*/ 390525 h 390525"/>
                <a:gd name="connsiteX2" fmla="*/ 166688 w 228600"/>
                <a:gd name="connsiteY2" fmla="*/ 238125 h 390525"/>
                <a:gd name="connsiteX3" fmla="*/ 117157 w 228600"/>
                <a:gd name="connsiteY3" fmla="*/ 173355 h 390525"/>
                <a:gd name="connsiteX4" fmla="*/ 61913 w 228600"/>
                <a:gd name="connsiteY4" fmla="*/ 238125 h 390525"/>
                <a:gd name="connsiteX5" fmla="*/ 61913 w 228600"/>
                <a:gd name="connsiteY5" fmla="*/ 390525 h 390525"/>
                <a:gd name="connsiteX6" fmla="*/ 0 w 228600"/>
                <a:gd name="connsiteY6" fmla="*/ 390525 h 390525"/>
                <a:gd name="connsiteX7" fmla="*/ 0 w 228600"/>
                <a:gd name="connsiteY7" fmla="*/ 16192 h 390525"/>
                <a:gd name="connsiteX8" fmla="*/ 61913 w 228600"/>
                <a:gd name="connsiteY8" fmla="*/ 0 h 390525"/>
                <a:gd name="connsiteX9" fmla="*/ 61913 w 228600"/>
                <a:gd name="connsiteY9" fmla="*/ 155258 h 390525"/>
                <a:gd name="connsiteX10" fmla="*/ 62865 w 228600"/>
                <a:gd name="connsiteY10" fmla="*/ 155258 h 390525"/>
                <a:gd name="connsiteX11" fmla="*/ 140970 w 228600"/>
                <a:gd name="connsiteY11" fmla="*/ 116205 h 390525"/>
                <a:gd name="connsiteX12" fmla="*/ 228600 w 228600"/>
                <a:gd name="connsiteY12" fmla="*/ 223838 h 390525"/>
                <a:gd name="connsiteX13" fmla="*/ 228600 w 228600"/>
                <a:gd name="connsiteY13" fmla="*/ 39052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90525">
                  <a:moveTo>
                    <a:pt x="228600" y="390525"/>
                  </a:moveTo>
                  <a:lnTo>
                    <a:pt x="166688" y="390525"/>
                  </a:lnTo>
                  <a:lnTo>
                    <a:pt x="166688" y="238125"/>
                  </a:lnTo>
                  <a:cubicBezTo>
                    <a:pt x="166688" y="199073"/>
                    <a:pt x="154305" y="173355"/>
                    <a:pt x="117157" y="173355"/>
                  </a:cubicBezTo>
                  <a:cubicBezTo>
                    <a:pt x="74295" y="173355"/>
                    <a:pt x="61913" y="207645"/>
                    <a:pt x="61913" y="238125"/>
                  </a:cubicBezTo>
                  <a:lnTo>
                    <a:pt x="61913" y="390525"/>
                  </a:lnTo>
                  <a:lnTo>
                    <a:pt x="0" y="390525"/>
                  </a:lnTo>
                  <a:lnTo>
                    <a:pt x="0" y="16192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90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A9397179-8378-443B-9F78-4EC0E5FF56C9}"/>
                </a:ext>
              </a:extLst>
            </p:cNvPr>
            <p:cNvSpPr/>
            <p:nvPr/>
          </p:nvSpPr>
          <p:spPr>
            <a:xfrm>
              <a:off x="9312592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7" y="52388"/>
                  </a:cubicBezTo>
                  <a:cubicBezTo>
                    <a:pt x="83820" y="52388"/>
                    <a:pt x="60007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2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416B46B-F997-44E4-9A7A-2C0AA4735DCE}"/>
                </a:ext>
              </a:extLst>
            </p:cNvPr>
            <p:cNvSpPr/>
            <p:nvPr/>
          </p:nvSpPr>
          <p:spPr>
            <a:xfrm>
              <a:off x="9588817" y="3097529"/>
              <a:ext cx="162877" cy="393382"/>
            </a:xfrm>
            <a:custGeom>
              <a:avLst/>
              <a:gdLst>
                <a:gd name="connsiteX0" fmla="*/ 162877 w 162877"/>
                <a:gd name="connsiteY0" fmla="*/ 58103 h 393382"/>
                <a:gd name="connsiteX1" fmla="*/ 135255 w 162877"/>
                <a:gd name="connsiteY1" fmla="*/ 53340 h 393382"/>
                <a:gd name="connsiteX2" fmla="*/ 101918 w 162877"/>
                <a:gd name="connsiteY2" fmla="*/ 90488 h 393382"/>
                <a:gd name="connsiteX3" fmla="*/ 101918 w 162877"/>
                <a:gd name="connsiteY3" fmla="*/ 126683 h 393382"/>
                <a:gd name="connsiteX4" fmla="*/ 155257 w 162877"/>
                <a:gd name="connsiteY4" fmla="*/ 126683 h 393382"/>
                <a:gd name="connsiteX5" fmla="*/ 155257 w 162877"/>
                <a:gd name="connsiteY5" fmla="*/ 178118 h 393382"/>
                <a:gd name="connsiteX6" fmla="*/ 102870 w 162877"/>
                <a:gd name="connsiteY6" fmla="*/ 178118 h 393382"/>
                <a:gd name="connsiteX7" fmla="*/ 102870 w 162877"/>
                <a:gd name="connsiteY7" fmla="*/ 393383 h 393382"/>
                <a:gd name="connsiteX8" fmla="*/ 40957 w 162877"/>
                <a:gd name="connsiteY8" fmla="*/ 393383 h 393382"/>
                <a:gd name="connsiteX9" fmla="*/ 40957 w 162877"/>
                <a:gd name="connsiteY9" fmla="*/ 179070 h 393382"/>
                <a:gd name="connsiteX10" fmla="*/ 0 w 162877"/>
                <a:gd name="connsiteY10" fmla="*/ 179070 h 393382"/>
                <a:gd name="connsiteX11" fmla="*/ 0 w 162877"/>
                <a:gd name="connsiteY11" fmla="*/ 126683 h 393382"/>
                <a:gd name="connsiteX12" fmla="*/ 40957 w 162877"/>
                <a:gd name="connsiteY12" fmla="*/ 126683 h 393382"/>
                <a:gd name="connsiteX13" fmla="*/ 40957 w 162877"/>
                <a:gd name="connsiteY13" fmla="*/ 88583 h 393382"/>
                <a:gd name="connsiteX14" fmla="*/ 125730 w 162877"/>
                <a:gd name="connsiteY14" fmla="*/ 0 h 393382"/>
                <a:gd name="connsiteX15" fmla="*/ 162877 w 162877"/>
                <a:gd name="connsiteY15" fmla="*/ 5715 h 393382"/>
                <a:gd name="connsiteX16" fmla="*/ 162877 w 162877"/>
                <a:gd name="connsiteY16" fmla="*/ 58103 h 39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3382">
                  <a:moveTo>
                    <a:pt x="162877" y="58103"/>
                  </a:moveTo>
                  <a:cubicBezTo>
                    <a:pt x="154305" y="54293"/>
                    <a:pt x="144780" y="53340"/>
                    <a:pt x="135255" y="53340"/>
                  </a:cubicBezTo>
                  <a:cubicBezTo>
                    <a:pt x="111443" y="53340"/>
                    <a:pt x="101918" y="65723"/>
                    <a:pt x="101918" y="90488"/>
                  </a:cubicBezTo>
                  <a:lnTo>
                    <a:pt x="101918" y="126683"/>
                  </a:lnTo>
                  <a:lnTo>
                    <a:pt x="155257" y="126683"/>
                  </a:lnTo>
                  <a:lnTo>
                    <a:pt x="155257" y="178118"/>
                  </a:lnTo>
                  <a:lnTo>
                    <a:pt x="102870" y="178118"/>
                  </a:lnTo>
                  <a:lnTo>
                    <a:pt x="102870" y="393383"/>
                  </a:lnTo>
                  <a:lnTo>
                    <a:pt x="40957" y="393383"/>
                  </a:lnTo>
                  <a:lnTo>
                    <a:pt x="40957" y="179070"/>
                  </a:lnTo>
                  <a:lnTo>
                    <a:pt x="0" y="179070"/>
                  </a:lnTo>
                  <a:lnTo>
                    <a:pt x="0" y="126683"/>
                  </a:lnTo>
                  <a:lnTo>
                    <a:pt x="40957" y="126683"/>
                  </a:lnTo>
                  <a:lnTo>
                    <a:pt x="40957" y="88583"/>
                  </a:lnTo>
                  <a:cubicBezTo>
                    <a:pt x="40957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7" y="5715"/>
                  </a:cubicBezTo>
                  <a:lnTo>
                    <a:pt x="162877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A06D570A-B13C-44B1-87AF-99795C3F8598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41" name="Grafik 3">
            <a:extLst>
              <a:ext uri="{FF2B5EF4-FFF2-40B4-BE49-F238E27FC236}">
                <a16:creationId xmlns:a16="http://schemas.microsoft.com/office/drawing/2014/main" id="{6137700A-CC4E-43C0-A285-5EB4C4D8DB59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6B91A8CD-98F6-42A3-800A-C635CCA887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549274FD-58DD-4FAF-8D02-55582E234285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3AAA0352-F104-41B2-BE0F-3590B98C7C9D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E814530-3828-4A24-BE5E-FCABE419B518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7B6A0E9B-656E-40B4-8D95-E6C5661FCAC0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8C6043E1-1047-4143-AE4E-40A9E12A9C0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D5C9184-3CC4-4501-B870-F984583E988B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869AD892-F335-4BFB-8F2F-2EE8B8E5E8F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D4F83502-E212-4AAA-A2E4-517247605A2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3EE3A909-5BA5-4896-A5F4-B99113BAD67A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C42CAE58-7688-4A42-9F49-7C1A17FEA91E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F5E85483-C91D-49A4-ADA4-0BA16C3D9EF8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4B206A12-4618-42FB-8ECF-8ABE45C0411F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D534A7B6-93CE-44CF-B039-9BD62FFB1ABC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669E4AD7-9CBC-47E4-A150-82143670658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5E9FE3F8-CCF5-41E1-BF52-47B95AA3BBE8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3339F6C1-7626-466E-BDC4-6BC4655E648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68752AFC-B321-4C30-8C54-CEC9D9023B13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EDB161CA-7E11-414E-B351-EAD8C9475A17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E44CDE7-39CA-422F-8718-5D4E4E698B9D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121B33D4-82BB-4EE8-8105-D9DB08B0048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B240D7B1-4B99-4E33-8513-9C4B65AB7A79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D00072F-DF48-47A5-B159-6A25EEBF77A8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3B21D0A-878A-4D2A-B912-C524217301EC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6781AA2-902F-43E7-8524-0A4A2EE7F006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CD18816-7285-4DE9-9DDC-71EF7BEE33D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29C4B1F-66D8-44B9-9DCB-5EA808143694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F27F74A7-EBA9-4D92-B701-B68A25744794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8349EB6-FBD9-4892-B559-568CB7506698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C7F7824-6B9B-46EF-A15D-FAB86FA0C8D3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0287798-80E0-49AB-8FA9-A7802A4BA50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454F467-A1F4-4F72-9271-42EBD14BE8EB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83720D2-CFCA-4B1C-9031-8590404EC8CD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4014799-7763-4F5E-B627-E20ED15E9164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9FDD39B-3138-4807-B4B3-385554B82372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2E6C9DD6-5487-417E-9F60-2D6E8560168B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CDFEB6FA-3CAD-46B7-8D68-B7AA84793B04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9C49B8E4-8A51-4538-AE79-AF434DDED268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42CB422-11F2-4F02-8408-1968AE9F0B4A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F0971886-809A-4633-B2A0-BFF14EF6EE8D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E4E6EDF-3FCD-4859-A7FA-00DA1EA40453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9B8E1A26-27B5-43EB-BCC4-C7EDD1745154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C7350A6F-AEF2-40D5-B18A-25F40CB1AE29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94A77134-1757-4B16-9CCB-89DFC24F4583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1E690A31-8E26-41E0-9B9F-013D263A32F0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83EEED3-728F-4244-95FE-E7CBB4E571FE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525B4E81-689A-4F11-B3FC-0109065DF5A0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9BD00AC2-D5A5-4018-8E4C-A3FE601BED21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C6C38B0F-FAF9-4838-9513-DD81F66BE36C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9DECCA2-8126-4621-B1E9-225B9CC8BD1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9F48B69-C336-48B4-90B8-DF787E1ED845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90" name="Textfeld 89">
            <a:extLst>
              <a:ext uri="{FF2B5EF4-FFF2-40B4-BE49-F238E27FC236}">
                <a16:creationId xmlns:a16="http://schemas.microsoft.com/office/drawing/2014/main" id="{D288DBE3-F17F-C642-8E1D-4786B4CD1D11}"/>
              </a:ext>
            </a:extLst>
          </p:cNvPr>
          <p:cNvSpPr txBox="1"/>
          <p:nvPr userDrawn="1"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F156EDB6-6627-224F-BC61-F43AD7D0B0CF}"/>
              </a:ext>
            </a:extLst>
          </p:cNvPr>
          <p:cNvGrpSpPr/>
          <p:nvPr userDrawn="1"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92" name="Grafik 91">
              <a:extLst>
                <a:ext uri="{FF2B5EF4-FFF2-40B4-BE49-F238E27FC236}">
                  <a16:creationId xmlns:a16="http://schemas.microsoft.com/office/drawing/2014/main" id="{47186490-D152-294A-A564-F6C8565E1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0D4DED82-48E1-574F-A5B8-6A0F11E2550D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69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B554-6745-DA4A-ABB9-816BA4619D92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5C6D2AEE-C7E9-8D40-AD71-5F9B7AFA42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059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241F-09D1-F442-A67E-8ACCE3EEA7D9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7542BA39-D316-470E-9589-E46EE29AC52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9E3D76DD-1BB8-5A4D-9EB1-C68184F4A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87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0EC293-951A-F345-9262-D1D1EEC9176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37E6B3DF-5023-4389-B81D-D5693ABB5B67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AED8277-653C-47D2-B038-A1B365F0C07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5C92A5BB-6532-457C-BF70-CEA37B3D00B9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0AD83E51-3651-43AF-A758-D8EAB7F1DE64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AE9DE47-2100-441A-AF8F-B6656A85A29E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82F9C808-C971-4C71-8B8E-8E1522DEB033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4A9192D8-3754-405F-94AA-F053F2FE3663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E3CCAF0-731A-462F-B849-752B7AAC53A8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506E3476-867D-49C9-BD5E-B4FD54ED947D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93A481-2E85-4A20-A917-C5A1CC10727E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C75B00E1-A444-45AA-B896-18C695BD10C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6F38E875-EDA6-45E4-830B-9D992D035F07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EB5182F2-73FB-4CB9-9E91-947D019A8F17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067D886F-6FC9-401B-9251-AD38C062F48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1795BE12-FA44-4375-99C7-2C21B9038021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CC4F8284-C36D-43D0-94D8-3341EC9E4FDA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D739AA9B-F674-4AC7-9697-E665D1C5E54E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87A3CBCA-9587-4F2E-89F4-52C56F0E667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D20A0AC3-BB00-4222-8E0C-DF0BFFDC8108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995FA418-1D22-47ED-8473-BF05C355BBCD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F468C89-F681-439A-98C4-0D6A60EE62FB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D04D7ADC-1CF7-4E3F-A016-713FACCEC586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CECFFFB2-B9A1-420F-9BEE-D629610BD89B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F9FCDCD-D972-43CE-A40C-8CC813FDFD51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3B066928-1E72-487B-AFB2-2C383A73BBC9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AF415682-683E-4CEB-9D53-084796374DF1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AB4C0555-F376-4AE3-9FC2-9D548F5895C3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17A4FA34-7CC1-43D7-9085-E14A26FC9D7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79E7E56E-40BD-4374-BF2B-EE9542AF8E66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770D6381-A1FE-4650-9108-C09FA97B64F1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FB565826-CB23-4587-94FB-0DC86DDE3CE4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DD1E3C0D-9B7F-464A-AF5A-F74FF099F79A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27451BE7-0DEA-4CF8-9081-F22E71D71274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1D302C50-8640-4F59-84E8-36E787BA7CB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A0C7172-E728-4345-9EB9-B763EB657A4C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7560A71D-130F-449E-9B2D-45E1FA681F0F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A034AAE-CC36-44D1-836B-C9672154B99C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6D70CEE-A5F6-429D-8CAD-D64B6E3F5236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CD8B3A5C-E7FE-4826-BA96-35522A693DA6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16294A6D-0599-48F4-9E25-DF46F942F3DD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503A72C-ADC9-40A2-B16B-83B1ACE63DD7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AA51582-9061-45B0-9C3E-108F97B81C62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A2C9D6E4-59B3-414F-A8E2-D27DC7CFE67E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D6ED093-8664-4317-B1E7-E8FAE51D600C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6025B4-5C05-4AF6-8667-2A4E502AE20E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F4DC551-B3E9-4D00-8D61-206ED592821B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5FDE9C04-36BF-475E-8DCB-FD0638FABB6B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CC26329-58FC-4D62-98EE-42F2B60B572E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03842BEF-B994-4D4F-A6EA-60CEACBC26BC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0B5D89D-F190-4A59-9F15-FACF108FD217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CEB17902-223E-4202-8701-F792034C4DDF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D805E5A2-ED12-433D-9020-609383C06DE8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5947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9705-E453-C841-AEA7-7682DA06713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88656BC-571E-48AD-A882-67551EA60E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304871F-ADA1-114A-8264-0C857E99BD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64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7190-0734-1B4D-9CE0-365C5960A9E6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FC54F3FA-5C25-44AA-90BB-73B1AF7891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1C221DA-B247-4C4F-A60C-53CF219926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863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B25C-07E6-5C4A-BA6F-DD8DC1DD0D83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5B4A737-48DD-4B17-9EE4-2BFBAEA3BA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929B309-A4C6-D94C-AD31-E11ED14B37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75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9A89-82D7-2F4A-AECA-70EE2ADCD1D3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668C6C1-D6B3-4AA0-8796-F8CCC972780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C9780D5-F9C6-3F4C-B03C-7660247C90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03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6117-3665-D447-8654-0C247B5382F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08D3B7E-E8A7-4B29-B063-A4BB038B40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9EB33F4-0D6E-A04E-91F8-4FA9733FF6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507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4679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E8E2-3B70-CD4A-B480-D3F9A4FB3B88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B67A175-1D22-4413-9F52-E2DE02F017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4F32DCA-97BD-1044-9790-C99A71AFFB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673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58FC3-E23C-CE4D-AB49-109FD9AB18B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E2BFC85-9F5D-48DC-8AD9-31F8731D994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574D63E-D28E-2F40-B3CC-27F387C7E1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137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FF89-15CA-D245-AB15-62213D0BD15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9B81ED5-F90B-4E10-A216-1402013051A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FCF18434-49CA-7848-BB84-195E22B58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813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D3E3-E957-4B4F-B879-255203E4EF22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A864028-DE14-4674-AA2E-E09C2B5EB6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07D4736-E70D-C548-AC1B-0C2BC1540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857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89D-DE73-8B4B-BB60-F173A32EA4E3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7E99F22-1523-43E5-AE41-9E7E4BDDCB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AA3BF5C-93AE-DC41-9739-CAFD4E8CA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249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D62C-D550-1F44-9E23-24F6385AB5F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ADA30F9-282E-42EE-B40C-6EC25D7E71A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74D0B86-9321-824E-B4C0-B7D04FF0C2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991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Hellbl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F8F328-A255-6545-AB85-60700F5E125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2" name="Grafik 41">
            <a:extLst>
              <a:ext uri="{FF2B5EF4-FFF2-40B4-BE49-F238E27FC236}">
                <a16:creationId xmlns:a16="http://schemas.microsoft.com/office/drawing/2014/main" id="{AB0FC998-8B87-344E-B939-4BEFF2167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0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3BC07-DDCE-7A45-9A5F-F71D9F1E9E5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F1156E9-9BD3-4A52-A0E9-EADD666CA5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CB9AE87-A16F-4843-AEDB-CCEF284E93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042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98225-37CC-1B4C-A673-3161F919CF3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4B7054D-298D-4124-A74B-3C62E029C73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B208599-5802-FF4F-92BE-2AAF0DA7DB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198700"/>
            <a:ext cx="1136571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690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4779E26-A476-42EA-AD8D-4B07F6EB993B}"/>
              </a:ext>
            </a:extLst>
          </p:cNvPr>
          <p:cNvGrpSpPr/>
          <p:nvPr userDrawn="1"/>
        </p:nvGrpSpPr>
        <p:grpSpPr>
          <a:xfrm>
            <a:off x="520163" y="293688"/>
            <a:ext cx="2589683" cy="327844"/>
            <a:chOff x="2269806" y="2525076"/>
            <a:chExt cx="768191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F8AF7F99-64EC-419E-A9FE-C7BE6D171430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FDAED7EA-DCF7-4860-B84B-121D7047C943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D8548502-EFF1-44E6-A928-F93F3B6F1EFE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E12015F6-6ED8-4580-B33E-BEBFC6FDDA03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DCA680B9-0002-469D-B19F-8AB1ABDFBDF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B551F0BB-C381-430F-81E6-0FAA45096EF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3AC38FBB-BE52-4B89-9B54-0948294853E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F9FD5BD7-B9C3-43E5-8516-25B362786EE0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8AF7167-E2F6-4B95-B4FB-C31F86B73E29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CC128E6B-175C-415A-9742-57588087E605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65A94EDD-4550-4A39-A867-4A8D6BBA9DFA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A0347CB-06AA-463D-8B58-8B6629F36FC3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29919BA9-FA5D-417E-B7D4-5AB0A600FDE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30556B4C-AC06-475E-A5F8-60FC751F3BA2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E1A8FD0-EE23-407A-B290-A55B79F58499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8103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B80E6152-0944-43C9-A284-001F9AB95DA1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D1F8BA2-2302-4D66-95AA-E9110063E77F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15AB86C-CC73-4CF0-BBB0-A3908BAB5E7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E14FADC3-3A10-437F-9828-8A6A3FB9A133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F3173C-710E-4BAE-AAEB-19FA56F0C963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2C3D6E61-85EB-405B-893B-F26EB72BAABC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3C3AEADC-A3D3-456A-9957-A4E839B897F4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256B0E1F-0AE2-4EE0-A8E6-C7D3A19B8EDB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1E597644-4C56-413F-B61D-BB6A4A21871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2594EEEE-C9AE-44FF-9237-725D045E495E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269B8C1D-E7E6-41A7-B65F-E92630333CA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E9327CA4-0626-4305-8400-F3606E570A3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4BAB7582-502F-4C33-BF2E-6A6C0D6D3E77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007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7BF0676A-C499-46C7-87F5-268E3B0716C7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2423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362D3462-3BB5-4D11-8E9C-AB6B60F6261F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19943262-94A9-46A3-BE23-E2560BE8AF56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3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20274D3E-3890-49F2-833D-9928CB4B7279}"/>
                </a:ext>
              </a:extLst>
            </p:cNvPr>
            <p:cNvSpPr/>
            <p:nvPr/>
          </p:nvSpPr>
          <p:spPr>
            <a:xfrm>
              <a:off x="2269806" y="3121341"/>
              <a:ext cx="359092" cy="373379"/>
            </a:xfrm>
            <a:custGeom>
              <a:avLst/>
              <a:gdLst>
                <a:gd name="connsiteX0" fmla="*/ 0 w 359092"/>
                <a:gd name="connsiteY0" fmla="*/ 0 h 373379"/>
                <a:gd name="connsiteX1" fmla="*/ 79057 w 359092"/>
                <a:gd name="connsiteY1" fmla="*/ 0 h 373379"/>
                <a:gd name="connsiteX2" fmla="*/ 180022 w 359092"/>
                <a:gd name="connsiteY2" fmla="*/ 229553 h 373379"/>
                <a:gd name="connsiteX3" fmla="*/ 180975 w 359092"/>
                <a:gd name="connsiteY3" fmla="*/ 229553 h 373379"/>
                <a:gd name="connsiteX4" fmla="*/ 279083 w 359092"/>
                <a:gd name="connsiteY4" fmla="*/ 0 h 373379"/>
                <a:gd name="connsiteX5" fmla="*/ 359093 w 359092"/>
                <a:gd name="connsiteY5" fmla="*/ 0 h 373379"/>
                <a:gd name="connsiteX6" fmla="*/ 359093 w 359092"/>
                <a:gd name="connsiteY6" fmla="*/ 368617 h 373379"/>
                <a:gd name="connsiteX7" fmla="*/ 295275 w 359092"/>
                <a:gd name="connsiteY7" fmla="*/ 368617 h 373379"/>
                <a:gd name="connsiteX8" fmla="*/ 295275 w 359092"/>
                <a:gd name="connsiteY8" fmla="*/ 114300 h 373379"/>
                <a:gd name="connsiteX9" fmla="*/ 294322 w 359092"/>
                <a:gd name="connsiteY9" fmla="*/ 114300 h 373379"/>
                <a:gd name="connsiteX10" fmla="*/ 180975 w 359092"/>
                <a:gd name="connsiteY10" fmla="*/ 373380 h 373379"/>
                <a:gd name="connsiteX11" fmla="*/ 179070 w 359092"/>
                <a:gd name="connsiteY11" fmla="*/ 373380 h 373379"/>
                <a:gd name="connsiteX12" fmla="*/ 64770 w 359092"/>
                <a:gd name="connsiteY12" fmla="*/ 114300 h 373379"/>
                <a:gd name="connsiteX13" fmla="*/ 63818 w 359092"/>
                <a:gd name="connsiteY13" fmla="*/ 114300 h 373379"/>
                <a:gd name="connsiteX14" fmla="*/ 63818 w 359092"/>
                <a:gd name="connsiteY14" fmla="*/ 368617 h 373379"/>
                <a:gd name="connsiteX15" fmla="*/ 953 w 359092"/>
                <a:gd name="connsiteY15" fmla="*/ 368617 h 373379"/>
                <a:gd name="connsiteX16" fmla="*/ 953 w 359092"/>
                <a:gd name="connsiteY16" fmla="*/ 0 h 373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092" h="373379">
                  <a:moveTo>
                    <a:pt x="0" y="0"/>
                  </a:moveTo>
                  <a:lnTo>
                    <a:pt x="79057" y="0"/>
                  </a:lnTo>
                  <a:lnTo>
                    <a:pt x="180022" y="229553"/>
                  </a:lnTo>
                  <a:lnTo>
                    <a:pt x="180975" y="229553"/>
                  </a:lnTo>
                  <a:lnTo>
                    <a:pt x="279083" y="0"/>
                  </a:lnTo>
                  <a:lnTo>
                    <a:pt x="359093" y="0"/>
                  </a:lnTo>
                  <a:lnTo>
                    <a:pt x="359093" y="368617"/>
                  </a:lnTo>
                  <a:lnTo>
                    <a:pt x="295275" y="368617"/>
                  </a:lnTo>
                  <a:lnTo>
                    <a:pt x="295275" y="114300"/>
                  </a:lnTo>
                  <a:lnTo>
                    <a:pt x="294322" y="114300"/>
                  </a:lnTo>
                  <a:lnTo>
                    <a:pt x="180975" y="373380"/>
                  </a:lnTo>
                  <a:lnTo>
                    <a:pt x="179070" y="373380"/>
                  </a:lnTo>
                  <a:lnTo>
                    <a:pt x="64770" y="114300"/>
                  </a:lnTo>
                  <a:lnTo>
                    <a:pt x="63818" y="114300"/>
                  </a:lnTo>
                  <a:lnTo>
                    <a:pt x="63818" y="368617"/>
                  </a:lnTo>
                  <a:lnTo>
                    <a:pt x="953" y="368617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F5DE667E-B935-4405-BC8C-F21A4C493E94}"/>
                </a:ext>
              </a:extLst>
            </p:cNvPr>
            <p:cNvSpPr/>
            <p:nvPr/>
          </p:nvSpPr>
          <p:spPr>
            <a:xfrm>
              <a:off x="2702241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2 h 279082"/>
                <a:gd name="connsiteX7" fmla="*/ 198120 w 242887"/>
                <a:gd name="connsiteY7" fmla="*/ 194310 h 279082"/>
                <a:gd name="connsiteX8" fmla="*/ 237173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2"/>
                    <a:pt x="132398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3" y="235267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D2928E97-2746-4149-BAE5-4AE6B968646B}"/>
                </a:ext>
              </a:extLst>
            </p:cNvPr>
            <p:cNvSpPr/>
            <p:nvPr/>
          </p:nvSpPr>
          <p:spPr>
            <a:xfrm>
              <a:off x="3000374" y="3101339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2 w 248602"/>
                <a:gd name="connsiteY14" fmla="*/ 305753 h 396239"/>
                <a:gd name="connsiteX15" fmla="*/ 187642 w 248602"/>
                <a:gd name="connsiteY15" fmla="*/ 208598 h 396239"/>
                <a:gd name="connsiteX16" fmla="*/ 123825 w 248602"/>
                <a:gd name="connsiteY16" fmla="*/ 173355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2" y="305753"/>
                  </a:cubicBezTo>
                  <a:lnTo>
                    <a:pt x="187642" y="208598"/>
                  </a:lnTo>
                  <a:cubicBezTo>
                    <a:pt x="169545" y="184785"/>
                    <a:pt x="149542" y="173355"/>
                    <a:pt x="123825" y="173355"/>
                  </a:cubicBezTo>
                  <a:cubicBezTo>
                    <a:pt x="82867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91513253-1B85-4489-B643-D8AEDC610F81}"/>
                </a:ext>
              </a:extLst>
            </p:cNvPr>
            <p:cNvSpPr/>
            <p:nvPr/>
          </p:nvSpPr>
          <p:spPr>
            <a:xfrm>
              <a:off x="33232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C9291906-37D9-44EE-8FC6-C09841BC0716}"/>
                </a:ext>
              </a:extLst>
            </p:cNvPr>
            <p:cNvSpPr/>
            <p:nvPr/>
          </p:nvSpPr>
          <p:spPr>
            <a:xfrm>
              <a:off x="3455669" y="3224212"/>
              <a:ext cx="211454" cy="265747"/>
            </a:xfrm>
            <a:custGeom>
              <a:avLst/>
              <a:gdLst>
                <a:gd name="connsiteX0" fmla="*/ 210502 w 211454"/>
                <a:gd name="connsiteY0" fmla="*/ 265747 h 265747"/>
                <a:gd name="connsiteX1" fmla="*/ 0 w 211454"/>
                <a:gd name="connsiteY1" fmla="*/ 265747 h 265747"/>
                <a:gd name="connsiteX2" fmla="*/ 0 w 211454"/>
                <a:gd name="connsiteY2" fmla="*/ 212408 h 265747"/>
                <a:gd name="connsiteX3" fmla="*/ 133350 w 211454"/>
                <a:gd name="connsiteY3" fmla="*/ 52388 h 265747"/>
                <a:gd name="connsiteX4" fmla="*/ 8572 w 211454"/>
                <a:gd name="connsiteY4" fmla="*/ 52388 h 265747"/>
                <a:gd name="connsiteX5" fmla="*/ 8572 w 211454"/>
                <a:gd name="connsiteY5" fmla="*/ 0 h 265747"/>
                <a:gd name="connsiteX6" fmla="*/ 209550 w 211454"/>
                <a:gd name="connsiteY6" fmla="*/ 0 h 265747"/>
                <a:gd name="connsiteX7" fmla="*/ 209550 w 211454"/>
                <a:gd name="connsiteY7" fmla="*/ 53340 h 265747"/>
                <a:gd name="connsiteX8" fmla="*/ 76200 w 211454"/>
                <a:gd name="connsiteY8" fmla="*/ 213360 h 265747"/>
                <a:gd name="connsiteX9" fmla="*/ 211455 w 211454"/>
                <a:gd name="connsiteY9" fmla="*/ 213360 h 265747"/>
                <a:gd name="connsiteX10" fmla="*/ 211455 w 211454"/>
                <a:gd name="connsiteY10" fmla="*/ 265747 h 26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1454" h="265747">
                  <a:moveTo>
                    <a:pt x="210502" y="265747"/>
                  </a:moveTo>
                  <a:lnTo>
                    <a:pt x="0" y="265747"/>
                  </a:lnTo>
                  <a:lnTo>
                    <a:pt x="0" y="212408"/>
                  </a:lnTo>
                  <a:lnTo>
                    <a:pt x="133350" y="52388"/>
                  </a:lnTo>
                  <a:lnTo>
                    <a:pt x="8572" y="52388"/>
                  </a:lnTo>
                  <a:lnTo>
                    <a:pt x="8572" y="0"/>
                  </a:lnTo>
                  <a:lnTo>
                    <a:pt x="209550" y="0"/>
                  </a:lnTo>
                  <a:lnTo>
                    <a:pt x="209550" y="53340"/>
                  </a:lnTo>
                  <a:lnTo>
                    <a:pt x="76200" y="213360"/>
                  </a:lnTo>
                  <a:lnTo>
                    <a:pt x="211455" y="213360"/>
                  </a:lnTo>
                  <a:lnTo>
                    <a:pt x="211455" y="2657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DDE2B0C2-A6C9-4D64-A0F0-54264B64D1FB}"/>
                </a:ext>
              </a:extLst>
            </p:cNvPr>
            <p:cNvSpPr/>
            <p:nvPr/>
          </p:nvSpPr>
          <p:spPr>
            <a:xfrm>
              <a:off x="372236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E9CDB743-2203-45F3-9005-B6A6BEE56E6A}"/>
                </a:ext>
              </a:extLst>
            </p:cNvPr>
            <p:cNvSpPr/>
            <p:nvPr/>
          </p:nvSpPr>
          <p:spPr>
            <a:xfrm>
              <a:off x="3875721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A665084F-7B62-4FA3-819D-F0DD52EE3BC9}"/>
                </a:ext>
              </a:extLst>
            </p:cNvPr>
            <p:cNvSpPr/>
            <p:nvPr/>
          </p:nvSpPr>
          <p:spPr>
            <a:xfrm>
              <a:off x="4173854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1438 w 79057"/>
                <a:gd name="connsiteY5" fmla="*/ 384810 h 384809"/>
                <a:gd name="connsiteX6" fmla="*/ 9525 w 79057"/>
                <a:gd name="connsiteY6" fmla="*/ 384810 h 384809"/>
                <a:gd name="connsiteX7" fmla="*/ 9525 w 79057"/>
                <a:gd name="connsiteY7" fmla="*/ 118110 h 384809"/>
                <a:gd name="connsiteX8" fmla="*/ 71438 w 79057"/>
                <a:gd name="connsiteY8" fmla="*/ 118110 h 384809"/>
                <a:gd name="connsiteX9" fmla="*/ 71438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1913" y="0"/>
                    <a:pt x="79058" y="16192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71ED3F01-F23A-42F0-B153-318BBE6AD2DC}"/>
                </a:ext>
              </a:extLst>
            </p:cNvPr>
            <p:cNvSpPr/>
            <p:nvPr/>
          </p:nvSpPr>
          <p:spPr>
            <a:xfrm>
              <a:off x="4302442" y="3216591"/>
              <a:ext cx="205739" cy="280035"/>
            </a:xfrm>
            <a:custGeom>
              <a:avLst/>
              <a:gdLst>
                <a:gd name="connsiteX0" fmla="*/ 29527 w 205739"/>
                <a:gd name="connsiteY0" fmla="*/ 198120 h 280035"/>
                <a:gd name="connsiteX1" fmla="*/ 104775 w 205739"/>
                <a:gd name="connsiteY1" fmla="*/ 227648 h 280035"/>
                <a:gd name="connsiteX2" fmla="*/ 143827 w 205739"/>
                <a:gd name="connsiteY2" fmla="*/ 200978 h 280035"/>
                <a:gd name="connsiteX3" fmla="*/ 10477 w 205739"/>
                <a:gd name="connsiteY3" fmla="*/ 82868 h 280035"/>
                <a:gd name="connsiteX4" fmla="*/ 111442 w 205739"/>
                <a:gd name="connsiteY4" fmla="*/ 0 h 280035"/>
                <a:gd name="connsiteX5" fmla="*/ 203835 w 205739"/>
                <a:gd name="connsiteY5" fmla="*/ 27623 h 280035"/>
                <a:gd name="connsiteX6" fmla="*/ 174307 w 205739"/>
                <a:gd name="connsiteY6" fmla="*/ 76200 h 280035"/>
                <a:gd name="connsiteX7" fmla="*/ 110490 w 205739"/>
                <a:gd name="connsiteY7" fmla="*/ 52388 h 280035"/>
                <a:gd name="connsiteX8" fmla="*/ 72390 w 205739"/>
                <a:gd name="connsiteY8" fmla="*/ 77153 h 280035"/>
                <a:gd name="connsiteX9" fmla="*/ 205740 w 205739"/>
                <a:gd name="connsiteY9" fmla="*/ 195263 h 280035"/>
                <a:gd name="connsiteX10" fmla="*/ 102870 w 205739"/>
                <a:gd name="connsiteY10" fmla="*/ 280035 h 280035"/>
                <a:gd name="connsiteX11" fmla="*/ 0 w 205739"/>
                <a:gd name="connsiteY11" fmla="*/ 247650 h 280035"/>
                <a:gd name="connsiteX12" fmla="*/ 29527 w 205739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5">
                  <a:moveTo>
                    <a:pt x="29527" y="198120"/>
                  </a:moveTo>
                  <a:cubicBezTo>
                    <a:pt x="56197" y="218123"/>
                    <a:pt x="80963" y="227648"/>
                    <a:pt x="104775" y="227648"/>
                  </a:cubicBezTo>
                  <a:cubicBezTo>
                    <a:pt x="127635" y="227648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3"/>
                  </a:cubicBezTo>
                  <a:lnTo>
                    <a:pt x="174307" y="76200"/>
                  </a:lnTo>
                  <a:cubicBezTo>
                    <a:pt x="151447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DEAA916-72EC-431E-BC57-9F297CC81456}"/>
                </a:ext>
              </a:extLst>
            </p:cNvPr>
            <p:cNvSpPr/>
            <p:nvPr/>
          </p:nvSpPr>
          <p:spPr>
            <a:xfrm>
              <a:off x="4558664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CFC34AFA-C448-4AD5-8BB2-A737A249D9CF}"/>
                </a:ext>
              </a:extLst>
            </p:cNvPr>
            <p:cNvSpPr/>
            <p:nvPr/>
          </p:nvSpPr>
          <p:spPr>
            <a:xfrm>
              <a:off x="483774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B00A833-4342-43F0-97C0-45736A97759A}"/>
                </a:ext>
              </a:extLst>
            </p:cNvPr>
            <p:cNvSpPr/>
            <p:nvPr/>
          </p:nvSpPr>
          <p:spPr>
            <a:xfrm>
              <a:off x="513111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86CE2337-43AB-431F-A6B0-A234EE91C196}"/>
                </a:ext>
              </a:extLst>
            </p:cNvPr>
            <p:cNvSpPr/>
            <p:nvPr/>
          </p:nvSpPr>
          <p:spPr>
            <a:xfrm>
              <a:off x="5601652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BC3A9A0C-35DA-497E-AAEF-E8C16E3C88D6}"/>
                </a:ext>
              </a:extLst>
            </p:cNvPr>
            <p:cNvSpPr/>
            <p:nvPr/>
          </p:nvSpPr>
          <p:spPr>
            <a:xfrm>
              <a:off x="584453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2 w 225742"/>
                <a:gd name="connsiteY1" fmla="*/ 113347 h 279082"/>
                <a:gd name="connsiteX2" fmla="*/ 164782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2 w 225742"/>
                <a:gd name="connsiteY16" fmla="*/ 200025 h 279082"/>
                <a:gd name="connsiteX17" fmla="*/ 164782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2" y="113347"/>
                  </a:cubicBezTo>
                  <a:lnTo>
                    <a:pt x="164782" y="103822"/>
                  </a:lnTo>
                  <a:cubicBezTo>
                    <a:pt x="164782" y="69532"/>
                    <a:pt x="144780" y="52388"/>
                    <a:pt x="105728" y="52388"/>
                  </a:cubicBezTo>
                  <a:cubicBezTo>
                    <a:pt x="83820" y="52388"/>
                    <a:pt x="60007" y="58102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2" y="232410"/>
                    <a:pt x="147638" y="220980"/>
                    <a:pt x="164782" y="200025"/>
                  </a:cubicBezTo>
                  <a:lnTo>
                    <a:pt x="164782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3830"/>
                    <a:pt x="59055" y="192405"/>
                  </a:cubicBezTo>
                  <a:cubicBezTo>
                    <a:pt x="60007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667A68B-9A78-450D-8063-29EB96A7534A}"/>
                </a:ext>
              </a:extLst>
            </p:cNvPr>
            <p:cNvSpPr/>
            <p:nvPr/>
          </p:nvSpPr>
          <p:spPr>
            <a:xfrm>
              <a:off x="6150292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277A812-5920-496B-87C7-B393D29BE953}"/>
                </a:ext>
              </a:extLst>
            </p:cNvPr>
            <p:cNvSpPr/>
            <p:nvPr/>
          </p:nvSpPr>
          <p:spPr>
            <a:xfrm>
              <a:off x="6430327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9E2AB75-052F-40D2-A9F6-2026DB82E76E}"/>
                </a:ext>
              </a:extLst>
            </p:cNvPr>
            <p:cNvSpPr/>
            <p:nvPr/>
          </p:nvSpPr>
          <p:spPr>
            <a:xfrm>
              <a:off x="6739889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2D013DF-4D88-42F7-BA58-EB565F3484AD}"/>
                </a:ext>
              </a:extLst>
            </p:cNvPr>
            <p:cNvSpPr/>
            <p:nvPr/>
          </p:nvSpPr>
          <p:spPr>
            <a:xfrm>
              <a:off x="6856094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7 w 165735"/>
                <a:gd name="connsiteY3" fmla="*/ 282892 h 358140"/>
                <a:gd name="connsiteX4" fmla="*/ 40957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DEBF3C4-F570-40D5-B49F-FB772D6610F5}"/>
                </a:ext>
              </a:extLst>
            </p:cNvPr>
            <p:cNvSpPr/>
            <p:nvPr/>
          </p:nvSpPr>
          <p:spPr>
            <a:xfrm>
              <a:off x="7071359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2 w 225742"/>
                <a:gd name="connsiteY1" fmla="*/ 220980 h 386715"/>
                <a:gd name="connsiteX2" fmla="*/ 164782 w 225742"/>
                <a:gd name="connsiteY2" fmla="*/ 211455 h 386715"/>
                <a:gd name="connsiteX3" fmla="*/ 105727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2 w 225742"/>
                <a:gd name="connsiteY21" fmla="*/ 307658 h 386715"/>
                <a:gd name="connsiteX22" fmla="*/ 164782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2 w 225742"/>
                <a:gd name="connsiteY26" fmla="*/ 72390 h 386715"/>
                <a:gd name="connsiteX27" fmla="*/ 135255 w 225742"/>
                <a:gd name="connsiteY27" fmla="*/ 36195 h 386715"/>
                <a:gd name="connsiteX28" fmla="*/ 172402 w 225742"/>
                <a:gd name="connsiteY28" fmla="*/ 0 h 386715"/>
                <a:gd name="connsiteX29" fmla="*/ 209550 w 225742"/>
                <a:gd name="connsiteY29" fmla="*/ 36195 h 386715"/>
                <a:gd name="connsiteX30" fmla="*/ 172402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5735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02E9FAD9-60AD-4C62-9E52-5842A2EDEEE4}"/>
                </a:ext>
              </a:extLst>
            </p:cNvPr>
            <p:cNvSpPr/>
            <p:nvPr/>
          </p:nvSpPr>
          <p:spPr>
            <a:xfrm>
              <a:off x="734567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2422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37066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51" name="Grafik 3">
            <a:extLst>
              <a:ext uri="{FF2B5EF4-FFF2-40B4-BE49-F238E27FC236}">
                <a16:creationId xmlns:a16="http://schemas.microsoft.com/office/drawing/2014/main" id="{5ED2637B-07F7-4775-987A-93DC85F97AFC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8EE16B07-A759-4BBC-A314-9BCAD261EF08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B63840AC-1E7B-4C28-BC2C-1C029656797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A4DA475E-3745-406F-88D2-74303AA02D0B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2524AFF1-A6EF-4725-B777-0C9645F467AE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31BE8262-CF45-420A-ACA3-A8F39E57A171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1855C8A2-06ED-4920-8016-BD619D8D10E1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1A266FFA-D919-4187-9FFE-9F96B3EEA0A8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16CA38C7-02DE-42D7-839D-4E104D320881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A7E80BB0-7258-4BCD-AA21-9F28D0E1468E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1310413C-FD25-48E9-A1EF-86367CAF5262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B821BE6-5A92-4DD1-99B4-168630F4D42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937D8227-F07D-4985-8720-D397D1BABF3C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D6ECD825-8509-4FC7-8F36-1388F0F441BA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556B67C4-1CE4-4FF5-B5B6-35A65D082FC7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608E3BC-17FA-490E-98D4-A4EC5ADA8C54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6A1B34C9-D7CE-4912-870A-D442BC7AC1C3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DB6BBEE1-67DD-4150-84CA-F44265322768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BB36E697-0A79-445E-9543-822501A316D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D6A5235-4406-49B8-9431-36103C871D41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47C8A01E-4A50-4E72-95E6-1E6C059E4777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9C00FF19-F5E2-41D0-A86A-587D215E4413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965284B-B43E-4869-995E-03E9EF24FED9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1CEDCCDB-6473-4929-A39A-339B891A4342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B12897B1-DBCD-4E91-B5A6-A1D097CC016F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0F992F86-490C-49E8-A49C-EBE355E80549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382B1E9-D95A-44CD-A2C1-B488EC588946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94A75078-E929-457E-A5DB-126D23196FA2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2FE959-5A44-4879-9A15-7D6AA4FA740D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EE630AD0-5153-4382-A12E-AD9144EBE047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45CD047C-D0DA-46DE-AD6E-93892DEB2DA9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DF65D36-B05E-4E89-BDB1-3C2FEE67475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B490D5D-4736-4339-925F-F285DEBE385C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3411A6E-3B6F-4024-9CE6-F6370472904D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F5951FAF-F82F-4540-9DD6-D917FDD30674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FCD3DA8-AF7F-4089-9A63-F59C7F1E0A37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F0E0CC6-4E11-4938-B832-2AA66A5C786A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85FDD9B-14C1-4F9F-BB48-D94CA292EF5C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AA31B10F-FD3B-48BC-9E7D-ED8D4E8246E4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D4E63FFB-C322-4D48-BAC4-F9F4CE9CC98F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9831F038-E584-4260-8C9F-E79A896D20C4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D7315109-6E9F-48C3-898F-C1C492D1DEAB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700FBD3F-6E1D-4AFC-9AAA-788473C4FF35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1DD09B0-F370-4FAF-9908-33E0C9A5A1BC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CFC69081-2BBF-4A0F-8D5E-7C499C54182A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C0D0C467-BF24-415D-A20C-A4B322A30D34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2CCB0406-1162-417D-A7B5-56D204B932B7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E1F5B04D-004B-4501-8B0F-D976156E7753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2F5B88F3-1DD0-4AFC-9094-44C73671622C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5D3857D6-3A80-453A-A07D-657071631618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F2B45F15-F1EA-4568-BD85-4A2DE314BC3E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CCBC40A-98D6-42A9-80B9-5DC279BC5859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04D48BDA-2032-4C6E-B507-3F893B02206E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F0C9D7CF-6834-48B2-8EDC-25AF0FF9957E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7FAD7038-7556-4322-B088-027FF5EA7129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FD69EC3A-6073-41F6-BB94-809D254546F0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722DEE24-7892-4493-8701-609CCE42CEA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D93E693-26D8-4770-BECA-F0D3FF0C4A87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A2C34963-C2BA-4B9E-837E-0092D92ABBE4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7750F881-A269-49B0-81B9-8BEB26E0D0A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9C228C4-1ACD-43EA-AFEB-3E65945F1EA5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2E970C3-AE5B-41B5-ABD0-8EA1D1EA3FEE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42579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3999-6CC1-4F40-8A18-89F7EC22D84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3045416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A05E6-8037-FF48-B0F4-76DA8DE0ADFE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36C1D058-784C-4D36-B8A1-0A562AEA816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10012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D3D130-2A40-8C42-9E59-09A0F52EE01F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067EF033-A919-4E3E-89A9-FAF1E7798028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D16FCAB3-A3E5-4531-B1EA-59B8F2934F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10E4B3AE-096F-4974-8350-4F4D93FC3203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CDC0A16-E123-4D13-9DD9-28C8FE5AA6F5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CA0B94AD-8D34-4B40-8458-0866BBCC464F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A94F107-4E11-4806-8DDC-3CC7C1891196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4E53509-1364-44FD-92B4-FF3CC9A96D45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685A3D39-53BC-4038-BFDA-851F9712E06F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62E33717-F4F0-4CF8-8E15-202A2B827DF3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6B2EF321-D1A4-40C9-B09D-2892881315E5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6E939899-66C7-4914-8269-47E3D303060F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33D2C18-DB64-478C-9F57-B3373239E9FE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279EDAA5-9D2D-46A0-A1B3-A9E065EA2F38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9FEE96A4-D7EC-4B2B-B2E7-DE8D3474F32B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5FBB05E1-F158-4DD8-ADA9-4C6CE098B48D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9577D94-AD2F-49C6-AC94-666AD3E18043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AB054986-638F-4DEF-9C64-237D5B52C051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3D306362-98AD-47FC-9A6B-F2E497E9140C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E146F0C-5076-4628-A8D1-C1B97209CB48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0862F46-80E1-4CE8-91D0-C59CDA9CCD2E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60ED134C-C407-4575-BA70-944D3875C3CD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8D99356B-BDF0-44E7-805D-D835620BEF7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D65221D-BE15-4278-9DD4-9652DEFFC46C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706F29FA-7384-4969-AE69-A3B336309767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F1737542-B8EA-4138-9EFC-CA08C510198D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621C53F6-23C0-41BC-802B-9F26870C79F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DDB0D785-F93D-442F-A947-7E14014D300C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4FAB3F5B-7F27-4A74-B5A4-FDEF77100298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E56269C-9BE6-4114-A1E9-B8686D151C53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B2E2F426-2F3B-445E-9C34-07795D634931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19170892-58A8-4B19-B59D-B0D499A2D297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2DE0A1F9-537A-4CFA-8011-2EBAE2C5B73E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3EA90FB1-EF3F-43A7-9270-8C967FC74BC1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07BF4DE7-D1AC-45FD-8C04-8A1641E45F08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1276A6B2-8B8C-4EA5-B836-76DFE5B9C1D0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E3B2BC34-A59E-4FE0-B560-E9569CF298B5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D49C95CE-D5FB-4124-9055-11F36AEADC6C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93A76C5E-2F41-4F31-B9FB-4D0839D43C9E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140756E-2574-44F0-9074-9328392ACB97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4D5A781-CCB6-4733-A1CC-7B66AF07F2B7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286052C-725E-4196-95ED-5A73339E7927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5A311D4-BCEE-41FE-95E3-C6146127B40C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B3C5380D-6CFA-43B9-A443-290AB0C2A300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08A1881A-1CE6-4B6F-8C59-66E76F02A448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19FAED69-7B35-458E-A35F-6DDE087471F1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C1D47F6-986A-41D8-BD7A-54ABDA896F33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CDA601C-2229-42A2-A7F2-6D0D0B14CE0E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785F4A99-D669-4967-BBBD-C0E6C914F4BD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9269C21-4B9A-40F4-B0EC-4302D1D81285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63DCF50B-B7E2-4B9A-A9F1-72C2786856E5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33378C80-94EA-4CB0-840E-7D1524EF66B2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5578B968-B064-4B8A-B630-315830A91186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F571248A-4AB2-457F-AD4B-B1C61842CDE5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A6FFBD8C-20FE-49A8-AD93-91F6AB916004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9726AFCB-1AD9-483A-9650-9FF07CF67281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F2DF3C25-6C88-4662-A6A6-42B5BB22B511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95A3CF1A-6032-4872-927C-735172F42726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27D5CCD2-63F8-48A8-947F-AB27C9C2F838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2F709A41-6092-4CCF-82D7-E877063EEB9F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581773BF-ABD0-407E-AB97-E68F240BC3D4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6DB7A116-4CDE-41A8-8D2D-EF85A5B70166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F16F757-9510-463A-A785-07309AE306C9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67316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807E-3C71-AA44-AAD6-F88E4480242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F3463B9-219F-47BA-A610-FB7E4EFC87C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470223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A6F9-59EC-9E4C-A09B-797CCF53980D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0B1B70-928F-438A-A4F8-3D6D25006E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55358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D86F-7589-C04C-BFCB-7D2C23B585CD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8037CEF-DC8D-42F8-A101-D7A662C38F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801245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35E4-851A-4744-B165-648634BE0CA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3009F8A-4A00-4A24-A6D8-404B72DE25C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4530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DC67-CAB5-EE4E-997F-B7A355CEDF73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FCDCB26-1E50-4916-A928-F93F50FC82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76547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6972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E0D8C-0281-8947-9DC5-37C3050C1E9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1068D0-85DC-484A-8BF9-5725F4DBB27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52483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DD5FF-D892-3449-95CD-E9AA0BC0723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39FC616-E693-41C1-BD19-698B2851440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05096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B3B0-EE83-744E-BB13-0306DC35F0BF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DD60A60-C176-4FB0-8C31-9E7D248512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564004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7EB9F-EEBF-E344-B115-19E779D91AF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596D627D-C6DC-4A75-911F-5FBF1AB867D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8492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9478-7468-5D49-AA82-65ECCDA98A7B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47B7883-3336-4077-90F0-B93089418A2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25105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5AAF-65CF-DD4C-AC98-1E0239B161A6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7DEC5F5-096F-46B9-AD07-8FF78ABF34B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763442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ü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3ED5BF-3163-9541-9431-C4285D264D2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928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9B90D-B599-5149-AE74-6E49CD0C867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ECE24E6-4A5A-4343-B2C1-436122DA9D1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834164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FBA31-5404-F94C-9729-432E02DE851B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79F5836-BEF7-4EB3-8486-34259F1745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96601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3011B2CF-5596-40FB-835C-D450C93B6163}"/>
              </a:ext>
            </a:extLst>
          </p:cNvPr>
          <p:cNvGrpSpPr/>
          <p:nvPr userDrawn="1"/>
        </p:nvGrpSpPr>
        <p:grpSpPr>
          <a:xfrm>
            <a:off x="520163" y="293688"/>
            <a:ext cx="2623087" cy="328167"/>
            <a:chOff x="2178367" y="2525076"/>
            <a:chExt cx="7773352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B0449415-1C6A-4A64-8E2F-F702863ADCF1}"/>
                </a:ext>
              </a:extLst>
            </p:cNvPr>
            <p:cNvSpPr/>
            <p:nvPr/>
          </p:nvSpPr>
          <p:spPr>
            <a:xfrm>
              <a:off x="2178367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2 w 232409"/>
                <a:gd name="connsiteY1" fmla="*/ 60960 h 369569"/>
                <a:gd name="connsiteX2" fmla="*/ 65722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2 w 232409"/>
                <a:gd name="connsiteY5" fmla="*/ 212408 h 369569"/>
                <a:gd name="connsiteX6" fmla="*/ 65722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2" y="60960"/>
                  </a:lnTo>
                  <a:lnTo>
                    <a:pt x="65722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2" y="212408"/>
                  </a:lnTo>
                  <a:lnTo>
                    <a:pt x="65722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738B0DA3-FE01-4AE2-A303-09F23CA731E7}"/>
                </a:ext>
              </a:extLst>
            </p:cNvPr>
            <p:cNvSpPr/>
            <p:nvPr/>
          </p:nvSpPr>
          <p:spPr>
            <a:xfrm>
              <a:off x="244697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9D6AD124-56CB-4E6C-AA90-A81031F6BDB3}"/>
                </a:ext>
              </a:extLst>
            </p:cNvPr>
            <p:cNvSpPr/>
            <p:nvPr/>
          </p:nvSpPr>
          <p:spPr>
            <a:xfrm>
              <a:off x="2651759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61C4E282-28A6-498E-9040-A910141F1EFD}"/>
                </a:ext>
              </a:extLst>
            </p:cNvPr>
            <p:cNvSpPr/>
            <p:nvPr/>
          </p:nvSpPr>
          <p:spPr>
            <a:xfrm>
              <a:off x="2787966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2403" y="279083"/>
                    <a:pt x="132398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3" y="74295"/>
                    <a:pt x="159068" y="50482"/>
                    <a:pt x="123825" y="50482"/>
                  </a:cubicBezTo>
                  <a:cubicBezTo>
                    <a:pt x="89535" y="50482"/>
                    <a:pt x="67628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73C68822-B829-45A4-BBE9-36FFB1E83213}"/>
                </a:ext>
              </a:extLst>
            </p:cNvPr>
            <p:cNvSpPr/>
            <p:nvPr/>
          </p:nvSpPr>
          <p:spPr>
            <a:xfrm>
              <a:off x="30860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D77A74DB-FD82-47F9-8878-37803B7AB3D7}"/>
                </a:ext>
              </a:extLst>
            </p:cNvPr>
            <p:cNvSpPr/>
            <p:nvPr/>
          </p:nvSpPr>
          <p:spPr>
            <a:xfrm>
              <a:off x="341756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19522EFA-8CEC-4EE0-9442-39E9ADAB2CCC}"/>
                </a:ext>
              </a:extLst>
            </p:cNvPr>
            <p:cNvSpPr/>
            <p:nvPr/>
          </p:nvSpPr>
          <p:spPr>
            <a:xfrm>
              <a:off x="3622357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0DF3FC5F-9F16-467C-B353-4E19CECDB559}"/>
                </a:ext>
              </a:extLst>
            </p:cNvPr>
            <p:cNvSpPr/>
            <p:nvPr/>
          </p:nvSpPr>
          <p:spPr>
            <a:xfrm>
              <a:off x="3759516" y="2640329"/>
              <a:ext cx="224790" cy="280034"/>
            </a:xfrm>
            <a:custGeom>
              <a:avLst/>
              <a:gdLst>
                <a:gd name="connsiteX0" fmla="*/ 222885 w 224790"/>
                <a:gd name="connsiteY0" fmla="*/ 237172 h 280034"/>
                <a:gd name="connsiteX1" fmla="*/ 127635 w 224790"/>
                <a:gd name="connsiteY1" fmla="*/ 280035 h 280034"/>
                <a:gd name="connsiteX2" fmla="*/ 0 w 224790"/>
                <a:gd name="connsiteY2" fmla="*/ 140970 h 280034"/>
                <a:gd name="connsiteX3" fmla="*/ 128588 w 224790"/>
                <a:gd name="connsiteY3" fmla="*/ 0 h 280034"/>
                <a:gd name="connsiteX4" fmla="*/ 224790 w 224790"/>
                <a:gd name="connsiteY4" fmla="*/ 45720 h 280034"/>
                <a:gd name="connsiteX5" fmla="*/ 181928 w 224790"/>
                <a:gd name="connsiteY5" fmla="*/ 86678 h 280034"/>
                <a:gd name="connsiteX6" fmla="*/ 128588 w 224790"/>
                <a:gd name="connsiteY6" fmla="*/ 57150 h 280034"/>
                <a:gd name="connsiteX7" fmla="*/ 62865 w 224790"/>
                <a:gd name="connsiteY7" fmla="*/ 140018 h 280034"/>
                <a:gd name="connsiteX8" fmla="*/ 128588 w 224790"/>
                <a:gd name="connsiteY8" fmla="*/ 222885 h 280034"/>
                <a:gd name="connsiteX9" fmla="*/ 183833 w 224790"/>
                <a:gd name="connsiteY9" fmla="*/ 193358 h 280034"/>
                <a:gd name="connsiteX10" fmla="*/ 222885 w 224790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54D5478D-625E-4820-BE3F-5A2A1D1D92CB}"/>
                </a:ext>
              </a:extLst>
            </p:cNvPr>
            <p:cNvSpPr/>
            <p:nvPr/>
          </p:nvSpPr>
          <p:spPr>
            <a:xfrm>
              <a:off x="4038599" y="2525076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DFDF2471-44E2-421C-AC3B-D064ACCDB94C}"/>
                </a:ext>
              </a:extLst>
            </p:cNvPr>
            <p:cNvSpPr/>
            <p:nvPr/>
          </p:nvSpPr>
          <p:spPr>
            <a:xfrm>
              <a:off x="4338637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1F7D1821-AC51-4D3F-9530-6B9F6703662A}"/>
                </a:ext>
              </a:extLst>
            </p:cNvPr>
            <p:cNvSpPr/>
            <p:nvPr/>
          </p:nvSpPr>
          <p:spPr>
            <a:xfrm>
              <a:off x="4502467" y="2545079"/>
              <a:ext cx="342900" cy="368617"/>
            </a:xfrm>
            <a:custGeom>
              <a:avLst/>
              <a:gdLst>
                <a:gd name="connsiteX0" fmla="*/ 136207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2 w 342900"/>
                <a:gd name="connsiteY4" fmla="*/ 290512 h 368617"/>
                <a:gd name="connsiteX5" fmla="*/ 96202 w 342900"/>
                <a:gd name="connsiteY5" fmla="*/ 290512 h 368617"/>
                <a:gd name="connsiteX6" fmla="*/ 69532 w 342900"/>
                <a:gd name="connsiteY6" fmla="*/ 368618 h 368617"/>
                <a:gd name="connsiteX7" fmla="*/ 0 w 342900"/>
                <a:gd name="connsiteY7" fmla="*/ 368618 h 368617"/>
                <a:gd name="connsiteX8" fmla="*/ 136207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7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7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2" y="290512"/>
                  </a:lnTo>
                  <a:lnTo>
                    <a:pt x="96202" y="290512"/>
                  </a:lnTo>
                  <a:lnTo>
                    <a:pt x="69532" y="368618"/>
                  </a:lnTo>
                  <a:lnTo>
                    <a:pt x="0" y="368618"/>
                  </a:lnTo>
                  <a:lnTo>
                    <a:pt x="136207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7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EB17AE7F-A04B-467A-9306-87FE75DF0E04}"/>
                </a:ext>
              </a:extLst>
            </p:cNvPr>
            <p:cNvSpPr/>
            <p:nvPr/>
          </p:nvSpPr>
          <p:spPr>
            <a:xfrm>
              <a:off x="490061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46339B94-749D-4AB3-A33D-B33FA5BAE446}"/>
                </a:ext>
              </a:extLst>
            </p:cNvPr>
            <p:cNvSpPr/>
            <p:nvPr/>
          </p:nvSpPr>
          <p:spPr>
            <a:xfrm>
              <a:off x="502919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40C8837A-0B5F-4A13-B684-B3EB1FF4F1B5}"/>
                </a:ext>
              </a:extLst>
            </p:cNvPr>
            <p:cNvSpPr/>
            <p:nvPr/>
          </p:nvSpPr>
          <p:spPr>
            <a:xfrm>
              <a:off x="530637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3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3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C79E37DC-409A-4084-8BCE-C5917C2A84A1}"/>
                </a:ext>
              </a:extLst>
            </p:cNvPr>
            <p:cNvSpPr/>
            <p:nvPr/>
          </p:nvSpPr>
          <p:spPr>
            <a:xfrm>
              <a:off x="559496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5735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7484E8C0-76B0-4B1C-9BF9-74EE12367B72}"/>
                </a:ext>
              </a:extLst>
            </p:cNvPr>
            <p:cNvSpPr/>
            <p:nvPr/>
          </p:nvSpPr>
          <p:spPr>
            <a:xfrm>
              <a:off x="5900737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112417C7-0430-4F81-BBD4-AA6D1ED1EBE6}"/>
                </a:ext>
              </a:extLst>
            </p:cNvPr>
            <p:cNvSpPr/>
            <p:nvPr/>
          </p:nvSpPr>
          <p:spPr>
            <a:xfrm>
              <a:off x="619505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596D4F29-6C7C-4E6D-AF8B-430889FA2F92}"/>
                </a:ext>
              </a:extLst>
            </p:cNvPr>
            <p:cNvSpPr/>
            <p:nvPr/>
          </p:nvSpPr>
          <p:spPr>
            <a:xfrm>
              <a:off x="651128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7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7" y="53340"/>
                    <a:pt x="242887" y="135255"/>
                  </a:cubicBezTo>
                  <a:cubicBezTo>
                    <a:pt x="242887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2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7628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C78C5412-D97D-4017-B0C7-8AEC1552AEF0}"/>
                </a:ext>
              </a:extLst>
            </p:cNvPr>
            <p:cNvSpPr/>
            <p:nvPr/>
          </p:nvSpPr>
          <p:spPr>
            <a:xfrm>
              <a:off x="6824662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850A92F4-5A6E-4593-B6AA-859530A02DAA}"/>
                </a:ext>
              </a:extLst>
            </p:cNvPr>
            <p:cNvSpPr/>
            <p:nvPr/>
          </p:nvSpPr>
          <p:spPr>
            <a:xfrm>
              <a:off x="7023734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BEAAE5B0-8E68-4059-9692-6EA74FCE9E8F}"/>
                </a:ext>
              </a:extLst>
            </p:cNvPr>
            <p:cNvSpPr/>
            <p:nvPr/>
          </p:nvSpPr>
          <p:spPr>
            <a:xfrm>
              <a:off x="723328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2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268B4AAB-F3FC-4A54-AE59-11D4B13AF48D}"/>
                </a:ext>
              </a:extLst>
            </p:cNvPr>
            <p:cNvSpPr/>
            <p:nvPr/>
          </p:nvSpPr>
          <p:spPr>
            <a:xfrm>
              <a:off x="7605712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7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CE185222-A5ED-406F-996B-85DC26BD01B4}"/>
                </a:ext>
              </a:extLst>
            </p:cNvPr>
            <p:cNvSpPr/>
            <p:nvPr/>
          </p:nvSpPr>
          <p:spPr>
            <a:xfrm>
              <a:off x="790479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2 w 79057"/>
                <a:gd name="connsiteY6" fmla="*/ 384810 h 384810"/>
                <a:gd name="connsiteX7" fmla="*/ 8572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3B0202CA-7509-4877-85C8-CACDC758DC37}"/>
                </a:ext>
              </a:extLst>
            </p:cNvPr>
            <p:cNvSpPr/>
            <p:nvPr/>
          </p:nvSpPr>
          <p:spPr>
            <a:xfrm>
              <a:off x="8027669" y="2647949"/>
              <a:ext cx="259080" cy="266700"/>
            </a:xfrm>
            <a:custGeom>
              <a:avLst/>
              <a:gdLst>
                <a:gd name="connsiteX0" fmla="*/ 259080 w 259080"/>
                <a:gd name="connsiteY0" fmla="*/ 0 h 266700"/>
                <a:gd name="connsiteX1" fmla="*/ 161925 w 259080"/>
                <a:gd name="connsiteY1" fmla="*/ 266700 h 266700"/>
                <a:gd name="connsiteX2" fmla="*/ 97155 w 259080"/>
                <a:gd name="connsiteY2" fmla="*/ 266700 h 266700"/>
                <a:gd name="connsiteX3" fmla="*/ 0 w 259080"/>
                <a:gd name="connsiteY3" fmla="*/ 0 h 266700"/>
                <a:gd name="connsiteX4" fmla="*/ 68580 w 259080"/>
                <a:gd name="connsiteY4" fmla="*/ 0 h 266700"/>
                <a:gd name="connsiteX5" fmla="*/ 129540 w 259080"/>
                <a:gd name="connsiteY5" fmla="*/ 193358 h 266700"/>
                <a:gd name="connsiteX6" fmla="*/ 130493 w 259080"/>
                <a:gd name="connsiteY6" fmla="*/ 193358 h 266700"/>
                <a:gd name="connsiteX7" fmla="*/ 191453 w 259080"/>
                <a:gd name="connsiteY7" fmla="*/ 0 h 266700"/>
                <a:gd name="connsiteX8" fmla="*/ 259080 w 259080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80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3" y="193358"/>
                  </a:lnTo>
                  <a:lnTo>
                    <a:pt x="191453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1547BA79-BB16-48DF-8A3E-A4E312335A44}"/>
                </a:ext>
              </a:extLst>
            </p:cNvPr>
            <p:cNvSpPr/>
            <p:nvPr/>
          </p:nvSpPr>
          <p:spPr>
            <a:xfrm>
              <a:off x="831532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AD9038C9-BA8B-4732-A59B-84A026AFA342}"/>
                </a:ext>
              </a:extLst>
            </p:cNvPr>
            <p:cNvSpPr/>
            <p:nvPr/>
          </p:nvSpPr>
          <p:spPr>
            <a:xfrm>
              <a:off x="862869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94B26F25-E866-4555-9CFA-54479F3BDC9B}"/>
                </a:ext>
              </a:extLst>
            </p:cNvPr>
            <p:cNvSpPr/>
            <p:nvPr/>
          </p:nvSpPr>
          <p:spPr>
            <a:xfrm>
              <a:off x="8818244" y="2640329"/>
              <a:ext cx="205740" cy="280034"/>
            </a:xfrm>
            <a:custGeom>
              <a:avLst/>
              <a:gdLst>
                <a:gd name="connsiteX0" fmla="*/ 29528 w 205740"/>
                <a:gd name="connsiteY0" fmla="*/ 198120 h 280034"/>
                <a:gd name="connsiteX1" fmla="*/ 104775 w 205740"/>
                <a:gd name="connsiteY1" fmla="*/ 227647 h 280034"/>
                <a:gd name="connsiteX2" fmla="*/ 143828 w 205740"/>
                <a:gd name="connsiteY2" fmla="*/ 200978 h 280034"/>
                <a:gd name="connsiteX3" fmla="*/ 10478 w 205740"/>
                <a:gd name="connsiteY3" fmla="*/ 82868 h 280034"/>
                <a:gd name="connsiteX4" fmla="*/ 111443 w 205740"/>
                <a:gd name="connsiteY4" fmla="*/ 0 h 280034"/>
                <a:gd name="connsiteX5" fmla="*/ 203835 w 205740"/>
                <a:gd name="connsiteY5" fmla="*/ 27622 h 280034"/>
                <a:gd name="connsiteX6" fmla="*/ 174307 w 205740"/>
                <a:gd name="connsiteY6" fmla="*/ 76200 h 280034"/>
                <a:gd name="connsiteX7" fmla="*/ 110490 w 205740"/>
                <a:gd name="connsiteY7" fmla="*/ 52387 h 280034"/>
                <a:gd name="connsiteX8" fmla="*/ 72390 w 205740"/>
                <a:gd name="connsiteY8" fmla="*/ 77153 h 280034"/>
                <a:gd name="connsiteX9" fmla="*/ 205740 w 205740"/>
                <a:gd name="connsiteY9" fmla="*/ 195262 h 280034"/>
                <a:gd name="connsiteX10" fmla="*/ 102870 w 205740"/>
                <a:gd name="connsiteY10" fmla="*/ 280035 h 280034"/>
                <a:gd name="connsiteX11" fmla="*/ 0 w 205740"/>
                <a:gd name="connsiteY11" fmla="*/ 247650 h 280034"/>
                <a:gd name="connsiteX12" fmla="*/ 29528 w 205740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4">
                  <a:moveTo>
                    <a:pt x="29528" y="198120"/>
                  </a:moveTo>
                  <a:cubicBezTo>
                    <a:pt x="56198" y="218122"/>
                    <a:pt x="80963" y="227647"/>
                    <a:pt x="104775" y="227647"/>
                  </a:cubicBezTo>
                  <a:cubicBezTo>
                    <a:pt x="127635" y="227647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8" y="60007"/>
                    <a:pt x="130493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8" y="280035"/>
                    <a:pt x="31432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D13C4216-5CFC-4D30-81F4-6398173809B8}"/>
                </a:ext>
              </a:extLst>
            </p:cNvPr>
            <p:cNvSpPr/>
            <p:nvPr/>
          </p:nvSpPr>
          <p:spPr>
            <a:xfrm>
              <a:off x="908208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BED719F3-A124-4E3F-B15E-D51E0B0B16B9}"/>
                </a:ext>
              </a:extLst>
            </p:cNvPr>
            <p:cNvSpPr/>
            <p:nvPr/>
          </p:nvSpPr>
          <p:spPr>
            <a:xfrm>
              <a:off x="9205912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99FEC83F-D466-45C2-9AC2-A4F2E3C49543}"/>
                </a:ext>
              </a:extLst>
            </p:cNvPr>
            <p:cNvSpPr/>
            <p:nvPr/>
          </p:nvSpPr>
          <p:spPr>
            <a:xfrm>
              <a:off x="942022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2 w 225742"/>
                <a:gd name="connsiteY1" fmla="*/ 220980 h 386714"/>
                <a:gd name="connsiteX2" fmla="*/ 164782 w 225742"/>
                <a:gd name="connsiteY2" fmla="*/ 211455 h 386714"/>
                <a:gd name="connsiteX3" fmla="*/ 105727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2 w 225742"/>
                <a:gd name="connsiteY21" fmla="*/ 307658 h 386714"/>
                <a:gd name="connsiteX22" fmla="*/ 164782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2 w 225742"/>
                <a:gd name="connsiteY26" fmla="*/ 72390 h 386714"/>
                <a:gd name="connsiteX27" fmla="*/ 135255 w 225742"/>
                <a:gd name="connsiteY27" fmla="*/ 36195 h 386714"/>
                <a:gd name="connsiteX28" fmla="*/ 172402 w 225742"/>
                <a:gd name="connsiteY28" fmla="*/ 0 h 386714"/>
                <a:gd name="connsiteX29" fmla="*/ 209550 w 225742"/>
                <a:gd name="connsiteY29" fmla="*/ 36195 h 386714"/>
                <a:gd name="connsiteX30" fmla="*/ 172402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2" y="220980"/>
                  </a:cubicBezTo>
                  <a:lnTo>
                    <a:pt x="164782" y="211455"/>
                  </a:lnTo>
                  <a:cubicBezTo>
                    <a:pt x="164782" y="177165"/>
                    <a:pt x="144780" y="160020"/>
                    <a:pt x="105727" y="160020"/>
                  </a:cubicBezTo>
                  <a:cubicBezTo>
                    <a:pt x="83820" y="160020"/>
                    <a:pt x="60007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2" y="340042"/>
                    <a:pt x="147638" y="328613"/>
                    <a:pt x="164782" y="307658"/>
                  </a:cubicBezTo>
                  <a:lnTo>
                    <a:pt x="164782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3367"/>
                    <a:pt x="59055" y="300990"/>
                  </a:cubicBezTo>
                  <a:cubicBezTo>
                    <a:pt x="59055" y="324803"/>
                    <a:pt x="77152" y="340042"/>
                    <a:pt x="103823" y="340042"/>
                  </a:cubicBezTo>
                  <a:close/>
                  <a:moveTo>
                    <a:pt x="172402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2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2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E04CB4EC-8DC6-45C9-B808-C96E8C5508C4}"/>
                </a:ext>
              </a:extLst>
            </p:cNvPr>
            <p:cNvSpPr/>
            <p:nvPr/>
          </p:nvSpPr>
          <p:spPr>
            <a:xfrm>
              <a:off x="9694544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7 w 165735"/>
                <a:gd name="connsiteY3" fmla="*/ 282892 h 358139"/>
                <a:gd name="connsiteX4" fmla="*/ 40957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58AC431-F147-488F-B059-EA67234AB074}"/>
                </a:ext>
              </a:extLst>
            </p:cNvPr>
            <p:cNvSpPr/>
            <p:nvPr/>
          </p:nvSpPr>
          <p:spPr>
            <a:xfrm>
              <a:off x="2179319" y="3121341"/>
              <a:ext cx="292417" cy="369570"/>
            </a:xfrm>
            <a:custGeom>
              <a:avLst/>
              <a:gdLst>
                <a:gd name="connsiteX0" fmla="*/ 0 w 292417"/>
                <a:gd name="connsiteY0" fmla="*/ 0 h 369570"/>
                <a:gd name="connsiteX1" fmla="*/ 66675 w 292417"/>
                <a:gd name="connsiteY1" fmla="*/ 0 h 369570"/>
                <a:gd name="connsiteX2" fmla="*/ 230505 w 292417"/>
                <a:gd name="connsiteY2" fmla="*/ 257175 h 369570"/>
                <a:gd name="connsiteX3" fmla="*/ 231458 w 292417"/>
                <a:gd name="connsiteY3" fmla="*/ 257175 h 369570"/>
                <a:gd name="connsiteX4" fmla="*/ 229553 w 292417"/>
                <a:gd name="connsiteY4" fmla="*/ 0 h 369570"/>
                <a:gd name="connsiteX5" fmla="*/ 292418 w 292417"/>
                <a:gd name="connsiteY5" fmla="*/ 0 h 369570"/>
                <a:gd name="connsiteX6" fmla="*/ 292418 w 292417"/>
                <a:gd name="connsiteY6" fmla="*/ 368617 h 369570"/>
                <a:gd name="connsiteX7" fmla="*/ 227647 w 292417"/>
                <a:gd name="connsiteY7" fmla="*/ 368617 h 369570"/>
                <a:gd name="connsiteX8" fmla="*/ 63818 w 292417"/>
                <a:gd name="connsiteY8" fmla="*/ 110490 h 369570"/>
                <a:gd name="connsiteX9" fmla="*/ 62865 w 292417"/>
                <a:gd name="connsiteY9" fmla="*/ 110490 h 369570"/>
                <a:gd name="connsiteX10" fmla="*/ 63818 w 292417"/>
                <a:gd name="connsiteY10" fmla="*/ 369570 h 369570"/>
                <a:gd name="connsiteX11" fmla="*/ 0 w 292417"/>
                <a:gd name="connsiteY11" fmla="*/ 369570 h 369570"/>
                <a:gd name="connsiteX12" fmla="*/ 0 w 292417"/>
                <a:gd name="connsiteY12" fmla="*/ 0 h 36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17" h="369570">
                  <a:moveTo>
                    <a:pt x="0" y="0"/>
                  </a:moveTo>
                  <a:lnTo>
                    <a:pt x="66675" y="0"/>
                  </a:lnTo>
                  <a:lnTo>
                    <a:pt x="230505" y="257175"/>
                  </a:lnTo>
                  <a:lnTo>
                    <a:pt x="231458" y="257175"/>
                  </a:lnTo>
                  <a:lnTo>
                    <a:pt x="229553" y="0"/>
                  </a:lnTo>
                  <a:lnTo>
                    <a:pt x="292418" y="0"/>
                  </a:lnTo>
                  <a:lnTo>
                    <a:pt x="292418" y="368617"/>
                  </a:lnTo>
                  <a:lnTo>
                    <a:pt x="227647" y="368617"/>
                  </a:lnTo>
                  <a:lnTo>
                    <a:pt x="63818" y="110490"/>
                  </a:lnTo>
                  <a:lnTo>
                    <a:pt x="62865" y="110490"/>
                  </a:lnTo>
                  <a:lnTo>
                    <a:pt x="63818" y="369570"/>
                  </a:lnTo>
                  <a:lnTo>
                    <a:pt x="0" y="3695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B11E2C39-461E-4E9E-87BB-0C375FF08B3A}"/>
                </a:ext>
              </a:extLst>
            </p:cNvPr>
            <p:cNvSpPr/>
            <p:nvPr/>
          </p:nvSpPr>
          <p:spPr>
            <a:xfrm>
              <a:off x="2543174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7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2 w 225742"/>
                <a:gd name="connsiteY7" fmla="*/ 102870 h 279082"/>
                <a:gd name="connsiteX8" fmla="*/ 225742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3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7 w 225742"/>
                <a:gd name="connsiteY18" fmla="*/ 148590 h 279082"/>
                <a:gd name="connsiteX19" fmla="*/ 59055 w 225742"/>
                <a:gd name="connsiteY19" fmla="*/ 192405 h 279082"/>
                <a:gd name="connsiteX20" fmla="*/ 103823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7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2" y="0"/>
                    <a:pt x="225742" y="35242"/>
                    <a:pt x="225742" y="102870"/>
                  </a:cubicBezTo>
                  <a:lnTo>
                    <a:pt x="225742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3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7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59055" y="217170"/>
                    <a:pt x="76200" y="232410"/>
                    <a:pt x="103823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AD56B961-4367-4BC5-9ECE-62828F08D1C2}"/>
                </a:ext>
              </a:extLst>
            </p:cNvPr>
            <p:cNvSpPr/>
            <p:nvPr/>
          </p:nvSpPr>
          <p:spPr>
            <a:xfrm>
              <a:off x="281749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BF0A6D61-3390-4476-8EB0-7DE9776449B1}"/>
                </a:ext>
              </a:extLst>
            </p:cNvPr>
            <p:cNvSpPr/>
            <p:nvPr/>
          </p:nvSpPr>
          <p:spPr>
            <a:xfrm>
              <a:off x="3038474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8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8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C2E152D-6891-4B91-B9F0-47DB3B128BBE}"/>
                </a:ext>
              </a:extLst>
            </p:cNvPr>
            <p:cNvSpPr/>
            <p:nvPr/>
          </p:nvSpPr>
          <p:spPr>
            <a:xfrm>
              <a:off x="3348989" y="3216591"/>
              <a:ext cx="160019" cy="273367"/>
            </a:xfrm>
            <a:custGeom>
              <a:avLst/>
              <a:gdLst>
                <a:gd name="connsiteX0" fmla="*/ 160020 w 160019"/>
                <a:gd name="connsiteY0" fmla="*/ 5715 h 273367"/>
                <a:gd name="connsiteX1" fmla="*/ 150495 w 160019"/>
                <a:gd name="connsiteY1" fmla="*/ 69533 h 273367"/>
                <a:gd name="connsiteX2" fmla="*/ 116205 w 160019"/>
                <a:gd name="connsiteY2" fmla="*/ 60960 h 273367"/>
                <a:gd name="connsiteX3" fmla="*/ 61913 w 160019"/>
                <a:gd name="connsiteY3" fmla="*/ 136208 h 273367"/>
                <a:gd name="connsiteX4" fmla="*/ 61913 w 160019"/>
                <a:gd name="connsiteY4" fmla="*/ 273367 h 273367"/>
                <a:gd name="connsiteX5" fmla="*/ 0 w 160019"/>
                <a:gd name="connsiteY5" fmla="*/ 273367 h 273367"/>
                <a:gd name="connsiteX6" fmla="*/ 0 w 160019"/>
                <a:gd name="connsiteY6" fmla="*/ 6668 h 273367"/>
                <a:gd name="connsiteX7" fmla="*/ 60960 w 160019"/>
                <a:gd name="connsiteY7" fmla="*/ 6668 h 273367"/>
                <a:gd name="connsiteX8" fmla="*/ 60960 w 160019"/>
                <a:gd name="connsiteY8" fmla="*/ 40005 h 273367"/>
                <a:gd name="connsiteX9" fmla="*/ 61913 w 160019"/>
                <a:gd name="connsiteY9" fmla="*/ 40005 h 273367"/>
                <a:gd name="connsiteX10" fmla="*/ 131445 w 160019"/>
                <a:gd name="connsiteY10" fmla="*/ 0 h 273367"/>
                <a:gd name="connsiteX11" fmla="*/ 160020 w 160019"/>
                <a:gd name="connsiteY11" fmla="*/ 57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3367">
                  <a:moveTo>
                    <a:pt x="160020" y="5715"/>
                  </a:moveTo>
                  <a:lnTo>
                    <a:pt x="150495" y="69533"/>
                  </a:lnTo>
                  <a:cubicBezTo>
                    <a:pt x="140970" y="64770"/>
                    <a:pt x="129540" y="60960"/>
                    <a:pt x="116205" y="60960"/>
                  </a:cubicBezTo>
                  <a:cubicBezTo>
                    <a:pt x="73342" y="60960"/>
                    <a:pt x="61913" y="95250"/>
                    <a:pt x="61913" y="136208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8"/>
                  </a:lnTo>
                  <a:lnTo>
                    <a:pt x="60960" y="6668"/>
                  </a:lnTo>
                  <a:lnTo>
                    <a:pt x="60960" y="40005"/>
                  </a:lnTo>
                  <a:lnTo>
                    <a:pt x="61913" y="40005"/>
                  </a:lnTo>
                  <a:cubicBezTo>
                    <a:pt x="76200" y="15240"/>
                    <a:pt x="100965" y="0"/>
                    <a:pt x="131445" y="0"/>
                  </a:cubicBezTo>
                  <a:cubicBezTo>
                    <a:pt x="139065" y="0"/>
                    <a:pt x="150495" y="1905"/>
                    <a:pt x="16002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1F487762-1320-482B-AA1F-A775BAF19905}"/>
                </a:ext>
              </a:extLst>
            </p:cNvPr>
            <p:cNvSpPr/>
            <p:nvPr/>
          </p:nvSpPr>
          <p:spPr>
            <a:xfrm>
              <a:off x="3548062" y="3224212"/>
              <a:ext cx="376237" cy="266700"/>
            </a:xfrm>
            <a:custGeom>
              <a:avLst/>
              <a:gdLst>
                <a:gd name="connsiteX0" fmla="*/ 376238 w 376237"/>
                <a:gd name="connsiteY0" fmla="*/ 0 h 266700"/>
                <a:gd name="connsiteX1" fmla="*/ 297180 w 376237"/>
                <a:gd name="connsiteY1" fmla="*/ 266700 h 266700"/>
                <a:gd name="connsiteX2" fmla="*/ 237172 w 376237"/>
                <a:gd name="connsiteY2" fmla="*/ 266700 h 266700"/>
                <a:gd name="connsiteX3" fmla="*/ 188595 w 376237"/>
                <a:gd name="connsiteY3" fmla="*/ 81915 h 266700"/>
                <a:gd name="connsiteX4" fmla="*/ 187642 w 376237"/>
                <a:gd name="connsiteY4" fmla="*/ 81915 h 266700"/>
                <a:gd name="connsiteX5" fmla="*/ 139065 w 376237"/>
                <a:gd name="connsiteY5" fmla="*/ 266700 h 266700"/>
                <a:gd name="connsiteX6" fmla="*/ 79058 w 376237"/>
                <a:gd name="connsiteY6" fmla="*/ 266700 h 266700"/>
                <a:gd name="connsiteX7" fmla="*/ 0 w 376237"/>
                <a:gd name="connsiteY7" fmla="*/ 0 h 266700"/>
                <a:gd name="connsiteX8" fmla="*/ 65722 w 376237"/>
                <a:gd name="connsiteY8" fmla="*/ 0 h 266700"/>
                <a:gd name="connsiteX9" fmla="*/ 111442 w 376237"/>
                <a:gd name="connsiteY9" fmla="*/ 180022 h 266700"/>
                <a:gd name="connsiteX10" fmla="*/ 112395 w 376237"/>
                <a:gd name="connsiteY10" fmla="*/ 180022 h 266700"/>
                <a:gd name="connsiteX11" fmla="*/ 160020 w 376237"/>
                <a:gd name="connsiteY11" fmla="*/ 0 h 266700"/>
                <a:gd name="connsiteX12" fmla="*/ 217170 w 376237"/>
                <a:gd name="connsiteY12" fmla="*/ 0 h 266700"/>
                <a:gd name="connsiteX13" fmla="*/ 265747 w 376237"/>
                <a:gd name="connsiteY13" fmla="*/ 180022 h 266700"/>
                <a:gd name="connsiteX14" fmla="*/ 266700 w 376237"/>
                <a:gd name="connsiteY14" fmla="*/ 180022 h 266700"/>
                <a:gd name="connsiteX15" fmla="*/ 311467 w 376237"/>
                <a:gd name="connsiteY15" fmla="*/ 0 h 266700"/>
                <a:gd name="connsiteX16" fmla="*/ 376238 w 376237"/>
                <a:gd name="connsiteY1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237" h="266700">
                  <a:moveTo>
                    <a:pt x="376238" y="0"/>
                  </a:moveTo>
                  <a:lnTo>
                    <a:pt x="297180" y="266700"/>
                  </a:lnTo>
                  <a:lnTo>
                    <a:pt x="237172" y="266700"/>
                  </a:lnTo>
                  <a:lnTo>
                    <a:pt x="188595" y="81915"/>
                  </a:lnTo>
                  <a:lnTo>
                    <a:pt x="187642" y="81915"/>
                  </a:lnTo>
                  <a:lnTo>
                    <a:pt x="139065" y="266700"/>
                  </a:lnTo>
                  <a:lnTo>
                    <a:pt x="79058" y="266700"/>
                  </a:lnTo>
                  <a:lnTo>
                    <a:pt x="0" y="0"/>
                  </a:lnTo>
                  <a:lnTo>
                    <a:pt x="65722" y="0"/>
                  </a:lnTo>
                  <a:lnTo>
                    <a:pt x="111442" y="180022"/>
                  </a:lnTo>
                  <a:lnTo>
                    <a:pt x="112395" y="180022"/>
                  </a:lnTo>
                  <a:lnTo>
                    <a:pt x="160020" y="0"/>
                  </a:lnTo>
                  <a:lnTo>
                    <a:pt x="217170" y="0"/>
                  </a:lnTo>
                  <a:lnTo>
                    <a:pt x="265747" y="180022"/>
                  </a:lnTo>
                  <a:lnTo>
                    <a:pt x="266700" y="180022"/>
                  </a:lnTo>
                  <a:lnTo>
                    <a:pt x="311467" y="0"/>
                  </a:lnTo>
                  <a:lnTo>
                    <a:pt x="3762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B39F0DE7-3D07-4192-947C-90054D2045DE}"/>
                </a:ext>
              </a:extLst>
            </p:cNvPr>
            <p:cNvSpPr/>
            <p:nvPr/>
          </p:nvSpPr>
          <p:spPr>
            <a:xfrm>
              <a:off x="3970971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3 w 79057"/>
                <a:gd name="connsiteY1" fmla="*/ 76200 h 384809"/>
                <a:gd name="connsiteX2" fmla="*/ 0 w 79057"/>
                <a:gd name="connsiteY2" fmla="*/ 38100 h 384809"/>
                <a:gd name="connsiteX3" fmla="*/ 39053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3 w 79057"/>
                <a:gd name="connsiteY6" fmla="*/ 384810 h 384809"/>
                <a:gd name="connsiteX7" fmla="*/ 8573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3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8" y="0"/>
                    <a:pt x="39053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635A2E71-4279-4C10-85D7-36329C8072A8}"/>
                </a:ext>
              </a:extLst>
            </p:cNvPr>
            <p:cNvSpPr/>
            <p:nvPr/>
          </p:nvSpPr>
          <p:spPr>
            <a:xfrm>
              <a:off x="4099559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7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14F6612F-7FFD-43C4-8253-5F26F2FA8205}"/>
                </a:ext>
              </a:extLst>
            </p:cNvPr>
            <p:cNvSpPr/>
            <p:nvPr/>
          </p:nvSpPr>
          <p:spPr>
            <a:xfrm>
              <a:off x="4346256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618FC839-7C8D-47CE-8EA1-08C1B33D2966}"/>
                </a:ext>
              </a:extLst>
            </p:cNvPr>
            <p:cNvSpPr/>
            <p:nvPr/>
          </p:nvSpPr>
          <p:spPr>
            <a:xfrm>
              <a:off x="4601527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8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3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89535" y="50482"/>
                    <a:pt x="67628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8BF38685-A8C4-4C94-89FB-0ED4A3F66456}"/>
                </a:ext>
              </a:extLst>
            </p:cNvPr>
            <p:cNvSpPr/>
            <p:nvPr/>
          </p:nvSpPr>
          <p:spPr>
            <a:xfrm>
              <a:off x="4913946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BE74C300-BF3D-407C-B075-3AEC8CCABF80}"/>
                </a:ext>
              </a:extLst>
            </p:cNvPr>
            <p:cNvSpPr/>
            <p:nvPr/>
          </p:nvSpPr>
          <p:spPr>
            <a:xfrm>
              <a:off x="519874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3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6198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3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008"/>
                    <a:pt x="130493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694207B-F80C-48C1-95D4-851EEEE6D0F5}"/>
                </a:ext>
              </a:extLst>
            </p:cNvPr>
            <p:cNvSpPr/>
            <p:nvPr/>
          </p:nvSpPr>
          <p:spPr>
            <a:xfrm>
              <a:off x="5454967" y="3216591"/>
              <a:ext cx="224789" cy="280035"/>
            </a:xfrm>
            <a:custGeom>
              <a:avLst/>
              <a:gdLst>
                <a:gd name="connsiteX0" fmla="*/ 222885 w 224789"/>
                <a:gd name="connsiteY0" fmla="*/ 237173 h 280035"/>
                <a:gd name="connsiteX1" fmla="*/ 127635 w 224789"/>
                <a:gd name="connsiteY1" fmla="*/ 280035 h 280035"/>
                <a:gd name="connsiteX2" fmla="*/ 0 w 224789"/>
                <a:gd name="connsiteY2" fmla="*/ 140970 h 280035"/>
                <a:gd name="connsiteX3" fmla="*/ 128588 w 224789"/>
                <a:gd name="connsiteY3" fmla="*/ 0 h 280035"/>
                <a:gd name="connsiteX4" fmla="*/ 224790 w 224789"/>
                <a:gd name="connsiteY4" fmla="*/ 45720 h 280035"/>
                <a:gd name="connsiteX5" fmla="*/ 181927 w 224789"/>
                <a:gd name="connsiteY5" fmla="*/ 86678 h 280035"/>
                <a:gd name="connsiteX6" fmla="*/ 128588 w 224789"/>
                <a:gd name="connsiteY6" fmla="*/ 57150 h 280035"/>
                <a:gd name="connsiteX7" fmla="*/ 62865 w 224789"/>
                <a:gd name="connsiteY7" fmla="*/ 140017 h 280035"/>
                <a:gd name="connsiteX8" fmla="*/ 128588 w 224789"/>
                <a:gd name="connsiteY8" fmla="*/ 222885 h 280035"/>
                <a:gd name="connsiteX9" fmla="*/ 183832 w 224789"/>
                <a:gd name="connsiteY9" fmla="*/ 193358 h 280035"/>
                <a:gd name="connsiteX10" fmla="*/ 222885 w 224789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A2F0F18D-4450-4104-A4C5-D960B4A1B571}"/>
                </a:ext>
              </a:extLst>
            </p:cNvPr>
            <p:cNvSpPr/>
            <p:nvPr/>
          </p:nvSpPr>
          <p:spPr>
            <a:xfrm>
              <a:off x="5733096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4FBC7316-BDD7-429B-8210-6AC7F92BB84D}"/>
                </a:ext>
              </a:extLst>
            </p:cNvPr>
            <p:cNvSpPr/>
            <p:nvPr/>
          </p:nvSpPr>
          <p:spPr>
            <a:xfrm>
              <a:off x="6023609" y="3217544"/>
              <a:ext cx="225742" cy="279082"/>
            </a:xfrm>
            <a:custGeom>
              <a:avLst/>
              <a:gdLst>
                <a:gd name="connsiteX0" fmla="*/ 114300 w 225742"/>
                <a:gd name="connsiteY0" fmla="*/ 107633 h 279082"/>
                <a:gd name="connsiteX1" fmla="*/ 164783 w 225742"/>
                <a:gd name="connsiteY1" fmla="*/ 113347 h 279082"/>
                <a:gd name="connsiteX2" fmla="*/ 164783 w 225742"/>
                <a:gd name="connsiteY2" fmla="*/ 103822 h 279082"/>
                <a:gd name="connsiteX3" fmla="*/ 105728 w 225742"/>
                <a:gd name="connsiteY3" fmla="*/ 52388 h 279082"/>
                <a:gd name="connsiteX4" fmla="*/ 38100 w 225742"/>
                <a:gd name="connsiteY4" fmla="*/ 67627 h 279082"/>
                <a:gd name="connsiteX5" fmla="*/ 24765 w 225742"/>
                <a:gd name="connsiteY5" fmla="*/ 15240 h 279082"/>
                <a:gd name="connsiteX6" fmla="*/ 112395 w 225742"/>
                <a:gd name="connsiteY6" fmla="*/ 0 h 279082"/>
                <a:gd name="connsiteX7" fmla="*/ 225743 w 225742"/>
                <a:gd name="connsiteY7" fmla="*/ 102870 h 279082"/>
                <a:gd name="connsiteX8" fmla="*/ 225743 w 225742"/>
                <a:gd name="connsiteY8" fmla="*/ 273367 h 279082"/>
                <a:gd name="connsiteX9" fmla="*/ 166688 w 225742"/>
                <a:gd name="connsiteY9" fmla="*/ 273367 h 279082"/>
                <a:gd name="connsiteX10" fmla="*/ 166688 w 225742"/>
                <a:gd name="connsiteY10" fmla="*/ 244792 h 279082"/>
                <a:gd name="connsiteX11" fmla="*/ 165735 w 225742"/>
                <a:gd name="connsiteY11" fmla="*/ 244792 h 279082"/>
                <a:gd name="connsiteX12" fmla="*/ 87630 w 225742"/>
                <a:gd name="connsiteY12" fmla="*/ 279083 h 279082"/>
                <a:gd name="connsiteX13" fmla="*/ 0 w 225742"/>
                <a:gd name="connsiteY13" fmla="*/ 194310 h 279082"/>
                <a:gd name="connsiteX14" fmla="*/ 114300 w 225742"/>
                <a:gd name="connsiteY14" fmla="*/ 107633 h 279082"/>
                <a:gd name="connsiteX15" fmla="*/ 103822 w 225742"/>
                <a:gd name="connsiteY15" fmla="*/ 232410 h 279082"/>
                <a:gd name="connsiteX16" fmla="*/ 164783 w 225742"/>
                <a:gd name="connsiteY16" fmla="*/ 200025 h 279082"/>
                <a:gd name="connsiteX17" fmla="*/ 164783 w 225742"/>
                <a:gd name="connsiteY17" fmla="*/ 153352 h 279082"/>
                <a:gd name="connsiteX18" fmla="*/ 120968 w 225742"/>
                <a:gd name="connsiteY18" fmla="*/ 148590 h 279082"/>
                <a:gd name="connsiteX19" fmla="*/ 59055 w 225742"/>
                <a:gd name="connsiteY19" fmla="*/ 192405 h 279082"/>
                <a:gd name="connsiteX20" fmla="*/ 103822 w 225742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42" h="279082">
                  <a:moveTo>
                    <a:pt x="114300" y="107633"/>
                  </a:moveTo>
                  <a:cubicBezTo>
                    <a:pt x="131445" y="107633"/>
                    <a:pt x="147638" y="108585"/>
                    <a:pt x="164783" y="113347"/>
                  </a:cubicBezTo>
                  <a:lnTo>
                    <a:pt x="164783" y="103822"/>
                  </a:lnTo>
                  <a:cubicBezTo>
                    <a:pt x="164783" y="69532"/>
                    <a:pt x="144780" y="52388"/>
                    <a:pt x="105728" y="52388"/>
                  </a:cubicBezTo>
                  <a:cubicBezTo>
                    <a:pt x="83820" y="52388"/>
                    <a:pt x="60008" y="57150"/>
                    <a:pt x="38100" y="67627"/>
                  </a:cubicBezTo>
                  <a:lnTo>
                    <a:pt x="24765" y="15240"/>
                  </a:lnTo>
                  <a:cubicBezTo>
                    <a:pt x="49530" y="5715"/>
                    <a:pt x="81915" y="0"/>
                    <a:pt x="112395" y="0"/>
                  </a:cubicBezTo>
                  <a:cubicBezTo>
                    <a:pt x="187643" y="0"/>
                    <a:pt x="225743" y="35242"/>
                    <a:pt x="225743" y="102870"/>
                  </a:cubicBezTo>
                  <a:lnTo>
                    <a:pt x="225743" y="273367"/>
                  </a:lnTo>
                  <a:lnTo>
                    <a:pt x="166688" y="273367"/>
                  </a:lnTo>
                  <a:lnTo>
                    <a:pt x="166688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4300" y="107633"/>
                  </a:cubicBezTo>
                  <a:close/>
                  <a:moveTo>
                    <a:pt x="103822" y="232410"/>
                  </a:moveTo>
                  <a:cubicBezTo>
                    <a:pt x="126683" y="232410"/>
                    <a:pt x="147638" y="220980"/>
                    <a:pt x="164783" y="200025"/>
                  </a:cubicBezTo>
                  <a:lnTo>
                    <a:pt x="164783" y="153352"/>
                  </a:lnTo>
                  <a:cubicBezTo>
                    <a:pt x="150495" y="149542"/>
                    <a:pt x="135255" y="148590"/>
                    <a:pt x="120968" y="148590"/>
                  </a:cubicBezTo>
                  <a:cubicBezTo>
                    <a:pt x="81915" y="148590"/>
                    <a:pt x="59055" y="164783"/>
                    <a:pt x="59055" y="192405"/>
                  </a:cubicBezTo>
                  <a:cubicBezTo>
                    <a:pt x="60008" y="217170"/>
                    <a:pt x="77153" y="232410"/>
                    <a:pt x="103822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93A88007-D673-4001-9BC9-61D23CFC79F4}"/>
                </a:ext>
              </a:extLst>
            </p:cNvPr>
            <p:cNvSpPr/>
            <p:nvPr/>
          </p:nvSpPr>
          <p:spPr>
            <a:xfrm>
              <a:off x="6299834" y="3097529"/>
              <a:ext cx="162877" cy="391477"/>
            </a:xfrm>
            <a:custGeom>
              <a:avLst/>
              <a:gdLst>
                <a:gd name="connsiteX0" fmla="*/ 162878 w 162877"/>
                <a:gd name="connsiteY0" fmla="*/ 58103 h 391477"/>
                <a:gd name="connsiteX1" fmla="*/ 135255 w 162877"/>
                <a:gd name="connsiteY1" fmla="*/ 52388 h 391477"/>
                <a:gd name="connsiteX2" fmla="*/ 101918 w 162877"/>
                <a:gd name="connsiteY2" fmla="*/ 89535 h 391477"/>
                <a:gd name="connsiteX3" fmla="*/ 101918 w 162877"/>
                <a:gd name="connsiteY3" fmla="*/ 125730 h 391477"/>
                <a:gd name="connsiteX4" fmla="*/ 155258 w 162877"/>
                <a:gd name="connsiteY4" fmla="*/ 125730 h 391477"/>
                <a:gd name="connsiteX5" fmla="*/ 155258 w 162877"/>
                <a:gd name="connsiteY5" fmla="*/ 177165 h 391477"/>
                <a:gd name="connsiteX6" fmla="*/ 102870 w 162877"/>
                <a:gd name="connsiteY6" fmla="*/ 177165 h 391477"/>
                <a:gd name="connsiteX7" fmla="*/ 102870 w 162877"/>
                <a:gd name="connsiteY7" fmla="*/ 391478 h 391477"/>
                <a:gd name="connsiteX8" fmla="*/ 40958 w 162877"/>
                <a:gd name="connsiteY8" fmla="*/ 391478 h 391477"/>
                <a:gd name="connsiteX9" fmla="*/ 40958 w 162877"/>
                <a:gd name="connsiteY9" fmla="*/ 177165 h 391477"/>
                <a:gd name="connsiteX10" fmla="*/ 0 w 162877"/>
                <a:gd name="connsiteY10" fmla="*/ 177165 h 391477"/>
                <a:gd name="connsiteX11" fmla="*/ 0 w 162877"/>
                <a:gd name="connsiteY11" fmla="*/ 126683 h 391477"/>
                <a:gd name="connsiteX12" fmla="*/ 40958 w 162877"/>
                <a:gd name="connsiteY12" fmla="*/ 126683 h 391477"/>
                <a:gd name="connsiteX13" fmla="*/ 40958 w 162877"/>
                <a:gd name="connsiteY13" fmla="*/ 88583 h 391477"/>
                <a:gd name="connsiteX14" fmla="*/ 125730 w 162877"/>
                <a:gd name="connsiteY14" fmla="*/ 0 h 391477"/>
                <a:gd name="connsiteX15" fmla="*/ 162878 w 162877"/>
                <a:gd name="connsiteY15" fmla="*/ 5715 h 391477"/>
                <a:gd name="connsiteX16" fmla="*/ 162878 w 162877"/>
                <a:gd name="connsiteY16" fmla="*/ 58103 h 3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877" h="391477">
                  <a:moveTo>
                    <a:pt x="162878" y="58103"/>
                  </a:moveTo>
                  <a:cubicBezTo>
                    <a:pt x="154305" y="54293"/>
                    <a:pt x="144780" y="52388"/>
                    <a:pt x="135255" y="52388"/>
                  </a:cubicBezTo>
                  <a:cubicBezTo>
                    <a:pt x="111443" y="52388"/>
                    <a:pt x="101918" y="64770"/>
                    <a:pt x="101918" y="89535"/>
                  </a:cubicBezTo>
                  <a:lnTo>
                    <a:pt x="101918" y="125730"/>
                  </a:lnTo>
                  <a:lnTo>
                    <a:pt x="155258" y="125730"/>
                  </a:lnTo>
                  <a:lnTo>
                    <a:pt x="155258" y="177165"/>
                  </a:lnTo>
                  <a:lnTo>
                    <a:pt x="102870" y="177165"/>
                  </a:lnTo>
                  <a:lnTo>
                    <a:pt x="102870" y="391478"/>
                  </a:lnTo>
                  <a:lnTo>
                    <a:pt x="40958" y="391478"/>
                  </a:lnTo>
                  <a:lnTo>
                    <a:pt x="40958" y="177165"/>
                  </a:lnTo>
                  <a:lnTo>
                    <a:pt x="0" y="177165"/>
                  </a:lnTo>
                  <a:lnTo>
                    <a:pt x="0" y="126683"/>
                  </a:lnTo>
                  <a:lnTo>
                    <a:pt x="40958" y="126683"/>
                  </a:lnTo>
                  <a:lnTo>
                    <a:pt x="40958" y="88583"/>
                  </a:lnTo>
                  <a:cubicBezTo>
                    <a:pt x="40958" y="33338"/>
                    <a:pt x="65722" y="0"/>
                    <a:pt x="125730" y="0"/>
                  </a:cubicBezTo>
                  <a:cubicBezTo>
                    <a:pt x="139065" y="0"/>
                    <a:pt x="152400" y="1905"/>
                    <a:pt x="162878" y="5715"/>
                  </a:cubicBezTo>
                  <a:lnTo>
                    <a:pt x="162878" y="581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8DA8B809-24B2-4D90-9ED8-0EC1864BB1A6}"/>
                </a:ext>
              </a:extLst>
            </p:cNvPr>
            <p:cNvSpPr/>
            <p:nvPr/>
          </p:nvSpPr>
          <p:spPr>
            <a:xfrm>
              <a:off x="649700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1922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D83D1A9-8840-46E3-A56E-2CA2BE14E7DE}"/>
                </a:ext>
              </a:extLst>
            </p:cNvPr>
            <p:cNvSpPr/>
            <p:nvPr/>
          </p:nvSpPr>
          <p:spPr>
            <a:xfrm>
              <a:off x="6725601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C2CD6EC0-4F06-472B-95CC-C377820B6039}"/>
                </a:ext>
              </a:extLst>
            </p:cNvPr>
            <p:cNvSpPr/>
            <p:nvPr/>
          </p:nvSpPr>
          <p:spPr>
            <a:xfrm>
              <a:off x="6861809" y="3105149"/>
              <a:ext cx="79057" cy="384809"/>
            </a:xfrm>
            <a:custGeom>
              <a:avLst/>
              <a:gdLst>
                <a:gd name="connsiteX0" fmla="*/ 79057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7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7" y="38100"/>
                  </a:moveTo>
                  <a:cubicBezTo>
                    <a:pt x="79057" y="60008"/>
                    <a:pt x="60960" y="76200"/>
                    <a:pt x="39052" y="76200"/>
                  </a:cubicBezTo>
                  <a:cubicBezTo>
                    <a:pt x="17145" y="76200"/>
                    <a:pt x="0" y="60008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7" y="16192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B23C2F5C-B201-44AE-B4CD-5354E822D5AA}"/>
                </a:ext>
              </a:extLst>
            </p:cNvPr>
            <p:cNvSpPr/>
            <p:nvPr/>
          </p:nvSpPr>
          <p:spPr>
            <a:xfrm>
              <a:off x="6998969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2A01C539-3230-423D-8CB5-A0C5433E0D2D}"/>
                </a:ext>
              </a:extLst>
            </p:cNvPr>
            <p:cNvSpPr/>
            <p:nvPr/>
          </p:nvSpPr>
          <p:spPr>
            <a:xfrm>
              <a:off x="7277099" y="3101339"/>
              <a:ext cx="229552" cy="389572"/>
            </a:xfrm>
            <a:custGeom>
              <a:avLst/>
              <a:gdLst>
                <a:gd name="connsiteX0" fmla="*/ 229552 w 229552"/>
                <a:gd name="connsiteY0" fmla="*/ 388620 h 389572"/>
                <a:gd name="connsiteX1" fmla="*/ 166688 w 229552"/>
                <a:gd name="connsiteY1" fmla="*/ 388620 h 389572"/>
                <a:gd name="connsiteX2" fmla="*/ 166688 w 229552"/>
                <a:gd name="connsiteY2" fmla="*/ 236220 h 389572"/>
                <a:gd name="connsiteX3" fmla="*/ 117157 w 229552"/>
                <a:gd name="connsiteY3" fmla="*/ 171450 h 389572"/>
                <a:gd name="connsiteX4" fmla="*/ 61913 w 229552"/>
                <a:gd name="connsiteY4" fmla="*/ 236220 h 389572"/>
                <a:gd name="connsiteX5" fmla="*/ 61913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2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7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7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BB47ECAD-BFE7-4710-BBB7-917B6C9A65FC}"/>
                </a:ext>
              </a:extLst>
            </p:cNvPr>
            <p:cNvSpPr/>
            <p:nvPr/>
          </p:nvSpPr>
          <p:spPr>
            <a:xfrm>
              <a:off x="7571422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B878E39A-661B-49C2-B48C-16FA017BAF30}"/>
                </a:ext>
              </a:extLst>
            </p:cNvPr>
            <p:cNvSpPr/>
            <p:nvPr/>
          </p:nvSpPr>
          <p:spPr>
            <a:xfrm>
              <a:off x="8041956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3 w 231457"/>
                <a:gd name="connsiteY1" fmla="*/ 60007 h 368617"/>
                <a:gd name="connsiteX2" fmla="*/ 65723 w 231457"/>
                <a:gd name="connsiteY2" fmla="*/ 151447 h 368617"/>
                <a:gd name="connsiteX3" fmla="*/ 189548 w 231457"/>
                <a:gd name="connsiteY3" fmla="*/ 151447 h 368617"/>
                <a:gd name="connsiteX4" fmla="*/ 189548 w 231457"/>
                <a:gd name="connsiteY4" fmla="*/ 211455 h 368617"/>
                <a:gd name="connsiteX5" fmla="*/ 65723 w 231457"/>
                <a:gd name="connsiteY5" fmla="*/ 211455 h 368617"/>
                <a:gd name="connsiteX6" fmla="*/ 65723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3" y="60007"/>
                  </a:lnTo>
                  <a:lnTo>
                    <a:pt x="65723" y="151447"/>
                  </a:lnTo>
                  <a:lnTo>
                    <a:pt x="189548" y="151447"/>
                  </a:lnTo>
                  <a:lnTo>
                    <a:pt x="189548" y="211455"/>
                  </a:lnTo>
                  <a:lnTo>
                    <a:pt x="65723" y="211455"/>
                  </a:lnTo>
                  <a:lnTo>
                    <a:pt x="65723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58A27F7B-B619-410F-95CC-104496B43D8A}"/>
                </a:ext>
              </a:extLst>
            </p:cNvPr>
            <p:cNvSpPr/>
            <p:nvPr/>
          </p:nvSpPr>
          <p:spPr>
            <a:xfrm>
              <a:off x="8285780" y="3217544"/>
              <a:ext cx="225758" cy="279082"/>
            </a:xfrm>
            <a:custGeom>
              <a:avLst/>
              <a:gdLst>
                <a:gd name="connsiteX0" fmla="*/ 114317 w 225758"/>
                <a:gd name="connsiteY0" fmla="*/ 107633 h 279082"/>
                <a:gd name="connsiteX1" fmla="*/ 164799 w 225758"/>
                <a:gd name="connsiteY1" fmla="*/ 113347 h 279082"/>
                <a:gd name="connsiteX2" fmla="*/ 164799 w 225758"/>
                <a:gd name="connsiteY2" fmla="*/ 103822 h 279082"/>
                <a:gd name="connsiteX3" fmla="*/ 105744 w 225758"/>
                <a:gd name="connsiteY3" fmla="*/ 52388 h 279082"/>
                <a:gd name="connsiteX4" fmla="*/ 38117 w 225758"/>
                <a:gd name="connsiteY4" fmla="*/ 67627 h 279082"/>
                <a:gd name="connsiteX5" fmla="*/ 24781 w 225758"/>
                <a:gd name="connsiteY5" fmla="*/ 15240 h 279082"/>
                <a:gd name="connsiteX6" fmla="*/ 112412 w 225758"/>
                <a:gd name="connsiteY6" fmla="*/ 0 h 279082"/>
                <a:gd name="connsiteX7" fmla="*/ 225759 w 225758"/>
                <a:gd name="connsiteY7" fmla="*/ 102870 h 279082"/>
                <a:gd name="connsiteX8" fmla="*/ 225759 w 225758"/>
                <a:gd name="connsiteY8" fmla="*/ 273367 h 279082"/>
                <a:gd name="connsiteX9" fmla="*/ 166704 w 225758"/>
                <a:gd name="connsiteY9" fmla="*/ 273367 h 279082"/>
                <a:gd name="connsiteX10" fmla="*/ 166704 w 225758"/>
                <a:gd name="connsiteY10" fmla="*/ 244792 h 279082"/>
                <a:gd name="connsiteX11" fmla="*/ 165751 w 225758"/>
                <a:gd name="connsiteY11" fmla="*/ 244792 h 279082"/>
                <a:gd name="connsiteX12" fmla="*/ 87646 w 225758"/>
                <a:gd name="connsiteY12" fmla="*/ 279083 h 279082"/>
                <a:gd name="connsiteX13" fmla="*/ 17 w 225758"/>
                <a:gd name="connsiteY13" fmla="*/ 194310 h 279082"/>
                <a:gd name="connsiteX14" fmla="*/ 114317 w 225758"/>
                <a:gd name="connsiteY14" fmla="*/ 107633 h 279082"/>
                <a:gd name="connsiteX15" fmla="*/ 103839 w 225758"/>
                <a:gd name="connsiteY15" fmla="*/ 232410 h 279082"/>
                <a:gd name="connsiteX16" fmla="*/ 164799 w 225758"/>
                <a:gd name="connsiteY16" fmla="*/ 200025 h 279082"/>
                <a:gd name="connsiteX17" fmla="*/ 164799 w 225758"/>
                <a:gd name="connsiteY17" fmla="*/ 153352 h 279082"/>
                <a:gd name="connsiteX18" fmla="*/ 120984 w 225758"/>
                <a:gd name="connsiteY18" fmla="*/ 148590 h 279082"/>
                <a:gd name="connsiteX19" fmla="*/ 59071 w 225758"/>
                <a:gd name="connsiteY19" fmla="*/ 192405 h 279082"/>
                <a:gd name="connsiteX20" fmla="*/ 103839 w 225758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8" h="279082">
                  <a:moveTo>
                    <a:pt x="114317" y="107633"/>
                  </a:moveTo>
                  <a:cubicBezTo>
                    <a:pt x="131462" y="107633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6" y="52388"/>
                    <a:pt x="105744" y="52388"/>
                  </a:cubicBezTo>
                  <a:cubicBezTo>
                    <a:pt x="83837" y="52388"/>
                    <a:pt x="60024" y="57150"/>
                    <a:pt x="38117" y="67627"/>
                  </a:cubicBezTo>
                  <a:lnTo>
                    <a:pt x="24781" y="15240"/>
                  </a:lnTo>
                  <a:cubicBezTo>
                    <a:pt x="49546" y="5715"/>
                    <a:pt x="81931" y="0"/>
                    <a:pt x="112412" y="0"/>
                  </a:cubicBezTo>
                  <a:cubicBezTo>
                    <a:pt x="187659" y="0"/>
                    <a:pt x="225759" y="35242"/>
                    <a:pt x="225759" y="102870"/>
                  </a:cubicBezTo>
                  <a:lnTo>
                    <a:pt x="225759" y="273367"/>
                  </a:lnTo>
                  <a:lnTo>
                    <a:pt x="166704" y="273367"/>
                  </a:lnTo>
                  <a:lnTo>
                    <a:pt x="166704" y="244792"/>
                  </a:lnTo>
                  <a:lnTo>
                    <a:pt x="165751" y="244792"/>
                  </a:lnTo>
                  <a:cubicBezTo>
                    <a:pt x="142892" y="268605"/>
                    <a:pt x="119079" y="279083"/>
                    <a:pt x="87646" y="279083"/>
                  </a:cubicBezTo>
                  <a:cubicBezTo>
                    <a:pt x="34306" y="279083"/>
                    <a:pt x="17" y="245745"/>
                    <a:pt x="17" y="194310"/>
                  </a:cubicBezTo>
                  <a:cubicBezTo>
                    <a:pt x="-936" y="138113"/>
                    <a:pt x="39069" y="107633"/>
                    <a:pt x="114317" y="107633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3352"/>
                  </a:lnTo>
                  <a:cubicBezTo>
                    <a:pt x="150512" y="149542"/>
                    <a:pt x="135271" y="148590"/>
                    <a:pt x="120984" y="148590"/>
                  </a:cubicBezTo>
                  <a:cubicBezTo>
                    <a:pt x="81931" y="148590"/>
                    <a:pt x="59071" y="164783"/>
                    <a:pt x="59071" y="192405"/>
                  </a:cubicBezTo>
                  <a:cubicBezTo>
                    <a:pt x="59071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F7644607-6274-4D03-90D7-71C48FCB5FB0}"/>
                </a:ext>
              </a:extLst>
            </p:cNvPr>
            <p:cNvSpPr/>
            <p:nvPr/>
          </p:nvSpPr>
          <p:spPr>
            <a:xfrm>
              <a:off x="8590597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EFC3B667-AEDC-4D5D-8AD4-793D19B406D4}"/>
                </a:ext>
              </a:extLst>
            </p:cNvPr>
            <p:cNvSpPr/>
            <p:nvPr/>
          </p:nvSpPr>
          <p:spPr>
            <a:xfrm>
              <a:off x="8870631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8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6AB3C5DC-4B24-4663-BBB8-DA9B4BE7B3A6}"/>
                </a:ext>
              </a:extLst>
            </p:cNvPr>
            <p:cNvSpPr/>
            <p:nvPr/>
          </p:nvSpPr>
          <p:spPr>
            <a:xfrm>
              <a:off x="9180194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25F25D25-8968-4D14-84F0-DCC5050A42B9}"/>
                </a:ext>
              </a:extLst>
            </p:cNvPr>
            <p:cNvSpPr/>
            <p:nvPr/>
          </p:nvSpPr>
          <p:spPr>
            <a:xfrm>
              <a:off x="9297351" y="3138487"/>
              <a:ext cx="165735" cy="358140"/>
            </a:xfrm>
            <a:custGeom>
              <a:avLst/>
              <a:gdLst>
                <a:gd name="connsiteX0" fmla="*/ 165735 w 165735"/>
                <a:gd name="connsiteY0" fmla="*/ 295275 h 358140"/>
                <a:gd name="connsiteX1" fmla="*/ 165735 w 165735"/>
                <a:gd name="connsiteY1" fmla="*/ 348615 h 358140"/>
                <a:gd name="connsiteX2" fmla="*/ 113348 w 165735"/>
                <a:gd name="connsiteY2" fmla="*/ 358140 h 358140"/>
                <a:gd name="connsiteX3" fmla="*/ 40958 w 165735"/>
                <a:gd name="connsiteY3" fmla="*/ 282892 h 358140"/>
                <a:gd name="connsiteX4" fmla="*/ 40958 w 165735"/>
                <a:gd name="connsiteY4" fmla="*/ 137160 h 358140"/>
                <a:gd name="connsiteX5" fmla="*/ 0 w 165735"/>
                <a:gd name="connsiteY5" fmla="*/ 137160 h 358140"/>
                <a:gd name="connsiteX6" fmla="*/ 0 w 165735"/>
                <a:gd name="connsiteY6" fmla="*/ 85725 h 358140"/>
                <a:gd name="connsiteX7" fmla="*/ 40005 w 165735"/>
                <a:gd name="connsiteY7" fmla="*/ 85725 h 358140"/>
                <a:gd name="connsiteX8" fmla="*/ 40005 w 165735"/>
                <a:gd name="connsiteY8" fmla="*/ 13335 h 358140"/>
                <a:gd name="connsiteX9" fmla="*/ 101918 w 165735"/>
                <a:gd name="connsiteY9" fmla="*/ 0 h 358140"/>
                <a:gd name="connsiteX10" fmla="*/ 101918 w 165735"/>
                <a:gd name="connsiteY10" fmla="*/ 86677 h 358140"/>
                <a:gd name="connsiteX11" fmla="*/ 165735 w 165735"/>
                <a:gd name="connsiteY11" fmla="*/ 86677 h 358140"/>
                <a:gd name="connsiteX12" fmla="*/ 165735 w 165735"/>
                <a:gd name="connsiteY12" fmla="*/ 138113 h 358140"/>
                <a:gd name="connsiteX13" fmla="*/ 101918 w 165735"/>
                <a:gd name="connsiteY13" fmla="*/ 138113 h 358140"/>
                <a:gd name="connsiteX14" fmla="*/ 101918 w 165735"/>
                <a:gd name="connsiteY14" fmla="*/ 269558 h 358140"/>
                <a:gd name="connsiteX15" fmla="*/ 130493 w 165735"/>
                <a:gd name="connsiteY15" fmla="*/ 304800 h 358140"/>
                <a:gd name="connsiteX16" fmla="*/ 165735 w 165735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3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ED182938-751B-4CBB-8340-A6FD2C5AF3F3}"/>
                </a:ext>
              </a:extLst>
            </p:cNvPr>
            <p:cNvSpPr/>
            <p:nvPr/>
          </p:nvSpPr>
          <p:spPr>
            <a:xfrm>
              <a:off x="9511664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3 w 225742"/>
                <a:gd name="connsiteY7" fmla="*/ 210503 h 386715"/>
                <a:gd name="connsiteX8" fmla="*/ 225743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8 w 225742"/>
                <a:gd name="connsiteY15" fmla="*/ 72390 h 386715"/>
                <a:gd name="connsiteX16" fmla="*/ 26670 w 225742"/>
                <a:gd name="connsiteY16" fmla="*/ 36195 h 386715"/>
                <a:gd name="connsiteX17" fmla="*/ 63818 w 225742"/>
                <a:gd name="connsiteY17" fmla="*/ 0 h 386715"/>
                <a:gd name="connsiteX18" fmla="*/ 100965 w 225742"/>
                <a:gd name="connsiteY18" fmla="*/ 36195 h 386715"/>
                <a:gd name="connsiteX19" fmla="*/ 63818 w 225742"/>
                <a:gd name="connsiteY19" fmla="*/ 72390 h 386715"/>
                <a:gd name="connsiteX20" fmla="*/ 103823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8 w 225742"/>
                <a:gd name="connsiteY23" fmla="*/ 256222 h 386715"/>
                <a:gd name="connsiteX24" fmla="*/ 59055 w 225742"/>
                <a:gd name="connsiteY24" fmla="*/ 300038 h 386715"/>
                <a:gd name="connsiteX25" fmla="*/ 103823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3" y="107633"/>
                    <a:pt x="225743" y="142875"/>
                    <a:pt x="225743" y="210503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8" y="256222"/>
                  </a:cubicBezTo>
                  <a:cubicBezTo>
                    <a:pt x="81915" y="256222"/>
                    <a:pt x="59055" y="272415"/>
                    <a:pt x="59055" y="300038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1F386436-DD68-4971-B1BC-54269868F691}"/>
                </a:ext>
              </a:extLst>
            </p:cNvPr>
            <p:cNvSpPr/>
            <p:nvPr/>
          </p:nvSpPr>
          <p:spPr>
            <a:xfrm>
              <a:off x="9785984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7 w 165734"/>
                <a:gd name="connsiteY9" fmla="*/ 0 h 358140"/>
                <a:gd name="connsiteX10" fmla="*/ 101917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7 w 165734"/>
                <a:gd name="connsiteY13" fmla="*/ 138113 h 358140"/>
                <a:gd name="connsiteX14" fmla="*/ 101917 w 165734"/>
                <a:gd name="connsiteY14" fmla="*/ 269558 h 358140"/>
                <a:gd name="connsiteX15" fmla="*/ 130492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2"/>
                    <a:pt x="110490" y="304800"/>
                    <a:pt x="130492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97301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39" name="Grafik 3">
            <a:extLst>
              <a:ext uri="{FF2B5EF4-FFF2-40B4-BE49-F238E27FC236}">
                <a16:creationId xmlns:a16="http://schemas.microsoft.com/office/drawing/2014/main" id="{3B98EDFF-F45C-45BF-AC94-A3A356851F18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88" name="Textfeld 87">
            <a:extLst>
              <a:ext uri="{FF2B5EF4-FFF2-40B4-BE49-F238E27FC236}">
                <a16:creationId xmlns:a16="http://schemas.microsoft.com/office/drawing/2014/main" id="{97A466B4-16EE-624D-969F-9C5983BA8F4D}"/>
              </a:ext>
            </a:extLst>
          </p:cNvPr>
          <p:cNvSpPr txBox="1"/>
          <p:nvPr userDrawn="1"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1F0BB388-FF23-8A41-894E-605379C0E29B}"/>
              </a:ext>
            </a:extLst>
          </p:cNvPr>
          <p:cNvGrpSpPr/>
          <p:nvPr userDrawn="1"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90" name="Grafik 89">
              <a:extLst>
                <a:ext uri="{FF2B5EF4-FFF2-40B4-BE49-F238E27FC236}">
                  <a16:creationId xmlns:a16="http://schemas.microsoft.com/office/drawing/2014/main" id="{76C79E60-E686-294E-BF3A-B46EC9EAA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4883705B-B651-F44D-AFFC-E45CD04AD063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431E-932F-2344-87BD-EE52D6989E8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A704F-9F24-FE42-9772-3896FEF1675B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63151F-1944-594E-849F-BF838536C41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afik 3">
            <a:extLst>
              <a:ext uri="{FF2B5EF4-FFF2-40B4-BE49-F238E27FC236}">
                <a16:creationId xmlns:a16="http://schemas.microsoft.com/office/drawing/2014/main" id="{63B15E59-1DC8-4E69-A2E3-B7C301F85A74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31479838-9F74-4673-9EBF-71D7160465DB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853C65E7-B88C-42F7-937F-8DB98A4E9FCC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758B2ACA-719E-43F3-9EC0-0034F9047CBB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35EE226D-3234-43F6-8BB4-C0E371601E92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A7EFAE98-DF8E-4D8F-BA4F-2EDBA3177CF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B44E1B9-32E5-4A3A-8DDB-8859CA78DEA6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A113CC62-1A03-4F2F-81E6-89FD73E20543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AEAF2AAD-7F92-4C68-919A-54ED1D8E07B7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5FFE12AD-2431-47E8-ABC4-3D8E3A605297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DAA0DE08-F7C2-4423-8FFE-8532F2A5C6FD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9FA5E0D5-28AF-4E95-B133-86F7102C0A96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8BF7A4DF-5D86-43D9-A178-B2D1212251F4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A7958CCB-2330-4A17-B5C3-425A7C3D83AC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FA7F979D-C5F8-486C-A37D-020E7D3D317B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1770F-AEF4-4C86-94F7-682AFD95DE4B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C2E010-BDCD-474A-A6F8-8BD52E984837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18AF4BC2-37FE-4D4C-97FA-D42EB65D0C56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0202D10A-B967-464F-8305-AA6FAA93839B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47E67764-C4B8-41B0-B9C5-C4DF345626E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B81E770-0087-40A5-A3DA-94AC0A24BAF6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EA875C85-F2F5-46FB-B389-D71C46A1DE24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34E2D03D-0830-486A-A6A9-F40A5230F968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402E3471-A6EC-4D18-B2A8-8BAE25AF636D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AEDACA6D-F2B5-49EA-A2BB-7F2DA522AD37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DC4084CA-5DB9-4485-8430-F048E5F868DC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FDD49516-EA60-4B95-B9D2-C3E7F48B2ACE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5BCEF951-365A-47DF-B144-DA13EF292D61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683A02B9-87B9-42C6-A66E-EE963D0E48AB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3E1D314-1BE4-4D91-906A-39A39510A066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82CCDC97-7480-43E2-A280-1F630D229367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E50BE68B-7749-4F77-9172-E959A95D111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A40B095B-7AF5-4ED7-A633-F4D6D308DCA7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C087BE32-DA94-4094-A1C5-68E43E197CD9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10EF90D-D961-4886-A667-E29488DD3B72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CC725CA-1995-466A-BBFB-E4CC489DC9A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A679DB96-810C-4354-B51A-032CFEFED6D5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128EA777-D1F4-47DC-93D5-A5DF6BD4D2D2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4ED8FD9A-7134-4B69-86C9-5584AABA0DA1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F136C0CB-E9EC-4D79-ABB6-F229DA9FF52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56B10647-27C1-42C9-9CE4-63BC66AAEC60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694EE07-7C6D-4AEB-9248-C77C0C2DA2C9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4C49C4B4-927F-405D-9CBA-4D5DAADCBB4D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CE5A6C1-7169-4363-BD9D-A2503A01234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C285BC79-E7CB-41E4-9EAF-48FA16725D93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0FE4AEB4-A994-48BE-B61D-C6EC2698C0BE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7C18043D-1369-4E6D-9211-DD23A824E7CB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6281DAD0-3872-400E-8D26-FFA074932973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A238B80F-CEC5-4808-AF03-A33208CDDBB0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55691878-494C-4687-9A55-8351DD5972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E0DEE-0961-FA4D-AE94-D10BD920703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C93-6A51-8444-B3D2-C9E226F9D1AE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E0B4-F72B-B14B-80F4-D2A80C606586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90A9-EBB7-B549-8FF0-173CCB23736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0AB9-C7F9-3346-96C4-B6E069B93220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3B760-0B2D-2B44-9BF1-1E7B5D491AD7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E2EF-EFA6-274D-BDDB-5B6C0DCA6AA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8392-B0B5-4E48-AD54-85FB63F14CA4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852E-2FC7-4841-9150-A1EFC7605A0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4CDFEE-E9FA-C647-BEA8-1AC606327D63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4" name="Grafik 4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B347D-BAD8-664E-AF25-B93A6305A038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B8E6-BDB5-9947-8710-CF7703CA4D54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95" y="247920"/>
            <a:ext cx="993966" cy="6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afik 3">
            <a:extLst>
              <a:ext uri="{FF2B5EF4-FFF2-40B4-BE49-F238E27FC236}">
                <a16:creationId xmlns:a16="http://schemas.microsoft.com/office/drawing/2014/main" id="{7EDB224C-20EA-4E58-9D0D-992C660EA7C3}"/>
              </a:ext>
            </a:extLst>
          </p:cNvPr>
          <p:cNvGrpSpPr/>
          <p:nvPr userDrawn="1"/>
        </p:nvGrpSpPr>
        <p:grpSpPr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F0062D9-7FA7-487E-B266-465DCCF07634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E64F3B7C-CB4A-4496-94EF-731E99CC6D26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BC8F2FE3-8BCF-4388-9D18-C9FDBDA8F54F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DD335225-272F-4571-BDD9-C4D260933D6A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BF69BAD7-575C-4929-A903-11EBC948B0D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FD20AC73-D10C-4D22-8487-42E7948AA409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C8D9FDD-C5F5-4349-BD5F-D81FB30DB6DE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52F4FC91-2197-434F-A278-42EE431CFCAE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70989457-73C8-4AE9-A3E6-E132F67ADA2C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97405C47-1DB1-40F6-BCEC-9BCDAEC7A2FE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8B65F82E-B0A2-4FE8-850E-F63AE810CA1C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A00446A1-9174-4182-AFBD-F7FDFC75E70F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BDAA100-7EC2-47E0-8C69-9A45AA444761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9F428011-BD3C-4C8D-8D99-4841E1FFC0AF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F6C7C54C-A8CF-4444-AC59-BF72E47F72A6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F50FAB8E-78AE-4621-92B7-50E022AAB55A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AC24D8DA-7994-4FBE-8591-E8A44FF7C7F7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C26A421C-A8D4-4825-8BA4-943B818B8D2E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022EA131-DFDB-431F-A60F-CCAACE5F8476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75B85351-FC36-4EAA-ADAC-848C5CE8CF20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864D1068-6C88-4E64-9CE8-709F2115AB93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060D30F5-7860-4FEF-9867-6D902CB11985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732D5F25-F623-49DA-B9D2-8BB8C68F24F2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0FAC63F4-9971-49C4-8827-AF6DFF0CACC5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B0C9B571-3A50-4743-B6C5-E6337F5E3872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E454C239-1FB1-4A92-A3A3-00D362D352BB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8B477F16-4711-4484-85E1-93965BBDAEC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50A65D7A-5744-468F-9625-38183D07B3A0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72308F4-C46D-44F7-A941-546D6F81040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410975B0-0BB1-4600-901F-1A785AB533DC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5E5E3A78-B400-4E3E-A684-1AF24E10D831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59AC3075-8837-4AFD-8F75-890D1D9AF8CF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6F2E48AF-510F-486C-BDB2-4FA9AE217CDF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3B965C2F-CC59-477C-B69E-2D51A0CDD5D4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0A9408CB-7970-4EA5-8BBC-971D93830404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F9118195-76D4-4209-ACC9-AFF1E0377B21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90E8F94-9DF5-4633-A4DA-1E970ED17EF0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8CB1B880-DFBA-47FA-A0D1-80F79DCEF058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7F7BC3AF-0B66-4B22-B031-DE626CAAD637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4A283BC6-ABA7-4329-B3E5-10C461ACE247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D6ECD116-CF25-4465-B5AC-8F2569E130E0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E34A90A-432D-4C60-9F16-7923D1D0B494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B854A39-3934-43E9-8CFE-175EC7FE0A9C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53C14EFA-5A1A-4D01-9767-9A186FA29B5B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69D2715-AF0E-46E1-8FF2-F91E9406D07D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59E0035D-2A73-49EA-B365-FBBEE42775B2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C8BFC058-3B6C-4338-940F-5C6277708C38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1367B7B8-EDCE-43FA-BEAF-423CF7A90572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E97F9C3D-43CA-488F-B0D8-FAC6A2FE2AD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5F62C09-3741-FA47-81E6-1D2CB129D1D3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2E8F5DC4-B3AD-4456-8E9B-9A5F7EF38D3B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3005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3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EE1C74F-AF2E-BD47-82BF-C60B2FAF1DA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2778AB1-ADFD-8A4C-B634-A1BFD28509A8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A4B336B0-5AA0-4184-BF29-90BF37A678FA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450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E99BA32-3250-DA44-A3A3-C99B3C360211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6B9C3F00-7FB2-4003-A482-01BAC23713A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6214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89001D-5E94-174C-AF69-6CF1160AA43D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5.xml"/><Relationship Id="rId6" Type="http://schemas.microsoft.com/office/2007/relationships/diagramDrawing" Target="../diagrams/drawing1.xml"/><Relationship Id="rId11" Type="http://schemas.openxmlformats.org/officeDocument/2006/relationships/image" Target="../media/image250.png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5.xml"/><Relationship Id="rId6" Type="http://schemas.microsoft.com/office/2007/relationships/diagramDrawing" Target="../diagrams/drawing2.xml"/><Relationship Id="rId11" Type="http://schemas.openxmlformats.org/officeDocument/2006/relationships/image" Target="../media/image291.pn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9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8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8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8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2E97C76-A4DB-4E4D-BDE5-C46A0BB87C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>
          <a:xfrm>
            <a:off x="0" y="1753681"/>
            <a:ext cx="12192000" cy="5229226"/>
          </a:xfr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FE21F9E-BD7F-9E4E-B4E9-A439D7D0701D}"/>
              </a:ext>
            </a:extLst>
          </p:cNvPr>
          <p:cNvSpPr txBox="1"/>
          <p:nvPr/>
        </p:nvSpPr>
        <p:spPr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Lehrstuhl Elektrische Smart City Systeme</a:t>
            </a:r>
          </a:p>
          <a:p>
            <a:r>
              <a:rPr lang="de-DE" sz="1400" dirty="0" err="1"/>
              <a:t>Nuremberg</a:t>
            </a:r>
            <a:r>
              <a:rPr lang="de-DE" sz="1400" dirty="0"/>
              <a:t> Campus </a:t>
            </a:r>
            <a:r>
              <a:rPr lang="de-DE" sz="1400" dirty="0" err="1"/>
              <a:t>of</a:t>
            </a:r>
            <a:r>
              <a:rPr lang="de-DE" sz="1400" dirty="0"/>
              <a:t> Technology (NCT)</a:t>
            </a:r>
          </a:p>
          <a:p>
            <a:endParaRPr lang="de-DE" sz="1400" b="1" dirty="0"/>
          </a:p>
          <a:p>
            <a:r>
              <a:rPr lang="de-DE" sz="1400" dirty="0"/>
              <a:t>Prof. Dr.-Ing. </a:t>
            </a:r>
            <a:r>
              <a:rPr lang="de-DE" sz="1400" b="1" dirty="0"/>
              <a:t>Norman Franchi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E3EF9C-5A29-7042-B0B3-B4ECB36179A6}"/>
              </a:ext>
            </a:extLst>
          </p:cNvPr>
          <p:cNvGrpSpPr/>
          <p:nvPr/>
        </p:nvGrpSpPr>
        <p:grpSpPr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8BF05818-C2E5-F941-9F69-54BB59A40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881766C-D97F-6642-AA43-79B57BDC4E57}"/>
                </a:ext>
              </a:extLst>
            </p:cNvPr>
            <p:cNvSpPr txBox="1"/>
            <p:nvPr/>
          </p:nvSpPr>
          <p:spPr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Engineering </a:t>
              </a:r>
              <a:r>
                <a:rPr lang="de-DE" sz="9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 Smart Cities</a:t>
              </a: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BCAF8A78-E2C8-91B6-8559-F05D0005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63" y="1628775"/>
            <a:ext cx="10953576" cy="1320361"/>
          </a:xfrm>
        </p:spPr>
        <p:txBody>
          <a:bodyPr/>
          <a:lstStyle/>
          <a:p>
            <a:pPr algn="ctr"/>
            <a:r>
              <a:rPr lang="en-GB" sz="4000" i="0" dirty="0">
                <a:effectLst/>
                <a:latin typeface="Calibri" panose="020F0502020204030204" pitchFamily="34" charset="0"/>
              </a:rPr>
              <a:t>Master Thesis</a:t>
            </a:r>
            <a:r>
              <a:rPr lang="en-GB" sz="4000" b="0" i="0" dirty="0">
                <a:effectLst/>
                <a:latin typeface="Calibri" panose="020F0502020204030204" pitchFamily="34" charset="0"/>
              </a:rPr>
              <a:t>: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RSS-based localization 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distributed spectrum sensing for 5G networks</a:t>
            </a:r>
            <a:endParaRPr lang="en-DE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A2DBB4-36C6-4F13-2416-F53B6D2D53F0}"/>
              </a:ext>
            </a:extLst>
          </p:cNvPr>
          <p:cNvSpPr txBox="1"/>
          <p:nvPr/>
        </p:nvSpPr>
        <p:spPr>
          <a:xfrm>
            <a:off x="8426056" y="4047302"/>
            <a:ext cx="1380186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Begin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: 1.0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 23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DE" sz="1600" u="sng" dirty="0">
                <a:latin typeface="Arial"/>
              </a:rPr>
              <a:t>End</a:t>
            </a:r>
            <a:r>
              <a:rPr lang="en-DE" sz="1600" dirty="0">
                <a:latin typeface="Arial"/>
              </a:rPr>
              <a:t>: </a:t>
            </a:r>
            <a:r>
              <a:rPr lang="en-US" sz="1600" dirty="0">
                <a:latin typeface="Arial"/>
              </a:rPr>
              <a:t>2</a:t>
            </a:r>
            <a:r>
              <a:rPr lang="en-DE" sz="1600" dirty="0">
                <a:latin typeface="Arial"/>
              </a:rPr>
              <a:t>.</a:t>
            </a:r>
            <a:r>
              <a:rPr lang="en-US" sz="1600" dirty="0">
                <a:latin typeface="Arial"/>
              </a:rPr>
              <a:t>10</a:t>
            </a:r>
            <a:r>
              <a:rPr lang="en-DE" sz="1600" dirty="0">
                <a:latin typeface="Arial"/>
              </a:rPr>
              <a:t>.23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98115-ADF9-35A8-5B18-F9FCB92F5293}"/>
              </a:ext>
            </a:extLst>
          </p:cNvPr>
          <p:cNvSpPr txBox="1"/>
          <p:nvPr/>
        </p:nvSpPr>
        <p:spPr>
          <a:xfrm>
            <a:off x="5600601" y="3797490"/>
            <a:ext cx="1197444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Supervisors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FC611-B338-AF22-36B4-3C735A8D8391}"/>
              </a:ext>
            </a:extLst>
          </p:cNvPr>
          <p:cNvSpPr txBox="1"/>
          <p:nvPr/>
        </p:nvSpPr>
        <p:spPr>
          <a:xfrm>
            <a:off x="5553318" y="4222524"/>
            <a:ext cx="1469954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Victor Shatov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Norman Franchi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C6833-19AC-E77B-AE91-B1B6A7AB4FA9}"/>
              </a:ext>
            </a:extLst>
          </p:cNvPr>
          <p:cNvSpPr txBox="1"/>
          <p:nvPr/>
        </p:nvSpPr>
        <p:spPr>
          <a:xfrm>
            <a:off x="2731564" y="4031022"/>
            <a:ext cx="1604606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Student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Aakarsh Dhariwal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EFE90-E4B2-F168-18AC-22BE99D4EB4D}"/>
              </a:ext>
            </a:extLst>
          </p:cNvPr>
          <p:cNvSpPr txBox="1"/>
          <p:nvPr/>
        </p:nvSpPr>
        <p:spPr>
          <a:xfrm>
            <a:off x="5087639" y="3021278"/>
            <a:ext cx="102592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u="sng" dirty="0">
                <a:latin typeface="Arial"/>
              </a:rPr>
              <a:t>19</a:t>
            </a: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10</a:t>
            </a:r>
            <a:r>
              <a:rPr kumimoji="0" lang="en-DE" sz="16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.2023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E2B8F-4706-CEDE-4630-07888E0F8AAE}"/>
              </a:ext>
            </a:extLst>
          </p:cNvPr>
          <p:cNvSpPr txBox="1"/>
          <p:nvPr/>
        </p:nvSpPr>
        <p:spPr>
          <a:xfrm>
            <a:off x="7575176" y="475129"/>
            <a:ext cx="6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54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FE52B-7CDC-EAF5-C703-8E4A683F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431E-932F-2344-87BD-EE52D6989E8A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AB39A-F345-57D4-C996-017EB7E3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593" y="6634666"/>
            <a:ext cx="5469732" cy="123111"/>
          </a:xfrm>
        </p:spPr>
        <p:txBody>
          <a:bodyPr/>
          <a:lstStyle/>
          <a:p>
            <a:r>
              <a:rPr lang="de-DE" dirty="0"/>
              <a:t>Lehrstuhl Elektrische Smart City Systeme | RSS-based localization using distributed spectrum sensing| Aakarsh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FE3EF-D4E1-1A6E-1935-7BA820C6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88628-466A-5C4B-7E24-1CE1DB1008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D3B566-9C9D-2A73-0A5A-77BD730891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E4B2BF-F48C-94E2-EE69-A7ECC806B8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77EBF9-2A38-C62F-B2B6-028A2CD64E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BD843EF-5B02-8957-1513-94E035D6F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REM construction</a:t>
            </a:r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C7DEEFC-2F88-28D6-E876-8B78E48254E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EC4EC4A-A0E3-E7F1-479C-AE7286FC480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Conclusion	</a:t>
            </a: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C6416C3-D30A-2C34-A42B-8E2D8281D4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2BFBE48-B561-4ED8-6F13-30B5814E12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8F35213-7D56-7861-A7AC-B8C5A1CED2B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892C5E5C-DCFD-BBAC-1210-2AA077D0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7B71605-902D-315A-1EC2-16FA4EB80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Motivation and objective</a:t>
            </a:r>
            <a:endParaRPr lang="en-IN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37378C3-199C-C676-FEBD-02E31AABAA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	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B1DCFC-F548-BDD7-D03E-6688E579894D}"/>
              </a:ext>
            </a:extLst>
          </p:cNvPr>
          <p:cNvCxnSpPr>
            <a:endCxn id="22" idx="1"/>
          </p:cNvCxnSpPr>
          <p:nvPr/>
        </p:nvCxnSpPr>
        <p:spPr>
          <a:xfrm flipH="1">
            <a:off x="6206332" y="3218688"/>
            <a:ext cx="1889156" cy="74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CC01E1-C3BD-7FF8-6290-83C4491ED5C7}"/>
              </a:ext>
            </a:extLst>
          </p:cNvPr>
          <p:cNvSpPr txBox="1"/>
          <p:nvPr/>
        </p:nvSpPr>
        <p:spPr>
          <a:xfrm>
            <a:off x="782012" y="3985201"/>
            <a:ext cx="113814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DE" sz="1600" dirty="0">
                <a:solidFill>
                  <a:srgbClr val="FF0000"/>
                </a:solidFill>
                <a:latin typeface="Arial"/>
              </a:rPr>
              <a:t>5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34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F4A0E-106B-F052-9F25-B10B1C1B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EA8F0-FE78-A238-5846-35D57D9D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1E0E6-442D-DBD4-D39A-F9239202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9B963-326B-8BF3-AEE0-D19C8BC0E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Localization of active transmitter supports many location based services and applications such as security, spectrum occupancy.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Received signal strength (RSS) measurements captured from sensors as a means to perform localization.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Using the estimated position to estimate power map or radio environment map (REM) of the transmitter.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7DC7C1-8321-64A2-3D71-3FD62CEC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objective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CFD28B-3EDF-8F02-E022-39DAF3A57CC6}"/>
              </a:ext>
            </a:extLst>
          </p:cNvPr>
          <p:cNvCxnSpPr/>
          <p:nvPr/>
        </p:nvCxnSpPr>
        <p:spPr>
          <a:xfrm flipH="1">
            <a:off x="8493071" y="2851688"/>
            <a:ext cx="192428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9A8F10-11F9-B427-ACA6-4D064D0D7B08}"/>
              </a:ext>
            </a:extLst>
          </p:cNvPr>
          <p:cNvSpPr txBox="1"/>
          <p:nvPr/>
        </p:nvSpPr>
        <p:spPr>
          <a:xfrm>
            <a:off x="8713020" y="3105571"/>
            <a:ext cx="1484381" cy="249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 a certain area</a:t>
            </a:r>
          </a:p>
        </p:txBody>
      </p:sp>
    </p:spTree>
    <p:extLst>
      <p:ext uri="{BB962C8B-B14F-4D97-AF65-F5344CB8AC3E}">
        <p14:creationId xmlns:p14="http://schemas.microsoft.com/office/powerpoint/2010/main" val="203858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objective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0960D-39EC-D000-280F-2819F8B25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463" y="1631156"/>
            <a:ext cx="8635200" cy="4569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6C8F98-3895-E107-692C-ABE4415F8824}"/>
              </a:ext>
            </a:extLst>
          </p:cNvPr>
          <p:cNvSpPr/>
          <p:nvPr/>
        </p:nvSpPr>
        <p:spPr>
          <a:xfrm>
            <a:off x="5669280" y="1295555"/>
            <a:ext cx="2531443" cy="26123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44ED1-7266-2944-7CC6-426B63919AB9}"/>
              </a:ext>
            </a:extLst>
          </p:cNvPr>
          <p:cNvSpPr/>
          <p:nvPr/>
        </p:nvSpPr>
        <p:spPr>
          <a:xfrm>
            <a:off x="4995512" y="1631156"/>
            <a:ext cx="673768" cy="6115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D9AEE4-3DF5-A190-E2B5-B8121D9E6EEB}"/>
              </a:ext>
            </a:extLst>
          </p:cNvPr>
          <p:cNvSpPr/>
          <p:nvPr/>
        </p:nvSpPr>
        <p:spPr>
          <a:xfrm>
            <a:off x="4995512" y="2844711"/>
            <a:ext cx="375954" cy="296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A2DFB84-5ACA-A4B2-EF60-037EAD538211}"/>
              </a:ext>
            </a:extLst>
          </p:cNvPr>
          <p:cNvSpPr/>
          <p:nvPr/>
        </p:nvSpPr>
        <p:spPr>
          <a:xfrm>
            <a:off x="5183489" y="3014398"/>
            <a:ext cx="673768" cy="575019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33E55D-DFA1-619F-2774-47822D02BD33}"/>
              </a:ext>
            </a:extLst>
          </p:cNvPr>
          <p:cNvSpPr/>
          <p:nvPr/>
        </p:nvSpPr>
        <p:spPr>
          <a:xfrm>
            <a:off x="5183489" y="3125896"/>
            <a:ext cx="375954" cy="14815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E49D56-055A-B4F6-CE05-30E20D022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512" y="890789"/>
            <a:ext cx="5984857" cy="32692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55CC4E-4945-7F52-8C04-3525491B5B53}"/>
              </a:ext>
            </a:extLst>
          </p:cNvPr>
          <p:cNvSpPr/>
          <p:nvPr/>
        </p:nvSpPr>
        <p:spPr>
          <a:xfrm>
            <a:off x="2166751" y="1249452"/>
            <a:ext cx="4050750" cy="25518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EB564-9163-4DEA-E70F-7734EC5ACD73}"/>
              </a:ext>
            </a:extLst>
          </p:cNvPr>
          <p:cNvSpPr/>
          <p:nvPr/>
        </p:nvSpPr>
        <p:spPr>
          <a:xfrm>
            <a:off x="2036519" y="3216827"/>
            <a:ext cx="1146972" cy="21440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10FF5-9B5F-BA24-C114-2BB01D822A04}"/>
              </a:ext>
            </a:extLst>
          </p:cNvPr>
          <p:cNvSpPr/>
          <p:nvPr/>
        </p:nvSpPr>
        <p:spPr>
          <a:xfrm>
            <a:off x="2791639" y="4022304"/>
            <a:ext cx="1310931" cy="6620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DAC27D-DDAA-497C-EACC-99C5201ABE2C}"/>
              </a:ext>
            </a:extLst>
          </p:cNvPr>
          <p:cNvSpPr/>
          <p:nvPr/>
        </p:nvSpPr>
        <p:spPr>
          <a:xfrm>
            <a:off x="2557665" y="3588413"/>
            <a:ext cx="923639" cy="84625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6F8C3A-E0F5-995B-9976-7E9ACD33422A}"/>
              </a:ext>
            </a:extLst>
          </p:cNvPr>
          <p:cNvSpPr/>
          <p:nvPr/>
        </p:nvSpPr>
        <p:spPr>
          <a:xfrm rot="20045529">
            <a:off x="3792924" y="4440579"/>
            <a:ext cx="769826" cy="1532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A841967-C89D-7315-FE8F-B7466806E6F2}"/>
              </a:ext>
            </a:extLst>
          </p:cNvPr>
          <p:cNvSpPr/>
          <p:nvPr/>
        </p:nvSpPr>
        <p:spPr>
          <a:xfrm>
            <a:off x="3417168" y="4619089"/>
            <a:ext cx="500314" cy="1306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7795A-F7BB-BB12-9604-1F648741C341}"/>
              </a:ext>
            </a:extLst>
          </p:cNvPr>
          <p:cNvSpPr txBox="1"/>
          <p:nvPr/>
        </p:nvSpPr>
        <p:spPr>
          <a:xfrm>
            <a:off x="3373813" y="6233554"/>
            <a:ext cx="6467324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1: Applications of localization [2], [4].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E91503-A3CB-7EA6-CC5A-E8AE76850226}"/>
              </a:ext>
            </a:extLst>
          </p:cNvPr>
          <p:cNvCxnSpPr/>
          <p:nvPr/>
        </p:nvCxnSpPr>
        <p:spPr>
          <a:xfrm>
            <a:off x="2166751" y="1487837"/>
            <a:ext cx="3821300" cy="152656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D3ABDE-372F-DC74-D595-A29570C137D3}"/>
              </a:ext>
            </a:extLst>
          </p:cNvPr>
          <p:cNvCxnSpPr/>
          <p:nvPr/>
        </p:nvCxnSpPr>
        <p:spPr>
          <a:xfrm>
            <a:off x="6726264" y="890789"/>
            <a:ext cx="790414" cy="112399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C8E988C-754F-07EC-4959-174BFBB98B1C}"/>
              </a:ext>
            </a:extLst>
          </p:cNvPr>
          <p:cNvSpPr txBox="1"/>
          <p:nvPr/>
        </p:nvSpPr>
        <p:spPr>
          <a:xfrm>
            <a:off x="790414" y="3907856"/>
            <a:ext cx="3101811" cy="10992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ome explaining text on the right?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DE" sz="1600" dirty="0">
                <a:solidFill>
                  <a:srgbClr val="FF0000"/>
                </a:solidFill>
                <a:latin typeface="Arial"/>
              </a:rPr>
              <a:t>Slide look too empty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CEC6E2-A989-E944-825E-1A8B89AAFDEA}"/>
              </a:ext>
            </a:extLst>
          </p:cNvPr>
          <p:cNvSpPr txBox="1"/>
          <p:nvPr/>
        </p:nvSpPr>
        <p:spPr>
          <a:xfrm>
            <a:off x="5325496" y="425686"/>
            <a:ext cx="2801536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under the line when there’s 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1600" dirty="0">
                <a:solidFill>
                  <a:srgbClr val="FF0000"/>
                </a:solidFill>
                <a:latin typeface="Arial"/>
              </a:rPr>
              <a:t>e</a:t>
            </a:r>
            <a:r>
              <a:rPr lang="en-DE" sz="1600" dirty="0">
                <a:solidFill>
                  <a:srgbClr val="FF0000"/>
                </a:solidFill>
                <a:latin typeface="Arial"/>
              </a:rPr>
              <a:t>nough space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31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 as a suitable technology for localization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96E8B1-8B11-8F2F-668D-700809BFD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625" y="1539264"/>
            <a:ext cx="6903448" cy="4753401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287F0C4-0288-72A2-0800-13E053B74290}"/>
              </a:ext>
            </a:extLst>
          </p:cNvPr>
          <p:cNvSpPr/>
          <p:nvPr/>
        </p:nvSpPr>
        <p:spPr>
          <a:xfrm>
            <a:off x="4750086" y="3750067"/>
            <a:ext cx="2760324" cy="19371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F05A8-9B8B-0390-ECBA-7498EB356B65}"/>
              </a:ext>
            </a:extLst>
          </p:cNvPr>
          <p:cNvSpPr txBox="1"/>
          <p:nvPr/>
        </p:nvSpPr>
        <p:spPr>
          <a:xfrm>
            <a:off x="2875146" y="6182722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2: Motivation for using RSS measurements for localization [6].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64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Proposed scenario  [1],[2]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0960D-39EC-D000-280F-2819F8B25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518" y="1342828"/>
            <a:ext cx="8636286" cy="457019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333E55D-DFA1-619F-2774-47822D02BD33}"/>
              </a:ext>
            </a:extLst>
          </p:cNvPr>
          <p:cNvSpPr/>
          <p:nvPr/>
        </p:nvSpPr>
        <p:spPr>
          <a:xfrm>
            <a:off x="5520373" y="2770635"/>
            <a:ext cx="375954" cy="148151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12A5E-EE98-F84C-B857-90EEA08046FE}"/>
              </a:ext>
            </a:extLst>
          </p:cNvPr>
          <p:cNvSpPr txBox="1"/>
          <p:nvPr/>
        </p:nvSpPr>
        <p:spPr>
          <a:xfrm>
            <a:off x="2299519" y="6036160"/>
            <a:ext cx="6441707" cy="520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3: Scenario for localization using dedicated sensor network [1], [2] and REM construction.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A757F-B23B-4197-92FE-DA051BD9864D}"/>
              </a:ext>
            </a:extLst>
          </p:cNvPr>
          <p:cNvSpPr txBox="1"/>
          <p:nvPr/>
        </p:nvSpPr>
        <p:spPr>
          <a:xfrm>
            <a:off x="515938" y="1631156"/>
            <a:ext cx="2534348" cy="152400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ome text + 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to make the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lang="en-DE" sz="1600" dirty="0">
                <a:solidFill>
                  <a:srgbClr val="FF0000"/>
                </a:solidFill>
                <a:latin typeface="Arial"/>
              </a:rPr>
              <a:t>igure smaller?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Would also mask 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1600" dirty="0">
                <a:solidFill>
                  <a:srgbClr val="FF0000"/>
                </a:solidFill>
                <a:latin typeface="Arial"/>
              </a:rPr>
              <a:t>r</a:t>
            </a:r>
            <a:r>
              <a:rPr lang="en-DE" sz="1600" dirty="0">
                <a:solidFill>
                  <a:srgbClr val="FF0000"/>
                </a:solidFill>
                <a:latin typeface="Arial"/>
              </a:rPr>
              <a:t>ather poor resolution...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90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5D50F-6B30-D9D4-ECE2-F6FD206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8FA41-5CAE-7C87-026A-9A508C0D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C8F80-3256-3E44-AEDA-22292CFA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10C119-73E7-18D0-4279-FA4E2C8C043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986" y="1481474"/>
            <a:ext cx="8860788" cy="4305301"/>
          </a:xfrm>
          <a:ln>
            <a:solidFill>
              <a:srgbClr val="1B1D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8BDD4E7-53A9-A621-5862-5AC5A5BB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Data Model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BC537-8BA7-54C5-2CB8-EA6751D56F94}"/>
              </a:ext>
            </a:extLst>
          </p:cNvPr>
          <p:cNvSpPr txBox="1"/>
          <p:nvPr/>
        </p:nvSpPr>
        <p:spPr>
          <a:xfrm>
            <a:off x="1932569" y="6038748"/>
            <a:ext cx="8484782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4 : REM architecture [4].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321ECF-F2F1-6C1B-1F16-0D983CACA176}"/>
              </a:ext>
            </a:extLst>
          </p:cNvPr>
          <p:cNvSpPr/>
          <p:nvPr/>
        </p:nvSpPr>
        <p:spPr>
          <a:xfrm>
            <a:off x="7935926" y="4130749"/>
            <a:ext cx="2190307" cy="1733107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322EDC-8585-957A-0344-D967EE2EB446}"/>
              </a:ext>
            </a:extLst>
          </p:cNvPr>
          <p:cNvSpPr/>
          <p:nvPr/>
        </p:nvSpPr>
        <p:spPr>
          <a:xfrm>
            <a:off x="7644809" y="1481474"/>
            <a:ext cx="2772542" cy="1080973"/>
          </a:xfrm>
          <a:prstGeom prst="round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0D6890-7F92-EDBE-4EA9-76FDCA64A7D4}"/>
              </a:ext>
            </a:extLst>
          </p:cNvPr>
          <p:cNvSpPr/>
          <p:nvPr/>
        </p:nvSpPr>
        <p:spPr>
          <a:xfrm>
            <a:off x="1562986" y="2849527"/>
            <a:ext cx="1998921" cy="214777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88D4B-AF88-9913-3591-898397251343}"/>
              </a:ext>
            </a:extLst>
          </p:cNvPr>
          <p:cNvSpPr txBox="1"/>
          <p:nvPr/>
        </p:nvSpPr>
        <p:spPr>
          <a:xfrm>
            <a:off x="7949081" y="6115829"/>
            <a:ext cx="372698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 it just the architecture, or smth more?..</a:t>
            </a:r>
          </a:p>
        </p:txBody>
      </p:sp>
    </p:spTree>
    <p:extLst>
      <p:ext uri="{BB962C8B-B14F-4D97-AF65-F5344CB8AC3E}">
        <p14:creationId xmlns:p14="http://schemas.microsoft.com/office/powerpoint/2010/main" val="17677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E9396-D0AC-04EA-63C0-02E177FC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1E81A-1DB1-BE86-F715-741BF1B9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437E-F531-8E57-0E38-07C10E41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ECBEA-A748-2678-28E3-BDA6B3719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Comparing and evaluating the localization accuracy of MSE and </a:t>
            </a:r>
            <a:r>
              <a:rPr lang="en-US" dirty="0" err="1"/>
              <a:t>LIvE</a:t>
            </a:r>
            <a:r>
              <a:rPr lang="en-US" dirty="0"/>
              <a:t> methods.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Assuming OFDM signal as a transmit signal and evaluating performance of MSE method.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Assuming correlated shadowing and evaluating the localization error using varying standard deviation of shadowing.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Constructing estimated and true REM using results of localization from MSE-based method.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REM as a emerging tool for 5G use cases such as ultra low latency, mobility, dynamic changes in channel.</a:t>
            </a:r>
          </a:p>
          <a:p>
            <a:r>
              <a:rPr lang="en-US" dirty="0"/>
              <a:t> 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86D1CC7-184A-9482-1B74-8E4F87B8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thesis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98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overall process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772980" y="3793048"/>
            <a:ext cx="731520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363E9-1DB2-49CE-5F50-8B8E30F778E1}"/>
              </a:ext>
            </a:extLst>
          </p:cNvPr>
          <p:cNvSpPr txBox="1"/>
          <p:nvPr/>
        </p:nvSpPr>
        <p:spPr>
          <a:xfrm>
            <a:off x="406120" y="3215739"/>
            <a:ext cx="1983208" cy="1346636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B7DD3-B68B-828C-70FD-E4BBC11E542A}"/>
              </a:ext>
            </a:extLst>
          </p:cNvPr>
          <p:cNvSpPr txBox="1"/>
          <p:nvPr/>
        </p:nvSpPr>
        <p:spPr>
          <a:xfrm>
            <a:off x="3709740" y="6270573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5: Methodology flow diagram.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8C7FB-0680-38BA-1FC8-DB14CBEFAA0D}"/>
              </a:ext>
            </a:extLst>
          </p:cNvPr>
          <p:cNvSpPr txBox="1"/>
          <p:nvPr/>
        </p:nvSpPr>
        <p:spPr>
          <a:xfrm>
            <a:off x="2973900" y="1825464"/>
            <a:ext cx="646010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output further from the fusion center to the signal processing chain?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6758E4-A5D9-5177-503B-1C9F5213E91E}"/>
              </a:ext>
            </a:extLst>
          </p:cNvPr>
          <p:cNvSpPr txBox="1"/>
          <p:nvPr/>
        </p:nvSpPr>
        <p:spPr>
          <a:xfrm>
            <a:off x="6674854" y="4851355"/>
            <a:ext cx="432650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Maybe use more colors to make it look prettier?</a:t>
            </a:r>
          </a:p>
        </p:txBody>
      </p:sp>
    </p:spTree>
    <p:extLst>
      <p:ext uri="{BB962C8B-B14F-4D97-AF65-F5344CB8AC3E}">
        <p14:creationId xmlns:p14="http://schemas.microsoft.com/office/powerpoint/2010/main" val="398711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31" y="306921"/>
            <a:ext cx="6844385" cy="332399"/>
          </a:xfrm>
        </p:spPr>
        <p:txBody>
          <a:bodyPr/>
          <a:lstStyle/>
          <a:p>
            <a:r>
              <a:rPr lang="en-US" dirty="0"/>
              <a:t>Dedicated sensor network 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156891"/>
            <a:ext cx="2070878" cy="1482289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321AC1E-E6EB-68B8-7A94-F093A8DD4072}"/>
              </a:ext>
            </a:extLst>
          </p:cNvPr>
          <p:cNvSpPr/>
          <p:nvPr/>
        </p:nvSpPr>
        <p:spPr>
          <a:xfrm>
            <a:off x="2396691" y="3561250"/>
            <a:ext cx="702644" cy="23100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4F4E4D4-B833-C7D2-83C3-06002AA85A04}"/>
              </a:ext>
            </a:extLst>
          </p:cNvPr>
          <p:cNvSpPr/>
          <p:nvPr/>
        </p:nvSpPr>
        <p:spPr>
          <a:xfrm>
            <a:off x="2242685" y="4196615"/>
            <a:ext cx="779647" cy="23100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9" name="Canvas 1">
            <a:extLst>
              <a:ext uri="{FF2B5EF4-FFF2-40B4-BE49-F238E27FC236}">
                <a16:creationId xmlns:a16="http://schemas.microsoft.com/office/drawing/2014/main" id="{28597D75-FBE2-7B0E-378E-72CA2A82F4EC}"/>
              </a:ext>
            </a:extLst>
          </p:cNvPr>
          <p:cNvGrpSpPr/>
          <p:nvPr/>
        </p:nvGrpSpPr>
        <p:grpSpPr>
          <a:xfrm>
            <a:off x="3351308" y="1379156"/>
            <a:ext cx="7931215" cy="4515674"/>
            <a:chOff x="174790" y="-140640"/>
            <a:chExt cx="5023759" cy="32034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DD5C0C-2A8B-0860-B76B-C50179B02458}"/>
                </a:ext>
              </a:extLst>
            </p:cNvPr>
            <p:cNvSpPr/>
            <p:nvPr/>
          </p:nvSpPr>
          <p:spPr>
            <a:xfrm>
              <a:off x="221658" y="-140640"/>
              <a:ext cx="4976891" cy="2834631"/>
            </a:xfrm>
            <a:prstGeom prst="rect">
              <a:avLst/>
            </a:prstGeom>
            <a:solidFill>
              <a:prstClr val="whit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Date Placeholder 1">
              <a:extLst>
                <a:ext uri="{FF2B5EF4-FFF2-40B4-BE49-F238E27FC236}">
                  <a16:creationId xmlns:a16="http://schemas.microsoft.com/office/drawing/2014/main" id="{20C0F3C0-195E-CA4E-C3DC-3AB3102F3C05}"/>
                </a:ext>
              </a:extLst>
            </p:cNvPr>
            <p:cNvSpPr>
              <a:spLocks noGrp="1"/>
            </p:cNvSpPr>
            <p:nvPr/>
          </p:nvSpPr>
          <p:spPr>
            <a:xfrm>
              <a:off x="3920036" y="2116670"/>
              <a:ext cx="669925" cy="23558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de-DE" sz="800" kern="1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9. Oktober 2023</a:t>
              </a:r>
              <a:endParaRPr lang="en-IN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Slide Number Placeholder 3">
              <a:extLst>
                <a:ext uri="{FF2B5EF4-FFF2-40B4-BE49-F238E27FC236}">
                  <a16:creationId xmlns:a16="http://schemas.microsoft.com/office/drawing/2014/main" id="{D06A8996-4E45-D5D2-D089-A5053B55979E}"/>
                </a:ext>
              </a:extLst>
            </p:cNvPr>
            <p:cNvSpPr>
              <a:spLocks noGrp="1"/>
            </p:cNvSpPr>
            <p:nvPr/>
          </p:nvSpPr>
          <p:spPr>
            <a:xfrm>
              <a:off x="4508110" y="2116127"/>
              <a:ext cx="52070" cy="23558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de-DE" sz="800" kern="1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</a:t>
              </a:r>
              <a:endParaRPr lang="en-IN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Content Placeholder 7">
              <a:extLst>
                <a:ext uri="{FF2B5EF4-FFF2-40B4-BE49-F238E27FC236}">
                  <a16:creationId xmlns:a16="http://schemas.microsoft.com/office/drawing/2014/main" id="{5140EEB5-C311-9989-AC9D-5F4CB0896219}"/>
                </a:ext>
              </a:extLst>
            </p:cNvPr>
            <p:cNvPicPr>
              <a:picLocks noGrp="1"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690" y="120918"/>
              <a:ext cx="1803885" cy="1353429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FA06114-96E2-9C72-3D23-9C7F000B9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279" y="40193"/>
              <a:ext cx="1986658" cy="149056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EF56846-50DE-3C82-0AD4-ABBE520D3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790" y="1467116"/>
              <a:ext cx="2126759" cy="1595677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563945A-E170-A1AB-A76C-E730AC71B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6549" y="1491709"/>
              <a:ext cx="2040117" cy="153067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4ED485-FF44-3C31-483E-2C77ABD1F5C7}"/>
              </a:ext>
            </a:extLst>
          </p:cNvPr>
          <p:cNvSpPr txBox="1"/>
          <p:nvPr/>
        </p:nvSpPr>
        <p:spPr>
          <a:xfrm>
            <a:off x="4006275" y="6034539"/>
            <a:ext cx="6441707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6: Placement of  dedicated sensor network 4,9,25 and sensors  with true transmitter position [18 m, 37 m] in a grid of [100 m, 100 m] [1].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C9D48A-AD2E-A68E-DE5C-67CB5BE8AB35}"/>
              </a:ext>
            </a:extLst>
          </p:cNvPr>
          <p:cNvSpPr txBox="1"/>
          <p:nvPr/>
        </p:nvSpPr>
        <p:spPr>
          <a:xfrm>
            <a:off x="5822395" y="3223491"/>
            <a:ext cx="2553584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Figures are visibly stretched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horisontally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1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overall process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772980" y="3793048"/>
            <a:ext cx="731520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363E9-1DB2-49CE-5F50-8B8E30F778E1}"/>
              </a:ext>
            </a:extLst>
          </p:cNvPr>
          <p:cNvSpPr txBox="1"/>
          <p:nvPr/>
        </p:nvSpPr>
        <p:spPr>
          <a:xfrm>
            <a:off x="2386558" y="3090674"/>
            <a:ext cx="2096239" cy="1523946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F0FC5-049D-659A-35E5-37F86D57FA1A}"/>
              </a:ext>
            </a:extLst>
          </p:cNvPr>
          <p:cNvSpPr txBox="1"/>
          <p:nvPr/>
        </p:nvSpPr>
        <p:spPr>
          <a:xfrm>
            <a:off x="3552126" y="6249303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7:System model and parameters modeling.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F7193-5F10-28C4-945A-011BB1D52289}"/>
              </a:ext>
            </a:extLst>
          </p:cNvPr>
          <p:cNvSpPr txBox="1"/>
          <p:nvPr/>
        </p:nvSpPr>
        <p:spPr>
          <a:xfrm>
            <a:off x="1361098" y="1874891"/>
            <a:ext cx="3436838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 there’s nothing except for figure,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1600" dirty="0">
                <a:solidFill>
                  <a:srgbClr val="FF0000"/>
                </a:solidFill>
                <a:latin typeface="Arial"/>
              </a:rPr>
              <a:t>m</a:t>
            </a:r>
            <a:r>
              <a:rPr lang="en-DE" sz="1600" dirty="0">
                <a:solidFill>
                  <a:srgbClr val="FF0000"/>
                </a:solidFill>
                <a:latin typeface="Arial"/>
              </a:rPr>
              <a:t>aybe better to place it in the center?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1E8034-0095-C417-F14F-6FA10D30424D}"/>
              </a:ext>
            </a:extLst>
          </p:cNvPr>
          <p:cNvCxnSpPr/>
          <p:nvPr/>
        </p:nvCxnSpPr>
        <p:spPr>
          <a:xfrm>
            <a:off x="4231037" y="6499115"/>
            <a:ext cx="40295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1DEE129-88FD-5728-BA58-06C2E97D4D04}"/>
              </a:ext>
            </a:extLst>
          </p:cNvPr>
          <p:cNvSpPr txBox="1"/>
          <p:nvPr/>
        </p:nvSpPr>
        <p:spPr>
          <a:xfrm>
            <a:off x="4087368" y="6445459"/>
            <a:ext cx="546625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142884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DDDB-B9D7-9A91-4DD9-234DE037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435BF-F829-CC3A-44E5-EAAB42DE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A716-2560-37C3-B61E-E7D865EA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12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latin typeface="+mj-lt"/>
                  </a:rPr>
                  <a:t>Considering a simple path loss model the RSS measurement at j-</a:t>
                </a:r>
                <a:r>
                  <a:rPr lang="en-US" sz="1400" dirty="0" err="1">
                    <a:latin typeface="+mj-lt"/>
                  </a:rPr>
                  <a:t>th</a:t>
                </a:r>
                <a:r>
                  <a:rPr lang="en-US" sz="1400" dirty="0">
                    <a:latin typeface="+mj-lt"/>
                  </a:rPr>
                  <a:t> node is given as [2]:</a:t>
                </a:r>
              </a:p>
              <a:p>
                <a:endParaRPr lang="en-US" sz="1400" dirty="0">
                  <a:latin typeface="+mj-lt"/>
                </a:endParaRPr>
              </a:p>
              <a:p>
                <a:endParaRPr lang="en-US" sz="1400" dirty="0">
                  <a:latin typeface="+mj-lt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𝑅𝑥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IN" sz="14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]− 10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IN" sz="140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N" sz="14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IN" sz="1400" dirty="0">
                    <a:latin typeface="+mj-lt"/>
                  </a:rPr>
                  <a:t>           (1)</a:t>
                </a:r>
              </a:p>
              <a:p>
                <a:endParaRPr lang="en-US" sz="1400" b="0" dirty="0">
                  <a:latin typeface="+mj-lt"/>
                </a:endParaRP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909" t="-138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15350A4B-019E-EFEF-2A54-234D0C72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		</a:t>
            </a:r>
            <a:br>
              <a:rPr lang="en-US" dirty="0"/>
            </a:br>
            <a:r>
              <a:rPr lang="en-US" dirty="0"/>
              <a:t>	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610F5-1836-DEF1-3958-CB2BBDAB87F2}"/>
                  </a:ext>
                </a:extLst>
              </p:cNvPr>
              <p:cNvSpPr txBox="1"/>
              <p:nvPr/>
            </p:nvSpPr>
            <p:spPr>
              <a:xfrm>
                <a:off x="6179419" y="2088682"/>
                <a:ext cx="1636295" cy="8024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r>
                      <a:rPr lang="en-IN" sz="1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path loss exponent.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000" dirty="0">
                    <a:solidFill>
                      <a:prstClr val="black"/>
                    </a:solidFill>
                    <a:latin typeface="+mj-lt"/>
                  </a:rPr>
                  <a:t>: reference distance </a:t>
                </a: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610F5-1836-DEF1-3958-CB2BBDAB8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419" y="2088682"/>
                <a:ext cx="1636295" cy="802464"/>
              </a:xfrm>
              <a:prstGeom prst="rect">
                <a:avLst/>
              </a:prstGeom>
              <a:blipFill>
                <a:blip r:embed="rId3"/>
                <a:stretch>
                  <a:fillRect l="-2985" t="-5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A9CB17F-F977-5FF9-F821-A9326AE966D2}"/>
              </a:ext>
            </a:extLst>
          </p:cNvPr>
          <p:cNvSpPr txBox="1"/>
          <p:nvPr/>
        </p:nvSpPr>
        <p:spPr>
          <a:xfrm>
            <a:off x="4803007" y="2164504"/>
            <a:ext cx="943275" cy="325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PL_0: reference path loss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696620-5C69-6DA8-54DA-59AA0879983F}"/>
                  </a:ext>
                </a:extLst>
              </p:cNvPr>
              <p:cNvSpPr txBox="1"/>
              <p:nvPr/>
            </p:nvSpPr>
            <p:spPr>
              <a:xfrm>
                <a:off x="2319071" y="2148634"/>
                <a:ext cx="1501541" cy="3571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sz="1000" i="1">
                              <a:latin typeface="Cambria Math" panose="02040503050406030204" pitchFamily="18" charset="0"/>
                            </a:rPr>
                            <m:t>𝑅𝑥</m:t>
                          </m:r>
                        </m:sup>
                      </m:sSub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eceived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signal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strength</m:t>
                      </m:r>
                    </m:oMath>
                  </m:oMathPara>
                </a14:m>
                <a:endParaRPr kumimoji="0" lang="en-IN" sz="10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696620-5C69-6DA8-54DA-59AA08799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071" y="2148634"/>
                <a:ext cx="1501541" cy="357149"/>
              </a:xfrm>
              <a:prstGeom prst="rect">
                <a:avLst/>
              </a:prstGeom>
              <a:blipFill>
                <a:blip r:embed="rId4"/>
                <a:stretch>
                  <a:fillRect l="-2834" r="-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B5B358-8792-0E32-772B-273C83723C05}"/>
                  </a:ext>
                </a:extLst>
              </p:cNvPr>
              <p:cNvSpPr txBox="1"/>
              <p:nvPr/>
            </p:nvSpPr>
            <p:spPr>
              <a:xfrm>
                <a:off x="4081112" y="3429000"/>
                <a:ext cx="1443790" cy="1560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</m:oMath>
                </a14:m>
                <a:r>
                  <a: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: transmit power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B5B358-8792-0E32-772B-273C83723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112" y="3429000"/>
                <a:ext cx="1443790" cy="156068"/>
              </a:xfrm>
              <a:prstGeom prst="rect">
                <a:avLst/>
              </a:prstGeom>
              <a:blipFill>
                <a:blip r:embed="rId5"/>
                <a:stretch>
                  <a:fillRect l="-2954" t="-28000" b="-4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DBD6A2-BC8B-5177-05E7-98DFCEDC2221}"/>
                  </a:ext>
                </a:extLst>
              </p:cNvPr>
              <p:cNvSpPr txBox="1"/>
              <p:nvPr/>
            </p:nvSpPr>
            <p:spPr>
              <a:xfrm>
                <a:off x="7362703" y="3257222"/>
                <a:ext cx="1636295" cy="156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𝑑𝐵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000" b="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Shadowing </a:t>
                </a: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DBD6A2-BC8B-5177-05E7-98DFCEDC2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703" y="3257222"/>
                <a:ext cx="1636295" cy="156133"/>
              </a:xfrm>
              <a:prstGeom prst="rect">
                <a:avLst/>
              </a:prstGeom>
              <a:blipFill>
                <a:blip r:embed="rId6"/>
                <a:stretch>
                  <a:fillRect l="-2308" t="-23077" b="-4615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1550C55B-E2A3-9715-CB3F-4ADD73EBD38E}"/>
              </a:ext>
            </a:extLst>
          </p:cNvPr>
          <p:cNvSpPr/>
          <p:nvPr/>
        </p:nvSpPr>
        <p:spPr>
          <a:xfrm>
            <a:off x="4764278" y="1935904"/>
            <a:ext cx="471474" cy="457200"/>
          </a:xfrm>
          <a:prstGeom prst="ellipse">
            <a:avLst/>
          </a:prstGeom>
          <a:solidFill>
            <a:schemeClr val="accent6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E2E8D-CFF9-CFC6-9FAD-4A33EAE41E66}"/>
              </a:ext>
            </a:extLst>
          </p:cNvPr>
          <p:cNvSpPr txBox="1"/>
          <p:nvPr/>
        </p:nvSpPr>
        <p:spPr>
          <a:xfrm>
            <a:off x="5274644" y="1876972"/>
            <a:ext cx="325410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</a:t>
            </a:r>
            <a:r>
              <a:rPr kumimoji="0" lang="en-DE" sz="1600" b="0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  <a:endParaRPr kumimoji="0" lang="en-DE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DAEDE9-A0E8-1E3D-F68E-FBA5D2909EB5}"/>
              </a:ext>
            </a:extLst>
          </p:cNvPr>
          <p:cNvSpPr txBox="1"/>
          <p:nvPr/>
        </p:nvSpPr>
        <p:spPr>
          <a:xfrm>
            <a:off x="6819254" y="3950181"/>
            <a:ext cx="3021661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do you introduce variables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 sz="1600" dirty="0">
                <a:solidFill>
                  <a:srgbClr val="FF0000"/>
                </a:solidFill>
                <a:latin typeface="Arial"/>
              </a:rPr>
              <a:t>a</a:t>
            </a:r>
            <a:r>
              <a:rPr lang="en-DE" sz="1600" dirty="0">
                <a:solidFill>
                  <a:srgbClr val="FF0000"/>
                </a:solidFill>
                <a:latin typeface="Arial"/>
              </a:rPr>
              <a:t>bove and below the equation?...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76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build="p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DDDB-B9D7-9A91-4DD9-234DE037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435BF-F829-CC3A-44E5-EAAB42DE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A716-2560-37C3-B61E-E7D865EA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13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18317" y="1631156"/>
                <a:ext cx="11571014" cy="4569619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latin typeface="+mj-lt"/>
                  </a:rPr>
                  <a:t>Considering a simple path loss model the RSS measurement at j-</a:t>
                </a:r>
                <a:r>
                  <a:rPr lang="en-US" sz="1400" dirty="0" err="1">
                    <a:latin typeface="+mj-lt"/>
                  </a:rPr>
                  <a:t>th</a:t>
                </a:r>
                <a:r>
                  <a:rPr lang="en-US" sz="1400" dirty="0">
                    <a:latin typeface="+mj-lt"/>
                  </a:rPr>
                  <a:t> node is given as [2]:</a:t>
                </a:r>
              </a:p>
              <a:p>
                <a:endParaRPr lang="en-US" sz="1400" dirty="0">
                  <a:latin typeface="+mj-lt"/>
                </a:endParaRPr>
              </a:p>
              <a:p>
                <a:endParaRPr lang="en-US" sz="1400" dirty="0">
                  <a:latin typeface="+mj-lt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𝑅𝑥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]− 10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N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IN" dirty="0">
                    <a:latin typeface="+mj-lt"/>
                  </a:rPr>
                  <a:t>   </a:t>
                </a:r>
                <a:r>
                  <a:rPr lang="en-IN" sz="1400" dirty="0">
                    <a:latin typeface="+mj-lt"/>
                  </a:rPr>
                  <a:t>        (1)</a:t>
                </a:r>
              </a:p>
              <a:p>
                <a:endParaRPr lang="en-US" sz="1400" b="0" dirty="0">
                  <a:latin typeface="+mj-lt"/>
                </a:endParaRPr>
              </a:p>
              <a:p>
                <a:endParaRPr lang="en-US" sz="1400" b="0" dirty="0">
                  <a:latin typeface="+mj-lt"/>
                </a:endParaRP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>
                    <a:latin typeface="+mj-lt"/>
                  </a:rPr>
                  <a:t>d</a:t>
                </a:r>
                <a:r>
                  <a:rPr lang="en-IN" sz="1600" kern="10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1600" dirty="0">
                    <a:latin typeface="+mj-lt"/>
                  </a:rPr>
                  <a:t> in the equation (1) is given by: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                                                  </m:t>
                    </m:r>
                    <m:r>
                      <a:rPr lang="en-IN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IN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IN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en-IN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6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lang="en-IN" sz="1600" kern="100" dirty="0">
                    <a:effectLst/>
                    <a:latin typeface="+mj-lt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(2)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18317" y="1631156"/>
                <a:ext cx="11571014" cy="4569619"/>
              </a:xfrm>
              <a:blipFill>
                <a:blip r:embed="rId2"/>
                <a:stretch>
                  <a:fillRect l="-987" t="-138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15350A4B-019E-EFEF-2A54-234D0C72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 [1],[2]		</a:t>
            </a:r>
            <a:br>
              <a:rPr lang="en-US" dirty="0"/>
            </a:br>
            <a:r>
              <a:rPr lang="en-US" dirty="0"/>
              <a:t>	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610F5-1836-DEF1-3958-CB2BBDAB87F2}"/>
                  </a:ext>
                </a:extLst>
              </p:cNvPr>
              <p:cNvSpPr txBox="1"/>
              <p:nvPr/>
            </p:nvSpPr>
            <p:spPr>
              <a:xfrm>
                <a:off x="6179419" y="2088682"/>
                <a:ext cx="1636295" cy="8024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r>
                      <a:rPr lang="en-IN" sz="1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path loss exponent..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000" dirty="0">
                    <a:solidFill>
                      <a:prstClr val="black"/>
                    </a:solidFill>
                    <a:latin typeface="+mj-lt"/>
                  </a:rPr>
                  <a:t>: reference distance.</a:t>
                </a: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C610F5-1836-DEF1-3958-CB2BBDAB8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419" y="2088682"/>
                <a:ext cx="1636295" cy="802464"/>
              </a:xfrm>
              <a:prstGeom prst="rect">
                <a:avLst/>
              </a:prstGeom>
              <a:blipFill>
                <a:blip r:embed="rId3"/>
                <a:stretch>
                  <a:fillRect l="-2985" t="-5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CB17F-F977-5FF9-F821-A9326AE966D2}"/>
                  </a:ext>
                </a:extLst>
              </p:cNvPr>
              <p:cNvSpPr txBox="1"/>
              <p:nvPr/>
            </p:nvSpPr>
            <p:spPr>
              <a:xfrm>
                <a:off x="4803007" y="2164504"/>
                <a:ext cx="943275" cy="325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reference path loss.</a:t>
                </a: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CB17F-F977-5FF9-F821-A9326AE96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007" y="2164504"/>
                <a:ext cx="943275" cy="325410"/>
              </a:xfrm>
              <a:prstGeom prst="rect">
                <a:avLst/>
              </a:prstGeom>
              <a:blipFill>
                <a:blip r:embed="rId4"/>
                <a:stretch>
                  <a:fillRect l="-8387" t="-13208" b="-226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696620-5C69-6DA8-54DA-59AA0879983F}"/>
                  </a:ext>
                </a:extLst>
              </p:cNvPr>
              <p:cNvSpPr txBox="1"/>
              <p:nvPr/>
            </p:nvSpPr>
            <p:spPr>
              <a:xfrm>
                <a:off x="2319071" y="2148634"/>
                <a:ext cx="1501541" cy="3571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sz="1000" i="1">
                              <a:latin typeface="Cambria Math" panose="02040503050406030204" pitchFamily="18" charset="0"/>
                            </a:rPr>
                            <m:t>𝑅𝑥</m:t>
                          </m:r>
                        </m:sup>
                      </m:sSubSup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eceived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signal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strength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0" lang="en-IN" sz="10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696620-5C69-6DA8-54DA-59AA08799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071" y="2148634"/>
                <a:ext cx="1501541" cy="357149"/>
              </a:xfrm>
              <a:prstGeom prst="rect">
                <a:avLst/>
              </a:prstGeom>
              <a:blipFill>
                <a:blip r:embed="rId5"/>
                <a:stretch>
                  <a:fillRect l="-2834" r="-80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B5B358-8792-0E32-772B-273C83723C05}"/>
                  </a:ext>
                </a:extLst>
              </p:cNvPr>
              <p:cNvSpPr txBox="1"/>
              <p:nvPr/>
            </p:nvSpPr>
            <p:spPr>
              <a:xfrm>
                <a:off x="4081112" y="3429000"/>
                <a:ext cx="1443790" cy="1560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</m:oMath>
                </a14:m>
                <a:r>
                  <a: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: transmit power.</a:t>
                </a:r>
                <a:r>
                  <a:rPr kumimoji="0" lang="en-IN" sz="10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 </a:t>
                </a: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B5B358-8792-0E32-772B-273C83723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112" y="3429000"/>
                <a:ext cx="1443790" cy="156068"/>
              </a:xfrm>
              <a:prstGeom prst="rect">
                <a:avLst/>
              </a:prstGeom>
              <a:blipFill>
                <a:blip r:embed="rId6"/>
                <a:stretch>
                  <a:fillRect l="-2954" t="-28000" b="-4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26F8E61-6AE6-9947-3C11-51D526FD6293}"/>
              </a:ext>
            </a:extLst>
          </p:cNvPr>
          <p:cNvSpPr txBox="1"/>
          <p:nvPr/>
        </p:nvSpPr>
        <p:spPr>
          <a:xfrm>
            <a:off x="7781972" y="3272867"/>
            <a:ext cx="1636295" cy="1561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Shadowing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32704-1F63-55C3-0848-5D025C22C015}"/>
              </a:ext>
            </a:extLst>
          </p:cNvPr>
          <p:cNvSpPr txBox="1"/>
          <p:nvPr/>
        </p:nvSpPr>
        <p:spPr>
          <a:xfrm>
            <a:off x="7362703" y="3791059"/>
            <a:ext cx="3593933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same comment from previous slide</a:t>
            </a:r>
          </a:p>
        </p:txBody>
      </p:sp>
    </p:spTree>
    <p:extLst>
      <p:ext uri="{BB962C8B-B14F-4D97-AF65-F5344CB8AC3E}">
        <p14:creationId xmlns:p14="http://schemas.microsoft.com/office/powerpoint/2010/main" val="595384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 parameters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363E9-1DB2-49CE-5F50-8B8E30F778E1}"/>
              </a:ext>
            </a:extLst>
          </p:cNvPr>
          <p:cNvSpPr txBox="1"/>
          <p:nvPr/>
        </p:nvSpPr>
        <p:spPr>
          <a:xfrm>
            <a:off x="2386558" y="3090674"/>
            <a:ext cx="2146941" cy="1616554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C2DCFA-48C5-085C-C0A7-7CBA6D0D05A1}"/>
                  </a:ext>
                </a:extLst>
              </p:cNvPr>
              <p:cNvSpPr txBox="1"/>
              <p:nvPr/>
            </p:nvSpPr>
            <p:spPr>
              <a:xfrm>
                <a:off x="5988051" y="3090674"/>
                <a:ext cx="4675823" cy="2663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en-I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path loss exponent 3.5 [1].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200" dirty="0">
                    <a:solidFill>
                      <a:prstClr val="black"/>
                    </a:solidFill>
                    <a:latin typeface="+mj-lt"/>
                  </a:rPr>
                  <a:t>: reference distance 2 m.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</m:oMath>
                </a14:m>
                <a:r>
                  <a:rPr kumimoji="0" lang="en-I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: 0.1</a:t>
                </a:r>
                <a:r>
                  <a:rPr kumimoji="0" lang="en-IN" sz="1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</a:rPr>
                  <a:t> Watts [1].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2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𝑑𝐵</m:t>
                        </m:r>
                      </m:sub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200" dirty="0">
                    <a:solidFill>
                      <a:prstClr val="black"/>
                    </a:solidFill>
                    <a:latin typeface="+mj-lt"/>
                  </a:rPr>
                  <a:t>(shadowing variance) 8 dB [1]. </a:t>
                </a:r>
                <a:endParaRPr kumimoji="0" lang="en-IN" sz="12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lang="en-IN" sz="1200" baseline="0" dirty="0">
                    <a:solidFill>
                      <a:prstClr val="black"/>
                    </a:solidFill>
                    <a:latin typeface="+mj-lt"/>
                  </a:rPr>
                  <a:t>Frequency: 3.7 GHz [6]. 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lang="en-IN" sz="1200" baseline="0" dirty="0">
                    <a:solidFill>
                      <a:prstClr val="black"/>
                    </a:solidFill>
                    <a:latin typeface="+mj-lt"/>
                  </a:rPr>
                  <a:t>True transmitter position [18 m, 37 m]. </a:t>
                </a: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lang="en-IN" sz="1200" baseline="0" dirty="0">
                    <a:solidFill>
                      <a:prstClr val="black"/>
                    </a:solidFill>
                    <a:latin typeface="+mj-lt"/>
                  </a:rPr>
                  <a:t>Number of experiments </a:t>
                </a:r>
                <a:r>
                  <a:rPr lang="en-IN" sz="1200" dirty="0">
                    <a:solidFill>
                      <a:prstClr val="black"/>
                    </a:solidFill>
                    <a:latin typeface="+mj-lt"/>
                  </a:rPr>
                  <a:t>for averaging 25. 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  <a:p>
                <a:pPr marL="285750" marR="0" indent="-28575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C2DCFA-48C5-085C-C0A7-7CBA6D0D0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8051" y="3090674"/>
                <a:ext cx="4675823" cy="2663421"/>
              </a:xfrm>
              <a:prstGeom prst="rect">
                <a:avLst/>
              </a:prstGeom>
              <a:blipFill>
                <a:blip r:embed="rId2"/>
                <a:stretch>
                  <a:fillRect l="-1825" t="-1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EC53FAB8-00F3-7FF1-25C6-6DE30B86FCA7}"/>
              </a:ext>
            </a:extLst>
          </p:cNvPr>
          <p:cNvSpPr/>
          <p:nvPr/>
        </p:nvSpPr>
        <p:spPr>
          <a:xfrm>
            <a:off x="4990407" y="3429000"/>
            <a:ext cx="440000" cy="19916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DFC2C24-4DFF-3933-494D-37CA9326F48A}"/>
              </a:ext>
            </a:extLst>
          </p:cNvPr>
          <p:cNvSpPr/>
          <p:nvPr/>
        </p:nvSpPr>
        <p:spPr>
          <a:xfrm>
            <a:off x="4985259" y="3989865"/>
            <a:ext cx="440000" cy="19916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B7D26E0-58F6-03EC-819C-31E2D3E11AB8}"/>
              </a:ext>
            </a:extLst>
          </p:cNvPr>
          <p:cNvSpPr/>
          <p:nvPr/>
        </p:nvSpPr>
        <p:spPr>
          <a:xfrm>
            <a:off x="4997460" y="3697113"/>
            <a:ext cx="440000" cy="20928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327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overall process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398471" y="3744032"/>
            <a:ext cx="500515" cy="24583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772980" y="3793048"/>
            <a:ext cx="731520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363E9-1DB2-49CE-5F50-8B8E30F778E1}"/>
              </a:ext>
            </a:extLst>
          </p:cNvPr>
          <p:cNvSpPr txBox="1"/>
          <p:nvPr/>
        </p:nvSpPr>
        <p:spPr>
          <a:xfrm>
            <a:off x="4902594" y="3273980"/>
            <a:ext cx="1988547" cy="1349243"/>
          </a:xfrm>
          <a:prstGeom prst="rect">
            <a:avLst/>
          </a:prstGeom>
          <a:noFill/>
          <a:ln w="63500">
            <a:solidFill>
              <a:srgbClr val="FF505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1A049F-809C-7341-3125-CD1693A7BE77}"/>
              </a:ext>
            </a:extLst>
          </p:cNvPr>
          <p:cNvSpPr txBox="1"/>
          <p:nvPr/>
        </p:nvSpPr>
        <p:spPr>
          <a:xfrm>
            <a:off x="5544148" y="1941501"/>
            <a:ext cx="1029904" cy="1150255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FEA31-A33B-91F7-E46F-9572DE8C4D71}"/>
              </a:ext>
            </a:extLst>
          </p:cNvPr>
          <p:cNvSpPr txBox="1"/>
          <p:nvPr/>
        </p:nvSpPr>
        <p:spPr>
          <a:xfrm>
            <a:off x="4038114" y="6291907"/>
            <a:ext cx="5469731" cy="21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8: RSS measurements calculation.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73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9C952-D3E9-7E97-5FDC-9E167232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21517-C845-443D-EC4A-E158FCC7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86E05-E451-6115-3F3D-4E2DCEF9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8723F6-C43E-0384-E2F2-4DF49CCD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of RSS measurements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28F6A-FA40-A96D-DF1C-5B92CCF48A50}"/>
              </a:ext>
            </a:extLst>
          </p:cNvPr>
          <p:cNvSpPr txBox="1"/>
          <p:nvPr/>
        </p:nvSpPr>
        <p:spPr>
          <a:xfrm>
            <a:off x="2767197" y="6027217"/>
            <a:ext cx="6441707" cy="520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9: Calculating RSS measurements and performing localization [5].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352C0-82A3-EC46-71EE-D46DCCBC0209}"/>
              </a:ext>
            </a:extLst>
          </p:cNvPr>
          <p:cNvSpPr/>
          <p:nvPr/>
        </p:nvSpPr>
        <p:spPr>
          <a:xfrm>
            <a:off x="9086248" y="2464067"/>
            <a:ext cx="683394" cy="625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F84138-1724-2D88-B8EF-16A6BD29E34B}"/>
              </a:ext>
            </a:extLst>
          </p:cNvPr>
          <p:cNvSpPr/>
          <p:nvPr/>
        </p:nvSpPr>
        <p:spPr>
          <a:xfrm>
            <a:off x="9256879" y="5195864"/>
            <a:ext cx="683394" cy="625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63FB65-B5A4-1A1A-D2F3-344214418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319" y="1234720"/>
            <a:ext cx="6654560" cy="470570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7ABFB3-A8F2-B14D-0980-59230E95B28B}"/>
              </a:ext>
            </a:extLst>
          </p:cNvPr>
          <p:cNvCxnSpPr/>
          <p:nvPr/>
        </p:nvCxnSpPr>
        <p:spPr>
          <a:xfrm flipV="1">
            <a:off x="3146156" y="6168325"/>
            <a:ext cx="5940092" cy="24797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467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 method for localization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87677" y="3759776"/>
            <a:ext cx="620834" cy="24436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Performance 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151CF-F513-9C0C-13E2-2F01EC1EE1E3}"/>
              </a:ext>
            </a:extLst>
          </p:cNvPr>
          <p:cNvSpPr txBox="1"/>
          <p:nvPr/>
        </p:nvSpPr>
        <p:spPr>
          <a:xfrm>
            <a:off x="7589516" y="3174851"/>
            <a:ext cx="1519860" cy="132734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BE0D3-6B92-CC6D-65E4-60CEE9E28946}"/>
              </a:ext>
            </a:extLst>
          </p:cNvPr>
          <p:cNvSpPr txBox="1"/>
          <p:nvPr/>
        </p:nvSpPr>
        <p:spPr>
          <a:xfrm>
            <a:off x="9225416" y="3058670"/>
            <a:ext cx="990596" cy="685362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DCAEA-E891-045E-A381-E10A8AD411D3}"/>
              </a:ext>
            </a:extLst>
          </p:cNvPr>
          <p:cNvSpPr txBox="1"/>
          <p:nvPr/>
        </p:nvSpPr>
        <p:spPr>
          <a:xfrm>
            <a:off x="3552126" y="6249303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10: Methodology and flow diagram.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53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F652C-852D-0FC6-1D61-48F21741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AEE28-5F38-684B-FE95-08D0EA3C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BE8B-FE8D-F324-F246-1B35F143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27164839"/>
                  </p:ext>
                </p:extLst>
              </p:nvPr>
            </p:nvGraphicFramePr>
            <p:xfrm>
              <a:off x="518317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27164839"/>
                  </p:ext>
                </p:extLst>
              </p:nvPr>
            </p:nvGraphicFramePr>
            <p:xfrm>
              <a:off x="518317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2A68AFC0-7221-45E0-E856-EB542F35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MSE-based localization[1]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/>
              <p:nvPr/>
            </p:nvSpPr>
            <p:spPr>
              <a:xfrm flipH="1">
                <a:off x="1828799" y="4899258"/>
                <a:ext cx="1934678" cy="2245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𝑎𝑟𝑔𝑚𝑖𝑛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28799" y="4899258"/>
                <a:ext cx="1934678" cy="224549"/>
              </a:xfrm>
              <a:prstGeom prst="rect">
                <a:avLst/>
              </a:prstGeom>
              <a:blipFill>
                <a:blip r:embed="rId11"/>
                <a:stretch>
                  <a:fillRect t="-24324" b="-32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73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3AAA42-0A1B-BA92-FBBA-A2E9395E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B61F1-5064-6B94-B8F2-5FB30C46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71372-D414-E3F2-6D0C-F1A2CBAA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12C032-6ECE-AA93-832F-680CD99F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4FC920-72EF-3CCA-8C00-3A9CAC9CA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7" y="1262512"/>
            <a:ext cx="6321896" cy="47432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224848-6ED2-B0AA-37D7-68AF9B46C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008" y="1298471"/>
            <a:ext cx="6109239" cy="4671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0397F-C871-6CB1-FC92-F8383DBB12ED}"/>
              </a:ext>
            </a:extLst>
          </p:cNvPr>
          <p:cNvSpPr txBox="1"/>
          <p:nvPr/>
        </p:nvSpPr>
        <p:spPr>
          <a:xfrm>
            <a:off x="828529" y="6177316"/>
            <a:ext cx="429827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11: Localization error for MSE method.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BC5F5-5442-8DFD-BE18-DA3FECCE7E1C}"/>
              </a:ext>
            </a:extLst>
          </p:cNvPr>
          <p:cNvSpPr txBox="1"/>
          <p:nvPr/>
        </p:nvSpPr>
        <p:spPr>
          <a:xfrm>
            <a:off x="6972729" y="6177316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12: Localization error against increasing grid size.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49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LIvE</a:t>
            </a:r>
            <a:r>
              <a:rPr lang="en-US" dirty="0"/>
              <a:t> method for localization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86878" y="3716229"/>
            <a:ext cx="625643" cy="2948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151CF-F513-9C0C-13E2-2F01EC1EE1E3}"/>
              </a:ext>
            </a:extLst>
          </p:cNvPr>
          <p:cNvSpPr txBox="1"/>
          <p:nvPr/>
        </p:nvSpPr>
        <p:spPr>
          <a:xfrm>
            <a:off x="7589516" y="3174851"/>
            <a:ext cx="1519860" cy="132734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BE0D3-6B92-CC6D-65E4-60CEE9E28946}"/>
              </a:ext>
            </a:extLst>
          </p:cNvPr>
          <p:cNvSpPr txBox="1"/>
          <p:nvPr/>
        </p:nvSpPr>
        <p:spPr>
          <a:xfrm>
            <a:off x="9253361" y="4127035"/>
            <a:ext cx="990596" cy="685362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0B0F2-6C65-4A66-2017-1B25661EA007}"/>
              </a:ext>
            </a:extLst>
          </p:cNvPr>
          <p:cNvSpPr txBox="1"/>
          <p:nvPr/>
        </p:nvSpPr>
        <p:spPr>
          <a:xfrm>
            <a:off x="3709740" y="6261864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13: Methodology and flow diagram.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14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F652C-852D-0FC6-1D61-48F21741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AEE28-5F38-684B-FE95-08D0EA3C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BE8B-FE8D-F324-F246-1B35F143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21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14913482"/>
                  </p:ext>
                </p:extLst>
              </p:nvPr>
            </p:nvGraphicFramePr>
            <p:xfrm>
              <a:off x="518317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38F7A73-A84F-BF42-CAA8-B6B28B5DE3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14913482"/>
                  </p:ext>
                </p:extLst>
              </p:nvPr>
            </p:nvGraphicFramePr>
            <p:xfrm>
              <a:off x="518317" y="1631156"/>
              <a:ext cx="11157745" cy="45696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2A68AFC0-7221-45E0-E856-EB542F35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LIvE</a:t>
            </a:r>
            <a:r>
              <a:rPr lang="en-US" dirty="0"/>
              <a:t>-based localization[3]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/>
              <p:nvPr/>
            </p:nvSpPr>
            <p:spPr>
              <a:xfrm flipH="1">
                <a:off x="1828799" y="4899258"/>
                <a:ext cx="1934678" cy="655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𝑎𝑟𝑔𝑚𝑖𝑛</m:t>
                      </m:r>
                      <m:d>
                        <m:dPr>
                          <m:begChr m:val="‖"/>
                          <m:endChr m:val="‖"/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sz="14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400" dirty="0"/>
              </a:p>
              <a:p>
                <a:pPr lvl="0"/>
                <a:endParaRPr lang="en-IN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CA60C7-F56F-0EE8-9D8E-F6A1934D9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28799" y="4899258"/>
                <a:ext cx="1934678" cy="655436"/>
              </a:xfrm>
              <a:prstGeom prst="rect">
                <a:avLst/>
              </a:prstGeom>
              <a:blipFill>
                <a:blip r:embed="rId11"/>
                <a:stretch>
                  <a:fillRect l="-315" t="-84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180B813-7E90-9B82-CC74-AC993491D32B}"/>
              </a:ext>
            </a:extLst>
          </p:cNvPr>
          <p:cNvSpPr txBox="1"/>
          <p:nvPr/>
        </p:nvSpPr>
        <p:spPr>
          <a:xfrm>
            <a:off x="5862215" y="3429000"/>
            <a:ext cx="251672" cy="2498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DE" sz="1600" dirty="0">
                <a:solidFill>
                  <a:srgbClr val="FF0000"/>
                </a:solidFill>
                <a:latin typeface="Arial"/>
              </a:rPr>
              <a:t>(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5)</a:t>
            </a:r>
          </a:p>
        </p:txBody>
      </p:sp>
    </p:spTree>
    <p:extLst>
      <p:ext uri="{BB962C8B-B14F-4D97-AF65-F5344CB8AC3E}">
        <p14:creationId xmlns:p14="http://schemas.microsoft.com/office/powerpoint/2010/main" val="1749494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16E0E3-7DFE-C257-71C2-B4D615F1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18FFB-1023-50B5-BBFF-2791CAF0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2D48A-B2BE-3E77-D6E3-99AED7FD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15BCC0-6BC6-2E45-C0B3-927A90DD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</a:t>
            </a: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99F9BB6-4E61-AD89-2ABE-3B2029ECAA6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142" y="1253539"/>
            <a:ext cx="6477817" cy="486021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CCFD0-F108-9D06-AD0E-217986A71FAA}"/>
              </a:ext>
            </a:extLst>
          </p:cNvPr>
          <p:cNvSpPr txBox="1"/>
          <p:nvPr/>
        </p:nvSpPr>
        <p:spPr>
          <a:xfrm>
            <a:off x="3520670" y="6249302"/>
            <a:ext cx="5808265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14:  Localization error for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313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Localization accuracy evaluation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78857" y="3744032"/>
            <a:ext cx="625643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151CF-F513-9C0C-13E2-2F01EC1EE1E3}"/>
              </a:ext>
            </a:extLst>
          </p:cNvPr>
          <p:cNvSpPr txBox="1"/>
          <p:nvPr/>
        </p:nvSpPr>
        <p:spPr>
          <a:xfrm>
            <a:off x="10420952" y="3525774"/>
            <a:ext cx="1495123" cy="86334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E6AA7-4A51-43FA-B614-CCCD39897046}"/>
              </a:ext>
            </a:extLst>
          </p:cNvPr>
          <p:cNvSpPr txBox="1"/>
          <p:nvPr/>
        </p:nvSpPr>
        <p:spPr>
          <a:xfrm>
            <a:off x="3848370" y="6252826"/>
            <a:ext cx="6441707" cy="21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15: Localization accuracy evaluation of the MSE and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methods.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852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2AA57-090F-E7C0-A937-474D03C1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71E62-F309-38C8-7128-D1441891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E30E1-4DBC-5464-8149-8EEAEB64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24</a:t>
            </a:fld>
            <a:endParaRPr lang="de-DE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13C1FF-95BC-1EB7-4E90-0CE2ED811C4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2" y="1205844"/>
            <a:ext cx="6159462" cy="4681248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41BA8AC-AE95-B559-449E-48219FFE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</a:t>
            </a:r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D22B616-B7B0-EB03-C86C-1EC8DFC8727A}"/>
              </a:ext>
            </a:extLst>
          </p:cNvPr>
          <p:cNvSpPr/>
          <p:nvPr/>
        </p:nvSpPr>
        <p:spPr>
          <a:xfrm>
            <a:off x="6257714" y="3170846"/>
            <a:ext cx="759772" cy="26228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B2EA6A7-5A04-3995-51AD-3A4241224F80}"/>
              </a:ext>
            </a:extLst>
          </p:cNvPr>
          <p:cNvSpPr/>
          <p:nvPr/>
        </p:nvSpPr>
        <p:spPr>
          <a:xfrm>
            <a:off x="6257714" y="3848904"/>
            <a:ext cx="759772" cy="26228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14C9CFA-59BD-5331-3631-D86713DB4344}"/>
              </a:ext>
            </a:extLst>
          </p:cNvPr>
          <p:cNvSpPr/>
          <p:nvPr/>
        </p:nvSpPr>
        <p:spPr>
          <a:xfrm>
            <a:off x="6257714" y="4526962"/>
            <a:ext cx="759772" cy="26950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0B0FD-EE35-0500-B2AA-4065EB2D323C}"/>
              </a:ext>
            </a:extLst>
          </p:cNvPr>
          <p:cNvSpPr txBox="1"/>
          <p:nvPr/>
        </p:nvSpPr>
        <p:spPr>
          <a:xfrm rot="5400000">
            <a:off x="6453740" y="3850330"/>
            <a:ext cx="1809548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Limitations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E7A06-AC0F-AC89-0516-5F0D54366ECE}"/>
              </a:ext>
            </a:extLst>
          </p:cNvPr>
          <p:cNvSpPr txBox="1"/>
          <p:nvPr/>
        </p:nvSpPr>
        <p:spPr>
          <a:xfrm>
            <a:off x="7719461" y="2895625"/>
            <a:ext cx="4263992" cy="24534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Infeasible point problem with optimization constraints 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endParaRPr lang="en-US" sz="1600" dirty="0">
              <a:solidFill>
                <a:prstClr val="black"/>
              </a:solidFill>
              <a:latin typeface="Arial"/>
            </a:endParaRP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Tadeoff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between better localization accuracy and complexity in solving non-linear constraints.</a:t>
            </a: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So for ease of implementation in real time we accept such </a:t>
            </a:r>
            <a:r>
              <a:rPr lang="en-IN" sz="1600" dirty="0" err="1">
                <a:solidFill>
                  <a:prstClr val="black"/>
                </a:solidFill>
                <a:latin typeface="Arial"/>
              </a:rPr>
              <a:t>tradeoff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and use MSE for REM construction.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064F0-478E-2BA9-E21B-0EA1A2379924}"/>
              </a:ext>
            </a:extLst>
          </p:cNvPr>
          <p:cNvSpPr txBox="1"/>
          <p:nvPr/>
        </p:nvSpPr>
        <p:spPr>
          <a:xfrm>
            <a:off x="916807" y="5911748"/>
            <a:ext cx="6441707" cy="520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16: Localization accuracy evaluation of the MSE and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methods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281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292853"/>
            <a:ext cx="6844385" cy="664797"/>
          </a:xfrm>
        </p:spPr>
        <p:txBody>
          <a:bodyPr/>
          <a:lstStyle/>
          <a:p>
            <a:r>
              <a:rPr lang="en-US" dirty="0"/>
              <a:t>Extension of system model: OFDM transmit signal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78857" y="3744032"/>
            <a:ext cx="625643" cy="24583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151CF-F513-9C0C-13E2-2F01EC1EE1E3}"/>
              </a:ext>
            </a:extLst>
          </p:cNvPr>
          <p:cNvSpPr txBox="1"/>
          <p:nvPr/>
        </p:nvSpPr>
        <p:spPr>
          <a:xfrm>
            <a:off x="4226592" y="4915896"/>
            <a:ext cx="1441583" cy="690782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1A7EF-67C5-0498-AA3C-BAE2F8A868CD}"/>
              </a:ext>
            </a:extLst>
          </p:cNvPr>
          <p:cNvSpPr txBox="1"/>
          <p:nvPr/>
        </p:nvSpPr>
        <p:spPr>
          <a:xfrm>
            <a:off x="4930399" y="3244678"/>
            <a:ext cx="1982338" cy="1397442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3DA3E-6D4A-8A08-CD52-1BFF47D7D43E}"/>
              </a:ext>
            </a:extLst>
          </p:cNvPr>
          <p:cNvSpPr txBox="1"/>
          <p:nvPr/>
        </p:nvSpPr>
        <p:spPr>
          <a:xfrm>
            <a:off x="7489394" y="3244678"/>
            <a:ext cx="1596854" cy="1284767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FE5B5-1D08-7647-08F8-EA400CAC65FD}"/>
              </a:ext>
            </a:extLst>
          </p:cNvPr>
          <p:cNvSpPr txBox="1"/>
          <p:nvPr/>
        </p:nvSpPr>
        <p:spPr>
          <a:xfrm>
            <a:off x="9298004" y="3016165"/>
            <a:ext cx="892145" cy="788654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34AF5-6A9A-1DD8-499B-403E3D2252F0}"/>
              </a:ext>
            </a:extLst>
          </p:cNvPr>
          <p:cNvSpPr txBox="1"/>
          <p:nvPr/>
        </p:nvSpPr>
        <p:spPr>
          <a:xfrm>
            <a:off x="3552126" y="6249303"/>
            <a:ext cx="6441707" cy="21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17:  Employing use of OFDM  as a transmit signal for localization.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189B4E-C107-0ECC-FAF3-B0010DC38230}"/>
              </a:ext>
            </a:extLst>
          </p:cNvPr>
          <p:cNvSpPr txBox="1"/>
          <p:nvPr/>
        </p:nvSpPr>
        <p:spPr>
          <a:xfrm>
            <a:off x="10428708" y="3450501"/>
            <a:ext cx="1487367" cy="1001024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783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CF0BE-8BAB-277E-C5CD-5CD20F1F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02037-02CF-A08E-75CA-ABF65417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04CA0-BD30-7AE4-5A77-CE295B65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D3B53D-F8A6-4C4B-072A-5CD6A53E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OFDM waveform generation and system parameters</a:t>
            </a:r>
            <a:endParaRPr lang="en-IN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8C48212-138F-E154-73CF-51D51D41EA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135843"/>
              </p:ext>
            </p:extLst>
          </p:nvPr>
        </p:nvGraphicFramePr>
        <p:xfrm>
          <a:off x="0" y="2260582"/>
          <a:ext cx="5804036" cy="3320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7DD88F8-3850-87F0-5733-6F1E2973A0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051" y="2019351"/>
            <a:ext cx="6073215" cy="35240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0A9101-8311-CFCB-73A9-19329A5CD6B0}"/>
              </a:ext>
            </a:extLst>
          </p:cNvPr>
          <p:cNvSpPr txBox="1"/>
          <p:nvPr/>
        </p:nvSpPr>
        <p:spPr>
          <a:xfrm>
            <a:off x="7117678" y="5714314"/>
            <a:ext cx="4558385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18: Generated OFDM waveform.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1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00CDC-0C56-53ED-822B-2AB44EA2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34800-4A0C-765A-D8DA-B5331D19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FD119-4833-E302-2801-12C6A7DD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86E5BD-021D-3F4C-0127-6A246A0D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4FE625-9F12-B837-0887-84294748F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261" y="1240320"/>
            <a:ext cx="6383478" cy="47876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C64324-F1F8-8F37-5F23-93E2459ED0DB}"/>
              </a:ext>
            </a:extLst>
          </p:cNvPr>
          <p:cNvSpPr txBox="1"/>
          <p:nvPr/>
        </p:nvSpPr>
        <p:spPr>
          <a:xfrm>
            <a:off x="3367191" y="6081485"/>
            <a:ext cx="644170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19: Localization accuracy for OFDM signal using MSE method.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829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292853"/>
            <a:ext cx="6844385" cy="664797"/>
          </a:xfrm>
        </p:spPr>
        <p:txBody>
          <a:bodyPr/>
          <a:lstStyle/>
          <a:p>
            <a:r>
              <a:rPr lang="en-US" dirty="0"/>
              <a:t>Extension of system model: Correlated shadowing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78857" y="3744032"/>
            <a:ext cx="625643" cy="24583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151CF-F513-9C0C-13E2-2F01EC1EE1E3}"/>
              </a:ext>
            </a:extLst>
          </p:cNvPr>
          <p:cNvSpPr txBox="1"/>
          <p:nvPr/>
        </p:nvSpPr>
        <p:spPr>
          <a:xfrm>
            <a:off x="4298119" y="5718201"/>
            <a:ext cx="1313410" cy="536755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1A7EF-67C5-0498-AA3C-BAE2F8A868CD}"/>
              </a:ext>
            </a:extLst>
          </p:cNvPr>
          <p:cNvSpPr txBox="1"/>
          <p:nvPr/>
        </p:nvSpPr>
        <p:spPr>
          <a:xfrm>
            <a:off x="4930399" y="3244678"/>
            <a:ext cx="1982338" cy="1397442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3DA3E-6D4A-8A08-CD52-1BFF47D7D43E}"/>
              </a:ext>
            </a:extLst>
          </p:cNvPr>
          <p:cNvSpPr txBox="1"/>
          <p:nvPr/>
        </p:nvSpPr>
        <p:spPr>
          <a:xfrm>
            <a:off x="7489394" y="3244678"/>
            <a:ext cx="1596854" cy="1284767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FE5B5-1D08-7647-08F8-EA400CAC65FD}"/>
              </a:ext>
            </a:extLst>
          </p:cNvPr>
          <p:cNvSpPr txBox="1"/>
          <p:nvPr/>
        </p:nvSpPr>
        <p:spPr>
          <a:xfrm>
            <a:off x="9314049" y="3075996"/>
            <a:ext cx="817308" cy="654519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34AF5-6A9A-1DD8-499B-403E3D2252F0}"/>
              </a:ext>
            </a:extLst>
          </p:cNvPr>
          <p:cNvSpPr txBox="1"/>
          <p:nvPr/>
        </p:nvSpPr>
        <p:spPr>
          <a:xfrm>
            <a:off x="3552126" y="6249303"/>
            <a:ext cx="6441707" cy="21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400" dirty="0">
                <a:solidFill>
                  <a:prstClr val="black"/>
                </a:solidFill>
                <a:latin typeface="Arial"/>
              </a:rPr>
              <a:t>20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 Employing use of OFDM  as a transmit signal for localization.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D7244D-18C7-9A7A-24BC-B1D1A542D45B}"/>
              </a:ext>
            </a:extLst>
          </p:cNvPr>
          <p:cNvSpPr txBox="1"/>
          <p:nvPr/>
        </p:nvSpPr>
        <p:spPr>
          <a:xfrm>
            <a:off x="10471346" y="3410493"/>
            <a:ext cx="1444729" cy="1081788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414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95185-9219-343B-3DB3-3FCBF8BC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4D99B-3444-C9D7-6C4A-BC841BCA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DEBFB-A9D4-E09F-854D-DDC40ADB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EB556EB-E440-5B87-466F-FA32A5E893E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Gudmundson model for correlated shadowing is given by the equation [9]: </a:t>
                </a: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dirty="0"/>
                  <a:t>                             (6)                         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IN" dirty="0"/>
                  <a:t> System parameters used:</a:t>
                </a:r>
              </a:p>
              <a:p>
                <a:pPr lvl="8"/>
                <a:r>
                  <a:rPr lang="en-IN" dirty="0"/>
                  <a:t> </a:t>
                </a:r>
                <a:r>
                  <a:rPr lang="en-IN" sz="1400" dirty="0"/>
                  <a:t>Standard deviation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dirty="0"/>
                  <a:t> : [0,4,8] </a:t>
                </a:r>
                <a:r>
                  <a:rPr lang="en-IN" sz="1400" dirty="0" err="1"/>
                  <a:t>dB.</a:t>
                </a:r>
                <a:endParaRPr lang="en-IN" sz="1400" dirty="0"/>
              </a:p>
              <a:p>
                <a:pPr lvl="8"/>
                <a:r>
                  <a:rPr lang="en-IN" sz="1400" dirty="0"/>
                  <a:t>Correlation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sub>
                    </m:sSub>
                  </m:oMath>
                </a14:m>
                <a:r>
                  <a:rPr lang="en-IN" sz="1400" dirty="0"/>
                  <a:t> : 8 m [7].  </a:t>
                </a:r>
              </a:p>
              <a:p>
                <a:pPr marL="1260000" lvl="8" indent="0">
                  <a:buNone/>
                </a:pPr>
                <a:endParaRPr lang="en-IN" sz="1400" dirty="0"/>
              </a:p>
              <a:p>
                <a:pPr marL="1260000" lvl="8" indent="0">
                  <a:buNone/>
                </a:pPr>
                <a:endParaRPr lang="en-IN" sz="1400" dirty="0"/>
              </a:p>
              <a:p>
                <a:pPr marL="1260000" lvl="8" indent="0">
                  <a:buNone/>
                </a:pPr>
                <a:endParaRPr lang="en-IN" sz="1400" dirty="0"/>
              </a:p>
              <a:p>
                <a:pPr marL="1260000" lvl="8" indent="0">
                  <a:buNone/>
                </a:pPr>
                <a:endParaRPr lang="en-IN" sz="14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EB556EB-E440-5B87-466F-FA32A5E89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038" t="-13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A07635F0-14C6-56B1-64EF-C3AEBCC1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Extension of system model: Correlated shadowing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478FC-E4C1-4435-82FA-EDF2A5E95CED}"/>
              </a:ext>
            </a:extLst>
          </p:cNvPr>
          <p:cNvSpPr txBox="1"/>
          <p:nvPr/>
        </p:nvSpPr>
        <p:spPr>
          <a:xfrm>
            <a:off x="3534311" y="1960749"/>
            <a:ext cx="1037690" cy="3905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covariance matrix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ECD94-D135-1B76-64A8-784EBD99B084}"/>
              </a:ext>
            </a:extLst>
          </p:cNvPr>
          <p:cNvSpPr txBox="1"/>
          <p:nvPr/>
        </p:nvSpPr>
        <p:spPr>
          <a:xfrm>
            <a:off x="6096000" y="1959134"/>
            <a:ext cx="1417834" cy="3905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Distance between the sensors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97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6FB6D-901E-6CC9-D154-92CCD1C8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DFAA-CDAC-E827-5C70-70490D64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C195C-85F7-DB0D-0D34-9D34D3A7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665578-090A-AC94-BD91-E81033F9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2BCCF-1DA4-385C-EA9C-5D76F8D95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953" y="1308339"/>
            <a:ext cx="6202094" cy="46515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2A283A-8DCB-CED1-88A4-8229BFC48222}"/>
              </a:ext>
            </a:extLst>
          </p:cNvPr>
          <p:cNvSpPr txBox="1"/>
          <p:nvPr/>
        </p:nvSpPr>
        <p:spPr>
          <a:xfrm>
            <a:off x="3253185" y="6069501"/>
            <a:ext cx="6441707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400" dirty="0">
                <a:solidFill>
                  <a:prstClr val="black"/>
                </a:solidFill>
                <a:latin typeface="Arial"/>
              </a:rPr>
              <a:t>21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 Localization error using MSE method with standard deviation of shadowing [0,4,8]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dB.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773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DB85B-FEF8-2726-70FC-0A91584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EE5FF-C388-DBFF-AA6C-9D5D1B8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7B031-F2BD-331A-8EF2-5030B56D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C0243F-D7F5-704A-FF4B-656ED26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construction</a:t>
            </a:r>
            <a:endParaRPr lang="en-IN" dirty="0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9F68690E-DD39-47F5-71E9-A007DE49E1B4}"/>
              </a:ext>
            </a:extLst>
          </p:cNvPr>
          <p:cNvSpPr/>
          <p:nvPr/>
        </p:nvSpPr>
        <p:spPr>
          <a:xfrm>
            <a:off x="518317" y="3339652"/>
            <a:ext cx="1655545" cy="1152628"/>
          </a:xfrm>
          <a:prstGeom prst="flowChartInputOutpu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Sensor arrangement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D4DBC8-C61A-0805-8B0B-C9B4284D402F}"/>
              </a:ext>
            </a:extLst>
          </p:cNvPr>
          <p:cNvSpPr/>
          <p:nvPr/>
        </p:nvSpPr>
        <p:spPr>
          <a:xfrm>
            <a:off x="1771047" y="3744032"/>
            <a:ext cx="635268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B8813E54-A021-24B4-55CE-3DC7F210C884}"/>
              </a:ext>
            </a:extLst>
          </p:cNvPr>
          <p:cNvSpPr/>
          <p:nvPr/>
        </p:nvSpPr>
        <p:spPr>
          <a:xfrm>
            <a:off x="2406313" y="3058670"/>
            <a:ext cx="2040557" cy="1616555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System model and parameter settings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ADC027-1E4F-662C-E3C2-8ED284F47ED2}"/>
              </a:ext>
            </a:extLst>
          </p:cNvPr>
          <p:cNvSpPr/>
          <p:nvPr/>
        </p:nvSpPr>
        <p:spPr>
          <a:xfrm>
            <a:off x="4446870" y="3744032"/>
            <a:ext cx="500515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DBFCE37-BD86-3358-8EBB-22AA802A7E0A}"/>
              </a:ext>
            </a:extLst>
          </p:cNvPr>
          <p:cNvSpPr/>
          <p:nvPr/>
        </p:nvSpPr>
        <p:spPr>
          <a:xfrm>
            <a:off x="4947384" y="3339651"/>
            <a:ext cx="1944304" cy="122272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RSS measurements calculations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B78B11-5B34-FA22-09E9-D70C237A6863}"/>
              </a:ext>
            </a:extLst>
          </p:cNvPr>
          <p:cNvCxnSpPr/>
          <p:nvPr/>
        </p:nvCxnSpPr>
        <p:spPr>
          <a:xfrm>
            <a:off x="3426592" y="521689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B14CB-DD2F-350B-E0EA-F28E42D04704}"/>
              </a:ext>
            </a:extLst>
          </p:cNvPr>
          <p:cNvCxnSpPr>
            <a:stCxn id="12" idx="2"/>
          </p:cNvCxnSpPr>
          <p:nvPr/>
        </p:nvCxnSpPr>
        <p:spPr>
          <a:xfrm>
            <a:off x="3426592" y="4675225"/>
            <a:ext cx="0" cy="54166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986AEC-5F56-54CB-0FF7-F1EAD76ADBC9}"/>
              </a:ext>
            </a:extLst>
          </p:cNvPr>
          <p:cNvCxnSpPr>
            <a:cxnSpLocks/>
          </p:cNvCxnSpPr>
          <p:nvPr/>
        </p:nvCxnSpPr>
        <p:spPr>
          <a:xfrm>
            <a:off x="3426592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616576-653B-C224-83FD-7CA4B19FA368}"/>
              </a:ext>
            </a:extLst>
          </p:cNvPr>
          <p:cNvCxnSpPr/>
          <p:nvPr/>
        </p:nvCxnSpPr>
        <p:spPr>
          <a:xfrm>
            <a:off x="3426592" y="5935753"/>
            <a:ext cx="933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116BAFEB-5644-FB53-3E23-BE738F0F7C1C}"/>
              </a:ext>
            </a:extLst>
          </p:cNvPr>
          <p:cNvSpPr/>
          <p:nvPr/>
        </p:nvSpPr>
        <p:spPr>
          <a:xfrm>
            <a:off x="4360242" y="4982652"/>
            <a:ext cx="1183907" cy="55332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OFDM transmit signal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9AA029D7-FB13-9578-29FA-3303C44D4395}"/>
              </a:ext>
            </a:extLst>
          </p:cNvPr>
          <p:cNvSpPr/>
          <p:nvPr/>
        </p:nvSpPr>
        <p:spPr>
          <a:xfrm>
            <a:off x="4360242" y="5718202"/>
            <a:ext cx="1183906" cy="465447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Correlated shadowing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B6D3A5-1082-C31C-36FD-7EE014F837A6}"/>
              </a:ext>
            </a:extLst>
          </p:cNvPr>
          <p:cNvCxnSpPr/>
          <p:nvPr/>
        </p:nvCxnSpPr>
        <p:spPr>
          <a:xfrm>
            <a:off x="5544148" y="5216893"/>
            <a:ext cx="65980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A642ECD-513E-3E84-2AFC-1906EFB7D57D}"/>
              </a:ext>
            </a:extLst>
          </p:cNvPr>
          <p:cNvCxnSpPr>
            <a:cxnSpLocks/>
          </p:cNvCxnSpPr>
          <p:nvPr/>
        </p:nvCxnSpPr>
        <p:spPr>
          <a:xfrm>
            <a:off x="5545285" y="5935753"/>
            <a:ext cx="65866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C8E5E5-41B5-BB07-454B-88F6B014A6E0}"/>
              </a:ext>
            </a:extLst>
          </p:cNvPr>
          <p:cNvCxnSpPr>
            <a:cxnSpLocks/>
          </p:cNvCxnSpPr>
          <p:nvPr/>
        </p:nvCxnSpPr>
        <p:spPr>
          <a:xfrm flipV="1">
            <a:off x="6203951" y="5216893"/>
            <a:ext cx="0" cy="7188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A360345-D40D-EE69-3B76-06B6114C6819}"/>
              </a:ext>
            </a:extLst>
          </p:cNvPr>
          <p:cNvCxnSpPr/>
          <p:nvPr/>
        </p:nvCxnSpPr>
        <p:spPr>
          <a:xfrm flipV="1">
            <a:off x="6203951" y="4562375"/>
            <a:ext cx="0" cy="654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4E5279D-EEDE-7D4F-8E43-A481DE5B2C18}"/>
              </a:ext>
            </a:extLst>
          </p:cNvPr>
          <p:cNvSpPr/>
          <p:nvPr/>
        </p:nvSpPr>
        <p:spPr>
          <a:xfrm>
            <a:off x="6878857" y="3744032"/>
            <a:ext cx="625643" cy="24583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F318A4B3-3C40-2899-A190-CABBE1357F1B}"/>
              </a:ext>
            </a:extLst>
          </p:cNvPr>
          <p:cNvSpPr/>
          <p:nvPr/>
        </p:nvSpPr>
        <p:spPr>
          <a:xfrm>
            <a:off x="7504500" y="3164933"/>
            <a:ext cx="1596853" cy="1397442"/>
          </a:xfrm>
          <a:prstGeom prst="flowChartDecisi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>
                <a:solidFill>
                  <a:schemeClr val="tx1"/>
                </a:solidFill>
                <a:latin typeface="Arial"/>
              </a:rPr>
              <a:t>RSS-based localization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lowchart: Magnetic Disk 53">
            <a:extLst>
              <a:ext uri="{FF2B5EF4-FFF2-40B4-BE49-F238E27FC236}">
                <a16:creationId xmlns:a16="http://schemas.microsoft.com/office/drawing/2014/main" id="{4E2F56BD-87C2-B989-7A3D-2D820821BC87}"/>
              </a:ext>
            </a:extLst>
          </p:cNvPr>
          <p:cNvSpPr/>
          <p:nvPr/>
        </p:nvSpPr>
        <p:spPr>
          <a:xfrm>
            <a:off x="5611528" y="2242686"/>
            <a:ext cx="837398" cy="67668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center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EE720B6C-2015-B8EF-8D81-5E7397F7FAE9}"/>
              </a:ext>
            </a:extLst>
          </p:cNvPr>
          <p:cNvSpPr/>
          <p:nvPr/>
        </p:nvSpPr>
        <p:spPr>
          <a:xfrm>
            <a:off x="5961245" y="2919374"/>
            <a:ext cx="215899" cy="42027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9BBD83-D293-045A-B83D-CE7C2BEB2036}"/>
              </a:ext>
            </a:extLst>
          </p:cNvPr>
          <p:cNvCxnSpPr>
            <a:cxnSpLocks/>
          </p:cNvCxnSpPr>
          <p:nvPr/>
        </p:nvCxnSpPr>
        <p:spPr>
          <a:xfrm flipV="1">
            <a:off x="8874493" y="3352544"/>
            <a:ext cx="423511" cy="3464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D44A7C-1D56-89E3-228C-FD7C103DCE1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838107" y="4084083"/>
            <a:ext cx="475942" cy="408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1658397C-B29C-9DE7-1ABA-CE88AD08A200}"/>
              </a:ext>
            </a:extLst>
          </p:cNvPr>
          <p:cNvSpPr/>
          <p:nvPr/>
        </p:nvSpPr>
        <p:spPr>
          <a:xfrm>
            <a:off x="9314049" y="3164933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MSE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id="{E98F2638-EFF9-7DB3-AC73-C556B7A674D3}"/>
              </a:ext>
            </a:extLst>
          </p:cNvPr>
          <p:cNvSpPr/>
          <p:nvPr/>
        </p:nvSpPr>
        <p:spPr>
          <a:xfrm>
            <a:off x="9314049" y="4246720"/>
            <a:ext cx="837398" cy="491119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000" dirty="0" err="1">
                <a:solidFill>
                  <a:schemeClr val="tx1"/>
                </a:solidFill>
                <a:latin typeface="Arial"/>
              </a:rPr>
              <a:t>LIvE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C68652-FB65-0813-E494-A839C2FE2768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10151447" y="3410493"/>
            <a:ext cx="277261" cy="54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947B62-943E-9353-FCAC-4286112AE7AD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10151447" y="4116830"/>
            <a:ext cx="260276" cy="375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EA01A22B-32F5-6A6C-6925-187A45B1B5FC}"/>
              </a:ext>
            </a:extLst>
          </p:cNvPr>
          <p:cNvSpPr/>
          <p:nvPr/>
        </p:nvSpPr>
        <p:spPr>
          <a:xfrm>
            <a:off x="10428708" y="3525774"/>
            <a:ext cx="1487367" cy="863346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5A647E13-5A3A-A52C-B130-B2CA9F8D6B37}"/>
              </a:ext>
            </a:extLst>
          </p:cNvPr>
          <p:cNvSpPr/>
          <p:nvPr/>
        </p:nvSpPr>
        <p:spPr>
          <a:xfrm>
            <a:off x="11049802" y="4389120"/>
            <a:ext cx="216304" cy="82777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5EC4E73-B22B-39C5-FEA2-EF03EF748308}"/>
              </a:ext>
            </a:extLst>
          </p:cNvPr>
          <p:cNvSpPr/>
          <p:nvPr/>
        </p:nvSpPr>
        <p:spPr>
          <a:xfrm>
            <a:off x="10428709" y="5216893"/>
            <a:ext cx="1487366" cy="82776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 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151CF-F513-9C0C-13E2-2F01EC1EE1E3}"/>
              </a:ext>
            </a:extLst>
          </p:cNvPr>
          <p:cNvSpPr txBox="1"/>
          <p:nvPr/>
        </p:nvSpPr>
        <p:spPr>
          <a:xfrm>
            <a:off x="10428708" y="5217677"/>
            <a:ext cx="1495123" cy="863346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E6AA7-4A51-43FA-B614-CCCD39897046}"/>
              </a:ext>
            </a:extLst>
          </p:cNvPr>
          <p:cNvSpPr txBox="1"/>
          <p:nvPr/>
        </p:nvSpPr>
        <p:spPr>
          <a:xfrm>
            <a:off x="3848370" y="6252826"/>
            <a:ext cx="6441707" cy="21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400" dirty="0">
                <a:solidFill>
                  <a:prstClr val="black"/>
                </a:solidFill>
                <a:latin typeface="Arial"/>
              </a:rPr>
              <a:t>22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Localization accuracy evaluation of the MSE and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LIvE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methods.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949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C2504-ED8E-6E0C-FDAD-9B99673B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876B3-582F-383C-5747-CADC8FF9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AE3C7-3A10-718C-7D85-98BCB265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5815D-C551-CC41-7F2E-5952F16AA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80000" lvl="2" indent="0">
              <a:buNone/>
            </a:pPr>
            <a:endParaRPr lang="en-US" dirty="0"/>
          </a:p>
          <a:p>
            <a:pPr marL="180000" lvl="2" indent="0">
              <a:buNone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3D2E36-1AD5-9A90-D4BD-54E90B035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REM construction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0960D-39EC-D000-280F-2819F8B25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443" y="1282429"/>
            <a:ext cx="8848840" cy="46826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B025D8-965D-78B5-8D00-9D3670CF9594}"/>
              </a:ext>
            </a:extLst>
          </p:cNvPr>
          <p:cNvSpPr txBox="1"/>
          <p:nvPr/>
        </p:nvSpPr>
        <p:spPr>
          <a:xfrm>
            <a:off x="2954518" y="6086043"/>
            <a:ext cx="6441707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400" dirty="0">
                <a:solidFill>
                  <a:prstClr val="black"/>
                </a:solidFill>
                <a:latin typeface="Arial"/>
              </a:rPr>
              <a:t>23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REM construction using active transmitter estimated and true location [1]. 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6C627A-DE13-50C8-0BC1-99ECADF9D988}"/>
              </a:ext>
            </a:extLst>
          </p:cNvPr>
          <p:cNvSpPr txBox="1"/>
          <p:nvPr/>
        </p:nvSpPr>
        <p:spPr>
          <a:xfrm>
            <a:off x="743919" y="1631156"/>
            <a:ext cx="3502562" cy="674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DE" sz="1600" dirty="0">
                <a:solidFill>
                  <a:srgbClr val="FF0000"/>
                </a:solidFill>
                <a:latin typeface="Arial"/>
              </a:rPr>
              <a:t>(Some) explanatory text would fit good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 the fig. resolution is rather low...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2E6C85-A636-4F92-F8B1-504ED17EDFD6}"/>
              </a:ext>
            </a:extLst>
          </p:cNvPr>
          <p:cNvCxnSpPr/>
          <p:nvPr/>
        </p:nvCxnSpPr>
        <p:spPr>
          <a:xfrm flipV="1">
            <a:off x="3301139" y="6199322"/>
            <a:ext cx="6095086" cy="34229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597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545DB-8F50-5E43-F146-D9BA53BD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57D9C-7A69-B93F-A95E-013A9208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588BB-529C-C8FB-5D36-99ED42AA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8CE2F7-86DC-E771-9C00-B7C8394F0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flow diagram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8363BC-A19A-7B53-55DA-198E878D7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661" y="1366285"/>
            <a:ext cx="9051289" cy="46404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F35448-2D57-9446-B700-6A4BE0199757}"/>
              </a:ext>
            </a:extLst>
          </p:cNvPr>
          <p:cNvSpPr txBox="1"/>
          <p:nvPr/>
        </p:nvSpPr>
        <p:spPr>
          <a:xfrm>
            <a:off x="4588110" y="6040559"/>
            <a:ext cx="6441707" cy="21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24: REM data flow and model [4].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A2978-DD32-9D38-6DB3-C39B4918408A}"/>
              </a:ext>
            </a:extLst>
          </p:cNvPr>
          <p:cNvSpPr txBox="1"/>
          <p:nvPr/>
        </p:nvSpPr>
        <p:spPr>
          <a:xfrm>
            <a:off x="8200399" y="5881831"/>
            <a:ext cx="3297378" cy="2499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Finally a very nice and neat figure </a:t>
            </a:r>
            <a:r>
              <a:rPr kumimoji="0" lang="en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itchFamily="2" charset="2"/>
              </a:rPr>
              <a:t></a:t>
            </a: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252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92FEE-1A99-661A-C6EF-75FCE9BB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C2878-821E-DF32-FDDD-342F82DD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3CC4-8B2F-FB55-69AE-C9935842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34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9E9471-B995-8524-DF48-9298DCBE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and estimated power maps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B6F55-1698-9FC1-E9AF-75D42DDB6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050" y="1537318"/>
            <a:ext cx="5602357" cy="4201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2CB765-638B-248E-94F3-5B97F4622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93" y="1537318"/>
            <a:ext cx="5602357" cy="42017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0D6CCB-7693-A22D-9F7F-FF81C3FC34DC}"/>
              </a:ext>
            </a:extLst>
          </p:cNvPr>
          <p:cNvSpPr txBox="1"/>
          <p:nvPr/>
        </p:nvSpPr>
        <p:spPr>
          <a:xfrm>
            <a:off x="3946259" y="5959089"/>
            <a:ext cx="4842969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400" dirty="0">
                <a:solidFill>
                  <a:prstClr val="black"/>
                </a:solidFill>
                <a:latin typeface="Arial"/>
              </a:rPr>
              <a:t>25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True and estimated REM using the estimated location from MSE method in a grid of size (100 m, 100m).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1377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2759A-BEDB-29F2-FEF3-028350DA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4C082-7C3F-39DA-0026-8D9B4063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9B2DC-0B50-6CDF-5CEC-EC499D42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39A8E9-3A5B-85B2-73C5-66518E20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and estimated power maps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9F6C34-0CE9-2052-E85E-68529020DF9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With additive log-normal shadowing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9BEC60-5C18-377B-DAEF-6D295D84A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367" y="1659888"/>
            <a:ext cx="5469732" cy="4102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F97C94-CE46-BDF9-8703-CA02260F4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35" y="1657319"/>
            <a:ext cx="5469732" cy="41022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6C4F19-07B5-2408-C84B-AB8BDBC42DE8}"/>
              </a:ext>
            </a:extLst>
          </p:cNvPr>
          <p:cNvSpPr txBox="1"/>
          <p:nvPr/>
        </p:nvSpPr>
        <p:spPr>
          <a:xfrm>
            <a:off x="3946259" y="5959089"/>
            <a:ext cx="4842969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400" dirty="0">
                <a:solidFill>
                  <a:prstClr val="black"/>
                </a:solidFill>
                <a:latin typeface="Arial"/>
              </a:rPr>
              <a:t>26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True and estimated REM using the estimated location from MSE method in a grid of size (100 m, 100m).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178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FF7A0-DFCC-D2E4-A0B4-112A0E1E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EAD3C-3B96-25C8-8B29-A2D45D84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CD8A5-AE7F-2DC2-1E0B-BFC5A4CA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36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42ED59-C3F5-E1CA-B9BC-632F2C0C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 applications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AF7F7-F178-4AD8-1403-2A3046955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65" y="1253447"/>
            <a:ext cx="9047085" cy="49948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5ADEED-D29E-CE48-46FF-54D87A2BED2E}"/>
              </a:ext>
            </a:extLst>
          </p:cNvPr>
          <p:cNvSpPr txBox="1"/>
          <p:nvPr/>
        </p:nvSpPr>
        <p:spPr>
          <a:xfrm>
            <a:off x="4203336" y="6267923"/>
            <a:ext cx="3785328" cy="21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</a:t>
            </a:r>
            <a:r>
              <a:rPr lang="en-US" sz="1400" dirty="0">
                <a:solidFill>
                  <a:prstClr val="black"/>
                </a:solidFill>
                <a:latin typeface="Arial"/>
              </a:rPr>
              <a:t>27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REM applications and use cases [8].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980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E9396-D0AC-04EA-63C0-02E177FC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1E81A-1DB1-BE86-F715-741BF1B9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437E-F531-8E57-0E38-07C10E41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37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ECBEA-A748-2678-28E3-BDA6B37192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76" y="1314397"/>
            <a:ext cx="11533850" cy="479391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Comparing and evaluating the localization accuracy of MSE and </a:t>
            </a:r>
            <a:r>
              <a:rPr lang="en-US" dirty="0" err="1"/>
              <a:t>LIvE</a:t>
            </a:r>
            <a:r>
              <a:rPr lang="en-US" dirty="0"/>
              <a:t> methods.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Assuming OFDM signal as a transmit signal and evaluating performance of MSE method.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Assuming correlated shadowing and evaluating the localization error using varying standard deviation of shadowing.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Constructing estimated and true REM using results of localization from MSE-based method.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REM as a emerging tool for 5G use cases such as ultra low latency, mobility, dynamic changes in channel.</a:t>
            </a:r>
          </a:p>
          <a:p>
            <a:r>
              <a:rPr lang="en-US" dirty="0"/>
              <a:t> 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4F76CA-DE17-6EFD-E59C-6696F379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contributions</a:t>
            </a:r>
            <a:endParaRPr lang="en-IN" dirty="0"/>
          </a:p>
        </p:txBody>
      </p:sp>
      <p:pic>
        <p:nvPicPr>
          <p:cNvPr id="1026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28D7A7C2-FA05-047C-EC2E-DA5DDDB8B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98" y="1281459"/>
            <a:ext cx="480163" cy="4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78D79653-5A3E-099F-A9AA-4A2C0C5C3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86" y="1896611"/>
            <a:ext cx="480163" cy="4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BE3C2B04-FBFC-D23D-2148-8094B3191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00" y="2557852"/>
            <a:ext cx="480163" cy="4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9B2910A3-40C2-370F-626E-D9B3BDED8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25" y="3200922"/>
            <a:ext cx="480163" cy="4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mark PNG, Checkmark Transparent Background - FreeIconsPNG">
            <a:extLst>
              <a:ext uri="{FF2B5EF4-FFF2-40B4-BE49-F238E27FC236}">
                <a16:creationId xmlns:a16="http://schemas.microsoft.com/office/drawing/2014/main" id="{A7A4747D-A52A-939D-3D08-0B1FFD688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85" y="3843992"/>
            <a:ext cx="480163" cy="4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96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35FDA-1A50-8200-B014-745292B9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2FAF8-7BCC-601E-884F-E1609813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44DAD-B93D-F232-6BED-22F3BC81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38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5D731A-02C0-8FEE-8509-25832310F6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j-lt"/>
              </a:rPr>
              <a:t>Evaluating MSE and </a:t>
            </a:r>
            <a:r>
              <a:rPr lang="en-US" sz="1400" dirty="0" err="1">
                <a:latin typeface="+mj-lt"/>
              </a:rPr>
              <a:t>LIvE</a:t>
            </a:r>
            <a:r>
              <a:rPr lang="en-US" sz="1400" dirty="0">
                <a:latin typeface="+mj-lt"/>
              </a:rPr>
              <a:t> methods we don’t see much convergence in terms of localization error from 25 sensor nodes while the convergence.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j-lt"/>
              </a:rPr>
              <a:t>Using OFDM as a transmit signal for localization converges close to true transmitter position after 9 sensor nodes leaving the use of more sensor nodes redundant.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j-lt"/>
              </a:rPr>
              <a:t>Shadowing correlations between the sensor nodes leads to increase in localization error as the shadowing standard deviation increases which increases correlations between the sensor nodes.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j-lt"/>
              </a:rPr>
              <a:t>We choose MSE over </a:t>
            </a:r>
            <a:r>
              <a:rPr lang="en-US" sz="1400" dirty="0" err="1">
                <a:latin typeface="+mj-lt"/>
              </a:rPr>
              <a:t>LIvE</a:t>
            </a:r>
            <a:r>
              <a:rPr lang="en-US" sz="1400" dirty="0">
                <a:latin typeface="+mj-lt"/>
              </a:rPr>
              <a:t> method in terms of complexity in solving non-linear constraints and higher simulation run time.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+mj-lt"/>
              </a:rPr>
              <a:t>Using results of MSE method for localization we get as close to true REM.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AF70922-519F-2C4F-D1B0-0A48E5A6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08971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8D637-C674-C580-E291-78028F25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D30A5-3E49-7B55-7453-49D82152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540E0-D484-FB81-BF20-004C860E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39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3D8D0-80CE-3412-6F4F-BE2675C7C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Effect of multipath fading, change of sensor placement and channel models to get more out of localization methods.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Finding an algorithm that also suffices mobility of transmitter and accuracy to the resolution of 0.1 m for V2X and autonomous driving cases.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Detailed analysis of OFDM waveform’s performance in terms of localization accuracy varying parameters and channel models.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Mobile scenarios instead of static scenario to evaluate localization and REM construction.  </a:t>
            </a: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23E4D4-DE3B-1A38-177A-2E1ED707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552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D7DEF-925C-C5E1-FCD1-DB16C8CD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49BBC-5593-80A2-4036-F100D4D0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055FF-AD8E-B9DB-D690-9DA1E515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40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EA32A-55C8-01C4-695F-1652D0E67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71648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Ezzati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Nematollah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Hasan Taheri, and Tuna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Tugcu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 "Optimised sensor network for transmitter localisation and radio environment mapping."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IET Communications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10.16 (2016): 2170-2178. </a:t>
            </a:r>
            <a:r>
              <a:rPr lang="en-IN" b="0" i="0" u="none" strike="noStrike" baseline="0" dirty="0">
                <a:latin typeface="+mj-lt"/>
              </a:rPr>
              <a:t>Location estimation-based radio environment map construction in fading channels.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Yilmaz,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Huseyin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Birkan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and Tuna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Tugcu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 "Location estimation‐based radio environment map construction in fading channels."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Wireless communications and mobile computing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15.3 (2015): 561-570.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Yilmaz, H.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Birkan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et al. "Radio environment map as enabler for practical cognitive radio networks."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IEEE Communications Magazine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51.12 (2013): 162-169.</a:t>
            </a:r>
            <a:endParaRPr lang="en-IN" dirty="0">
              <a:solidFill>
                <a:srgbClr val="222222"/>
              </a:solidFill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Phillips, Caleb, et al. "Practical radio environment mapping with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geostatistics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2012 IEEE International Symposium on Dynamic Spectrum Access Networks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. IEEE, 2012.</a:t>
            </a:r>
            <a:endParaRPr lang="en-IN" dirty="0">
              <a:solidFill>
                <a:srgbClr val="222222"/>
              </a:solidFill>
              <a:effectLst/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Reddy,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Yeduri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 Sreenivasa, et al. "Spectrum cartography techniques, challenges, opportunities, and applications: A survey."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Pervasive and Mobile Computing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79 (2022): 101511.</a:t>
            </a:r>
          </a:p>
          <a:p>
            <a:pPr marL="457200" indent="-457200" algn="l">
              <a:buFont typeface="+mj-lt"/>
              <a:buAutoNum type="arabicPeriod"/>
            </a:pPr>
            <a:endParaRPr lang="en-IN" sz="1800" b="0" i="0" u="none" strike="noStrike" baseline="0" dirty="0">
              <a:solidFill>
                <a:srgbClr val="222222"/>
              </a:solidFill>
              <a:latin typeface="Univers-Black"/>
            </a:endParaRPr>
          </a:p>
          <a:p>
            <a:pPr algn="l"/>
            <a:endParaRPr lang="en-IN" sz="1800" b="0" i="0" u="none" strike="noStrike" baseline="0" dirty="0">
              <a:latin typeface="Univers-Black"/>
            </a:endParaRPr>
          </a:p>
          <a:p>
            <a:pPr algn="l"/>
            <a:endParaRPr lang="en-IN" sz="1800" b="0" i="0" u="none" strike="noStrike" baseline="0" dirty="0">
              <a:latin typeface="Univers-Black"/>
            </a:endParaRPr>
          </a:p>
          <a:p>
            <a:pPr algn="l"/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232A31-2645-F5C5-7FB8-436BC494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7214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AFE33-1B7F-D2A6-A4BA-9133F2D6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9F2D9-D99D-0B2E-1C10-8DD72D4D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32A0-9266-2174-50E3-8280FCEF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41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A72CB-93FE-B4A0-AB5F-4A8B20142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Reddy, </a:t>
            </a:r>
            <a:r>
              <a:rPr lang="en-IN" i="0" dirty="0" err="1">
                <a:solidFill>
                  <a:srgbClr val="222222"/>
                </a:solidFill>
                <a:effectLst/>
                <a:latin typeface="+mj-lt"/>
              </a:rPr>
              <a:t>Yeduri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 Sreenivasa, et al. "Spectrum cartography techniques, challenges, opportunities, and applications: A survey." </a:t>
            </a:r>
            <a:r>
              <a:rPr lang="en-IN" i="1" dirty="0">
                <a:solidFill>
                  <a:srgbClr val="222222"/>
                </a:solidFill>
                <a:effectLst/>
                <a:latin typeface="+mj-lt"/>
              </a:rPr>
              <a:t>Pervasive            and Mobile Computing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 79 (2022): 101511.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De Almeida, Ivo </a:t>
            </a:r>
            <a:r>
              <a:rPr lang="en-IN" i="0" dirty="0" err="1">
                <a:solidFill>
                  <a:srgbClr val="222222"/>
                </a:solidFill>
                <a:effectLst/>
                <a:latin typeface="+mj-lt"/>
              </a:rPr>
              <a:t>Bizon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 Franco, et al. "Blind transmitter localization in wireless sensor networks: A deep learning approach." </a:t>
            </a:r>
            <a:r>
              <a:rPr lang="en-IN" i="1" dirty="0">
                <a:solidFill>
                  <a:srgbClr val="222222"/>
                </a:solidFill>
                <a:effectLst/>
                <a:latin typeface="+mj-lt"/>
              </a:rPr>
              <a:t>2021 IEEE 32nd Annual International Symposium on Personal, Indoor and Mobile Radio Communications (PIMRC)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. IEEE, 2021.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Turkmen, H., </a:t>
            </a:r>
            <a:r>
              <a:rPr lang="en-IN" i="0" dirty="0" err="1">
                <a:solidFill>
                  <a:srgbClr val="222222"/>
                </a:solidFill>
                <a:effectLst/>
                <a:latin typeface="+mj-lt"/>
              </a:rPr>
              <a:t>Solaija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, M. S. J., Furqan, H. M., &amp; Arslan, H. (2020). Generalized Radio Environment Monitoring for Next Generation Wireless Networks. </a:t>
            </a:r>
            <a:r>
              <a:rPr lang="en-IN" i="1" dirty="0" err="1">
                <a:solidFill>
                  <a:srgbClr val="222222"/>
                </a:solidFill>
                <a:effectLst/>
                <a:latin typeface="+mj-lt"/>
              </a:rPr>
              <a:t>arXiv</a:t>
            </a:r>
            <a:r>
              <a:rPr lang="en-IN" i="1" dirty="0">
                <a:solidFill>
                  <a:srgbClr val="222222"/>
                </a:solidFill>
                <a:effectLst/>
                <a:latin typeface="+mj-lt"/>
              </a:rPr>
              <a:t> preprint arXiv:2008.06203</a:t>
            </a:r>
            <a:r>
              <a:rPr lang="en-IN" i="0" dirty="0">
                <a:solidFill>
                  <a:srgbClr val="222222"/>
                </a:solidFill>
                <a:effectLst/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Kulkarni, K., Franchi, N.,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Fettweis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 (2019, February). Real-time cooperative spectrum sensing: Reliable localization of unknown interferers in shared spectrum. In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SCC 2019; 12th International ITG Conference on Systems, Communications and Coding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1-6). VDE.</a:t>
            </a:r>
            <a:endParaRPr lang="en-IN" i="0" dirty="0">
              <a:solidFill>
                <a:srgbClr val="222222"/>
              </a:solidFill>
              <a:effectLst/>
              <a:latin typeface="+mj-lt"/>
            </a:endParaRPr>
          </a:p>
          <a:p>
            <a:pPr marL="342900" indent="-342900">
              <a:buFont typeface="+mj-lt"/>
              <a:buAutoNum type="arabicPeriod" startAt="6"/>
            </a:pPr>
            <a:endParaRPr lang="en-IN" dirty="0">
              <a:latin typeface="+mj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6D2E5B-1386-1AF2-F710-23ED3D2C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522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5D50F-6B30-D9D4-ECE2-F6FD206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2C5E7-C47D-7B46-9A41-5502F7E77F6C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8FA41-5CAE-7C87-026A-9A508C0D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C8F80-3256-3E44-AEDA-22292CFA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42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BDD4E7-53A9-A621-5862-5AC5A5BB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REM Construction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BC537-8BA7-54C5-2CB8-EA6751D56F94}"/>
              </a:ext>
            </a:extLst>
          </p:cNvPr>
          <p:cNvSpPr txBox="1"/>
          <p:nvPr/>
        </p:nvSpPr>
        <p:spPr>
          <a:xfrm>
            <a:off x="1932569" y="6038748"/>
            <a:ext cx="8484782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Figure 3 : REM applications use cases [5]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7EA5641-82E2-C31C-C79D-0D6FFF5B95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255" y="1416669"/>
            <a:ext cx="7179793" cy="4518478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5F3C15C-A3CD-5758-2506-D35CF431EC4B}"/>
              </a:ext>
            </a:extLst>
          </p:cNvPr>
          <p:cNvSpPr/>
          <p:nvPr/>
        </p:nvSpPr>
        <p:spPr>
          <a:xfrm flipV="1">
            <a:off x="2188029" y="1698170"/>
            <a:ext cx="1654501" cy="1153885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1286C5-3F19-08DA-818D-0AAB801CA275}"/>
              </a:ext>
            </a:extLst>
          </p:cNvPr>
          <p:cNvSpPr/>
          <p:nvPr/>
        </p:nvSpPr>
        <p:spPr>
          <a:xfrm flipV="1">
            <a:off x="2303139" y="3429000"/>
            <a:ext cx="1654501" cy="1034143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29C9D0-E5BD-8620-B7D8-E1D81D5B87EA}"/>
              </a:ext>
            </a:extLst>
          </p:cNvPr>
          <p:cNvSpPr/>
          <p:nvPr/>
        </p:nvSpPr>
        <p:spPr>
          <a:xfrm flipV="1">
            <a:off x="2652994" y="5570160"/>
            <a:ext cx="1131996" cy="470928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F6E643-9CED-51EC-3D09-C3FC3B8E2229}"/>
              </a:ext>
            </a:extLst>
          </p:cNvPr>
          <p:cNvSpPr/>
          <p:nvPr/>
        </p:nvSpPr>
        <p:spPr>
          <a:xfrm flipV="1">
            <a:off x="8218714" y="1686314"/>
            <a:ext cx="1379327" cy="58879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045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0EB99C-08AF-9837-C316-4B21E6D3B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21F99B-94AD-A408-D6A4-154538F0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DC4A6-1474-5020-BCDD-7BA1E558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0429C-5CB1-C032-0132-9C4AA439AA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received power levels at the sensor nodes in a network are the input measurements.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operation network area where we perform Tx localization consists of several important characteristics of radio environment.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characteristics to model RF area are: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Propagation channel model (Path Loss model),.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Positioning of Tx and sensor nodes.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Frequency of transmission.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Small Scale or Large Scale fading, static or mobile scenario.</a:t>
            </a:r>
          </a:p>
          <a:p>
            <a:pPr marL="1071450" lvl="5" indent="-17145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00" dirty="0"/>
              <a:t>Number of active Transmitters and Sensors deployed.</a:t>
            </a: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E67C34-022B-371D-F5D3-B5956148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RSS Based Transmitter Localization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173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0C17F-9FB2-8DE2-AA05-5DC1214C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B5B37-C352-459E-A5F1-1259591C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6CDEF-6410-B48B-4B11-32EF8110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7ED53-3595-A117-508F-49D5A6A1E0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arrangement of sensor nodes in the previous figure are lying in an operation area where we collect the RSS values.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RSS values depend on the propagation environment, and spatial arrangement of the sensors.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We consider the simplistic path loss model with shadowing for channel analysis.</a:t>
            </a:r>
            <a:endParaRPr lang="en-IN" sz="14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network consists of static transceivers as point sources that operate in single channel and frequency in operation.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We consider a single frequency channel to avoid interference [2].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0E0719-5629-A87D-CDA2-096A6783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177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DDDB-B9D7-9A91-4DD9-234DE037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435BF-F829-CC3A-44E5-EAAB42DE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A716-2560-37C3-B61E-E7D865EA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latin typeface="+mj-lt"/>
                  </a:rPr>
                  <a:t>Considering a simple path loss model the RSS measurement at j-</a:t>
                </a:r>
                <a:r>
                  <a:rPr lang="en-US" sz="1400" dirty="0" err="1">
                    <a:latin typeface="+mj-lt"/>
                  </a:rPr>
                  <a:t>th</a:t>
                </a:r>
                <a:r>
                  <a:rPr lang="en-US" sz="1400" dirty="0">
                    <a:latin typeface="+mj-lt"/>
                  </a:rPr>
                  <a:t> node is given as: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>
                  <a:latin typeface="+mj-lt"/>
                </a:endParaRPr>
              </a:p>
              <a:p>
                <a:pPr marL="285750" indent="-285750" algn="ctr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𝑅𝑥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IN" sz="14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]− 10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sz="1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IN" sz="140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N" sz="14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IN" sz="1400" dirty="0">
                    <a:latin typeface="+mj-lt"/>
                  </a:rPr>
                  <a:t>           (1)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§"/>
                </a:pPr>
                <a:endParaRPr lang="en-IN" sz="14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b="0" dirty="0">
                    <a:latin typeface="+mj-lt"/>
                  </a:rPr>
                  <a:t> where, d is the </a:t>
                </a:r>
                <a:r>
                  <a:rPr lang="en-US" sz="1400" b="0" dirty="0" err="1">
                    <a:latin typeface="+mj-lt"/>
                  </a:rPr>
                  <a:t>euclidean</a:t>
                </a:r>
                <a:r>
                  <a:rPr lang="en-US" sz="1400" b="0" dirty="0">
                    <a:latin typeface="+mj-lt"/>
                  </a:rPr>
                  <a:t> distance between the j-</a:t>
                </a:r>
                <a:r>
                  <a:rPr lang="en-US" sz="1400" b="0" dirty="0" err="1">
                    <a:latin typeface="+mj-lt"/>
                  </a:rPr>
                  <a:t>th</a:t>
                </a:r>
                <a:r>
                  <a:rPr lang="en-US" sz="1400" b="0" dirty="0">
                    <a:latin typeface="+mj-lt"/>
                  </a:rPr>
                  <a:t> node and Tx located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b="0" dirty="0">
                    <a:latin typeface="+mj-lt"/>
                  </a:rPr>
                  <a:t> positions.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b="0" dirty="0">
                    <a:latin typeface="+mj-lt"/>
                  </a:rPr>
                  <a:t>is the reference distance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US" sz="1400" b="0" dirty="0">
                    <a:latin typeface="+mj-lt"/>
                  </a:rPr>
                  <a:t> is the log-normal shadowing (Gaussian distributed) noise with zero mean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𝑑𝐵</m:t>
                        </m:r>
                      </m:sub>
                      <m:sup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400" b="0" dirty="0">
                    <a:latin typeface="+mj-lt"/>
                  </a:rPr>
                  <a:t>variance.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b="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b="0" dirty="0">
                    <a:latin typeface="+mj-lt"/>
                  </a:rPr>
                  <a:t>And,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𝑅𝑥</m:t>
                        </m:r>
                      </m:sup>
                    </m:sSubSup>
                  </m:oMath>
                </a14:m>
                <a:r>
                  <a:rPr lang="en-US" sz="1400" b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𝑇𝑥</m:t>
                        </m:r>
                      </m:sup>
                    </m:sSup>
                  </m:oMath>
                </a14:m>
                <a:r>
                  <a:rPr lang="en-US" sz="1400" b="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b="0" dirty="0">
                    <a:latin typeface="+mj-lt"/>
                  </a:rPr>
                  <a:t> are the received power at the j-</a:t>
                </a:r>
                <a:r>
                  <a:rPr lang="en-US" sz="1400" b="0" dirty="0" err="1">
                    <a:latin typeface="+mj-lt"/>
                  </a:rPr>
                  <a:t>th</a:t>
                </a:r>
                <a:r>
                  <a:rPr lang="en-US" sz="1400" b="0" dirty="0">
                    <a:latin typeface="+mj-lt"/>
                  </a:rPr>
                  <a:t> node, transmitter power and the path loss exponent respectively.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IN" sz="14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latin typeface="+mj-lt"/>
                  </a:rPr>
                  <a:t>d in the equation (1) is given by: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4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                                                  </m:t>
                    </m:r>
                    <m:r>
                      <a:rPr lang="en-IN" sz="14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IN" sz="14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IN" sz="14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sz="1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1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 sz="14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400" i="1" kern="100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1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lang="en-IN" sz="1400" kern="100" dirty="0">
                    <a:effectLst/>
                    <a:latin typeface="+mj-lt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(2)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E53D2D-9C09-BC64-AC9E-2B152E62B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 t="-1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15350A4B-019E-EFEF-2A54-234D0C72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		</a:t>
            </a:r>
            <a:br>
              <a:rPr lang="en-US" dirty="0"/>
            </a:br>
            <a:r>
              <a:rPr lang="en-US" dirty="0"/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4860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18E80-95E3-A0CD-3EF5-2AE2057F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56D9F-BF59-E31B-C4DF-74CBE1CE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4CB7-C858-54A9-7339-14315FEC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9178275-5F9F-9F5E-3540-D1ADAF5316E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 Replacing </a:t>
                </a:r>
                <a:r>
                  <a:rPr lang="en-US" sz="1800" i="1" dirty="0">
                    <a:latin typeface="+mj-lt"/>
                  </a:rPr>
                  <a:t>d</a:t>
                </a:r>
                <a:r>
                  <a:rPr lang="en-US" sz="1800" dirty="0">
                    <a:latin typeface="+mj-lt"/>
                  </a:rPr>
                  <a:t> and after some manipulations of the received power formulation, we get: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1800" dirty="0">
                    <a:latin typeface="+mj-lt"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2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+ 2 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p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𝑇𝑥</m:t>
                                    </m:r>
                                  </m:sup>
                                </m:sSup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 </m:t>
                                </m:r>
                                <m:sSubSup>
                                  <m:sSubSup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𝑅𝑥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dirty="0">
                    <a:latin typeface="+mj-lt"/>
                  </a:rPr>
                  <a:t>                          (3)</a:t>
                </a:r>
              </a:p>
              <a:p>
                <a:pPr>
                  <a:lnSpc>
                    <a:spcPct val="200000"/>
                  </a:lnSpc>
                </a:pPr>
                <a:endParaRPr lang="en-US" sz="1800" dirty="0">
                  <a:latin typeface="+mj-lt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The linear regression equation is given as: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1800" dirty="0">
                    <a:latin typeface="+mj-lt"/>
                    <a:ea typeface="Cambria Math" panose="020405030504060302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>
                    <a:latin typeface="+mj-lt"/>
                    <a:ea typeface="Cambria Math" panose="02040503050406030204" pitchFamily="18" charset="0"/>
                  </a:rPr>
                  <a:t>                                                       </a:t>
                </a:r>
                <a:r>
                  <a:rPr lang="en-US" sz="1800" dirty="0">
                    <a:latin typeface="+mj-lt"/>
                  </a:rPr>
                  <a:t>(4)   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endParaRPr lang="en-US" sz="18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The input parameter matrix (A), squared sensor coordinates vector b and parameter consisting Tx positions and Tx power is vector </a:t>
                </a:r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dirty="0">
                    <a:latin typeface="+mj-lt"/>
                  </a:rPr>
                  <a:t>.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</a:rPr>
                  <a:t>4 sensors measurements are used to perform localization.</a:t>
                </a:r>
                <a:br>
                  <a:rPr lang="en-US" sz="1800" dirty="0">
                    <a:latin typeface="+mj-lt"/>
                  </a:rPr>
                </a:br>
                <a:r>
                  <a:rPr lang="en-US" sz="1800" i="1" dirty="0">
                    <a:latin typeface="+mj-lt"/>
                  </a:rPr>
                  <a:t>         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9178275-5F9F-9F5E-3540-D1ADAF531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4B1130D3-3B97-D09F-1B2A-517D8B1A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Model: Adaptive Iterative and MSE Based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5841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9DDC7-267D-434F-9FDB-C914FB2C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F34C0-3B85-5B1F-CD58-2771E880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3107E-BC66-27FB-1ECB-B5BFFD3C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47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237E7D0-5C77-3AC2-7A50-699A5C86C14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5600" dirty="0">
                    <a:latin typeface="+mj-lt"/>
                  </a:rPr>
                  <a:t>The equation to calculate the unknown Tx positions for Adaptive Iterative in the parameter </a:t>
                </a:r>
                <a14:m>
                  <m:oMath xmlns:m="http://schemas.openxmlformats.org/officeDocument/2006/math">
                    <m:r>
                      <a:rPr lang="en-IN" sz="5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5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5600" dirty="0">
                    <a:latin typeface="+mj-lt"/>
                  </a:rPr>
                  <a:t>is given by: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5600" dirty="0">
                    <a:latin typeface="+mj-lt"/>
                  </a:rPr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sz="5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5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5600" i="1"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5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IN" sz="5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5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5600" dirty="0">
                    <a:latin typeface="+mj-lt"/>
                  </a:rPr>
                  <a:t>                                                      (6)  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56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5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5600" dirty="0">
                    <a:latin typeface="+mj-lt"/>
                  </a:rPr>
                  <a:t> i</a:t>
                </a:r>
                <a:r>
                  <a:rPr lang="en-US" sz="5600" dirty="0">
                    <a:latin typeface="+mj-lt"/>
                  </a:rPr>
                  <a:t>s the step size.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5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5600" i="1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5600" i="1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5600" dirty="0">
                    <a:latin typeface="+mj-lt"/>
                  </a:rPr>
                  <a:t> is the instantaneous error.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5600" dirty="0">
                    <a:latin typeface="+mj-lt"/>
                  </a:rPr>
                  <a:t>The solution to estimate the Tx positions using MSE based method is given by: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IN" sz="5600" dirty="0">
                    <a:latin typeface="+mj-lt"/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5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6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5600" i="1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5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5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5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600" i="1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Sup>
                              <m:sSubSup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5600" i="1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Sup>
                              <m:sSubSup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IN" sz="5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5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IN" sz="5600" dirty="0">
                    <a:latin typeface="+mj-lt"/>
                  </a:rPr>
                  <a:t>                                                           (7)          </a:t>
                </a:r>
              </a:p>
              <a:p>
                <a:pPr>
                  <a:lnSpc>
                    <a:spcPct val="200000"/>
                  </a:lnSpc>
                </a:pPr>
                <a:endParaRPr lang="en-US" sz="1400" dirty="0">
                  <a:latin typeface="+mj-lt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sz="5600" dirty="0"/>
              </a:p>
              <a:p>
                <a:endParaRPr lang="en-IN" dirty="0"/>
              </a:p>
              <a:p>
                <a:r>
                  <a:rPr lang="en-IN" dirty="0"/>
                  <a:t>  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237E7D0-5C77-3AC2-7A50-699A5C86C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E4D1AD74-C85C-9FDE-6AC7-41FA5382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System Model: Adaptive Iterative and MSE Based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07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1661F-6C2C-DDB8-E938-85DDB9AE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B8B36-52D4-8C1D-5660-E496012A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Lehrstuhl Elektrische Smart City Systeme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D18FE-4380-76BE-6B97-14BE37D1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B9DD3F3E-A615-B636-F6D0-A0CC74F0348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>
                    <a:latin typeface="+mj-lt"/>
                  </a:rPr>
                  <a:t>The optimal solution for </a:t>
                </a:r>
                <a:r>
                  <a:rPr lang="en-IN" sz="1400" dirty="0" err="1">
                    <a:latin typeface="+mj-lt"/>
                  </a:rPr>
                  <a:t>LIvE</a:t>
                </a:r>
                <a:r>
                  <a:rPr lang="en-IN" sz="1400" dirty="0">
                    <a:latin typeface="+mj-lt"/>
                  </a:rPr>
                  <a:t>  is given as:</a:t>
                </a:r>
              </a:p>
              <a:p>
                <a:pPr marL="0" lvl="1" indent="0">
                  <a:lnSpc>
                    <a:spcPct val="100000"/>
                  </a:lnSpc>
                  <a:buNone/>
                </a:pPr>
                <a:r>
                  <a:rPr lang="en-IN" sz="1400" b="0" dirty="0">
                    <a:latin typeface="+mj-lt"/>
                  </a:rPr>
                  <a:t>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    </m:t>
                    </m:r>
                    <m:acc>
                      <m:accPr>
                        <m:chr m:val="̂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𝑎𝑟𝑔𝑚𝑖𝑛</m:t>
                    </m:r>
                    <m:d>
                      <m:dPr>
                        <m:begChr m:val="‖"/>
                        <m:endChr m:val="‖"/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IN" sz="1400" dirty="0">
                    <a:latin typeface="+mj-lt"/>
                  </a:rPr>
                  <a:t>                                                               </a:t>
                </a:r>
              </a:p>
              <a:p>
                <a:pPr marL="0" lvl="1" indent="0" algn="ctr">
                  <a:lnSpc>
                    <a:spcPct val="100000"/>
                  </a:lnSpc>
                  <a:buNone/>
                </a:pPr>
                <a:r>
                  <a:rPr lang="en-IN" sz="1400" dirty="0">
                    <a:latin typeface="+mj-lt"/>
                  </a:rPr>
                  <a:t>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400" dirty="0">
                    <a:latin typeface="+mj-lt"/>
                  </a:rPr>
                  <a:t>                                                                 </a:t>
                </a:r>
                <a:r>
                  <a:rPr lang="en-IN" sz="1400" dirty="0"/>
                  <a:t>(8)</a:t>
                </a:r>
              </a:p>
              <a:p>
                <a:pPr marL="0" lvl="1" indent="0" algn="ctr">
                  <a:buNone/>
                </a:pPr>
                <a:endParaRPr lang="en-IN" dirty="0"/>
              </a:p>
              <a:p>
                <a:pPr marL="0" lvl="1" indent="0" algn="ctr">
                  <a:buNone/>
                </a:pP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The constrained optimization problem is solved using the dual Lagrange problem: </a:t>
                </a:r>
              </a:p>
              <a:p>
                <a:r>
                  <a:rPr lang="en-IN" dirty="0"/>
                  <a:t>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400" dirty="0"/>
                  <a:t>                                    (9)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B9DD3F3E-A615-B636-F6D0-A0CC74F03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7A8BDA2C-1759-95FA-B248-B1E1FC63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Model: </a:t>
            </a:r>
            <a:r>
              <a:rPr lang="en-IN" dirty="0" err="1"/>
              <a:t>LIvE</a:t>
            </a:r>
            <a:r>
              <a:rPr lang="en-IN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712151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4B132-4C6F-0B35-AE50-4273FB99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22E8D-2E01-1385-60CB-B505E1F2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Lehrstuhl Elektrische Smart City Systeme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558CC-E9FD-3E8B-3B91-F809AE9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linear regression equations for Tx localization algorithms are mentioned here.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A is the input parameter matrix, </a:t>
                </a:r>
                <a14:m>
                  <m:oMath xmlns:m="http://schemas.openxmlformats.org/officeDocument/2006/math">
                    <m:r>
                      <a:rPr lang="en-IN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latin typeface="+mj-lt"/>
                  </a:rPr>
                  <a:t> is the parameter vector to be estimated which consists of Tx coordinates and extra power term, b is the vector consisting of coordinates squared.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𝑀𝐶𝐷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𝑁𝑀𝐶𝐷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dirty="0"/>
                  <a:t>  ;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𝑁𝑀𝐶𝐷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 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       </a:t>
                </a:r>
              </a:p>
              <a:p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400" dirty="0">
                    <a:latin typeface="+mj-lt"/>
                  </a:rPr>
                  <a:t>Which becomes of the form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i="1" dirty="0">
                    <a:latin typeface="+mj-lt"/>
                  </a:rPr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74" t="-1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07B55EEF-DECC-D5DB-CAFF-1949B7CB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9054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4B132-4C6F-0B35-AE50-4273FB99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53-9CF3-CB40-A953-2C224B576785}" type="datetime4">
              <a:rPr lang="de-DE" smtClean="0"/>
              <a:t>15. Oktober 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22E8D-2E01-1385-60CB-B505E1F2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Lehrstuhl Elektrische Smart City Systeme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558CC-E9FD-3E8B-3B91-F809AE9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18318" y="1554038"/>
                <a:ext cx="11157745" cy="4569619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The linear regression equations for Tx localization algorithms are mentioned here.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latin typeface="+mj-lt"/>
                  </a:rPr>
                  <a:t>A is the input parameter matrix, </a:t>
                </a:r>
                <a14:m>
                  <m:oMath xmlns:m="http://schemas.openxmlformats.org/officeDocument/2006/math">
                    <m:r>
                      <a:rPr lang="en-IN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latin typeface="+mj-lt"/>
                  </a:rPr>
                  <a:t> is the parameter vector to be estimated which consists of Tx coordinates and extra power term, b is the vector consisting of coordinates squared.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𝑟𝑥</m:t>
                                              </m:r>
                                            </m:sup>
                                          </m:sSubSup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𝑝𝑢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439B499-E742-A595-426B-E2BAE83C3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18318" y="1554038"/>
                <a:ext cx="11157745" cy="4569619"/>
              </a:xfrm>
              <a:blipFill>
                <a:blip r:embed="rId2"/>
                <a:stretch>
                  <a:fillRect l="-874" t="-10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07B55EEF-DECC-D5DB-CAFF-1949B7CB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310655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Philosophische Fakultät und Fachbereich Theologie">
  <a:themeElements>
    <a:clrScheme name="FAU - Orange">
      <a:dk1>
        <a:sysClr val="windowText" lastClr="000000"/>
      </a:dk1>
      <a:lt1>
        <a:srgbClr val="FFFFFF"/>
      </a:lt1>
      <a:dk2>
        <a:srgbClr val="FDB735"/>
      </a:dk2>
      <a:lt2>
        <a:srgbClr val="FFFFFF"/>
      </a:lt2>
      <a:accent1>
        <a:srgbClr val="7F7F7F"/>
      </a:accent1>
      <a:accent2>
        <a:srgbClr val="963B2F"/>
      </a:accent2>
      <a:accent3>
        <a:srgbClr val="E46D41"/>
      </a:accent3>
      <a:accent4>
        <a:srgbClr val="FDB735"/>
      </a:accent4>
      <a:accent5>
        <a:srgbClr val="EEDBAC"/>
      </a:accent5>
      <a:accent6>
        <a:srgbClr val="C7C7C7"/>
      </a:accent6>
      <a:hlink>
        <a:srgbClr val="E46D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U - Rechts- und Wirtschaftswissenschaftliche Fakultät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AU - Medizinische Fakultät">
  <a:themeElements>
    <a:clrScheme name="FAU - Blau">
      <a:dk1>
        <a:sysClr val="windowText" lastClr="000000"/>
      </a:dk1>
      <a:lt1>
        <a:srgbClr val="FFFFFF"/>
      </a:lt1>
      <a:dk2>
        <a:srgbClr val="18B4F1"/>
      </a:dk2>
      <a:lt2>
        <a:srgbClr val="FFFFFF"/>
      </a:lt2>
      <a:accent1>
        <a:srgbClr val="7F7F7F"/>
      </a:accent1>
      <a:accent2>
        <a:srgbClr val="003E61"/>
      </a:accent2>
      <a:accent3>
        <a:srgbClr val="005287"/>
      </a:accent3>
      <a:accent4>
        <a:srgbClr val="18B4F1"/>
      </a:accent4>
      <a:accent5>
        <a:srgbClr val="9CC9E4"/>
      </a:accent5>
      <a:accent6>
        <a:srgbClr val="C7C7C7"/>
      </a:accent6>
      <a:hlink>
        <a:srgbClr val="005287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U - Naturwissenschaftliche Fakultät">
  <a:themeElements>
    <a:clrScheme name="FAU - Grün">
      <a:dk1>
        <a:sysClr val="windowText" lastClr="000000"/>
      </a:dk1>
      <a:lt1>
        <a:srgbClr val="FFFFFF"/>
      </a:lt1>
      <a:dk2>
        <a:srgbClr val="7BB725"/>
      </a:dk2>
      <a:lt2>
        <a:srgbClr val="FFFFFF"/>
      </a:lt2>
      <a:accent1>
        <a:srgbClr val="7F7F7F"/>
      </a:accent1>
      <a:accent2>
        <a:srgbClr val="14462D"/>
      </a:accent2>
      <a:accent3>
        <a:srgbClr val="266141"/>
      </a:accent3>
      <a:accent4>
        <a:srgbClr val="7BB725"/>
      </a:accent4>
      <a:accent5>
        <a:srgbClr val="B0CCBF"/>
      </a:accent5>
      <a:accent6>
        <a:srgbClr val="C7C7C7"/>
      </a:accent6>
      <a:hlink>
        <a:srgbClr val="266141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1A7FE3-81F7-4596-A188-3EE8D4188E1F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fb85ab14-7e8c-4c52-9b70-946b4c29b102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484bbf3a-33cc-4cbe-8ce2-0ccc6fd65326"/>
  </ds:schemaRefs>
</ds:datastoreItem>
</file>

<file path=customXml/itemProps3.xml><?xml version="1.0" encoding="utf-8"?>
<ds:datastoreItem xmlns:ds="http://schemas.openxmlformats.org/officeDocument/2006/customXml" ds:itemID="{CDFBE955-EBBF-441B-94AE-DC551CE16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29614</TotalTime>
  <Words>3217</Words>
  <Application>Microsoft Macintosh PowerPoint</Application>
  <PresentationFormat>Widescreen</PresentationFormat>
  <Paragraphs>556</Paragraphs>
  <Slides>50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Arial</vt:lpstr>
      <vt:lpstr>Calibri</vt:lpstr>
      <vt:lpstr>Cambria Math</vt:lpstr>
      <vt:lpstr>Symbol</vt:lpstr>
      <vt:lpstr>Univers-Black</vt:lpstr>
      <vt:lpstr>Wingdings</vt:lpstr>
      <vt:lpstr>FAU - Philosophische Fakultät und Fachbereich Theologie</vt:lpstr>
      <vt:lpstr>FAU - Rechts- und Wirtschaftswissenschaftliche Fakultät</vt:lpstr>
      <vt:lpstr>FAU - Medizinische Fakultät</vt:lpstr>
      <vt:lpstr>FAU - Naturwissenschaftliche Fakultät</vt:lpstr>
      <vt:lpstr>FAU - Technische Fakultät</vt:lpstr>
      <vt:lpstr>Master Thesis: RSS-based localization  using distributed spectrum sensing for 5G networks</vt:lpstr>
      <vt:lpstr>Outline</vt:lpstr>
      <vt:lpstr>Motivation and objective</vt:lpstr>
      <vt:lpstr>Motivation and objective</vt:lpstr>
      <vt:lpstr>RSS as a suitable technology for localization</vt:lpstr>
      <vt:lpstr>Introduction and Proposed scenario  [1],[2]</vt:lpstr>
      <vt:lpstr>REM Data Model</vt:lpstr>
      <vt:lpstr>Goals of the thesis</vt:lpstr>
      <vt:lpstr>Methodology and overall process</vt:lpstr>
      <vt:lpstr>Dedicated sensor network </vt:lpstr>
      <vt:lpstr>Methodology and overall process</vt:lpstr>
      <vt:lpstr>System Model    </vt:lpstr>
      <vt:lpstr>System Model [1],[2]    </vt:lpstr>
      <vt:lpstr>System model parameters</vt:lpstr>
      <vt:lpstr>Methodology and overall process</vt:lpstr>
      <vt:lpstr>Collection of RSS measurements </vt:lpstr>
      <vt:lpstr>MSE method for localization</vt:lpstr>
      <vt:lpstr>MSE-based localization[1]</vt:lpstr>
      <vt:lpstr>Simulation result</vt:lpstr>
      <vt:lpstr>LIvE method for localization</vt:lpstr>
      <vt:lpstr>LIvE-based localization[3]</vt:lpstr>
      <vt:lpstr>Simulation result</vt:lpstr>
      <vt:lpstr>Localization accuracy evaluation</vt:lpstr>
      <vt:lpstr>Performance Evaluation</vt:lpstr>
      <vt:lpstr>Extension of system model: OFDM transmit signal</vt:lpstr>
      <vt:lpstr>OFDM waveform generation and system parameters</vt:lpstr>
      <vt:lpstr>Simulation result</vt:lpstr>
      <vt:lpstr>Extension of system model: Correlated shadowing</vt:lpstr>
      <vt:lpstr>Extension of system model: Correlated shadowing</vt:lpstr>
      <vt:lpstr>Simulation results</vt:lpstr>
      <vt:lpstr>REM construction</vt:lpstr>
      <vt:lpstr>REM construction</vt:lpstr>
      <vt:lpstr>REM flow diagram</vt:lpstr>
      <vt:lpstr>True and estimated power maps</vt:lpstr>
      <vt:lpstr>True and estimated power maps</vt:lpstr>
      <vt:lpstr>REM applications</vt:lpstr>
      <vt:lpstr>Main contributions</vt:lpstr>
      <vt:lpstr>Conclusion</vt:lpstr>
      <vt:lpstr>Future Work</vt:lpstr>
      <vt:lpstr>References</vt:lpstr>
      <vt:lpstr>References</vt:lpstr>
      <vt:lpstr>Applications of REM Construction</vt:lpstr>
      <vt:lpstr>RSS Based Transmitter Localization Model</vt:lpstr>
      <vt:lpstr>System Model</vt:lpstr>
      <vt:lpstr>System Model    </vt:lpstr>
      <vt:lpstr>System Model: Adaptive Iterative and MSE Based Methods</vt:lpstr>
      <vt:lpstr>System Model: Adaptive Iterative and MSE Based Methods</vt:lpstr>
      <vt:lpstr>System Model: LIvE Method</vt:lpstr>
      <vt:lpstr>Appendix 1</vt:lpstr>
      <vt:lpstr>Appendix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Microsoft Office User</cp:lastModifiedBy>
  <cp:revision>231</cp:revision>
  <dcterms:created xsi:type="dcterms:W3CDTF">2021-11-18T07:49:57Z</dcterms:created>
  <dcterms:modified xsi:type="dcterms:W3CDTF">2023-10-15T12:44:47Z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