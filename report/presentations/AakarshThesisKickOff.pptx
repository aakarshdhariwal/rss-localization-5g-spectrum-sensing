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2.xml" ContentType="application/xml"/>
  <Override PartName="/customXml/itemProps1.xml" ContentType="application/vnd.openxmlformats-officedocument.customXmlProperties+xml"/>
  <Override PartName="/customXml/_rels/item1.xml.rels" ContentType="application/vnd.openxmlformats-package.relationships+xml"/>
  <Override PartName="/customXml/_rels/item2.xml.rels" ContentType="application/vnd.openxmlformats-package.relationships+xml"/>
  <Override PartName="/customXml/_rels/item3.xml.rels" ContentType="application/vnd.openxmlformats-package.relationships+xml"/>
  <Override PartName="/customXml/item3.xml" ContentType="application/xml"/>
  <Override PartName="/customXml/itemProps2.xml" ContentType="application/vnd.openxmlformats-officedocument.customXmlProperties+xml"/>
  <Override PartName="/customXml/itemProps3.xml" ContentType="application/vnd.openxmlformats-officedocument.customXmlProperties+xml"/>
  <Override PartName="/ppt/presentation.xml" ContentType="application/vnd.openxmlformats-officedocument.presentationml.presentation.main+xml"/>
  <Override PartName="/ppt/notesMasters/notesMaster1.xml" ContentType="application/vnd.openxmlformats-officedocument.presentationml.notesMaster+xml"/>
  <Override PartName="/ppt/notesMasters/_rels/notes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diagrams/data1.xml" ContentType="application/vnd.openxmlformats-officedocument.drawingml.diagramData+xml"/>
  <Override PartName="/ppt/diagrams/drawing2.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diagrams/layout1.xml" ContentType="application/vnd.openxmlformats-officedocument.drawingml.diagramLayout+xml"/>
  <Override PartName="/ppt/diagrams/drawing1.xml" ContentType="application/vnd.ms-office.drawingml.diagramDrawing+xml"/>
  <Override PartName="/ppt/diagrams/data2.xml" ContentType="application/vnd.openxmlformats-officedocument.drawingml.diagramData+xml"/>
  <Override PartName="/ppt/diagrams/colors2.xml" ContentType="application/vnd.openxmlformats-officedocument.drawingml.diagramColors+xml"/>
  <Override PartName="/ppt/diagrams/quickStyle2.xml" ContentType="application/vnd.openxmlformats-officedocument.drawingml.diagramStyle+xml"/>
  <Override PartName="/ppt/diagrams/layout2.xml" ContentType="application/vnd.openxmlformats-officedocument.drawingml.diagramLayout+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media/image9.png" ContentType="image/png"/>
  <Override PartName="/ppt/media/image1.png" ContentType="image/png"/>
  <Override PartName="/ppt/media/image2.png" ContentType="image/png"/>
  <Override PartName="/ppt/media/image3.png" ContentType="image/png"/>
  <Override PartName="/ppt/media/image6.jpeg" ContentType="image/jpeg"/>
  <Override PartName="/ppt/media/image4.png" ContentType="image/png"/>
  <Override PartName="/ppt/media/image5.png" ContentType="image/png"/>
  <Override PartName="/ppt/media/image7.png" ContentType="image/png"/>
  <Override PartName="/ppt/media/image8.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comments/comment2.xml" ContentType="application/vnd.openxmlformats-officedocument.presentationml.comments+xml"/>
  <Override PartName="/ppt/comments/comment4.xml" ContentType="application/vnd.openxmlformats-officedocument.presentationml.comments+xml"/>
  <Override PartName="/ppt/slideLayouts/slideLayout39.xml" ContentType="application/vnd.openxmlformats-officedocument.presentationml.slideLayout+xml"/>
  <Override PartName="/ppt/slideLayouts/slideLayout9.xml" ContentType="application/vnd.openxmlformats-officedocument.presentationml.slideLayout+xml"/>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35.xml" ContentType="application/vnd.openxmlformats-officedocument.presentationml.slideLayout+xml"/>
  <Override PartName="/ppt/slideLayouts/slideLayout5.xml" ContentType="application/vnd.openxmlformats-officedocument.presentationml.slideLayout+xml"/>
  <Override PartName="/ppt/slideLayouts/slideLayout36.xml" ContentType="application/vnd.openxmlformats-officedocument.presentationml.slideLayout+xml"/>
  <Override PartName="/ppt/slideLayouts/slideLayout6.xml" ContentType="application/vnd.openxmlformats-officedocument.presentationml.slideLayout+xml"/>
  <Override PartName="/ppt/slideLayouts/slideLayout37.xml" ContentType="application/vnd.openxmlformats-officedocument.presentationml.slideLayout+xml"/>
  <Override PartName="/ppt/slideLayouts/slideLayout7.xml" ContentType="application/vnd.openxmlformats-officedocument.presentationml.slideLayout+xml"/>
  <Override PartName="/ppt/slideLayouts/slideLayout38.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_rels/slideLayout9.xml.rels" ContentType="application/vnd.openxmlformats-package.relationships+xml"/>
  <Override PartName="/ppt/slideLayouts/_rels/slideLayout53.xml.rels" ContentType="application/vnd.openxmlformats-package.relationships+xml"/>
  <Override PartName="/ppt/slideLayouts/_rels/slideLayout1.xml.rels" ContentType="application/vnd.openxmlformats-package.relationships+xml"/>
  <Override PartName="/ppt/slideLayouts/_rels/slideLayout54.xml.rels" ContentType="application/vnd.openxmlformats-package.relationships+xml"/>
  <Override PartName="/ppt/slideLayouts/_rels/slideLayout2.xml.rels" ContentType="application/vnd.openxmlformats-package.relationships+xml"/>
  <Override PartName="/ppt/slideLayouts/_rels/slideLayout55.xml.rels" ContentType="application/vnd.openxmlformats-package.relationships+xml"/>
  <Override PartName="/ppt/slideLayouts/_rels/slideLayout3.xml.rels" ContentType="application/vnd.openxmlformats-package.relationships+xml"/>
  <Override PartName="/ppt/slideLayouts/_rels/slideLayout56.xml.rels" ContentType="application/vnd.openxmlformats-package.relationships+xml"/>
  <Override PartName="/ppt/slideLayouts/_rels/slideLayout4.xml.rels" ContentType="application/vnd.openxmlformats-package.relationships+xml"/>
  <Override PartName="/ppt/slideLayouts/_rels/slideLayout57.xml.rels" ContentType="application/vnd.openxmlformats-package.relationships+xml"/>
  <Override PartName="/ppt/slideLayouts/_rels/slideLayout5.xml.rels" ContentType="application/vnd.openxmlformats-package.relationships+xml"/>
  <Override PartName="/ppt/slideLayouts/_rels/slideLayout58.xml.rels" ContentType="application/vnd.openxmlformats-package.relationships+xml"/>
  <Override PartName="/ppt/slideLayouts/_rels/slideLayout6.xml.rels" ContentType="application/vnd.openxmlformats-package.relationships+xml"/>
  <Override PartName="/ppt/slideLayouts/_rels/slideLayout59.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31.xml.rels" ContentType="application/vnd.openxmlformats-package.relationships+xml"/>
  <Override PartName="/ppt/slideLayouts/_rels/slideLayout32.xml.rels" ContentType="application/vnd.openxmlformats-package.relationships+xml"/>
  <Override PartName="/ppt/slideLayouts/_rels/slideLayout33.xml.rels" ContentType="application/vnd.openxmlformats-package.relationships+xml"/>
  <Override PartName="/ppt/slideLayouts/_rels/slideLayout3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slideLayouts/_rels/slideLayout37.xml.rels" ContentType="application/vnd.openxmlformats-package.relationships+xml"/>
  <Override PartName="/ppt/slideLayouts/_rels/slideLayout38.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45.xml.rels" ContentType="application/vnd.openxmlformats-package.relationships+xml"/>
  <Override PartName="/ppt/slideLayouts/_rels/slideLayout46.xml.rels" ContentType="application/vnd.openxmlformats-package.relationships+xml"/>
  <Override PartName="/ppt/slideLayouts/_rels/slideLayout47.xml.rels" ContentType="application/vnd.openxmlformats-package.relationships+xml"/>
  <Override PartName="/ppt/slideLayouts/_rels/slideLayout48.xml.rels" ContentType="application/vnd.openxmlformats-package.relationships+xml"/>
  <Override PartName="/ppt/slideLayouts/_rels/slideLayout49.xml.rels" ContentType="application/vnd.openxmlformats-package.relationships+xml"/>
  <Override PartName="/ppt/slideLayouts/_rels/slideLayout50.xml.rels" ContentType="application/vnd.openxmlformats-package.relationships+xml"/>
  <Override PartName="/ppt/slideLayouts/_rels/slideLayout51.xml.rels" ContentType="application/vnd.openxmlformats-package.relationships+xml"/>
  <Override PartName="/ppt/slideLayouts/_rels/slideLayout52.xml.rels" ContentType="application/vnd.openxmlformats-package.relationships+xml"/>
  <Override PartName="/ppt/slideLayouts/_rels/slideLayout60.xml.rels" ContentType="application/vnd.openxmlformats-package.relationships+xml"/>
  <Override PartName="/ppt/slides/slide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_rels/slide9.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notesSlides/notesSlide5.xml" ContentType="application/vnd.openxmlformats-officedocument.presentationml.notesSlide+xml"/>
  <Override PartName="/ppt/notesSlides/_rels/notesSlide5.xml.rels" ContentType="application/vnd.openxmlformats-package.relationships+xml"/>
  <Override PartName="/ppt/commentAuthors.xml" ContentType="application/vnd.openxmlformats-officedocument.presentationml.commentAuthor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p:notesSz cx="6858000" cy="9144000"/>
</p:presentation>
</file>

<file path=ppt/commentAuthors.xml><?xml version="1.0" encoding="utf-8"?>
<p:cmAuthorLst xmlns:p="http://schemas.openxmlformats.org/presentationml/2006/main">
  <p:cmAuthor id="0" name="aakarsh dhariwal" initials="ad" lastIdx="4" clrIdx="0"/>
</p:cmAuthorLst>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commentAuthors" Target="commentAuthors.xml"/>
</Relationships>
</file>

<file path=ppt/comments/comment2.xml><?xml version="1.0" encoding="utf-8"?>
<p:cmLst xmlns:p="http://schemas.openxmlformats.org/presentationml/2006/main">
  <p:cm authorId="0" dt="2023-06-12T11:37:25.236000000" idx="1">
    <p:pos x="6118" y="1440"/>
    <p:text>dedicted sensor NW, can do spectrum access for mobile users. and these sensors can do the sensing and notify the network about the available spectrum.</p:text>
  </p:cm>
  <p:cm authorId="0" dt="2023-07-04T14:33:47.118000000" idx="2">
    <p:pos x="5398" y="2159"/>
    <p:text>In sensor modeling I can start naming some MCDs and their individual properties and how they manage and capture data and their capabilities. This would already be a small and brief chapter for me.</p:text>
  </p:cm>
  <p:cm authorId="0" dt="2023-07-20T16:11:06.978000000" idx="3">
    <p:pos x="5398" y="1440"/>
    <p:text>WSN in RAN and their capabilities in that network just discuss some general use cases and some theory about them and write in the report.</p:text>
  </p:cm>
</p:cmLst>
</file>

<file path=ppt/comments/comment4.xml><?xml version="1.0" encoding="utf-8"?>
<p:cmLst xmlns:p="http://schemas.openxmlformats.org/presentationml/2006/main">
  <p:cm authorId="0" dt="2023-07-25T13:25:06.827000000" idx="4">
    <p:pos x="2879" y="2159"/>
    <p:text>signal classification depends on the update rate of the rem. So for fast updation then narrowband and for slow updation rate then wideband.</p:text>
  </p:cm>
</p:cmLst>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4A0E37-210F-4EAF-9ADD-A62255DD57DC}" type="doc">
      <dgm:prSet loTypeId="urn:microsoft.com/office/officeart/2005/8/layout/hierarchy1" loCatId="hierarchy" qsTypeId="urn:microsoft.com/office/officeart/2005/8/quickstyle/simple5" qsCatId="simple" csTypeId="urn:microsoft.com/office/officeart/2005/8/colors/colorful1" csCatId="colorful" phldr="1"/>
      <dgm:spPr/>
      <dgm:t>
        <a:bodyPr/>
        <a:lstStyle/>
        <a:p>
          <a:endParaRPr lang="en-IN"/>
        </a:p>
      </dgm:t>
    </dgm:pt>
    <dgm:pt modelId="{A8591B45-4CC1-4BE9-AC63-7C5A4E96031E}">
      <dgm:prSet phldrT="[Text]"/>
      <dgm:spPr/>
      <dgm:t>
        <a:bodyPr/>
        <a:lstStyle/>
        <a:p>
          <a:r>
            <a:rPr lang="en-US" dirty="0"/>
            <a:t>Localization</a:t>
          </a:r>
          <a:endParaRPr lang="en-IN" dirty="0"/>
        </a:p>
      </dgm:t>
    </dgm:pt>
    <dgm:pt modelId="{EA60615D-06C4-43CF-A045-1E052BCE78F3}" type="parTrans" cxnId="{D92739D4-2684-462E-A47D-B127B52BE3DE}">
      <dgm:prSet/>
      <dgm:spPr/>
      <dgm:t>
        <a:bodyPr/>
        <a:lstStyle/>
        <a:p>
          <a:endParaRPr lang="en-IN"/>
        </a:p>
      </dgm:t>
    </dgm:pt>
    <dgm:pt modelId="{D7A65A74-B094-4BBE-90AE-342CB319E23E}" type="sibTrans" cxnId="{D92739D4-2684-462E-A47D-B127B52BE3DE}">
      <dgm:prSet/>
      <dgm:spPr/>
      <dgm:t>
        <a:bodyPr/>
        <a:lstStyle/>
        <a:p>
          <a:endParaRPr lang="en-IN"/>
        </a:p>
      </dgm:t>
    </dgm:pt>
    <dgm:pt modelId="{11979B07-E83C-43ED-9648-7E4AB70B5AAC}">
      <dgm:prSet phldrT="[Text]" custT="1"/>
      <dgm:spPr/>
      <dgm:t>
        <a:bodyPr/>
        <a:lstStyle/>
        <a:p>
          <a:r>
            <a:rPr lang="en-US" sz="1600" dirty="0"/>
            <a:t>Range based</a:t>
          </a:r>
          <a:endParaRPr lang="en-IN" sz="1600" dirty="0"/>
        </a:p>
      </dgm:t>
    </dgm:pt>
    <dgm:pt modelId="{08A1F75A-517E-4DF4-BEA2-DFF7A2C4AF6F}" type="parTrans" cxnId="{5B0B7F25-9662-42C6-92BF-91D296E02FDF}">
      <dgm:prSet/>
      <dgm:spPr/>
      <dgm:t>
        <a:bodyPr/>
        <a:lstStyle/>
        <a:p>
          <a:endParaRPr lang="en-IN"/>
        </a:p>
      </dgm:t>
    </dgm:pt>
    <dgm:pt modelId="{C8F747CE-0733-4AC8-B979-11E8DF12CBA9}" type="sibTrans" cxnId="{5B0B7F25-9662-42C6-92BF-91D296E02FDF}">
      <dgm:prSet/>
      <dgm:spPr/>
      <dgm:t>
        <a:bodyPr/>
        <a:lstStyle/>
        <a:p>
          <a:endParaRPr lang="en-IN"/>
        </a:p>
      </dgm:t>
    </dgm:pt>
    <dgm:pt modelId="{F034694F-270D-49B0-A69A-0167C1BB5FDD}">
      <dgm:prSet phldrT="[Text]"/>
      <dgm:spPr/>
      <dgm:t>
        <a:bodyPr/>
        <a:lstStyle/>
        <a:p>
          <a:r>
            <a:rPr lang="en-US" dirty="0" err="1"/>
            <a:t>Lateration</a:t>
          </a:r>
          <a:endParaRPr lang="en-IN" dirty="0"/>
        </a:p>
      </dgm:t>
    </dgm:pt>
    <dgm:pt modelId="{4F9BE7A6-FA25-4084-91FD-3E29BB1E36F0}" type="parTrans" cxnId="{DB697B5F-B554-405B-93E4-00FB4429E855}">
      <dgm:prSet/>
      <dgm:spPr/>
      <dgm:t>
        <a:bodyPr/>
        <a:lstStyle/>
        <a:p>
          <a:endParaRPr lang="en-IN"/>
        </a:p>
      </dgm:t>
    </dgm:pt>
    <dgm:pt modelId="{C769B787-9D27-4F0C-9F35-6D63C932639A}" type="sibTrans" cxnId="{DB697B5F-B554-405B-93E4-00FB4429E855}">
      <dgm:prSet/>
      <dgm:spPr/>
      <dgm:t>
        <a:bodyPr/>
        <a:lstStyle/>
        <a:p>
          <a:endParaRPr lang="en-IN"/>
        </a:p>
      </dgm:t>
    </dgm:pt>
    <dgm:pt modelId="{9BFC7E4E-19C9-42CD-B70C-F77BC5569192}">
      <dgm:prSet phldrT="[Text]"/>
      <dgm:spPr/>
      <dgm:t>
        <a:bodyPr/>
        <a:lstStyle/>
        <a:p>
          <a:r>
            <a:rPr lang="en-US" dirty="0"/>
            <a:t>Proximity</a:t>
          </a:r>
          <a:endParaRPr lang="en-IN" dirty="0"/>
        </a:p>
      </dgm:t>
    </dgm:pt>
    <dgm:pt modelId="{1ACD5B64-86B9-4538-99E9-46BC0BB6FC3E}" type="parTrans" cxnId="{334AC883-98BE-4D27-941C-C4B4959B75AF}">
      <dgm:prSet/>
      <dgm:spPr/>
      <dgm:t>
        <a:bodyPr/>
        <a:lstStyle/>
        <a:p>
          <a:endParaRPr lang="en-IN"/>
        </a:p>
      </dgm:t>
    </dgm:pt>
    <dgm:pt modelId="{50BAFA91-9005-4FFB-A7BE-B7AAA3C60908}" type="sibTrans" cxnId="{334AC883-98BE-4D27-941C-C4B4959B75AF}">
      <dgm:prSet/>
      <dgm:spPr/>
      <dgm:t>
        <a:bodyPr/>
        <a:lstStyle/>
        <a:p>
          <a:endParaRPr lang="en-IN"/>
        </a:p>
      </dgm:t>
    </dgm:pt>
    <dgm:pt modelId="{23C85E37-24C3-4703-A338-9147A2BB47C6}">
      <dgm:prSet phldrT="[Text]" custT="1"/>
      <dgm:spPr/>
      <dgm:t>
        <a:bodyPr/>
        <a:lstStyle/>
        <a:p>
          <a:r>
            <a:rPr lang="en-US" sz="1600" dirty="0"/>
            <a:t>Range Free</a:t>
          </a:r>
          <a:endParaRPr lang="en-IN" sz="1600" dirty="0"/>
        </a:p>
      </dgm:t>
    </dgm:pt>
    <dgm:pt modelId="{CBF34518-E48E-4D50-8031-8AA2CA8E4260}" type="parTrans" cxnId="{DBF2C80C-161B-46EC-A47A-E0E91857B518}">
      <dgm:prSet/>
      <dgm:spPr/>
      <dgm:t>
        <a:bodyPr/>
        <a:lstStyle/>
        <a:p>
          <a:endParaRPr lang="en-IN"/>
        </a:p>
      </dgm:t>
    </dgm:pt>
    <dgm:pt modelId="{C1B759F9-B62D-44B9-B380-5BD4E289E38F}" type="sibTrans" cxnId="{DBF2C80C-161B-46EC-A47A-E0E91857B518}">
      <dgm:prSet/>
      <dgm:spPr/>
      <dgm:t>
        <a:bodyPr/>
        <a:lstStyle/>
        <a:p>
          <a:endParaRPr lang="en-IN"/>
        </a:p>
      </dgm:t>
    </dgm:pt>
    <dgm:pt modelId="{9BB84175-C7D0-4626-9D87-D51AAE6906E6}">
      <dgm:prSet/>
      <dgm:spPr/>
      <dgm:t>
        <a:bodyPr/>
        <a:lstStyle/>
        <a:p>
          <a:r>
            <a:rPr lang="en-US" dirty="0"/>
            <a:t>Angular</a:t>
          </a:r>
          <a:endParaRPr lang="en-IN" dirty="0"/>
        </a:p>
      </dgm:t>
    </dgm:pt>
    <dgm:pt modelId="{A8A4BF11-6DEC-47A4-954E-01BD7C105803}" type="parTrans" cxnId="{A2430231-83D4-47FC-8548-D016D95E501C}">
      <dgm:prSet/>
      <dgm:spPr/>
      <dgm:t>
        <a:bodyPr/>
        <a:lstStyle/>
        <a:p>
          <a:endParaRPr lang="en-IN"/>
        </a:p>
      </dgm:t>
    </dgm:pt>
    <dgm:pt modelId="{639D886A-9082-426B-9CBE-5685E7875742}" type="sibTrans" cxnId="{A2430231-83D4-47FC-8548-D016D95E501C}">
      <dgm:prSet/>
      <dgm:spPr/>
      <dgm:t>
        <a:bodyPr/>
        <a:lstStyle/>
        <a:p>
          <a:endParaRPr lang="en-IN"/>
        </a:p>
      </dgm:t>
    </dgm:pt>
    <dgm:pt modelId="{17B25D1F-352D-4BE1-B9DE-4C54A63FCD2B}">
      <dgm:prSet/>
      <dgm:spPr/>
      <dgm:t>
        <a:bodyPr/>
        <a:lstStyle/>
        <a:p>
          <a:r>
            <a:rPr lang="en-US" dirty="0"/>
            <a:t>RSSI</a:t>
          </a:r>
          <a:endParaRPr lang="en-IN" dirty="0"/>
        </a:p>
      </dgm:t>
    </dgm:pt>
    <dgm:pt modelId="{88920D5D-293B-4335-8707-35E43CEB169E}" type="parTrans" cxnId="{0393F33E-325F-4612-A83C-D744A9C694A6}">
      <dgm:prSet/>
      <dgm:spPr/>
      <dgm:t>
        <a:bodyPr/>
        <a:lstStyle/>
        <a:p>
          <a:endParaRPr lang="en-IN"/>
        </a:p>
      </dgm:t>
    </dgm:pt>
    <dgm:pt modelId="{920A0C18-3E2D-474D-B176-14E4FF175D60}" type="sibTrans" cxnId="{0393F33E-325F-4612-A83C-D744A9C694A6}">
      <dgm:prSet/>
      <dgm:spPr/>
      <dgm:t>
        <a:bodyPr/>
        <a:lstStyle/>
        <a:p>
          <a:endParaRPr lang="en-IN"/>
        </a:p>
      </dgm:t>
    </dgm:pt>
    <dgm:pt modelId="{E48C2625-EF7C-4B0C-8CAE-BBEE3E061759}">
      <dgm:prSet/>
      <dgm:spPr/>
      <dgm:t>
        <a:bodyPr/>
        <a:lstStyle/>
        <a:p>
          <a:r>
            <a:rPr lang="en-US" dirty="0" err="1"/>
            <a:t>ToA</a:t>
          </a:r>
          <a:r>
            <a:rPr lang="en-US" dirty="0"/>
            <a:t>	</a:t>
          </a:r>
          <a:endParaRPr lang="en-IN" dirty="0"/>
        </a:p>
      </dgm:t>
    </dgm:pt>
    <dgm:pt modelId="{23A0A1D6-B0DE-4E34-838E-757293EB8F82}" type="parTrans" cxnId="{77F154A7-7BA6-4182-A82B-879955FEE431}">
      <dgm:prSet/>
      <dgm:spPr/>
      <dgm:t>
        <a:bodyPr/>
        <a:lstStyle/>
        <a:p>
          <a:endParaRPr lang="en-IN"/>
        </a:p>
      </dgm:t>
    </dgm:pt>
    <dgm:pt modelId="{D86D02EF-7B53-45D1-AF9C-40E24F830B23}" type="sibTrans" cxnId="{77F154A7-7BA6-4182-A82B-879955FEE431}">
      <dgm:prSet/>
      <dgm:spPr/>
      <dgm:t>
        <a:bodyPr/>
        <a:lstStyle/>
        <a:p>
          <a:endParaRPr lang="en-IN"/>
        </a:p>
      </dgm:t>
    </dgm:pt>
    <dgm:pt modelId="{E7CAA4A3-BD33-460A-8698-AE5CFAF87D63}">
      <dgm:prSet/>
      <dgm:spPr/>
      <dgm:t>
        <a:bodyPr/>
        <a:lstStyle/>
        <a:p>
          <a:r>
            <a:rPr lang="en-US" dirty="0" err="1"/>
            <a:t>TDoA</a:t>
          </a:r>
          <a:endParaRPr lang="en-IN" dirty="0"/>
        </a:p>
      </dgm:t>
    </dgm:pt>
    <dgm:pt modelId="{859473AD-6C91-43D8-8293-D74AB4BD3D31}" type="parTrans" cxnId="{04E7E5FF-CF4A-4BCC-92CD-10C24571A53A}">
      <dgm:prSet/>
      <dgm:spPr/>
      <dgm:t>
        <a:bodyPr/>
        <a:lstStyle/>
        <a:p>
          <a:endParaRPr lang="en-IN"/>
        </a:p>
      </dgm:t>
    </dgm:pt>
    <dgm:pt modelId="{508CA629-B5A8-4B53-8E10-06063491313C}" type="sibTrans" cxnId="{04E7E5FF-CF4A-4BCC-92CD-10C24571A53A}">
      <dgm:prSet/>
      <dgm:spPr/>
      <dgm:t>
        <a:bodyPr/>
        <a:lstStyle/>
        <a:p>
          <a:endParaRPr lang="en-IN"/>
        </a:p>
      </dgm:t>
    </dgm:pt>
    <dgm:pt modelId="{1D83F68C-EC07-45AF-8842-BD249121ED14}">
      <dgm:prSet/>
      <dgm:spPr/>
      <dgm:t>
        <a:bodyPr/>
        <a:lstStyle/>
        <a:p>
          <a:r>
            <a:rPr lang="en-US" dirty="0" err="1"/>
            <a:t>AoA</a:t>
          </a:r>
          <a:endParaRPr lang="en-IN" dirty="0"/>
        </a:p>
      </dgm:t>
    </dgm:pt>
    <dgm:pt modelId="{BC33037F-CB4F-477A-B3B6-C5C7A866BF02}" type="parTrans" cxnId="{1AD1484F-3807-4D3A-B48E-806BEF158DA2}">
      <dgm:prSet/>
      <dgm:spPr/>
      <dgm:t>
        <a:bodyPr/>
        <a:lstStyle/>
        <a:p>
          <a:endParaRPr lang="en-IN"/>
        </a:p>
      </dgm:t>
    </dgm:pt>
    <dgm:pt modelId="{3E138FAC-A337-4877-8791-E47BFD00A6EC}" type="sibTrans" cxnId="{1AD1484F-3807-4D3A-B48E-806BEF158DA2}">
      <dgm:prSet/>
      <dgm:spPr/>
      <dgm:t>
        <a:bodyPr/>
        <a:lstStyle/>
        <a:p>
          <a:endParaRPr lang="en-IN"/>
        </a:p>
      </dgm:t>
    </dgm:pt>
    <dgm:pt modelId="{D630B540-CF19-480E-BD96-E6C2B19FBF3D}" type="pres">
      <dgm:prSet presAssocID="{C94A0E37-210F-4EAF-9ADD-A62255DD57DC}" presName="hierChild1" presStyleCnt="0">
        <dgm:presLayoutVars>
          <dgm:chPref val="1"/>
          <dgm:dir/>
          <dgm:animOne val="branch"/>
          <dgm:animLvl val="lvl"/>
          <dgm:resizeHandles/>
        </dgm:presLayoutVars>
      </dgm:prSet>
      <dgm:spPr/>
    </dgm:pt>
    <dgm:pt modelId="{20375E6B-3CC3-4D5B-AA81-C3DEAC0319C9}" type="pres">
      <dgm:prSet presAssocID="{A8591B45-4CC1-4BE9-AC63-7C5A4E96031E}" presName="hierRoot1" presStyleCnt="0"/>
      <dgm:spPr/>
    </dgm:pt>
    <dgm:pt modelId="{A224A80C-D88C-4CE7-A8C8-A41B09AE079C}" type="pres">
      <dgm:prSet presAssocID="{A8591B45-4CC1-4BE9-AC63-7C5A4E96031E}" presName="composite" presStyleCnt="0"/>
      <dgm:spPr/>
    </dgm:pt>
    <dgm:pt modelId="{FBAE8CA3-B8D6-4296-B844-0134309CB6C2}" type="pres">
      <dgm:prSet presAssocID="{A8591B45-4CC1-4BE9-AC63-7C5A4E96031E}" presName="background" presStyleLbl="node0" presStyleIdx="0" presStyleCnt="1"/>
      <dgm:spPr/>
    </dgm:pt>
    <dgm:pt modelId="{65AC1DE0-9C94-45A4-A99E-8FA7E3144A05}" type="pres">
      <dgm:prSet presAssocID="{A8591B45-4CC1-4BE9-AC63-7C5A4E96031E}" presName="text" presStyleLbl="fgAcc0" presStyleIdx="0" presStyleCnt="1">
        <dgm:presLayoutVars>
          <dgm:chPref val="3"/>
        </dgm:presLayoutVars>
      </dgm:prSet>
      <dgm:spPr/>
    </dgm:pt>
    <dgm:pt modelId="{92AB023C-06FF-4024-BECC-59245A34CA90}" type="pres">
      <dgm:prSet presAssocID="{A8591B45-4CC1-4BE9-AC63-7C5A4E96031E}" presName="hierChild2" presStyleCnt="0"/>
      <dgm:spPr/>
    </dgm:pt>
    <dgm:pt modelId="{945C91A1-A1A1-476F-A03E-43283293FB74}" type="pres">
      <dgm:prSet presAssocID="{08A1F75A-517E-4DF4-BEA2-DFF7A2C4AF6F}" presName="Name10" presStyleLbl="parChTrans1D2" presStyleIdx="0" presStyleCnt="2"/>
      <dgm:spPr/>
    </dgm:pt>
    <dgm:pt modelId="{5CB6ACF9-1B87-40AB-B0D9-C0EFFFB0519F}" type="pres">
      <dgm:prSet presAssocID="{11979B07-E83C-43ED-9648-7E4AB70B5AAC}" presName="hierRoot2" presStyleCnt="0"/>
      <dgm:spPr/>
    </dgm:pt>
    <dgm:pt modelId="{E99193A7-E216-4423-8BDE-EB08430B272E}" type="pres">
      <dgm:prSet presAssocID="{11979B07-E83C-43ED-9648-7E4AB70B5AAC}" presName="composite2" presStyleCnt="0"/>
      <dgm:spPr/>
    </dgm:pt>
    <dgm:pt modelId="{D3BD67A0-8F8C-4D8C-8EA6-7E502C07593A}" type="pres">
      <dgm:prSet presAssocID="{11979B07-E83C-43ED-9648-7E4AB70B5AAC}" presName="background2" presStyleLbl="node2" presStyleIdx="0" presStyleCnt="2"/>
      <dgm:spPr/>
    </dgm:pt>
    <dgm:pt modelId="{E0DDF48C-22F7-48D5-8FC2-EC5814897F72}" type="pres">
      <dgm:prSet presAssocID="{11979B07-E83C-43ED-9648-7E4AB70B5AAC}" presName="text2" presStyleLbl="fgAcc2" presStyleIdx="0" presStyleCnt="2" custLinFactNeighborX="-636" custLinFactNeighborY="-1816">
        <dgm:presLayoutVars>
          <dgm:chPref val="3"/>
        </dgm:presLayoutVars>
      </dgm:prSet>
      <dgm:spPr/>
    </dgm:pt>
    <dgm:pt modelId="{654FADBF-2B83-4F11-895C-9380DADEC90E}" type="pres">
      <dgm:prSet presAssocID="{11979B07-E83C-43ED-9648-7E4AB70B5AAC}" presName="hierChild3" presStyleCnt="0"/>
      <dgm:spPr/>
    </dgm:pt>
    <dgm:pt modelId="{EF4170A9-FB0E-4EF2-8297-A3C38F4045DC}" type="pres">
      <dgm:prSet presAssocID="{4F9BE7A6-FA25-4084-91FD-3E29BB1E36F0}" presName="Name17" presStyleLbl="parChTrans1D3" presStyleIdx="0" presStyleCnt="3"/>
      <dgm:spPr/>
    </dgm:pt>
    <dgm:pt modelId="{02F71FBA-FCCD-4554-AC53-25CD51D7BBDE}" type="pres">
      <dgm:prSet presAssocID="{F034694F-270D-49B0-A69A-0167C1BB5FDD}" presName="hierRoot3" presStyleCnt="0"/>
      <dgm:spPr/>
    </dgm:pt>
    <dgm:pt modelId="{B564C6A2-1312-4A0A-AD53-3C8F16010705}" type="pres">
      <dgm:prSet presAssocID="{F034694F-270D-49B0-A69A-0167C1BB5FDD}" presName="composite3" presStyleCnt="0"/>
      <dgm:spPr/>
    </dgm:pt>
    <dgm:pt modelId="{F4220045-40C1-46A9-8B78-E0BEEAFEAF6F}" type="pres">
      <dgm:prSet presAssocID="{F034694F-270D-49B0-A69A-0167C1BB5FDD}" presName="background3" presStyleLbl="node3" presStyleIdx="0" presStyleCnt="3"/>
      <dgm:spPr/>
    </dgm:pt>
    <dgm:pt modelId="{9CBCB9B9-D740-4B3D-94DD-882F62D25147}" type="pres">
      <dgm:prSet presAssocID="{F034694F-270D-49B0-A69A-0167C1BB5FDD}" presName="text3" presStyleLbl="fgAcc3" presStyleIdx="0" presStyleCnt="3">
        <dgm:presLayoutVars>
          <dgm:chPref val="3"/>
        </dgm:presLayoutVars>
      </dgm:prSet>
      <dgm:spPr/>
    </dgm:pt>
    <dgm:pt modelId="{A9246971-3172-4A19-865B-FC5B4C9B6CB3}" type="pres">
      <dgm:prSet presAssocID="{F034694F-270D-49B0-A69A-0167C1BB5FDD}" presName="hierChild4" presStyleCnt="0"/>
      <dgm:spPr/>
    </dgm:pt>
    <dgm:pt modelId="{D7E81774-735A-4FCB-BFDA-C894F6D62198}" type="pres">
      <dgm:prSet presAssocID="{88920D5D-293B-4335-8707-35E43CEB169E}" presName="Name23" presStyleLbl="parChTrans1D4" presStyleIdx="0" presStyleCnt="4"/>
      <dgm:spPr/>
    </dgm:pt>
    <dgm:pt modelId="{3212ADEC-DA1F-4993-96C6-7DE7ED73B9DB}" type="pres">
      <dgm:prSet presAssocID="{17B25D1F-352D-4BE1-B9DE-4C54A63FCD2B}" presName="hierRoot4" presStyleCnt="0"/>
      <dgm:spPr/>
    </dgm:pt>
    <dgm:pt modelId="{7B3DC91C-A3AB-421A-AE99-09E7F4578156}" type="pres">
      <dgm:prSet presAssocID="{17B25D1F-352D-4BE1-B9DE-4C54A63FCD2B}" presName="composite4" presStyleCnt="0"/>
      <dgm:spPr/>
    </dgm:pt>
    <dgm:pt modelId="{E27879D1-8671-4DA4-9087-3F3348847F62}" type="pres">
      <dgm:prSet presAssocID="{17B25D1F-352D-4BE1-B9DE-4C54A63FCD2B}" presName="background4" presStyleLbl="node4" presStyleIdx="0" presStyleCnt="4"/>
      <dgm:spPr/>
    </dgm:pt>
    <dgm:pt modelId="{90F095B4-B5A5-432A-AEF3-B53F0CB23BA9}" type="pres">
      <dgm:prSet presAssocID="{17B25D1F-352D-4BE1-B9DE-4C54A63FCD2B}" presName="text4" presStyleLbl="fgAcc4" presStyleIdx="0" presStyleCnt="4">
        <dgm:presLayoutVars>
          <dgm:chPref val="3"/>
        </dgm:presLayoutVars>
      </dgm:prSet>
      <dgm:spPr/>
    </dgm:pt>
    <dgm:pt modelId="{2137DA23-ECAB-4E81-BD7B-91FEC9FBAD6B}" type="pres">
      <dgm:prSet presAssocID="{17B25D1F-352D-4BE1-B9DE-4C54A63FCD2B}" presName="hierChild5" presStyleCnt="0"/>
      <dgm:spPr/>
    </dgm:pt>
    <dgm:pt modelId="{C8893DAD-2641-4586-BC1A-3034AD5E7442}" type="pres">
      <dgm:prSet presAssocID="{1ACD5B64-86B9-4538-99E9-46BC0BB6FC3E}" presName="Name17" presStyleLbl="parChTrans1D3" presStyleIdx="1" presStyleCnt="3"/>
      <dgm:spPr/>
    </dgm:pt>
    <dgm:pt modelId="{0697D53E-BEF0-4DCE-9D93-654E8AFAF1FC}" type="pres">
      <dgm:prSet presAssocID="{9BFC7E4E-19C9-42CD-B70C-F77BC5569192}" presName="hierRoot3" presStyleCnt="0"/>
      <dgm:spPr/>
    </dgm:pt>
    <dgm:pt modelId="{2C8242C8-D108-4A07-83F7-41A8BDA90F4A}" type="pres">
      <dgm:prSet presAssocID="{9BFC7E4E-19C9-42CD-B70C-F77BC5569192}" presName="composite3" presStyleCnt="0"/>
      <dgm:spPr/>
    </dgm:pt>
    <dgm:pt modelId="{54084B83-96FA-4826-BC1F-80B33153AE0D}" type="pres">
      <dgm:prSet presAssocID="{9BFC7E4E-19C9-42CD-B70C-F77BC5569192}" presName="background3" presStyleLbl="node3" presStyleIdx="1" presStyleCnt="3"/>
      <dgm:spPr/>
    </dgm:pt>
    <dgm:pt modelId="{5D289361-840F-42F0-85EA-1AA5B898BFE4}" type="pres">
      <dgm:prSet presAssocID="{9BFC7E4E-19C9-42CD-B70C-F77BC5569192}" presName="text3" presStyleLbl="fgAcc3" presStyleIdx="1" presStyleCnt="3">
        <dgm:presLayoutVars>
          <dgm:chPref val="3"/>
        </dgm:presLayoutVars>
      </dgm:prSet>
      <dgm:spPr/>
    </dgm:pt>
    <dgm:pt modelId="{BD238443-4A1E-4E42-9410-393C66CF97A3}" type="pres">
      <dgm:prSet presAssocID="{9BFC7E4E-19C9-42CD-B70C-F77BC5569192}" presName="hierChild4" presStyleCnt="0"/>
      <dgm:spPr/>
    </dgm:pt>
    <dgm:pt modelId="{06C58463-F41E-448A-924C-663D8AEEE6D2}" type="pres">
      <dgm:prSet presAssocID="{23A0A1D6-B0DE-4E34-838E-757293EB8F82}" presName="Name23" presStyleLbl="parChTrans1D4" presStyleIdx="1" presStyleCnt="4"/>
      <dgm:spPr/>
    </dgm:pt>
    <dgm:pt modelId="{0A964228-E124-45AF-9D4C-C3B3A5BB19D5}" type="pres">
      <dgm:prSet presAssocID="{E48C2625-EF7C-4B0C-8CAE-BBEE3E061759}" presName="hierRoot4" presStyleCnt="0"/>
      <dgm:spPr/>
    </dgm:pt>
    <dgm:pt modelId="{DC704F42-67BA-4E4D-93D6-A72A50BFF2A7}" type="pres">
      <dgm:prSet presAssocID="{E48C2625-EF7C-4B0C-8CAE-BBEE3E061759}" presName="composite4" presStyleCnt="0"/>
      <dgm:spPr/>
    </dgm:pt>
    <dgm:pt modelId="{2E927E1D-47FE-46A2-8EF5-FF63A06AB56B}" type="pres">
      <dgm:prSet presAssocID="{E48C2625-EF7C-4B0C-8CAE-BBEE3E061759}" presName="background4" presStyleLbl="node4" presStyleIdx="1" presStyleCnt="4"/>
      <dgm:spPr/>
    </dgm:pt>
    <dgm:pt modelId="{7F473D92-F39F-4712-A12B-DB78C42F34C4}" type="pres">
      <dgm:prSet presAssocID="{E48C2625-EF7C-4B0C-8CAE-BBEE3E061759}" presName="text4" presStyleLbl="fgAcc4" presStyleIdx="1" presStyleCnt="4">
        <dgm:presLayoutVars>
          <dgm:chPref val="3"/>
        </dgm:presLayoutVars>
      </dgm:prSet>
      <dgm:spPr/>
    </dgm:pt>
    <dgm:pt modelId="{3E4FF2FA-0F9B-4869-B4A0-37F1BE5B6B9D}" type="pres">
      <dgm:prSet presAssocID="{E48C2625-EF7C-4B0C-8CAE-BBEE3E061759}" presName="hierChild5" presStyleCnt="0"/>
      <dgm:spPr/>
    </dgm:pt>
    <dgm:pt modelId="{7B018D6C-42B4-40A5-982A-34452E4DED9E}" type="pres">
      <dgm:prSet presAssocID="{859473AD-6C91-43D8-8293-D74AB4BD3D31}" presName="Name23" presStyleLbl="parChTrans1D4" presStyleIdx="2" presStyleCnt="4"/>
      <dgm:spPr/>
    </dgm:pt>
    <dgm:pt modelId="{19D1FAAD-D707-40BE-96CA-B7FD977E699B}" type="pres">
      <dgm:prSet presAssocID="{E7CAA4A3-BD33-460A-8698-AE5CFAF87D63}" presName="hierRoot4" presStyleCnt="0"/>
      <dgm:spPr/>
    </dgm:pt>
    <dgm:pt modelId="{1B4FB394-4A12-4B82-87ED-27DE87B4E2F9}" type="pres">
      <dgm:prSet presAssocID="{E7CAA4A3-BD33-460A-8698-AE5CFAF87D63}" presName="composite4" presStyleCnt="0"/>
      <dgm:spPr/>
    </dgm:pt>
    <dgm:pt modelId="{BC4760E6-0540-40ED-9A38-7F077DCB68CD}" type="pres">
      <dgm:prSet presAssocID="{E7CAA4A3-BD33-460A-8698-AE5CFAF87D63}" presName="background4" presStyleLbl="node4" presStyleIdx="2" presStyleCnt="4"/>
      <dgm:spPr/>
    </dgm:pt>
    <dgm:pt modelId="{7CBD9168-2BA6-4733-B422-79BFDB5293A2}" type="pres">
      <dgm:prSet presAssocID="{E7CAA4A3-BD33-460A-8698-AE5CFAF87D63}" presName="text4" presStyleLbl="fgAcc4" presStyleIdx="2" presStyleCnt="4">
        <dgm:presLayoutVars>
          <dgm:chPref val="3"/>
        </dgm:presLayoutVars>
      </dgm:prSet>
      <dgm:spPr/>
    </dgm:pt>
    <dgm:pt modelId="{656B5A32-FEA8-4E61-B140-5C6CAF51CBAF}" type="pres">
      <dgm:prSet presAssocID="{E7CAA4A3-BD33-460A-8698-AE5CFAF87D63}" presName="hierChild5" presStyleCnt="0"/>
      <dgm:spPr/>
    </dgm:pt>
    <dgm:pt modelId="{8C1B9A7B-4DB0-4A17-9A1E-B3B03863529C}" type="pres">
      <dgm:prSet presAssocID="{A8A4BF11-6DEC-47A4-954E-01BD7C105803}" presName="Name17" presStyleLbl="parChTrans1D3" presStyleIdx="2" presStyleCnt="3"/>
      <dgm:spPr/>
    </dgm:pt>
    <dgm:pt modelId="{0408DFCE-BDCA-49DB-9D6B-459DDFB8F16E}" type="pres">
      <dgm:prSet presAssocID="{9BB84175-C7D0-4626-9D87-D51AAE6906E6}" presName="hierRoot3" presStyleCnt="0"/>
      <dgm:spPr/>
    </dgm:pt>
    <dgm:pt modelId="{EAC5AB41-AD64-4442-A1C9-D3A18B7B82BC}" type="pres">
      <dgm:prSet presAssocID="{9BB84175-C7D0-4626-9D87-D51AAE6906E6}" presName="composite3" presStyleCnt="0"/>
      <dgm:spPr/>
    </dgm:pt>
    <dgm:pt modelId="{1C263A5F-C811-41AF-9481-F9F1E3C7F76F}" type="pres">
      <dgm:prSet presAssocID="{9BB84175-C7D0-4626-9D87-D51AAE6906E6}" presName="background3" presStyleLbl="node3" presStyleIdx="2" presStyleCnt="3"/>
      <dgm:spPr/>
    </dgm:pt>
    <dgm:pt modelId="{980B72B2-CBD6-4BAF-B118-4E85A688D317}" type="pres">
      <dgm:prSet presAssocID="{9BB84175-C7D0-4626-9D87-D51AAE6906E6}" presName="text3" presStyleLbl="fgAcc3" presStyleIdx="2" presStyleCnt="3">
        <dgm:presLayoutVars>
          <dgm:chPref val="3"/>
        </dgm:presLayoutVars>
      </dgm:prSet>
      <dgm:spPr/>
    </dgm:pt>
    <dgm:pt modelId="{056C1FE3-9D17-4F30-A4DF-72516C1AC9EE}" type="pres">
      <dgm:prSet presAssocID="{9BB84175-C7D0-4626-9D87-D51AAE6906E6}" presName="hierChild4" presStyleCnt="0"/>
      <dgm:spPr/>
    </dgm:pt>
    <dgm:pt modelId="{F9B7444A-7C06-4C00-ADB7-784A0E6638C0}" type="pres">
      <dgm:prSet presAssocID="{BC33037F-CB4F-477A-B3B6-C5C7A866BF02}" presName="Name23" presStyleLbl="parChTrans1D4" presStyleIdx="3" presStyleCnt="4"/>
      <dgm:spPr/>
    </dgm:pt>
    <dgm:pt modelId="{DFE5D207-D2DF-4507-833E-2FEDE22CCCDF}" type="pres">
      <dgm:prSet presAssocID="{1D83F68C-EC07-45AF-8842-BD249121ED14}" presName="hierRoot4" presStyleCnt="0"/>
      <dgm:spPr/>
    </dgm:pt>
    <dgm:pt modelId="{80A3EA8A-B181-4E5C-A132-4C4E6CC74757}" type="pres">
      <dgm:prSet presAssocID="{1D83F68C-EC07-45AF-8842-BD249121ED14}" presName="composite4" presStyleCnt="0"/>
      <dgm:spPr/>
    </dgm:pt>
    <dgm:pt modelId="{CEB0156E-0FC1-4779-B4F4-1E08367FD5D7}" type="pres">
      <dgm:prSet presAssocID="{1D83F68C-EC07-45AF-8842-BD249121ED14}" presName="background4" presStyleLbl="node4" presStyleIdx="3" presStyleCnt="4"/>
      <dgm:spPr/>
    </dgm:pt>
    <dgm:pt modelId="{D83E90E5-8944-463E-BFB2-DD550F2297AC}" type="pres">
      <dgm:prSet presAssocID="{1D83F68C-EC07-45AF-8842-BD249121ED14}" presName="text4" presStyleLbl="fgAcc4" presStyleIdx="3" presStyleCnt="4">
        <dgm:presLayoutVars>
          <dgm:chPref val="3"/>
        </dgm:presLayoutVars>
      </dgm:prSet>
      <dgm:spPr/>
    </dgm:pt>
    <dgm:pt modelId="{BA91FEBE-A01B-4A92-9FA9-5A343D4CD52E}" type="pres">
      <dgm:prSet presAssocID="{1D83F68C-EC07-45AF-8842-BD249121ED14}" presName="hierChild5" presStyleCnt="0"/>
      <dgm:spPr/>
    </dgm:pt>
    <dgm:pt modelId="{12DA86EA-5642-4B44-8DA6-BC678B159B3A}" type="pres">
      <dgm:prSet presAssocID="{CBF34518-E48E-4D50-8031-8AA2CA8E4260}" presName="Name10" presStyleLbl="parChTrans1D2" presStyleIdx="1" presStyleCnt="2"/>
      <dgm:spPr/>
    </dgm:pt>
    <dgm:pt modelId="{FF59FD7A-3FDC-4BCC-A532-CEDFF214FC0B}" type="pres">
      <dgm:prSet presAssocID="{23C85E37-24C3-4703-A338-9147A2BB47C6}" presName="hierRoot2" presStyleCnt="0"/>
      <dgm:spPr/>
    </dgm:pt>
    <dgm:pt modelId="{8F9C5D0D-5D21-42A6-B4CE-0052617CE7D6}" type="pres">
      <dgm:prSet presAssocID="{23C85E37-24C3-4703-A338-9147A2BB47C6}" presName="composite2" presStyleCnt="0"/>
      <dgm:spPr/>
    </dgm:pt>
    <dgm:pt modelId="{1EEDA68E-4032-4A1F-BF1D-101426E7DB81}" type="pres">
      <dgm:prSet presAssocID="{23C85E37-24C3-4703-A338-9147A2BB47C6}" presName="background2" presStyleLbl="node2" presStyleIdx="1" presStyleCnt="2"/>
      <dgm:spPr/>
    </dgm:pt>
    <dgm:pt modelId="{B7A85E1C-169D-426F-8F61-90F55355DF80}" type="pres">
      <dgm:prSet presAssocID="{23C85E37-24C3-4703-A338-9147A2BB47C6}" presName="text2" presStyleLbl="fgAcc2" presStyleIdx="1" presStyleCnt="2">
        <dgm:presLayoutVars>
          <dgm:chPref val="3"/>
        </dgm:presLayoutVars>
      </dgm:prSet>
      <dgm:spPr/>
    </dgm:pt>
    <dgm:pt modelId="{CFDD5C2D-A2A2-4963-BEBA-7ACD6E5091CE}" type="pres">
      <dgm:prSet presAssocID="{23C85E37-24C3-4703-A338-9147A2BB47C6}" presName="hierChild3" presStyleCnt="0"/>
      <dgm:spPr/>
    </dgm:pt>
  </dgm:ptLst>
  <dgm:cxnLst>
    <dgm:cxn modelId="{DBF2C80C-161B-46EC-A47A-E0E91857B518}" srcId="{A8591B45-4CC1-4BE9-AC63-7C5A4E96031E}" destId="{23C85E37-24C3-4703-A338-9147A2BB47C6}" srcOrd="1" destOrd="0" parTransId="{CBF34518-E48E-4D50-8031-8AA2CA8E4260}" sibTransId="{C1B759F9-B62D-44B9-B380-5BD4E289E38F}"/>
    <dgm:cxn modelId="{AFB9010D-3A05-4996-949A-BCB2F5ABB219}" type="presOf" srcId="{A8A4BF11-6DEC-47A4-954E-01BD7C105803}" destId="{8C1B9A7B-4DB0-4A17-9A1E-B3B03863529C}" srcOrd="0" destOrd="0" presId="urn:microsoft.com/office/officeart/2005/8/layout/hierarchy1"/>
    <dgm:cxn modelId="{5B0B7F25-9662-42C6-92BF-91D296E02FDF}" srcId="{A8591B45-4CC1-4BE9-AC63-7C5A4E96031E}" destId="{11979B07-E83C-43ED-9648-7E4AB70B5AAC}" srcOrd="0" destOrd="0" parTransId="{08A1F75A-517E-4DF4-BEA2-DFF7A2C4AF6F}" sibTransId="{C8F747CE-0733-4AC8-B979-11E8DF12CBA9}"/>
    <dgm:cxn modelId="{A2430231-83D4-47FC-8548-D016D95E501C}" srcId="{11979B07-E83C-43ED-9648-7E4AB70B5AAC}" destId="{9BB84175-C7D0-4626-9D87-D51AAE6906E6}" srcOrd="2" destOrd="0" parTransId="{A8A4BF11-6DEC-47A4-954E-01BD7C105803}" sibTransId="{639D886A-9082-426B-9CBE-5685E7875742}"/>
    <dgm:cxn modelId="{957A6B38-1252-429E-BFED-8B1A1FFAB6E0}" type="presOf" srcId="{BC33037F-CB4F-477A-B3B6-C5C7A866BF02}" destId="{F9B7444A-7C06-4C00-ADB7-784A0E6638C0}" srcOrd="0" destOrd="0" presId="urn:microsoft.com/office/officeart/2005/8/layout/hierarchy1"/>
    <dgm:cxn modelId="{0393F33E-325F-4612-A83C-D744A9C694A6}" srcId="{F034694F-270D-49B0-A69A-0167C1BB5FDD}" destId="{17B25D1F-352D-4BE1-B9DE-4C54A63FCD2B}" srcOrd="0" destOrd="0" parTransId="{88920D5D-293B-4335-8707-35E43CEB169E}" sibTransId="{920A0C18-3E2D-474D-B176-14E4FF175D60}"/>
    <dgm:cxn modelId="{24EA8C5C-4060-4CA5-BFEF-FA1F4D89F4BB}" type="presOf" srcId="{9BB84175-C7D0-4626-9D87-D51AAE6906E6}" destId="{980B72B2-CBD6-4BAF-B118-4E85A688D317}" srcOrd="0" destOrd="0" presId="urn:microsoft.com/office/officeart/2005/8/layout/hierarchy1"/>
    <dgm:cxn modelId="{DB697B5F-B554-405B-93E4-00FB4429E855}" srcId="{11979B07-E83C-43ED-9648-7E4AB70B5AAC}" destId="{F034694F-270D-49B0-A69A-0167C1BB5FDD}" srcOrd="0" destOrd="0" parTransId="{4F9BE7A6-FA25-4084-91FD-3E29BB1E36F0}" sibTransId="{C769B787-9D27-4F0C-9F35-6D63C932639A}"/>
    <dgm:cxn modelId="{AEC84367-DD1E-40F1-AC91-E68BD79D90F3}" type="presOf" srcId="{4F9BE7A6-FA25-4084-91FD-3E29BB1E36F0}" destId="{EF4170A9-FB0E-4EF2-8297-A3C38F4045DC}" srcOrd="0" destOrd="0" presId="urn:microsoft.com/office/officeart/2005/8/layout/hierarchy1"/>
    <dgm:cxn modelId="{48B3E947-FD50-49A6-8A14-73633B8B16C9}" type="presOf" srcId="{A8591B45-4CC1-4BE9-AC63-7C5A4E96031E}" destId="{65AC1DE0-9C94-45A4-A99E-8FA7E3144A05}" srcOrd="0" destOrd="0" presId="urn:microsoft.com/office/officeart/2005/8/layout/hierarchy1"/>
    <dgm:cxn modelId="{AD265168-4C14-47DE-B182-B961FFE64483}" type="presOf" srcId="{859473AD-6C91-43D8-8293-D74AB4BD3D31}" destId="{7B018D6C-42B4-40A5-982A-34452E4DED9E}" srcOrd="0" destOrd="0" presId="urn:microsoft.com/office/officeart/2005/8/layout/hierarchy1"/>
    <dgm:cxn modelId="{F73E5A68-073B-485E-B9DE-9233D93C103B}" type="presOf" srcId="{F034694F-270D-49B0-A69A-0167C1BB5FDD}" destId="{9CBCB9B9-D740-4B3D-94DD-882F62D25147}" srcOrd="0" destOrd="0" presId="urn:microsoft.com/office/officeart/2005/8/layout/hierarchy1"/>
    <dgm:cxn modelId="{1AD1484F-3807-4D3A-B48E-806BEF158DA2}" srcId="{9BB84175-C7D0-4626-9D87-D51AAE6906E6}" destId="{1D83F68C-EC07-45AF-8842-BD249121ED14}" srcOrd="0" destOrd="0" parTransId="{BC33037F-CB4F-477A-B3B6-C5C7A866BF02}" sibTransId="{3E138FAC-A337-4877-8791-E47BFD00A6EC}"/>
    <dgm:cxn modelId="{45D1C253-A6FC-4943-948C-5CEC254FF0F4}" type="presOf" srcId="{17B25D1F-352D-4BE1-B9DE-4C54A63FCD2B}" destId="{90F095B4-B5A5-432A-AEF3-B53F0CB23BA9}" srcOrd="0" destOrd="0" presId="urn:microsoft.com/office/officeart/2005/8/layout/hierarchy1"/>
    <dgm:cxn modelId="{EB658954-40F9-4867-B038-CD981CB23C2B}" type="presOf" srcId="{08A1F75A-517E-4DF4-BEA2-DFF7A2C4AF6F}" destId="{945C91A1-A1A1-476F-A03E-43283293FB74}" srcOrd="0" destOrd="0" presId="urn:microsoft.com/office/officeart/2005/8/layout/hierarchy1"/>
    <dgm:cxn modelId="{DC5E8077-B677-4C01-8A16-2C29D52CD81E}" type="presOf" srcId="{E7CAA4A3-BD33-460A-8698-AE5CFAF87D63}" destId="{7CBD9168-2BA6-4733-B422-79BFDB5293A2}" srcOrd="0" destOrd="0" presId="urn:microsoft.com/office/officeart/2005/8/layout/hierarchy1"/>
    <dgm:cxn modelId="{8FE10680-DE8A-4F58-8FA5-13F7DB9FEA52}" type="presOf" srcId="{9BFC7E4E-19C9-42CD-B70C-F77BC5569192}" destId="{5D289361-840F-42F0-85EA-1AA5B898BFE4}" srcOrd="0" destOrd="0" presId="urn:microsoft.com/office/officeart/2005/8/layout/hierarchy1"/>
    <dgm:cxn modelId="{334AC883-98BE-4D27-941C-C4B4959B75AF}" srcId="{11979B07-E83C-43ED-9648-7E4AB70B5AAC}" destId="{9BFC7E4E-19C9-42CD-B70C-F77BC5569192}" srcOrd="1" destOrd="0" parTransId="{1ACD5B64-86B9-4538-99E9-46BC0BB6FC3E}" sibTransId="{50BAFA91-9005-4FFB-A7BE-B7AAA3C60908}"/>
    <dgm:cxn modelId="{778D1487-43E1-409E-863C-0073A57DEB58}" type="presOf" srcId="{23A0A1D6-B0DE-4E34-838E-757293EB8F82}" destId="{06C58463-F41E-448A-924C-663D8AEEE6D2}" srcOrd="0" destOrd="0" presId="urn:microsoft.com/office/officeart/2005/8/layout/hierarchy1"/>
    <dgm:cxn modelId="{D34B228C-FA62-4251-86B3-3E98506F3757}" type="presOf" srcId="{88920D5D-293B-4335-8707-35E43CEB169E}" destId="{D7E81774-735A-4FCB-BFDA-C894F6D62198}" srcOrd="0" destOrd="0" presId="urn:microsoft.com/office/officeart/2005/8/layout/hierarchy1"/>
    <dgm:cxn modelId="{77F154A7-7BA6-4182-A82B-879955FEE431}" srcId="{9BFC7E4E-19C9-42CD-B70C-F77BC5569192}" destId="{E48C2625-EF7C-4B0C-8CAE-BBEE3E061759}" srcOrd="0" destOrd="0" parTransId="{23A0A1D6-B0DE-4E34-838E-757293EB8F82}" sibTransId="{D86D02EF-7B53-45D1-AF9C-40E24F830B23}"/>
    <dgm:cxn modelId="{DB1C8DAB-2B38-469C-9E70-095751FA19E4}" type="presOf" srcId="{1ACD5B64-86B9-4538-99E9-46BC0BB6FC3E}" destId="{C8893DAD-2641-4586-BC1A-3034AD5E7442}" srcOrd="0" destOrd="0" presId="urn:microsoft.com/office/officeart/2005/8/layout/hierarchy1"/>
    <dgm:cxn modelId="{86FB04B2-33D7-4D95-8C41-8B5BD4221056}" type="presOf" srcId="{E48C2625-EF7C-4B0C-8CAE-BBEE3E061759}" destId="{7F473D92-F39F-4712-A12B-DB78C42F34C4}" srcOrd="0" destOrd="0" presId="urn:microsoft.com/office/officeart/2005/8/layout/hierarchy1"/>
    <dgm:cxn modelId="{F36532BD-7090-4203-8F9C-4739669F7F0A}" type="presOf" srcId="{CBF34518-E48E-4D50-8031-8AA2CA8E4260}" destId="{12DA86EA-5642-4B44-8DA6-BC678B159B3A}" srcOrd="0" destOrd="0" presId="urn:microsoft.com/office/officeart/2005/8/layout/hierarchy1"/>
    <dgm:cxn modelId="{7236FCC1-5E05-4AEA-9ABF-AD8391F6417D}" type="presOf" srcId="{11979B07-E83C-43ED-9648-7E4AB70B5AAC}" destId="{E0DDF48C-22F7-48D5-8FC2-EC5814897F72}" srcOrd="0" destOrd="0" presId="urn:microsoft.com/office/officeart/2005/8/layout/hierarchy1"/>
    <dgm:cxn modelId="{D92739D4-2684-462E-A47D-B127B52BE3DE}" srcId="{C94A0E37-210F-4EAF-9ADD-A62255DD57DC}" destId="{A8591B45-4CC1-4BE9-AC63-7C5A4E96031E}" srcOrd="0" destOrd="0" parTransId="{EA60615D-06C4-43CF-A045-1E052BCE78F3}" sibTransId="{D7A65A74-B094-4BBE-90AE-342CB319E23E}"/>
    <dgm:cxn modelId="{7AD108E1-5187-4BA4-BD07-1599B1924F34}" type="presOf" srcId="{23C85E37-24C3-4703-A338-9147A2BB47C6}" destId="{B7A85E1C-169D-426F-8F61-90F55355DF80}" srcOrd="0" destOrd="0" presId="urn:microsoft.com/office/officeart/2005/8/layout/hierarchy1"/>
    <dgm:cxn modelId="{AD14FDFC-6446-4E26-9724-CFDB10964BCC}" type="presOf" srcId="{1D83F68C-EC07-45AF-8842-BD249121ED14}" destId="{D83E90E5-8944-463E-BFB2-DD550F2297AC}" srcOrd="0" destOrd="0" presId="urn:microsoft.com/office/officeart/2005/8/layout/hierarchy1"/>
    <dgm:cxn modelId="{BF425BFF-21C6-4E4C-BD70-B3C4BD466BF8}" type="presOf" srcId="{C94A0E37-210F-4EAF-9ADD-A62255DD57DC}" destId="{D630B540-CF19-480E-BD96-E6C2B19FBF3D}" srcOrd="0" destOrd="0" presId="urn:microsoft.com/office/officeart/2005/8/layout/hierarchy1"/>
    <dgm:cxn modelId="{04E7E5FF-CF4A-4BCC-92CD-10C24571A53A}" srcId="{9BFC7E4E-19C9-42CD-B70C-F77BC5569192}" destId="{E7CAA4A3-BD33-460A-8698-AE5CFAF87D63}" srcOrd="1" destOrd="0" parTransId="{859473AD-6C91-43D8-8293-D74AB4BD3D31}" sibTransId="{508CA629-B5A8-4B53-8E10-06063491313C}"/>
    <dgm:cxn modelId="{146677B5-4921-49DE-8814-5DBA62414B2B}" type="presParOf" srcId="{D630B540-CF19-480E-BD96-E6C2B19FBF3D}" destId="{20375E6B-3CC3-4D5B-AA81-C3DEAC0319C9}" srcOrd="0" destOrd="0" presId="urn:microsoft.com/office/officeart/2005/8/layout/hierarchy1"/>
    <dgm:cxn modelId="{A0376942-0A84-4E20-9D70-16A52B8EF41C}" type="presParOf" srcId="{20375E6B-3CC3-4D5B-AA81-C3DEAC0319C9}" destId="{A224A80C-D88C-4CE7-A8C8-A41B09AE079C}" srcOrd="0" destOrd="0" presId="urn:microsoft.com/office/officeart/2005/8/layout/hierarchy1"/>
    <dgm:cxn modelId="{7B4CF241-C469-47A3-89CC-DFAB18943049}" type="presParOf" srcId="{A224A80C-D88C-4CE7-A8C8-A41B09AE079C}" destId="{FBAE8CA3-B8D6-4296-B844-0134309CB6C2}" srcOrd="0" destOrd="0" presId="urn:microsoft.com/office/officeart/2005/8/layout/hierarchy1"/>
    <dgm:cxn modelId="{3C12DF60-EAD7-4351-8DCB-7F4A6F1EB08D}" type="presParOf" srcId="{A224A80C-D88C-4CE7-A8C8-A41B09AE079C}" destId="{65AC1DE0-9C94-45A4-A99E-8FA7E3144A05}" srcOrd="1" destOrd="0" presId="urn:microsoft.com/office/officeart/2005/8/layout/hierarchy1"/>
    <dgm:cxn modelId="{9C9AF8A6-F1B0-44B0-BB8B-353A9A31293F}" type="presParOf" srcId="{20375E6B-3CC3-4D5B-AA81-C3DEAC0319C9}" destId="{92AB023C-06FF-4024-BECC-59245A34CA90}" srcOrd="1" destOrd="0" presId="urn:microsoft.com/office/officeart/2005/8/layout/hierarchy1"/>
    <dgm:cxn modelId="{24F636DB-FED9-4E0A-8DC3-A75242643669}" type="presParOf" srcId="{92AB023C-06FF-4024-BECC-59245A34CA90}" destId="{945C91A1-A1A1-476F-A03E-43283293FB74}" srcOrd="0" destOrd="0" presId="urn:microsoft.com/office/officeart/2005/8/layout/hierarchy1"/>
    <dgm:cxn modelId="{09935B19-FA5E-4284-867F-551F3BCEC980}" type="presParOf" srcId="{92AB023C-06FF-4024-BECC-59245A34CA90}" destId="{5CB6ACF9-1B87-40AB-B0D9-C0EFFFB0519F}" srcOrd="1" destOrd="0" presId="urn:microsoft.com/office/officeart/2005/8/layout/hierarchy1"/>
    <dgm:cxn modelId="{015A5498-36A8-40D2-B1A1-0B8F5616950A}" type="presParOf" srcId="{5CB6ACF9-1B87-40AB-B0D9-C0EFFFB0519F}" destId="{E99193A7-E216-4423-8BDE-EB08430B272E}" srcOrd="0" destOrd="0" presId="urn:microsoft.com/office/officeart/2005/8/layout/hierarchy1"/>
    <dgm:cxn modelId="{4346B353-2ADE-4ABE-84AF-626D9ECDFB24}" type="presParOf" srcId="{E99193A7-E216-4423-8BDE-EB08430B272E}" destId="{D3BD67A0-8F8C-4D8C-8EA6-7E502C07593A}" srcOrd="0" destOrd="0" presId="urn:microsoft.com/office/officeart/2005/8/layout/hierarchy1"/>
    <dgm:cxn modelId="{0C70E092-8C00-4D6D-B2FD-FF1FC85DA394}" type="presParOf" srcId="{E99193A7-E216-4423-8BDE-EB08430B272E}" destId="{E0DDF48C-22F7-48D5-8FC2-EC5814897F72}" srcOrd="1" destOrd="0" presId="urn:microsoft.com/office/officeart/2005/8/layout/hierarchy1"/>
    <dgm:cxn modelId="{A77DE031-E10C-4880-84DD-57A8C2F6C8D0}" type="presParOf" srcId="{5CB6ACF9-1B87-40AB-B0D9-C0EFFFB0519F}" destId="{654FADBF-2B83-4F11-895C-9380DADEC90E}" srcOrd="1" destOrd="0" presId="urn:microsoft.com/office/officeart/2005/8/layout/hierarchy1"/>
    <dgm:cxn modelId="{EE7CD405-AEFF-45A2-A1EA-7F87BC3F5EA4}" type="presParOf" srcId="{654FADBF-2B83-4F11-895C-9380DADEC90E}" destId="{EF4170A9-FB0E-4EF2-8297-A3C38F4045DC}" srcOrd="0" destOrd="0" presId="urn:microsoft.com/office/officeart/2005/8/layout/hierarchy1"/>
    <dgm:cxn modelId="{90D4A126-7BB7-4D51-975E-11F3FF093752}" type="presParOf" srcId="{654FADBF-2B83-4F11-895C-9380DADEC90E}" destId="{02F71FBA-FCCD-4554-AC53-25CD51D7BBDE}" srcOrd="1" destOrd="0" presId="urn:microsoft.com/office/officeart/2005/8/layout/hierarchy1"/>
    <dgm:cxn modelId="{2C5BC119-8E83-4ADF-9861-05C3DBA78EBF}" type="presParOf" srcId="{02F71FBA-FCCD-4554-AC53-25CD51D7BBDE}" destId="{B564C6A2-1312-4A0A-AD53-3C8F16010705}" srcOrd="0" destOrd="0" presId="urn:microsoft.com/office/officeart/2005/8/layout/hierarchy1"/>
    <dgm:cxn modelId="{E1E097B7-D227-41E0-BA5A-B474AD63544C}" type="presParOf" srcId="{B564C6A2-1312-4A0A-AD53-3C8F16010705}" destId="{F4220045-40C1-46A9-8B78-E0BEEAFEAF6F}" srcOrd="0" destOrd="0" presId="urn:microsoft.com/office/officeart/2005/8/layout/hierarchy1"/>
    <dgm:cxn modelId="{39AFAD93-0766-4702-9A6F-C2ACA92429C4}" type="presParOf" srcId="{B564C6A2-1312-4A0A-AD53-3C8F16010705}" destId="{9CBCB9B9-D740-4B3D-94DD-882F62D25147}" srcOrd="1" destOrd="0" presId="urn:microsoft.com/office/officeart/2005/8/layout/hierarchy1"/>
    <dgm:cxn modelId="{75CDA12B-3BED-4034-A3C9-81251B604F8C}" type="presParOf" srcId="{02F71FBA-FCCD-4554-AC53-25CD51D7BBDE}" destId="{A9246971-3172-4A19-865B-FC5B4C9B6CB3}" srcOrd="1" destOrd="0" presId="urn:microsoft.com/office/officeart/2005/8/layout/hierarchy1"/>
    <dgm:cxn modelId="{DF2B24FF-7455-4E83-A838-2EC69E4332C0}" type="presParOf" srcId="{A9246971-3172-4A19-865B-FC5B4C9B6CB3}" destId="{D7E81774-735A-4FCB-BFDA-C894F6D62198}" srcOrd="0" destOrd="0" presId="urn:microsoft.com/office/officeart/2005/8/layout/hierarchy1"/>
    <dgm:cxn modelId="{1E98897F-9B6D-41C5-83F4-FD2BD8D8D8F3}" type="presParOf" srcId="{A9246971-3172-4A19-865B-FC5B4C9B6CB3}" destId="{3212ADEC-DA1F-4993-96C6-7DE7ED73B9DB}" srcOrd="1" destOrd="0" presId="urn:microsoft.com/office/officeart/2005/8/layout/hierarchy1"/>
    <dgm:cxn modelId="{08FE7B4C-421F-4EE4-90B8-27C85596E86E}" type="presParOf" srcId="{3212ADEC-DA1F-4993-96C6-7DE7ED73B9DB}" destId="{7B3DC91C-A3AB-421A-AE99-09E7F4578156}" srcOrd="0" destOrd="0" presId="urn:microsoft.com/office/officeart/2005/8/layout/hierarchy1"/>
    <dgm:cxn modelId="{58DEFFAD-3076-4B37-B833-0A2C96741303}" type="presParOf" srcId="{7B3DC91C-A3AB-421A-AE99-09E7F4578156}" destId="{E27879D1-8671-4DA4-9087-3F3348847F62}" srcOrd="0" destOrd="0" presId="urn:microsoft.com/office/officeart/2005/8/layout/hierarchy1"/>
    <dgm:cxn modelId="{C7D4FB55-20A5-4A30-9D18-1E3FE0A3B19D}" type="presParOf" srcId="{7B3DC91C-A3AB-421A-AE99-09E7F4578156}" destId="{90F095B4-B5A5-432A-AEF3-B53F0CB23BA9}" srcOrd="1" destOrd="0" presId="urn:microsoft.com/office/officeart/2005/8/layout/hierarchy1"/>
    <dgm:cxn modelId="{0CB84087-EDE6-45BB-BF33-2B8DE19F60D9}" type="presParOf" srcId="{3212ADEC-DA1F-4993-96C6-7DE7ED73B9DB}" destId="{2137DA23-ECAB-4E81-BD7B-91FEC9FBAD6B}" srcOrd="1" destOrd="0" presId="urn:microsoft.com/office/officeart/2005/8/layout/hierarchy1"/>
    <dgm:cxn modelId="{C0C1942A-BEC3-4E28-917F-AB83E8375589}" type="presParOf" srcId="{654FADBF-2B83-4F11-895C-9380DADEC90E}" destId="{C8893DAD-2641-4586-BC1A-3034AD5E7442}" srcOrd="2" destOrd="0" presId="urn:microsoft.com/office/officeart/2005/8/layout/hierarchy1"/>
    <dgm:cxn modelId="{252E8B33-37CF-4A71-BA2F-32B780A46350}" type="presParOf" srcId="{654FADBF-2B83-4F11-895C-9380DADEC90E}" destId="{0697D53E-BEF0-4DCE-9D93-654E8AFAF1FC}" srcOrd="3" destOrd="0" presId="urn:microsoft.com/office/officeart/2005/8/layout/hierarchy1"/>
    <dgm:cxn modelId="{9A25ACFB-E224-40E9-A72B-AFAE04775421}" type="presParOf" srcId="{0697D53E-BEF0-4DCE-9D93-654E8AFAF1FC}" destId="{2C8242C8-D108-4A07-83F7-41A8BDA90F4A}" srcOrd="0" destOrd="0" presId="urn:microsoft.com/office/officeart/2005/8/layout/hierarchy1"/>
    <dgm:cxn modelId="{C8CF10F6-A80D-4EF1-A4CB-27985C139703}" type="presParOf" srcId="{2C8242C8-D108-4A07-83F7-41A8BDA90F4A}" destId="{54084B83-96FA-4826-BC1F-80B33153AE0D}" srcOrd="0" destOrd="0" presId="urn:microsoft.com/office/officeart/2005/8/layout/hierarchy1"/>
    <dgm:cxn modelId="{95744C3A-4739-47D6-A680-034A712D3487}" type="presParOf" srcId="{2C8242C8-D108-4A07-83F7-41A8BDA90F4A}" destId="{5D289361-840F-42F0-85EA-1AA5B898BFE4}" srcOrd="1" destOrd="0" presId="urn:microsoft.com/office/officeart/2005/8/layout/hierarchy1"/>
    <dgm:cxn modelId="{CBB74A6B-A9CB-48AE-8AF6-044E053F98CF}" type="presParOf" srcId="{0697D53E-BEF0-4DCE-9D93-654E8AFAF1FC}" destId="{BD238443-4A1E-4E42-9410-393C66CF97A3}" srcOrd="1" destOrd="0" presId="urn:microsoft.com/office/officeart/2005/8/layout/hierarchy1"/>
    <dgm:cxn modelId="{0EED5678-CEDA-41C0-8E86-4A251C85074A}" type="presParOf" srcId="{BD238443-4A1E-4E42-9410-393C66CF97A3}" destId="{06C58463-F41E-448A-924C-663D8AEEE6D2}" srcOrd="0" destOrd="0" presId="urn:microsoft.com/office/officeart/2005/8/layout/hierarchy1"/>
    <dgm:cxn modelId="{8B75390F-0DA5-42EA-81C4-3DA62138E7D7}" type="presParOf" srcId="{BD238443-4A1E-4E42-9410-393C66CF97A3}" destId="{0A964228-E124-45AF-9D4C-C3B3A5BB19D5}" srcOrd="1" destOrd="0" presId="urn:microsoft.com/office/officeart/2005/8/layout/hierarchy1"/>
    <dgm:cxn modelId="{CF8EDD9D-C914-4C58-B5AB-3AE192AD0172}" type="presParOf" srcId="{0A964228-E124-45AF-9D4C-C3B3A5BB19D5}" destId="{DC704F42-67BA-4E4D-93D6-A72A50BFF2A7}" srcOrd="0" destOrd="0" presId="urn:microsoft.com/office/officeart/2005/8/layout/hierarchy1"/>
    <dgm:cxn modelId="{E3F85516-1F89-41CC-9CCE-A533E83C1E90}" type="presParOf" srcId="{DC704F42-67BA-4E4D-93D6-A72A50BFF2A7}" destId="{2E927E1D-47FE-46A2-8EF5-FF63A06AB56B}" srcOrd="0" destOrd="0" presId="urn:microsoft.com/office/officeart/2005/8/layout/hierarchy1"/>
    <dgm:cxn modelId="{EC9C6527-2491-4424-BAFA-EFC433027AD6}" type="presParOf" srcId="{DC704F42-67BA-4E4D-93D6-A72A50BFF2A7}" destId="{7F473D92-F39F-4712-A12B-DB78C42F34C4}" srcOrd="1" destOrd="0" presId="urn:microsoft.com/office/officeart/2005/8/layout/hierarchy1"/>
    <dgm:cxn modelId="{5CC8833D-A834-4315-93D3-843699BF87FB}" type="presParOf" srcId="{0A964228-E124-45AF-9D4C-C3B3A5BB19D5}" destId="{3E4FF2FA-0F9B-4869-B4A0-37F1BE5B6B9D}" srcOrd="1" destOrd="0" presId="urn:microsoft.com/office/officeart/2005/8/layout/hierarchy1"/>
    <dgm:cxn modelId="{7813D9E0-B5F3-48E0-80AF-482BED3940E9}" type="presParOf" srcId="{BD238443-4A1E-4E42-9410-393C66CF97A3}" destId="{7B018D6C-42B4-40A5-982A-34452E4DED9E}" srcOrd="2" destOrd="0" presId="urn:microsoft.com/office/officeart/2005/8/layout/hierarchy1"/>
    <dgm:cxn modelId="{84AC90C3-FC36-47F1-A89A-4D1B3C99E674}" type="presParOf" srcId="{BD238443-4A1E-4E42-9410-393C66CF97A3}" destId="{19D1FAAD-D707-40BE-96CA-B7FD977E699B}" srcOrd="3" destOrd="0" presId="urn:microsoft.com/office/officeart/2005/8/layout/hierarchy1"/>
    <dgm:cxn modelId="{7DD36FA1-5FD1-4D2D-BED6-01A97AD9EBDB}" type="presParOf" srcId="{19D1FAAD-D707-40BE-96CA-B7FD977E699B}" destId="{1B4FB394-4A12-4B82-87ED-27DE87B4E2F9}" srcOrd="0" destOrd="0" presId="urn:microsoft.com/office/officeart/2005/8/layout/hierarchy1"/>
    <dgm:cxn modelId="{50B52806-B0D7-4A5E-B6C0-913AE92DBFE6}" type="presParOf" srcId="{1B4FB394-4A12-4B82-87ED-27DE87B4E2F9}" destId="{BC4760E6-0540-40ED-9A38-7F077DCB68CD}" srcOrd="0" destOrd="0" presId="urn:microsoft.com/office/officeart/2005/8/layout/hierarchy1"/>
    <dgm:cxn modelId="{6500D59C-8AD8-4357-A017-A9253F6B7782}" type="presParOf" srcId="{1B4FB394-4A12-4B82-87ED-27DE87B4E2F9}" destId="{7CBD9168-2BA6-4733-B422-79BFDB5293A2}" srcOrd="1" destOrd="0" presId="urn:microsoft.com/office/officeart/2005/8/layout/hierarchy1"/>
    <dgm:cxn modelId="{D4ABD679-A823-433B-9F17-B6A6506F7104}" type="presParOf" srcId="{19D1FAAD-D707-40BE-96CA-B7FD977E699B}" destId="{656B5A32-FEA8-4E61-B140-5C6CAF51CBAF}" srcOrd="1" destOrd="0" presId="urn:microsoft.com/office/officeart/2005/8/layout/hierarchy1"/>
    <dgm:cxn modelId="{557FF00C-90A1-41BD-AE75-6CE928BABA7A}" type="presParOf" srcId="{654FADBF-2B83-4F11-895C-9380DADEC90E}" destId="{8C1B9A7B-4DB0-4A17-9A1E-B3B03863529C}" srcOrd="4" destOrd="0" presId="urn:microsoft.com/office/officeart/2005/8/layout/hierarchy1"/>
    <dgm:cxn modelId="{E8CE9C51-57B0-4B61-A6D7-E25E21657E1C}" type="presParOf" srcId="{654FADBF-2B83-4F11-895C-9380DADEC90E}" destId="{0408DFCE-BDCA-49DB-9D6B-459DDFB8F16E}" srcOrd="5" destOrd="0" presId="urn:microsoft.com/office/officeart/2005/8/layout/hierarchy1"/>
    <dgm:cxn modelId="{2BAF70C5-597B-4006-B5C8-23A6727A4D64}" type="presParOf" srcId="{0408DFCE-BDCA-49DB-9D6B-459DDFB8F16E}" destId="{EAC5AB41-AD64-4442-A1C9-D3A18B7B82BC}" srcOrd="0" destOrd="0" presId="urn:microsoft.com/office/officeart/2005/8/layout/hierarchy1"/>
    <dgm:cxn modelId="{6D40C4C6-8432-4010-A59A-435BD0D17E0C}" type="presParOf" srcId="{EAC5AB41-AD64-4442-A1C9-D3A18B7B82BC}" destId="{1C263A5F-C811-41AF-9481-F9F1E3C7F76F}" srcOrd="0" destOrd="0" presId="urn:microsoft.com/office/officeart/2005/8/layout/hierarchy1"/>
    <dgm:cxn modelId="{3CAB02E4-E935-4B42-8968-F203A554819F}" type="presParOf" srcId="{EAC5AB41-AD64-4442-A1C9-D3A18B7B82BC}" destId="{980B72B2-CBD6-4BAF-B118-4E85A688D317}" srcOrd="1" destOrd="0" presId="urn:microsoft.com/office/officeart/2005/8/layout/hierarchy1"/>
    <dgm:cxn modelId="{91546DFF-3EDF-4BCF-A147-A570232EB11A}" type="presParOf" srcId="{0408DFCE-BDCA-49DB-9D6B-459DDFB8F16E}" destId="{056C1FE3-9D17-4F30-A4DF-72516C1AC9EE}" srcOrd="1" destOrd="0" presId="urn:microsoft.com/office/officeart/2005/8/layout/hierarchy1"/>
    <dgm:cxn modelId="{50787F14-AA70-4E38-B5F7-EFC17D78CD8A}" type="presParOf" srcId="{056C1FE3-9D17-4F30-A4DF-72516C1AC9EE}" destId="{F9B7444A-7C06-4C00-ADB7-784A0E6638C0}" srcOrd="0" destOrd="0" presId="urn:microsoft.com/office/officeart/2005/8/layout/hierarchy1"/>
    <dgm:cxn modelId="{DFA4C993-4C4C-4C70-A09E-4C3ACE18B595}" type="presParOf" srcId="{056C1FE3-9D17-4F30-A4DF-72516C1AC9EE}" destId="{DFE5D207-D2DF-4507-833E-2FEDE22CCCDF}" srcOrd="1" destOrd="0" presId="urn:microsoft.com/office/officeart/2005/8/layout/hierarchy1"/>
    <dgm:cxn modelId="{FCF4C87C-6ED9-43A4-AA02-4873652E119B}" type="presParOf" srcId="{DFE5D207-D2DF-4507-833E-2FEDE22CCCDF}" destId="{80A3EA8A-B181-4E5C-A132-4C4E6CC74757}" srcOrd="0" destOrd="0" presId="urn:microsoft.com/office/officeart/2005/8/layout/hierarchy1"/>
    <dgm:cxn modelId="{ABEDA304-11C4-41B9-9806-724519F51D52}" type="presParOf" srcId="{80A3EA8A-B181-4E5C-A132-4C4E6CC74757}" destId="{CEB0156E-0FC1-4779-B4F4-1E08367FD5D7}" srcOrd="0" destOrd="0" presId="urn:microsoft.com/office/officeart/2005/8/layout/hierarchy1"/>
    <dgm:cxn modelId="{D051F14F-D30C-4EE4-A690-236609AE78A3}" type="presParOf" srcId="{80A3EA8A-B181-4E5C-A132-4C4E6CC74757}" destId="{D83E90E5-8944-463E-BFB2-DD550F2297AC}" srcOrd="1" destOrd="0" presId="urn:microsoft.com/office/officeart/2005/8/layout/hierarchy1"/>
    <dgm:cxn modelId="{E151B94C-5EF8-475F-A6FA-6DEC0681A6F7}" type="presParOf" srcId="{DFE5D207-D2DF-4507-833E-2FEDE22CCCDF}" destId="{BA91FEBE-A01B-4A92-9FA9-5A343D4CD52E}" srcOrd="1" destOrd="0" presId="urn:microsoft.com/office/officeart/2005/8/layout/hierarchy1"/>
    <dgm:cxn modelId="{3383B87E-67F1-4BCB-A12B-16B2CC81F354}" type="presParOf" srcId="{92AB023C-06FF-4024-BECC-59245A34CA90}" destId="{12DA86EA-5642-4B44-8DA6-BC678B159B3A}" srcOrd="2" destOrd="0" presId="urn:microsoft.com/office/officeart/2005/8/layout/hierarchy1"/>
    <dgm:cxn modelId="{FC23D2F7-3A4D-4F5D-9D6D-3CC07305B3D8}" type="presParOf" srcId="{92AB023C-06FF-4024-BECC-59245A34CA90}" destId="{FF59FD7A-3FDC-4BCC-A532-CEDFF214FC0B}" srcOrd="3" destOrd="0" presId="urn:microsoft.com/office/officeart/2005/8/layout/hierarchy1"/>
    <dgm:cxn modelId="{CF4A25E0-1BC9-4432-AC23-5F76C5F90433}" type="presParOf" srcId="{FF59FD7A-3FDC-4BCC-A532-CEDFF214FC0B}" destId="{8F9C5D0D-5D21-42A6-B4CE-0052617CE7D6}" srcOrd="0" destOrd="0" presId="urn:microsoft.com/office/officeart/2005/8/layout/hierarchy1"/>
    <dgm:cxn modelId="{B21AD466-E08A-4E17-9678-B95EB5599FE9}" type="presParOf" srcId="{8F9C5D0D-5D21-42A6-B4CE-0052617CE7D6}" destId="{1EEDA68E-4032-4A1F-BF1D-101426E7DB81}" srcOrd="0" destOrd="0" presId="urn:microsoft.com/office/officeart/2005/8/layout/hierarchy1"/>
    <dgm:cxn modelId="{F3C67D26-C877-4691-BF09-B1B555686319}" type="presParOf" srcId="{8F9C5D0D-5D21-42A6-B4CE-0052617CE7D6}" destId="{B7A85E1C-169D-426F-8F61-90F55355DF80}" srcOrd="1" destOrd="0" presId="urn:microsoft.com/office/officeart/2005/8/layout/hierarchy1"/>
    <dgm:cxn modelId="{6E029FE3-0744-420F-BAB4-F8A922984E88}" type="presParOf" srcId="{FF59FD7A-3FDC-4BCC-A532-CEDFF214FC0B}" destId="{CFDD5C2D-A2A2-4963-BEBA-7ACD6E5091CE}" srcOrd="1" destOrd="0" presId="urn:microsoft.com/office/officeart/2005/8/layout/hierarchy1"/>
  </dgm:cxnLst>
  <dgm:bg/>
  <dgm:whole/>
  <dgm:extLst>
    <a:ext uri="http://schemas.microsoft.com/office/drawing/2008/diagram">
      <dsp:dataModelExt xmlns:dsp="http://schemas.microsoft.com/office/drawing/2008/diagram" relId="rId5"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C94A0E37-210F-4EAF-9ADD-A62255DD57DC}" type="doc">
      <dgm:prSet loTypeId="urn:microsoft.com/office/officeart/2005/8/layout/hierarchy1" loCatId="hierarchy" qsTypeId="urn:microsoft.com/office/officeart/2005/8/quickstyle/simple5" qsCatId="simple" csTypeId="urn:microsoft.com/office/officeart/2005/8/colors/colorful1" csCatId="colorful" phldr="1"/>
      <dgm:spPr/>
      <dgm:t>
        <a:bodyPr/>
        <a:lstStyle/>
        <a:p>
          <a:endParaRPr lang="en-IN"/>
        </a:p>
      </dgm:t>
    </dgm:pt>
    <dgm:pt modelId="{A8591B45-4CC1-4BE9-AC63-7C5A4E96031E}">
      <dgm:prSet phldrT="[Text]"/>
      <dgm:spPr/>
      <dgm:t>
        <a:bodyPr/>
        <a:lstStyle/>
        <a:p>
          <a:r>
            <a:rPr lang="en-US" dirty="0"/>
            <a:t>Fading Channel</a:t>
          </a:r>
          <a:endParaRPr lang="en-IN" dirty="0"/>
        </a:p>
      </dgm:t>
    </dgm:pt>
    <dgm:pt modelId="{D7A65A74-B094-4BBE-90AE-342CB319E23E}" type="sibTrans" cxnId="{D92739D4-2684-462E-A47D-B127B52BE3DE}">
      <dgm:prSet/>
      <dgm:spPr/>
      <dgm:t>
        <a:bodyPr/>
        <a:lstStyle/>
        <a:p>
          <a:endParaRPr lang="en-IN"/>
        </a:p>
      </dgm:t>
    </dgm:pt>
    <dgm:pt modelId="{EA60615D-06C4-43CF-A045-1E052BCE78F3}" type="parTrans" cxnId="{D92739D4-2684-462E-A47D-B127B52BE3DE}">
      <dgm:prSet/>
      <dgm:spPr/>
      <dgm:t>
        <a:bodyPr/>
        <a:lstStyle/>
        <a:p>
          <a:endParaRPr lang="en-IN"/>
        </a:p>
      </dgm:t>
    </dgm:pt>
    <dgm:pt modelId="{11979B07-E83C-43ED-9648-7E4AB70B5AAC}">
      <dgm:prSet phldrT="[Text]" custT="1"/>
      <dgm:spPr/>
      <dgm:t>
        <a:bodyPr/>
        <a:lstStyle/>
        <a:p>
          <a:r>
            <a:rPr lang="en-US" sz="1600" dirty="0"/>
            <a:t>Large</a:t>
          </a:r>
          <a:r>
            <a:rPr lang="en-US" sz="1600" baseline="0" dirty="0"/>
            <a:t> scale fading</a:t>
          </a:r>
          <a:endParaRPr lang="en-IN" sz="1600" dirty="0"/>
        </a:p>
      </dgm:t>
    </dgm:pt>
    <dgm:pt modelId="{C8F747CE-0733-4AC8-B979-11E8DF12CBA9}" type="sibTrans" cxnId="{5B0B7F25-9662-42C6-92BF-91D296E02FDF}">
      <dgm:prSet/>
      <dgm:spPr/>
      <dgm:t>
        <a:bodyPr/>
        <a:lstStyle/>
        <a:p>
          <a:endParaRPr lang="en-IN"/>
        </a:p>
      </dgm:t>
    </dgm:pt>
    <dgm:pt modelId="{08A1F75A-517E-4DF4-BEA2-DFF7A2C4AF6F}" type="parTrans" cxnId="{5B0B7F25-9662-42C6-92BF-91D296E02FDF}">
      <dgm:prSet/>
      <dgm:spPr/>
      <dgm:t>
        <a:bodyPr/>
        <a:lstStyle/>
        <a:p>
          <a:endParaRPr lang="en-IN"/>
        </a:p>
      </dgm:t>
    </dgm:pt>
    <dgm:pt modelId="{F034694F-270D-49B0-A69A-0167C1BB5FDD}">
      <dgm:prSet phldrT="[Text]"/>
      <dgm:spPr/>
      <dgm:t>
        <a:bodyPr/>
        <a:lstStyle/>
        <a:p>
          <a:r>
            <a:rPr lang="en-US" dirty="0"/>
            <a:t>Path</a:t>
          </a:r>
          <a:r>
            <a:rPr lang="en-US" baseline="0" dirty="0"/>
            <a:t> loss</a:t>
          </a:r>
          <a:endParaRPr lang="en-IN" dirty="0"/>
        </a:p>
      </dgm:t>
    </dgm:pt>
    <dgm:pt modelId="{C769B787-9D27-4F0C-9F35-6D63C932639A}" type="sibTrans" cxnId="{DB697B5F-B554-405B-93E4-00FB4429E855}">
      <dgm:prSet/>
      <dgm:spPr/>
      <dgm:t>
        <a:bodyPr/>
        <a:lstStyle/>
        <a:p>
          <a:endParaRPr lang="en-IN"/>
        </a:p>
      </dgm:t>
    </dgm:pt>
    <dgm:pt modelId="{4F9BE7A6-FA25-4084-91FD-3E29BB1E36F0}" type="parTrans" cxnId="{DB697B5F-B554-405B-93E4-00FB4429E855}">
      <dgm:prSet/>
      <dgm:spPr/>
      <dgm:t>
        <a:bodyPr/>
        <a:lstStyle/>
        <a:p>
          <a:endParaRPr lang="en-IN"/>
        </a:p>
      </dgm:t>
    </dgm:pt>
    <dgm:pt modelId="{9BFC7E4E-19C9-42CD-B70C-F77BC5569192}">
      <dgm:prSet phldrT="[Text]"/>
      <dgm:spPr/>
      <dgm:t>
        <a:bodyPr/>
        <a:lstStyle/>
        <a:p>
          <a:r>
            <a:rPr lang="en-US" dirty="0"/>
            <a:t>Shadowing</a:t>
          </a:r>
          <a:endParaRPr lang="en-IN" dirty="0"/>
        </a:p>
      </dgm:t>
    </dgm:pt>
    <dgm:pt modelId="{50BAFA91-9005-4FFB-A7BE-B7AAA3C60908}" type="sibTrans" cxnId="{334AC883-98BE-4D27-941C-C4B4959B75AF}">
      <dgm:prSet/>
      <dgm:spPr/>
      <dgm:t>
        <a:bodyPr/>
        <a:lstStyle/>
        <a:p>
          <a:endParaRPr lang="en-IN"/>
        </a:p>
      </dgm:t>
    </dgm:pt>
    <dgm:pt modelId="{1ACD5B64-86B9-4538-99E9-46BC0BB6FC3E}" type="parTrans" cxnId="{334AC883-98BE-4D27-941C-C4B4959B75AF}">
      <dgm:prSet/>
      <dgm:spPr/>
      <dgm:t>
        <a:bodyPr/>
        <a:lstStyle/>
        <a:p>
          <a:endParaRPr lang="en-IN"/>
        </a:p>
      </dgm:t>
    </dgm:pt>
    <dgm:pt modelId="{23C85E37-24C3-4703-A338-9147A2BB47C6}">
      <dgm:prSet phldrT="[Text]" custT="1"/>
      <dgm:spPr/>
      <dgm:t>
        <a:bodyPr/>
        <a:lstStyle/>
        <a:p>
          <a:r>
            <a:rPr lang="en-US" sz="1600" dirty="0"/>
            <a:t>Small</a:t>
          </a:r>
          <a:r>
            <a:rPr lang="en-US" sz="1600" baseline="0" dirty="0"/>
            <a:t> scale fading</a:t>
          </a:r>
          <a:endParaRPr lang="en-IN" sz="1600" dirty="0"/>
        </a:p>
      </dgm:t>
    </dgm:pt>
    <dgm:pt modelId="{C1B759F9-B62D-44B9-B380-5BD4E289E38F}" type="sibTrans" cxnId="{DBF2C80C-161B-46EC-A47A-E0E91857B518}">
      <dgm:prSet/>
      <dgm:spPr/>
      <dgm:t>
        <a:bodyPr/>
        <a:lstStyle/>
        <a:p>
          <a:endParaRPr lang="en-IN"/>
        </a:p>
      </dgm:t>
    </dgm:pt>
    <dgm:pt modelId="{CBF34518-E48E-4D50-8031-8AA2CA8E4260}" type="parTrans" cxnId="{DBF2C80C-161B-46EC-A47A-E0E91857B518}">
      <dgm:prSet/>
      <dgm:spPr/>
      <dgm:t>
        <a:bodyPr/>
        <a:lstStyle/>
        <a:p>
          <a:endParaRPr lang="en-IN"/>
        </a:p>
      </dgm:t>
    </dgm:pt>
    <dgm:pt modelId="{31A5C593-9BA6-44DD-A227-AF1EE2379726}">
      <dgm:prSet/>
      <dgm:spPr/>
      <dgm:t>
        <a:bodyPr/>
        <a:lstStyle/>
        <a:p>
          <a:r>
            <a:rPr lang="en-US" dirty="0"/>
            <a:t>Multi-path fading</a:t>
          </a:r>
          <a:endParaRPr lang="en-IN" dirty="0"/>
        </a:p>
      </dgm:t>
    </dgm:pt>
    <dgm:pt modelId="{73E473F7-F1EF-4105-B2CD-72B47C0DFBCA}" type="parTrans" cxnId="{C501D6D9-0FD3-427A-A84F-E489C6658C2B}">
      <dgm:prSet/>
      <dgm:spPr/>
      <dgm:t>
        <a:bodyPr/>
        <a:lstStyle/>
        <a:p>
          <a:endParaRPr lang="en-IN"/>
        </a:p>
      </dgm:t>
    </dgm:pt>
    <dgm:pt modelId="{67DC757E-438F-4CEA-96A4-FACB8BD2B3CF}" type="sibTrans" cxnId="{C501D6D9-0FD3-427A-A84F-E489C6658C2B}">
      <dgm:prSet/>
      <dgm:spPr/>
      <dgm:t>
        <a:bodyPr/>
        <a:lstStyle/>
        <a:p>
          <a:endParaRPr lang="en-IN"/>
        </a:p>
      </dgm:t>
    </dgm:pt>
    <dgm:pt modelId="{A3BBFE9F-3AD4-432F-A8F6-6229B3D15BB2}">
      <dgm:prSet/>
      <dgm:spPr/>
      <dgm:t>
        <a:bodyPr/>
        <a:lstStyle/>
        <a:p>
          <a:r>
            <a:rPr lang="en-US" dirty="0"/>
            <a:t>Time variance</a:t>
          </a:r>
          <a:endParaRPr lang="en-IN" dirty="0"/>
        </a:p>
      </dgm:t>
    </dgm:pt>
    <dgm:pt modelId="{1317574F-B70A-4972-9DFA-6FF6F783B620}" type="parTrans" cxnId="{EC67F7F8-1F0A-4480-8791-74C442B249F9}">
      <dgm:prSet/>
      <dgm:spPr/>
      <dgm:t>
        <a:bodyPr/>
        <a:lstStyle/>
        <a:p>
          <a:endParaRPr lang="en-IN"/>
        </a:p>
      </dgm:t>
    </dgm:pt>
    <dgm:pt modelId="{4C542398-5441-4B5F-9A55-0A470A0B9138}" type="sibTrans" cxnId="{EC67F7F8-1F0A-4480-8791-74C442B249F9}">
      <dgm:prSet/>
      <dgm:spPr/>
      <dgm:t>
        <a:bodyPr/>
        <a:lstStyle/>
        <a:p>
          <a:endParaRPr lang="en-IN"/>
        </a:p>
      </dgm:t>
    </dgm:pt>
    <dgm:pt modelId="{A420E676-13DD-417D-B457-6F0CBFDADAB5}">
      <dgm:prSet/>
      <dgm:spPr/>
      <dgm:t>
        <a:bodyPr/>
        <a:lstStyle/>
        <a:p>
          <a:r>
            <a:rPr lang="en-US" dirty="0"/>
            <a:t>Frequency selective fading</a:t>
          </a:r>
          <a:endParaRPr lang="en-IN" dirty="0"/>
        </a:p>
      </dgm:t>
    </dgm:pt>
    <dgm:pt modelId="{EEC9E632-AB66-40A3-967A-7D6FBA7B2245}" type="parTrans" cxnId="{01C24644-95AF-4862-8A5D-3C148AB20D51}">
      <dgm:prSet/>
      <dgm:spPr/>
      <dgm:t>
        <a:bodyPr/>
        <a:lstStyle/>
        <a:p>
          <a:endParaRPr lang="en-IN"/>
        </a:p>
      </dgm:t>
    </dgm:pt>
    <dgm:pt modelId="{13FF7BF4-4CDE-458A-9C6F-61E4E01C7595}" type="sibTrans" cxnId="{01C24644-95AF-4862-8A5D-3C148AB20D51}">
      <dgm:prSet/>
      <dgm:spPr/>
      <dgm:t>
        <a:bodyPr/>
        <a:lstStyle/>
        <a:p>
          <a:endParaRPr lang="en-IN"/>
        </a:p>
      </dgm:t>
    </dgm:pt>
    <dgm:pt modelId="{FE0C8131-3C44-47E4-9019-09AD29070543}">
      <dgm:prSet/>
      <dgm:spPr/>
      <dgm:t>
        <a:bodyPr/>
        <a:lstStyle/>
        <a:p>
          <a:r>
            <a:rPr lang="en-US" dirty="0"/>
            <a:t>Flat fading</a:t>
          </a:r>
          <a:endParaRPr lang="en-IN" dirty="0"/>
        </a:p>
      </dgm:t>
    </dgm:pt>
    <dgm:pt modelId="{A80B4D6C-F670-49D0-82A7-E51105B7F53B}" type="parTrans" cxnId="{BF3ED7AF-5949-44A0-81C0-C4E37EF560DD}">
      <dgm:prSet/>
      <dgm:spPr/>
      <dgm:t>
        <a:bodyPr/>
        <a:lstStyle/>
        <a:p>
          <a:endParaRPr lang="en-IN"/>
        </a:p>
      </dgm:t>
    </dgm:pt>
    <dgm:pt modelId="{227D20FE-D67C-46F5-81F1-F4504F1034F3}" type="sibTrans" cxnId="{BF3ED7AF-5949-44A0-81C0-C4E37EF560DD}">
      <dgm:prSet/>
      <dgm:spPr/>
      <dgm:t>
        <a:bodyPr/>
        <a:lstStyle/>
        <a:p>
          <a:endParaRPr lang="en-IN"/>
        </a:p>
      </dgm:t>
    </dgm:pt>
    <dgm:pt modelId="{220CAE84-6835-440E-9C28-285E07744984}">
      <dgm:prSet/>
      <dgm:spPr/>
      <dgm:t>
        <a:bodyPr/>
        <a:lstStyle/>
        <a:p>
          <a:r>
            <a:rPr lang="en-US" dirty="0"/>
            <a:t>Fast fading</a:t>
          </a:r>
          <a:endParaRPr lang="en-IN" dirty="0"/>
        </a:p>
      </dgm:t>
    </dgm:pt>
    <dgm:pt modelId="{1FF2C2CC-5327-4A1D-B681-10A6E4683640}" type="parTrans" cxnId="{82212752-984C-40C2-915E-B3653F39E8A8}">
      <dgm:prSet/>
      <dgm:spPr/>
      <dgm:t>
        <a:bodyPr/>
        <a:lstStyle/>
        <a:p>
          <a:endParaRPr lang="en-IN"/>
        </a:p>
      </dgm:t>
    </dgm:pt>
    <dgm:pt modelId="{A76EC50D-9089-462F-B4DD-A4461DBA0C9F}" type="sibTrans" cxnId="{82212752-984C-40C2-915E-B3653F39E8A8}">
      <dgm:prSet/>
      <dgm:spPr/>
      <dgm:t>
        <a:bodyPr/>
        <a:lstStyle/>
        <a:p>
          <a:endParaRPr lang="en-IN"/>
        </a:p>
      </dgm:t>
    </dgm:pt>
    <dgm:pt modelId="{4DD8ED60-3892-46D7-BF9E-26E003C41DC2}">
      <dgm:prSet/>
      <dgm:spPr/>
      <dgm:t>
        <a:bodyPr/>
        <a:lstStyle/>
        <a:p>
          <a:r>
            <a:rPr lang="en-US" dirty="0"/>
            <a:t>Slow fading</a:t>
          </a:r>
          <a:endParaRPr lang="en-IN" dirty="0"/>
        </a:p>
      </dgm:t>
    </dgm:pt>
    <dgm:pt modelId="{95148283-0211-4046-AF6F-BC0FDC31BE14}" type="parTrans" cxnId="{5AA626B3-1244-4A2A-88CB-D857A3D3F2C7}">
      <dgm:prSet/>
      <dgm:spPr/>
      <dgm:t>
        <a:bodyPr/>
        <a:lstStyle/>
        <a:p>
          <a:endParaRPr lang="en-IN"/>
        </a:p>
      </dgm:t>
    </dgm:pt>
    <dgm:pt modelId="{E0A0B903-CBA5-4A30-ADF2-C68885475CF3}" type="sibTrans" cxnId="{5AA626B3-1244-4A2A-88CB-D857A3D3F2C7}">
      <dgm:prSet/>
      <dgm:spPr/>
      <dgm:t>
        <a:bodyPr/>
        <a:lstStyle/>
        <a:p>
          <a:endParaRPr lang="en-IN"/>
        </a:p>
      </dgm:t>
    </dgm:pt>
    <dgm:pt modelId="{D630B540-CF19-480E-BD96-E6C2B19FBF3D}" type="pres">
      <dgm:prSet presAssocID="{C94A0E37-210F-4EAF-9ADD-A62255DD57DC}" presName="hierChild1" presStyleCnt="0">
        <dgm:presLayoutVars>
          <dgm:chPref val="1"/>
          <dgm:dir/>
          <dgm:animOne val="branch"/>
          <dgm:animLvl val="lvl"/>
          <dgm:resizeHandles/>
        </dgm:presLayoutVars>
      </dgm:prSet>
      <dgm:spPr/>
    </dgm:pt>
    <dgm:pt modelId="{20375E6B-3CC3-4D5B-AA81-C3DEAC0319C9}" type="pres">
      <dgm:prSet presAssocID="{A8591B45-4CC1-4BE9-AC63-7C5A4E96031E}" presName="hierRoot1" presStyleCnt="0"/>
      <dgm:spPr/>
    </dgm:pt>
    <dgm:pt modelId="{A224A80C-D88C-4CE7-A8C8-A41B09AE079C}" type="pres">
      <dgm:prSet presAssocID="{A8591B45-4CC1-4BE9-AC63-7C5A4E96031E}" presName="composite" presStyleCnt="0"/>
      <dgm:spPr/>
    </dgm:pt>
    <dgm:pt modelId="{FBAE8CA3-B8D6-4296-B844-0134309CB6C2}" type="pres">
      <dgm:prSet presAssocID="{A8591B45-4CC1-4BE9-AC63-7C5A4E96031E}" presName="background" presStyleLbl="node0" presStyleIdx="0" presStyleCnt="1"/>
      <dgm:spPr/>
    </dgm:pt>
    <dgm:pt modelId="{65AC1DE0-9C94-45A4-A99E-8FA7E3144A05}" type="pres">
      <dgm:prSet presAssocID="{A8591B45-4CC1-4BE9-AC63-7C5A4E96031E}" presName="text" presStyleLbl="fgAcc0" presStyleIdx="0" presStyleCnt="1">
        <dgm:presLayoutVars>
          <dgm:chPref val="3"/>
        </dgm:presLayoutVars>
      </dgm:prSet>
      <dgm:spPr/>
    </dgm:pt>
    <dgm:pt modelId="{92AB023C-06FF-4024-BECC-59245A34CA90}" type="pres">
      <dgm:prSet presAssocID="{A8591B45-4CC1-4BE9-AC63-7C5A4E96031E}" presName="hierChild2" presStyleCnt="0"/>
      <dgm:spPr/>
    </dgm:pt>
    <dgm:pt modelId="{945C91A1-A1A1-476F-A03E-43283293FB74}" type="pres">
      <dgm:prSet presAssocID="{08A1F75A-517E-4DF4-BEA2-DFF7A2C4AF6F}" presName="Name10" presStyleLbl="parChTrans1D2" presStyleIdx="0" presStyleCnt="2"/>
      <dgm:spPr/>
    </dgm:pt>
    <dgm:pt modelId="{5CB6ACF9-1B87-40AB-B0D9-C0EFFFB0519F}" type="pres">
      <dgm:prSet presAssocID="{11979B07-E83C-43ED-9648-7E4AB70B5AAC}" presName="hierRoot2" presStyleCnt="0"/>
      <dgm:spPr/>
    </dgm:pt>
    <dgm:pt modelId="{E99193A7-E216-4423-8BDE-EB08430B272E}" type="pres">
      <dgm:prSet presAssocID="{11979B07-E83C-43ED-9648-7E4AB70B5AAC}" presName="composite2" presStyleCnt="0"/>
      <dgm:spPr/>
    </dgm:pt>
    <dgm:pt modelId="{D3BD67A0-8F8C-4D8C-8EA6-7E502C07593A}" type="pres">
      <dgm:prSet presAssocID="{11979B07-E83C-43ED-9648-7E4AB70B5AAC}" presName="background2" presStyleLbl="node2" presStyleIdx="0" presStyleCnt="2"/>
      <dgm:spPr/>
    </dgm:pt>
    <dgm:pt modelId="{E0DDF48C-22F7-48D5-8FC2-EC5814897F72}" type="pres">
      <dgm:prSet presAssocID="{11979B07-E83C-43ED-9648-7E4AB70B5AAC}" presName="text2" presStyleLbl="fgAcc2" presStyleIdx="0" presStyleCnt="2" custLinFactNeighborX="-636" custLinFactNeighborY="-1816">
        <dgm:presLayoutVars>
          <dgm:chPref val="3"/>
        </dgm:presLayoutVars>
      </dgm:prSet>
      <dgm:spPr/>
    </dgm:pt>
    <dgm:pt modelId="{654FADBF-2B83-4F11-895C-9380DADEC90E}" type="pres">
      <dgm:prSet presAssocID="{11979B07-E83C-43ED-9648-7E4AB70B5AAC}" presName="hierChild3" presStyleCnt="0"/>
      <dgm:spPr/>
    </dgm:pt>
    <dgm:pt modelId="{EF4170A9-FB0E-4EF2-8297-A3C38F4045DC}" type="pres">
      <dgm:prSet presAssocID="{4F9BE7A6-FA25-4084-91FD-3E29BB1E36F0}" presName="Name17" presStyleLbl="parChTrans1D3" presStyleIdx="0" presStyleCnt="4"/>
      <dgm:spPr/>
    </dgm:pt>
    <dgm:pt modelId="{02F71FBA-FCCD-4554-AC53-25CD51D7BBDE}" type="pres">
      <dgm:prSet presAssocID="{F034694F-270D-49B0-A69A-0167C1BB5FDD}" presName="hierRoot3" presStyleCnt="0"/>
      <dgm:spPr/>
    </dgm:pt>
    <dgm:pt modelId="{B564C6A2-1312-4A0A-AD53-3C8F16010705}" type="pres">
      <dgm:prSet presAssocID="{F034694F-270D-49B0-A69A-0167C1BB5FDD}" presName="composite3" presStyleCnt="0"/>
      <dgm:spPr/>
    </dgm:pt>
    <dgm:pt modelId="{F4220045-40C1-46A9-8B78-E0BEEAFEAF6F}" type="pres">
      <dgm:prSet presAssocID="{F034694F-270D-49B0-A69A-0167C1BB5FDD}" presName="background3" presStyleLbl="node3" presStyleIdx="0" presStyleCnt="4"/>
      <dgm:spPr/>
    </dgm:pt>
    <dgm:pt modelId="{9CBCB9B9-D740-4B3D-94DD-882F62D25147}" type="pres">
      <dgm:prSet presAssocID="{F034694F-270D-49B0-A69A-0167C1BB5FDD}" presName="text3" presStyleLbl="fgAcc3" presStyleIdx="0" presStyleCnt="4">
        <dgm:presLayoutVars>
          <dgm:chPref val="3"/>
        </dgm:presLayoutVars>
      </dgm:prSet>
      <dgm:spPr/>
    </dgm:pt>
    <dgm:pt modelId="{A9246971-3172-4A19-865B-FC5B4C9B6CB3}" type="pres">
      <dgm:prSet presAssocID="{F034694F-270D-49B0-A69A-0167C1BB5FDD}" presName="hierChild4" presStyleCnt="0"/>
      <dgm:spPr/>
    </dgm:pt>
    <dgm:pt modelId="{C8893DAD-2641-4586-BC1A-3034AD5E7442}" type="pres">
      <dgm:prSet presAssocID="{1ACD5B64-86B9-4538-99E9-46BC0BB6FC3E}" presName="Name17" presStyleLbl="parChTrans1D3" presStyleIdx="1" presStyleCnt="4"/>
      <dgm:spPr/>
    </dgm:pt>
    <dgm:pt modelId="{0697D53E-BEF0-4DCE-9D93-654E8AFAF1FC}" type="pres">
      <dgm:prSet presAssocID="{9BFC7E4E-19C9-42CD-B70C-F77BC5569192}" presName="hierRoot3" presStyleCnt="0"/>
      <dgm:spPr/>
    </dgm:pt>
    <dgm:pt modelId="{2C8242C8-D108-4A07-83F7-41A8BDA90F4A}" type="pres">
      <dgm:prSet presAssocID="{9BFC7E4E-19C9-42CD-B70C-F77BC5569192}" presName="composite3" presStyleCnt="0"/>
      <dgm:spPr/>
    </dgm:pt>
    <dgm:pt modelId="{54084B83-96FA-4826-BC1F-80B33153AE0D}" type="pres">
      <dgm:prSet presAssocID="{9BFC7E4E-19C9-42CD-B70C-F77BC5569192}" presName="background3" presStyleLbl="node3" presStyleIdx="1" presStyleCnt="4"/>
      <dgm:spPr/>
    </dgm:pt>
    <dgm:pt modelId="{5D289361-840F-42F0-85EA-1AA5B898BFE4}" type="pres">
      <dgm:prSet presAssocID="{9BFC7E4E-19C9-42CD-B70C-F77BC5569192}" presName="text3" presStyleLbl="fgAcc3" presStyleIdx="1" presStyleCnt="4" custLinFactNeighborX="-3315" custLinFactNeighborY="9">
        <dgm:presLayoutVars>
          <dgm:chPref val="3"/>
        </dgm:presLayoutVars>
      </dgm:prSet>
      <dgm:spPr/>
    </dgm:pt>
    <dgm:pt modelId="{BD238443-4A1E-4E42-9410-393C66CF97A3}" type="pres">
      <dgm:prSet presAssocID="{9BFC7E4E-19C9-42CD-B70C-F77BC5569192}" presName="hierChild4" presStyleCnt="0"/>
      <dgm:spPr/>
    </dgm:pt>
    <dgm:pt modelId="{12DA86EA-5642-4B44-8DA6-BC678B159B3A}" type="pres">
      <dgm:prSet presAssocID="{CBF34518-E48E-4D50-8031-8AA2CA8E4260}" presName="Name10" presStyleLbl="parChTrans1D2" presStyleIdx="1" presStyleCnt="2"/>
      <dgm:spPr/>
    </dgm:pt>
    <dgm:pt modelId="{FF59FD7A-3FDC-4BCC-A532-CEDFF214FC0B}" type="pres">
      <dgm:prSet presAssocID="{23C85E37-24C3-4703-A338-9147A2BB47C6}" presName="hierRoot2" presStyleCnt="0"/>
      <dgm:spPr/>
    </dgm:pt>
    <dgm:pt modelId="{8F9C5D0D-5D21-42A6-B4CE-0052617CE7D6}" type="pres">
      <dgm:prSet presAssocID="{23C85E37-24C3-4703-A338-9147A2BB47C6}" presName="composite2" presStyleCnt="0"/>
      <dgm:spPr/>
    </dgm:pt>
    <dgm:pt modelId="{1EEDA68E-4032-4A1F-BF1D-101426E7DB81}" type="pres">
      <dgm:prSet presAssocID="{23C85E37-24C3-4703-A338-9147A2BB47C6}" presName="background2" presStyleLbl="node2" presStyleIdx="1" presStyleCnt="2"/>
      <dgm:spPr/>
    </dgm:pt>
    <dgm:pt modelId="{B7A85E1C-169D-426F-8F61-90F55355DF80}" type="pres">
      <dgm:prSet presAssocID="{23C85E37-24C3-4703-A338-9147A2BB47C6}" presName="text2" presStyleLbl="fgAcc2" presStyleIdx="1" presStyleCnt="2">
        <dgm:presLayoutVars>
          <dgm:chPref val="3"/>
        </dgm:presLayoutVars>
      </dgm:prSet>
      <dgm:spPr/>
    </dgm:pt>
    <dgm:pt modelId="{CFDD5C2D-A2A2-4963-BEBA-7ACD6E5091CE}" type="pres">
      <dgm:prSet presAssocID="{23C85E37-24C3-4703-A338-9147A2BB47C6}" presName="hierChild3" presStyleCnt="0"/>
      <dgm:spPr/>
    </dgm:pt>
    <dgm:pt modelId="{37F14B5E-C02E-45ED-8412-24EB2D3E8BCB}" type="pres">
      <dgm:prSet presAssocID="{73E473F7-F1EF-4105-B2CD-72B47C0DFBCA}" presName="Name17" presStyleLbl="parChTrans1D3" presStyleIdx="2" presStyleCnt="4"/>
      <dgm:spPr/>
    </dgm:pt>
    <dgm:pt modelId="{1543A1AC-4E84-41EB-A0AF-85E2F5F1CD2A}" type="pres">
      <dgm:prSet presAssocID="{31A5C593-9BA6-44DD-A227-AF1EE2379726}" presName="hierRoot3" presStyleCnt="0"/>
      <dgm:spPr/>
    </dgm:pt>
    <dgm:pt modelId="{07F0ADBA-F1B7-464E-A09B-48A24B5FDE6D}" type="pres">
      <dgm:prSet presAssocID="{31A5C593-9BA6-44DD-A227-AF1EE2379726}" presName="composite3" presStyleCnt="0"/>
      <dgm:spPr/>
    </dgm:pt>
    <dgm:pt modelId="{DB809359-4C8E-496F-8CF4-97D7FBCC1177}" type="pres">
      <dgm:prSet presAssocID="{31A5C593-9BA6-44DD-A227-AF1EE2379726}" presName="background3" presStyleLbl="node3" presStyleIdx="2" presStyleCnt="4"/>
      <dgm:spPr/>
    </dgm:pt>
    <dgm:pt modelId="{9333B658-CF0A-4633-9540-D3FE8205A2AE}" type="pres">
      <dgm:prSet presAssocID="{31A5C593-9BA6-44DD-A227-AF1EE2379726}" presName="text3" presStyleLbl="fgAcc3" presStyleIdx="2" presStyleCnt="4">
        <dgm:presLayoutVars>
          <dgm:chPref val="3"/>
        </dgm:presLayoutVars>
      </dgm:prSet>
      <dgm:spPr/>
    </dgm:pt>
    <dgm:pt modelId="{CFAADE47-3140-4CD3-ADFE-4DE233048591}" type="pres">
      <dgm:prSet presAssocID="{31A5C593-9BA6-44DD-A227-AF1EE2379726}" presName="hierChild4" presStyleCnt="0"/>
      <dgm:spPr/>
    </dgm:pt>
    <dgm:pt modelId="{3698FDDD-B5FC-4B07-92E9-1EE15BB12EB7}" type="pres">
      <dgm:prSet presAssocID="{EEC9E632-AB66-40A3-967A-7D6FBA7B2245}" presName="Name23" presStyleLbl="parChTrans1D4" presStyleIdx="0" presStyleCnt="4"/>
      <dgm:spPr/>
    </dgm:pt>
    <dgm:pt modelId="{1479F754-9CEF-4576-9B6E-3214861F671D}" type="pres">
      <dgm:prSet presAssocID="{A420E676-13DD-417D-B457-6F0CBFDADAB5}" presName="hierRoot4" presStyleCnt="0"/>
      <dgm:spPr/>
    </dgm:pt>
    <dgm:pt modelId="{32267EF9-7FC9-41B1-BE74-29F1378BAD29}" type="pres">
      <dgm:prSet presAssocID="{A420E676-13DD-417D-B457-6F0CBFDADAB5}" presName="composite4" presStyleCnt="0"/>
      <dgm:spPr/>
    </dgm:pt>
    <dgm:pt modelId="{0F0F6E80-C693-4B74-8409-452A25CB2379}" type="pres">
      <dgm:prSet presAssocID="{A420E676-13DD-417D-B457-6F0CBFDADAB5}" presName="background4" presStyleLbl="node4" presStyleIdx="0" presStyleCnt="4"/>
      <dgm:spPr/>
    </dgm:pt>
    <dgm:pt modelId="{EA53C7E4-D9D2-4F3E-83D4-76C10D63BD80}" type="pres">
      <dgm:prSet presAssocID="{A420E676-13DD-417D-B457-6F0CBFDADAB5}" presName="text4" presStyleLbl="fgAcc4" presStyleIdx="0" presStyleCnt="4">
        <dgm:presLayoutVars>
          <dgm:chPref val="3"/>
        </dgm:presLayoutVars>
      </dgm:prSet>
      <dgm:spPr/>
    </dgm:pt>
    <dgm:pt modelId="{7A6B90AA-00A1-4A68-A9EA-948AE2653414}" type="pres">
      <dgm:prSet presAssocID="{A420E676-13DD-417D-B457-6F0CBFDADAB5}" presName="hierChild5" presStyleCnt="0"/>
      <dgm:spPr/>
    </dgm:pt>
    <dgm:pt modelId="{73CF6884-5E63-472F-BE4A-1295FFCA1B9C}" type="pres">
      <dgm:prSet presAssocID="{A80B4D6C-F670-49D0-82A7-E51105B7F53B}" presName="Name23" presStyleLbl="parChTrans1D4" presStyleIdx="1" presStyleCnt="4"/>
      <dgm:spPr/>
    </dgm:pt>
    <dgm:pt modelId="{B6D7DBD9-0AC5-4476-8392-75B6D708A7D3}" type="pres">
      <dgm:prSet presAssocID="{FE0C8131-3C44-47E4-9019-09AD29070543}" presName="hierRoot4" presStyleCnt="0"/>
      <dgm:spPr/>
    </dgm:pt>
    <dgm:pt modelId="{45DB0CAB-ED1C-426F-9466-1D46319C0B6A}" type="pres">
      <dgm:prSet presAssocID="{FE0C8131-3C44-47E4-9019-09AD29070543}" presName="composite4" presStyleCnt="0"/>
      <dgm:spPr/>
    </dgm:pt>
    <dgm:pt modelId="{A4FCB587-53C8-4801-9E57-F5457A8FD5E2}" type="pres">
      <dgm:prSet presAssocID="{FE0C8131-3C44-47E4-9019-09AD29070543}" presName="background4" presStyleLbl="node4" presStyleIdx="1" presStyleCnt="4"/>
      <dgm:spPr/>
    </dgm:pt>
    <dgm:pt modelId="{0BCF92B0-5B33-41E0-A2BB-E9F9D289D24B}" type="pres">
      <dgm:prSet presAssocID="{FE0C8131-3C44-47E4-9019-09AD29070543}" presName="text4" presStyleLbl="fgAcc4" presStyleIdx="1" presStyleCnt="4">
        <dgm:presLayoutVars>
          <dgm:chPref val="3"/>
        </dgm:presLayoutVars>
      </dgm:prSet>
      <dgm:spPr/>
    </dgm:pt>
    <dgm:pt modelId="{40AF8188-9BEE-4D3E-886B-A604F337DC7D}" type="pres">
      <dgm:prSet presAssocID="{FE0C8131-3C44-47E4-9019-09AD29070543}" presName="hierChild5" presStyleCnt="0"/>
      <dgm:spPr/>
    </dgm:pt>
    <dgm:pt modelId="{4514B980-9AA5-418B-B19C-EDB1F0A171EF}" type="pres">
      <dgm:prSet presAssocID="{1317574F-B70A-4972-9DFA-6FF6F783B620}" presName="Name17" presStyleLbl="parChTrans1D3" presStyleIdx="3" presStyleCnt="4"/>
      <dgm:spPr/>
    </dgm:pt>
    <dgm:pt modelId="{7BD76AA3-A171-4E3D-B9F3-4A844E156370}" type="pres">
      <dgm:prSet presAssocID="{A3BBFE9F-3AD4-432F-A8F6-6229B3D15BB2}" presName="hierRoot3" presStyleCnt="0"/>
      <dgm:spPr/>
    </dgm:pt>
    <dgm:pt modelId="{F202ACA0-D8CD-4859-B6A0-63932CB4F188}" type="pres">
      <dgm:prSet presAssocID="{A3BBFE9F-3AD4-432F-A8F6-6229B3D15BB2}" presName="composite3" presStyleCnt="0"/>
      <dgm:spPr/>
    </dgm:pt>
    <dgm:pt modelId="{6BD447D5-AA05-413E-9415-3FDB395B63B1}" type="pres">
      <dgm:prSet presAssocID="{A3BBFE9F-3AD4-432F-A8F6-6229B3D15BB2}" presName="background3" presStyleLbl="node3" presStyleIdx="3" presStyleCnt="4"/>
      <dgm:spPr/>
    </dgm:pt>
    <dgm:pt modelId="{79299E96-7DED-47DA-A56A-0909F8E6D374}" type="pres">
      <dgm:prSet presAssocID="{A3BBFE9F-3AD4-432F-A8F6-6229B3D15BB2}" presName="text3" presStyleLbl="fgAcc3" presStyleIdx="3" presStyleCnt="4">
        <dgm:presLayoutVars>
          <dgm:chPref val="3"/>
        </dgm:presLayoutVars>
      </dgm:prSet>
      <dgm:spPr/>
    </dgm:pt>
    <dgm:pt modelId="{6C7172B7-34EE-4DB4-952C-7D21DE28D021}" type="pres">
      <dgm:prSet presAssocID="{A3BBFE9F-3AD4-432F-A8F6-6229B3D15BB2}" presName="hierChild4" presStyleCnt="0"/>
      <dgm:spPr/>
    </dgm:pt>
    <dgm:pt modelId="{5E96B7BB-91A6-4880-B652-CAF531AA457B}" type="pres">
      <dgm:prSet presAssocID="{1FF2C2CC-5327-4A1D-B681-10A6E4683640}" presName="Name23" presStyleLbl="parChTrans1D4" presStyleIdx="2" presStyleCnt="4"/>
      <dgm:spPr/>
    </dgm:pt>
    <dgm:pt modelId="{9F02B7AA-E410-4020-982A-60ED16CFE79E}" type="pres">
      <dgm:prSet presAssocID="{220CAE84-6835-440E-9C28-285E07744984}" presName="hierRoot4" presStyleCnt="0"/>
      <dgm:spPr/>
    </dgm:pt>
    <dgm:pt modelId="{BD6F4249-2FBF-4DF1-84C3-B597C8671AEA}" type="pres">
      <dgm:prSet presAssocID="{220CAE84-6835-440E-9C28-285E07744984}" presName="composite4" presStyleCnt="0"/>
      <dgm:spPr/>
    </dgm:pt>
    <dgm:pt modelId="{67832215-7754-41F3-A8EF-B6FFF8497FD0}" type="pres">
      <dgm:prSet presAssocID="{220CAE84-6835-440E-9C28-285E07744984}" presName="background4" presStyleLbl="node4" presStyleIdx="2" presStyleCnt="4"/>
      <dgm:spPr/>
    </dgm:pt>
    <dgm:pt modelId="{C5080469-75F0-48D0-9E57-1375401E7C80}" type="pres">
      <dgm:prSet presAssocID="{220CAE84-6835-440E-9C28-285E07744984}" presName="text4" presStyleLbl="fgAcc4" presStyleIdx="2" presStyleCnt="4">
        <dgm:presLayoutVars>
          <dgm:chPref val="3"/>
        </dgm:presLayoutVars>
      </dgm:prSet>
      <dgm:spPr/>
    </dgm:pt>
    <dgm:pt modelId="{C9C099A7-7C73-49CA-A908-2F2D37CA41EF}" type="pres">
      <dgm:prSet presAssocID="{220CAE84-6835-440E-9C28-285E07744984}" presName="hierChild5" presStyleCnt="0"/>
      <dgm:spPr/>
    </dgm:pt>
    <dgm:pt modelId="{5FFE425A-B1E6-45FF-90EB-6550EB914295}" type="pres">
      <dgm:prSet presAssocID="{95148283-0211-4046-AF6F-BC0FDC31BE14}" presName="Name23" presStyleLbl="parChTrans1D4" presStyleIdx="3" presStyleCnt="4"/>
      <dgm:spPr/>
    </dgm:pt>
    <dgm:pt modelId="{701E1E6E-88FF-44F9-82DF-CEC49475AF2B}" type="pres">
      <dgm:prSet presAssocID="{4DD8ED60-3892-46D7-BF9E-26E003C41DC2}" presName="hierRoot4" presStyleCnt="0"/>
      <dgm:spPr/>
    </dgm:pt>
    <dgm:pt modelId="{860F24D3-0FA6-41E8-9271-39AABAAEC7AF}" type="pres">
      <dgm:prSet presAssocID="{4DD8ED60-3892-46D7-BF9E-26E003C41DC2}" presName="composite4" presStyleCnt="0"/>
      <dgm:spPr/>
    </dgm:pt>
    <dgm:pt modelId="{D9D6A3A0-15F0-4F09-A7A6-681A7B0E7C3A}" type="pres">
      <dgm:prSet presAssocID="{4DD8ED60-3892-46D7-BF9E-26E003C41DC2}" presName="background4" presStyleLbl="node4" presStyleIdx="3" presStyleCnt="4"/>
      <dgm:spPr/>
    </dgm:pt>
    <dgm:pt modelId="{3E7C1B65-9D37-42A7-B131-195C19F0B692}" type="pres">
      <dgm:prSet presAssocID="{4DD8ED60-3892-46D7-BF9E-26E003C41DC2}" presName="text4" presStyleLbl="fgAcc4" presStyleIdx="3" presStyleCnt="4">
        <dgm:presLayoutVars>
          <dgm:chPref val="3"/>
        </dgm:presLayoutVars>
      </dgm:prSet>
      <dgm:spPr/>
    </dgm:pt>
    <dgm:pt modelId="{E92E3CEA-9F9B-4B71-A875-D495625288BE}" type="pres">
      <dgm:prSet presAssocID="{4DD8ED60-3892-46D7-BF9E-26E003C41DC2}" presName="hierChild5" presStyleCnt="0"/>
      <dgm:spPr/>
    </dgm:pt>
  </dgm:ptLst>
  <dgm:cxnLst>
    <dgm:cxn modelId="{2993A903-8B31-40CF-BF74-7F549A6D50CD}" type="presOf" srcId="{95148283-0211-4046-AF6F-BC0FDC31BE14}" destId="{5FFE425A-B1E6-45FF-90EB-6550EB914295}" srcOrd="0" destOrd="0" presId="urn:microsoft.com/office/officeart/2005/8/layout/hierarchy1"/>
    <dgm:cxn modelId="{72B97E05-A376-4FBD-9749-32314DE51AA5}" type="presOf" srcId="{1FF2C2CC-5327-4A1D-B681-10A6E4683640}" destId="{5E96B7BB-91A6-4880-B652-CAF531AA457B}" srcOrd="0" destOrd="0" presId="urn:microsoft.com/office/officeart/2005/8/layout/hierarchy1"/>
    <dgm:cxn modelId="{DBF2C80C-161B-46EC-A47A-E0E91857B518}" srcId="{A8591B45-4CC1-4BE9-AC63-7C5A4E96031E}" destId="{23C85E37-24C3-4703-A338-9147A2BB47C6}" srcOrd="1" destOrd="0" parTransId="{CBF34518-E48E-4D50-8031-8AA2CA8E4260}" sibTransId="{C1B759F9-B62D-44B9-B380-5BD4E289E38F}"/>
    <dgm:cxn modelId="{329E221E-C983-44E5-A021-A6EFFC41772F}" type="presOf" srcId="{EEC9E632-AB66-40A3-967A-7D6FBA7B2245}" destId="{3698FDDD-B5FC-4B07-92E9-1EE15BB12EB7}" srcOrd="0" destOrd="0" presId="urn:microsoft.com/office/officeart/2005/8/layout/hierarchy1"/>
    <dgm:cxn modelId="{5B0B7F25-9662-42C6-92BF-91D296E02FDF}" srcId="{A8591B45-4CC1-4BE9-AC63-7C5A4E96031E}" destId="{11979B07-E83C-43ED-9648-7E4AB70B5AAC}" srcOrd="0" destOrd="0" parTransId="{08A1F75A-517E-4DF4-BEA2-DFF7A2C4AF6F}" sibTransId="{C8F747CE-0733-4AC8-B979-11E8DF12CBA9}"/>
    <dgm:cxn modelId="{669B152C-02EB-4973-A4D4-1A2F0130740B}" type="presOf" srcId="{4DD8ED60-3892-46D7-BF9E-26E003C41DC2}" destId="{3E7C1B65-9D37-42A7-B131-195C19F0B692}" srcOrd="0" destOrd="0" presId="urn:microsoft.com/office/officeart/2005/8/layout/hierarchy1"/>
    <dgm:cxn modelId="{39841D3D-D03B-4F2B-897D-69CDF18E1E4A}" type="presOf" srcId="{31A5C593-9BA6-44DD-A227-AF1EE2379726}" destId="{9333B658-CF0A-4633-9540-D3FE8205A2AE}" srcOrd="0" destOrd="0" presId="urn:microsoft.com/office/officeart/2005/8/layout/hierarchy1"/>
    <dgm:cxn modelId="{DB697B5F-B554-405B-93E4-00FB4429E855}" srcId="{11979B07-E83C-43ED-9648-7E4AB70B5AAC}" destId="{F034694F-270D-49B0-A69A-0167C1BB5FDD}" srcOrd="0" destOrd="0" parTransId="{4F9BE7A6-FA25-4084-91FD-3E29BB1E36F0}" sibTransId="{C769B787-9D27-4F0C-9F35-6D63C932639A}"/>
    <dgm:cxn modelId="{01C24644-95AF-4862-8A5D-3C148AB20D51}" srcId="{31A5C593-9BA6-44DD-A227-AF1EE2379726}" destId="{A420E676-13DD-417D-B457-6F0CBFDADAB5}" srcOrd="0" destOrd="0" parTransId="{EEC9E632-AB66-40A3-967A-7D6FBA7B2245}" sibTransId="{13FF7BF4-4CDE-458A-9C6F-61E4E01C7595}"/>
    <dgm:cxn modelId="{AEC84367-DD1E-40F1-AC91-E68BD79D90F3}" type="presOf" srcId="{4F9BE7A6-FA25-4084-91FD-3E29BB1E36F0}" destId="{EF4170A9-FB0E-4EF2-8297-A3C38F4045DC}" srcOrd="0" destOrd="0" presId="urn:microsoft.com/office/officeart/2005/8/layout/hierarchy1"/>
    <dgm:cxn modelId="{48B3E947-FD50-49A6-8A14-73633B8B16C9}" type="presOf" srcId="{A8591B45-4CC1-4BE9-AC63-7C5A4E96031E}" destId="{65AC1DE0-9C94-45A4-A99E-8FA7E3144A05}" srcOrd="0" destOrd="0" presId="urn:microsoft.com/office/officeart/2005/8/layout/hierarchy1"/>
    <dgm:cxn modelId="{F73E5A68-073B-485E-B9DE-9233D93C103B}" type="presOf" srcId="{F034694F-270D-49B0-A69A-0167C1BB5FDD}" destId="{9CBCB9B9-D740-4B3D-94DD-882F62D25147}" srcOrd="0" destOrd="0" presId="urn:microsoft.com/office/officeart/2005/8/layout/hierarchy1"/>
    <dgm:cxn modelId="{5C80D868-B876-4F5A-84B7-16E2FEE26DB4}" type="presOf" srcId="{73E473F7-F1EF-4105-B2CD-72B47C0DFBCA}" destId="{37F14B5E-C02E-45ED-8412-24EB2D3E8BCB}" srcOrd="0" destOrd="0" presId="urn:microsoft.com/office/officeart/2005/8/layout/hierarchy1"/>
    <dgm:cxn modelId="{D1F48A4C-0677-414B-BCEC-1C0BE98E25DD}" type="presOf" srcId="{220CAE84-6835-440E-9C28-285E07744984}" destId="{C5080469-75F0-48D0-9E57-1375401E7C80}" srcOrd="0" destOrd="0" presId="urn:microsoft.com/office/officeart/2005/8/layout/hierarchy1"/>
    <dgm:cxn modelId="{C487C96C-EBFA-44DB-AF76-A1C996C468A6}" type="presOf" srcId="{FE0C8131-3C44-47E4-9019-09AD29070543}" destId="{0BCF92B0-5B33-41E0-A2BB-E9F9D289D24B}" srcOrd="0" destOrd="0" presId="urn:microsoft.com/office/officeart/2005/8/layout/hierarchy1"/>
    <dgm:cxn modelId="{50A39771-4A7B-47CF-8FCC-E0939699757A}" type="presOf" srcId="{A3BBFE9F-3AD4-432F-A8F6-6229B3D15BB2}" destId="{79299E96-7DED-47DA-A56A-0909F8E6D374}" srcOrd="0" destOrd="0" presId="urn:microsoft.com/office/officeart/2005/8/layout/hierarchy1"/>
    <dgm:cxn modelId="{82212752-984C-40C2-915E-B3653F39E8A8}" srcId="{A3BBFE9F-3AD4-432F-A8F6-6229B3D15BB2}" destId="{220CAE84-6835-440E-9C28-285E07744984}" srcOrd="0" destOrd="0" parTransId="{1FF2C2CC-5327-4A1D-B681-10A6E4683640}" sibTransId="{A76EC50D-9089-462F-B4DD-A4461DBA0C9F}"/>
    <dgm:cxn modelId="{EB658954-40F9-4867-B038-CD981CB23C2B}" type="presOf" srcId="{08A1F75A-517E-4DF4-BEA2-DFF7A2C4AF6F}" destId="{945C91A1-A1A1-476F-A03E-43283293FB74}" srcOrd="0" destOrd="0" presId="urn:microsoft.com/office/officeart/2005/8/layout/hierarchy1"/>
    <dgm:cxn modelId="{8FE10680-DE8A-4F58-8FA5-13F7DB9FEA52}" type="presOf" srcId="{9BFC7E4E-19C9-42CD-B70C-F77BC5569192}" destId="{5D289361-840F-42F0-85EA-1AA5B898BFE4}" srcOrd="0" destOrd="0" presId="urn:microsoft.com/office/officeart/2005/8/layout/hierarchy1"/>
    <dgm:cxn modelId="{334AC883-98BE-4D27-941C-C4B4959B75AF}" srcId="{11979B07-E83C-43ED-9648-7E4AB70B5AAC}" destId="{9BFC7E4E-19C9-42CD-B70C-F77BC5569192}" srcOrd="1" destOrd="0" parTransId="{1ACD5B64-86B9-4538-99E9-46BC0BB6FC3E}" sibTransId="{50BAFA91-9005-4FFB-A7BE-B7AAA3C60908}"/>
    <dgm:cxn modelId="{8414F384-F9B5-49DD-B4DB-452BA902E445}" type="presOf" srcId="{A420E676-13DD-417D-B457-6F0CBFDADAB5}" destId="{EA53C7E4-D9D2-4F3E-83D4-76C10D63BD80}" srcOrd="0" destOrd="0" presId="urn:microsoft.com/office/officeart/2005/8/layout/hierarchy1"/>
    <dgm:cxn modelId="{145181AB-A2DA-4980-B19A-7051FDAEB546}" type="presOf" srcId="{A80B4D6C-F670-49D0-82A7-E51105B7F53B}" destId="{73CF6884-5E63-472F-BE4A-1295FFCA1B9C}" srcOrd="0" destOrd="0" presId="urn:microsoft.com/office/officeart/2005/8/layout/hierarchy1"/>
    <dgm:cxn modelId="{DB1C8DAB-2B38-469C-9E70-095751FA19E4}" type="presOf" srcId="{1ACD5B64-86B9-4538-99E9-46BC0BB6FC3E}" destId="{C8893DAD-2641-4586-BC1A-3034AD5E7442}" srcOrd="0" destOrd="0" presId="urn:microsoft.com/office/officeart/2005/8/layout/hierarchy1"/>
    <dgm:cxn modelId="{BF3ED7AF-5949-44A0-81C0-C4E37EF560DD}" srcId="{31A5C593-9BA6-44DD-A227-AF1EE2379726}" destId="{FE0C8131-3C44-47E4-9019-09AD29070543}" srcOrd="1" destOrd="0" parTransId="{A80B4D6C-F670-49D0-82A7-E51105B7F53B}" sibTransId="{227D20FE-D67C-46F5-81F1-F4504F1034F3}"/>
    <dgm:cxn modelId="{5AA626B3-1244-4A2A-88CB-D857A3D3F2C7}" srcId="{A3BBFE9F-3AD4-432F-A8F6-6229B3D15BB2}" destId="{4DD8ED60-3892-46D7-BF9E-26E003C41DC2}" srcOrd="1" destOrd="0" parTransId="{95148283-0211-4046-AF6F-BC0FDC31BE14}" sibTransId="{E0A0B903-CBA5-4A30-ADF2-C68885475CF3}"/>
    <dgm:cxn modelId="{552978B6-58B2-4D18-BF3B-9B6511CE779F}" type="presOf" srcId="{1317574F-B70A-4972-9DFA-6FF6F783B620}" destId="{4514B980-9AA5-418B-B19C-EDB1F0A171EF}" srcOrd="0" destOrd="0" presId="urn:microsoft.com/office/officeart/2005/8/layout/hierarchy1"/>
    <dgm:cxn modelId="{F36532BD-7090-4203-8F9C-4739669F7F0A}" type="presOf" srcId="{CBF34518-E48E-4D50-8031-8AA2CA8E4260}" destId="{12DA86EA-5642-4B44-8DA6-BC678B159B3A}" srcOrd="0" destOrd="0" presId="urn:microsoft.com/office/officeart/2005/8/layout/hierarchy1"/>
    <dgm:cxn modelId="{7236FCC1-5E05-4AEA-9ABF-AD8391F6417D}" type="presOf" srcId="{11979B07-E83C-43ED-9648-7E4AB70B5AAC}" destId="{E0DDF48C-22F7-48D5-8FC2-EC5814897F72}" srcOrd="0" destOrd="0" presId="urn:microsoft.com/office/officeart/2005/8/layout/hierarchy1"/>
    <dgm:cxn modelId="{D92739D4-2684-462E-A47D-B127B52BE3DE}" srcId="{C94A0E37-210F-4EAF-9ADD-A62255DD57DC}" destId="{A8591B45-4CC1-4BE9-AC63-7C5A4E96031E}" srcOrd="0" destOrd="0" parTransId="{EA60615D-06C4-43CF-A045-1E052BCE78F3}" sibTransId="{D7A65A74-B094-4BBE-90AE-342CB319E23E}"/>
    <dgm:cxn modelId="{C501D6D9-0FD3-427A-A84F-E489C6658C2B}" srcId="{23C85E37-24C3-4703-A338-9147A2BB47C6}" destId="{31A5C593-9BA6-44DD-A227-AF1EE2379726}" srcOrd="0" destOrd="0" parTransId="{73E473F7-F1EF-4105-B2CD-72B47C0DFBCA}" sibTransId="{67DC757E-438F-4CEA-96A4-FACB8BD2B3CF}"/>
    <dgm:cxn modelId="{7AD108E1-5187-4BA4-BD07-1599B1924F34}" type="presOf" srcId="{23C85E37-24C3-4703-A338-9147A2BB47C6}" destId="{B7A85E1C-169D-426F-8F61-90F55355DF80}" srcOrd="0" destOrd="0" presId="urn:microsoft.com/office/officeart/2005/8/layout/hierarchy1"/>
    <dgm:cxn modelId="{EC67F7F8-1F0A-4480-8791-74C442B249F9}" srcId="{23C85E37-24C3-4703-A338-9147A2BB47C6}" destId="{A3BBFE9F-3AD4-432F-A8F6-6229B3D15BB2}" srcOrd="1" destOrd="0" parTransId="{1317574F-B70A-4972-9DFA-6FF6F783B620}" sibTransId="{4C542398-5441-4B5F-9A55-0A470A0B9138}"/>
    <dgm:cxn modelId="{BF425BFF-21C6-4E4C-BD70-B3C4BD466BF8}" type="presOf" srcId="{C94A0E37-210F-4EAF-9ADD-A62255DD57DC}" destId="{D630B540-CF19-480E-BD96-E6C2B19FBF3D}" srcOrd="0" destOrd="0" presId="urn:microsoft.com/office/officeart/2005/8/layout/hierarchy1"/>
    <dgm:cxn modelId="{146677B5-4921-49DE-8814-5DBA62414B2B}" type="presParOf" srcId="{D630B540-CF19-480E-BD96-E6C2B19FBF3D}" destId="{20375E6B-3CC3-4D5B-AA81-C3DEAC0319C9}" srcOrd="0" destOrd="0" presId="urn:microsoft.com/office/officeart/2005/8/layout/hierarchy1"/>
    <dgm:cxn modelId="{A0376942-0A84-4E20-9D70-16A52B8EF41C}" type="presParOf" srcId="{20375E6B-3CC3-4D5B-AA81-C3DEAC0319C9}" destId="{A224A80C-D88C-4CE7-A8C8-A41B09AE079C}" srcOrd="0" destOrd="0" presId="urn:microsoft.com/office/officeart/2005/8/layout/hierarchy1"/>
    <dgm:cxn modelId="{7B4CF241-C469-47A3-89CC-DFAB18943049}" type="presParOf" srcId="{A224A80C-D88C-4CE7-A8C8-A41B09AE079C}" destId="{FBAE8CA3-B8D6-4296-B844-0134309CB6C2}" srcOrd="0" destOrd="0" presId="urn:microsoft.com/office/officeart/2005/8/layout/hierarchy1"/>
    <dgm:cxn modelId="{3C12DF60-EAD7-4351-8DCB-7F4A6F1EB08D}" type="presParOf" srcId="{A224A80C-D88C-4CE7-A8C8-A41B09AE079C}" destId="{65AC1DE0-9C94-45A4-A99E-8FA7E3144A05}" srcOrd="1" destOrd="0" presId="urn:microsoft.com/office/officeart/2005/8/layout/hierarchy1"/>
    <dgm:cxn modelId="{9C9AF8A6-F1B0-44B0-BB8B-353A9A31293F}" type="presParOf" srcId="{20375E6B-3CC3-4D5B-AA81-C3DEAC0319C9}" destId="{92AB023C-06FF-4024-BECC-59245A34CA90}" srcOrd="1" destOrd="0" presId="urn:microsoft.com/office/officeart/2005/8/layout/hierarchy1"/>
    <dgm:cxn modelId="{24F636DB-FED9-4E0A-8DC3-A75242643669}" type="presParOf" srcId="{92AB023C-06FF-4024-BECC-59245A34CA90}" destId="{945C91A1-A1A1-476F-A03E-43283293FB74}" srcOrd="0" destOrd="0" presId="urn:microsoft.com/office/officeart/2005/8/layout/hierarchy1"/>
    <dgm:cxn modelId="{09935B19-FA5E-4284-867F-551F3BCEC980}" type="presParOf" srcId="{92AB023C-06FF-4024-BECC-59245A34CA90}" destId="{5CB6ACF9-1B87-40AB-B0D9-C0EFFFB0519F}" srcOrd="1" destOrd="0" presId="urn:microsoft.com/office/officeart/2005/8/layout/hierarchy1"/>
    <dgm:cxn modelId="{015A5498-36A8-40D2-B1A1-0B8F5616950A}" type="presParOf" srcId="{5CB6ACF9-1B87-40AB-B0D9-C0EFFFB0519F}" destId="{E99193A7-E216-4423-8BDE-EB08430B272E}" srcOrd="0" destOrd="0" presId="urn:microsoft.com/office/officeart/2005/8/layout/hierarchy1"/>
    <dgm:cxn modelId="{4346B353-2ADE-4ABE-84AF-626D9ECDFB24}" type="presParOf" srcId="{E99193A7-E216-4423-8BDE-EB08430B272E}" destId="{D3BD67A0-8F8C-4D8C-8EA6-7E502C07593A}" srcOrd="0" destOrd="0" presId="urn:microsoft.com/office/officeart/2005/8/layout/hierarchy1"/>
    <dgm:cxn modelId="{0C70E092-8C00-4D6D-B2FD-FF1FC85DA394}" type="presParOf" srcId="{E99193A7-E216-4423-8BDE-EB08430B272E}" destId="{E0DDF48C-22F7-48D5-8FC2-EC5814897F72}" srcOrd="1" destOrd="0" presId="urn:microsoft.com/office/officeart/2005/8/layout/hierarchy1"/>
    <dgm:cxn modelId="{A77DE031-E10C-4880-84DD-57A8C2F6C8D0}" type="presParOf" srcId="{5CB6ACF9-1B87-40AB-B0D9-C0EFFFB0519F}" destId="{654FADBF-2B83-4F11-895C-9380DADEC90E}" srcOrd="1" destOrd="0" presId="urn:microsoft.com/office/officeart/2005/8/layout/hierarchy1"/>
    <dgm:cxn modelId="{EE7CD405-AEFF-45A2-A1EA-7F87BC3F5EA4}" type="presParOf" srcId="{654FADBF-2B83-4F11-895C-9380DADEC90E}" destId="{EF4170A9-FB0E-4EF2-8297-A3C38F4045DC}" srcOrd="0" destOrd="0" presId="urn:microsoft.com/office/officeart/2005/8/layout/hierarchy1"/>
    <dgm:cxn modelId="{90D4A126-7BB7-4D51-975E-11F3FF093752}" type="presParOf" srcId="{654FADBF-2B83-4F11-895C-9380DADEC90E}" destId="{02F71FBA-FCCD-4554-AC53-25CD51D7BBDE}" srcOrd="1" destOrd="0" presId="urn:microsoft.com/office/officeart/2005/8/layout/hierarchy1"/>
    <dgm:cxn modelId="{2C5BC119-8E83-4ADF-9861-05C3DBA78EBF}" type="presParOf" srcId="{02F71FBA-FCCD-4554-AC53-25CD51D7BBDE}" destId="{B564C6A2-1312-4A0A-AD53-3C8F16010705}" srcOrd="0" destOrd="0" presId="urn:microsoft.com/office/officeart/2005/8/layout/hierarchy1"/>
    <dgm:cxn modelId="{E1E097B7-D227-41E0-BA5A-B474AD63544C}" type="presParOf" srcId="{B564C6A2-1312-4A0A-AD53-3C8F16010705}" destId="{F4220045-40C1-46A9-8B78-E0BEEAFEAF6F}" srcOrd="0" destOrd="0" presId="urn:microsoft.com/office/officeart/2005/8/layout/hierarchy1"/>
    <dgm:cxn modelId="{39AFAD93-0766-4702-9A6F-C2ACA92429C4}" type="presParOf" srcId="{B564C6A2-1312-4A0A-AD53-3C8F16010705}" destId="{9CBCB9B9-D740-4B3D-94DD-882F62D25147}" srcOrd="1" destOrd="0" presId="urn:microsoft.com/office/officeart/2005/8/layout/hierarchy1"/>
    <dgm:cxn modelId="{75CDA12B-3BED-4034-A3C9-81251B604F8C}" type="presParOf" srcId="{02F71FBA-FCCD-4554-AC53-25CD51D7BBDE}" destId="{A9246971-3172-4A19-865B-FC5B4C9B6CB3}" srcOrd="1" destOrd="0" presId="urn:microsoft.com/office/officeart/2005/8/layout/hierarchy1"/>
    <dgm:cxn modelId="{C0C1942A-BEC3-4E28-917F-AB83E8375589}" type="presParOf" srcId="{654FADBF-2B83-4F11-895C-9380DADEC90E}" destId="{C8893DAD-2641-4586-BC1A-3034AD5E7442}" srcOrd="2" destOrd="0" presId="urn:microsoft.com/office/officeart/2005/8/layout/hierarchy1"/>
    <dgm:cxn modelId="{252E8B33-37CF-4A71-BA2F-32B780A46350}" type="presParOf" srcId="{654FADBF-2B83-4F11-895C-9380DADEC90E}" destId="{0697D53E-BEF0-4DCE-9D93-654E8AFAF1FC}" srcOrd="3" destOrd="0" presId="urn:microsoft.com/office/officeart/2005/8/layout/hierarchy1"/>
    <dgm:cxn modelId="{9A25ACFB-E224-40E9-A72B-AFAE04775421}" type="presParOf" srcId="{0697D53E-BEF0-4DCE-9D93-654E8AFAF1FC}" destId="{2C8242C8-D108-4A07-83F7-41A8BDA90F4A}" srcOrd="0" destOrd="0" presId="urn:microsoft.com/office/officeart/2005/8/layout/hierarchy1"/>
    <dgm:cxn modelId="{C8CF10F6-A80D-4EF1-A4CB-27985C139703}" type="presParOf" srcId="{2C8242C8-D108-4A07-83F7-41A8BDA90F4A}" destId="{54084B83-96FA-4826-BC1F-80B33153AE0D}" srcOrd="0" destOrd="0" presId="urn:microsoft.com/office/officeart/2005/8/layout/hierarchy1"/>
    <dgm:cxn modelId="{95744C3A-4739-47D6-A680-034A712D3487}" type="presParOf" srcId="{2C8242C8-D108-4A07-83F7-41A8BDA90F4A}" destId="{5D289361-840F-42F0-85EA-1AA5B898BFE4}" srcOrd="1" destOrd="0" presId="urn:microsoft.com/office/officeart/2005/8/layout/hierarchy1"/>
    <dgm:cxn modelId="{CBB74A6B-A9CB-48AE-8AF6-044E053F98CF}" type="presParOf" srcId="{0697D53E-BEF0-4DCE-9D93-654E8AFAF1FC}" destId="{BD238443-4A1E-4E42-9410-393C66CF97A3}" srcOrd="1" destOrd="0" presId="urn:microsoft.com/office/officeart/2005/8/layout/hierarchy1"/>
    <dgm:cxn modelId="{3383B87E-67F1-4BCB-A12B-16B2CC81F354}" type="presParOf" srcId="{92AB023C-06FF-4024-BECC-59245A34CA90}" destId="{12DA86EA-5642-4B44-8DA6-BC678B159B3A}" srcOrd="2" destOrd="0" presId="urn:microsoft.com/office/officeart/2005/8/layout/hierarchy1"/>
    <dgm:cxn modelId="{FC23D2F7-3A4D-4F5D-9D6D-3CC07305B3D8}" type="presParOf" srcId="{92AB023C-06FF-4024-BECC-59245A34CA90}" destId="{FF59FD7A-3FDC-4BCC-A532-CEDFF214FC0B}" srcOrd="3" destOrd="0" presId="urn:microsoft.com/office/officeart/2005/8/layout/hierarchy1"/>
    <dgm:cxn modelId="{CF4A25E0-1BC9-4432-AC23-5F76C5F90433}" type="presParOf" srcId="{FF59FD7A-3FDC-4BCC-A532-CEDFF214FC0B}" destId="{8F9C5D0D-5D21-42A6-B4CE-0052617CE7D6}" srcOrd="0" destOrd="0" presId="urn:microsoft.com/office/officeart/2005/8/layout/hierarchy1"/>
    <dgm:cxn modelId="{B21AD466-E08A-4E17-9678-B95EB5599FE9}" type="presParOf" srcId="{8F9C5D0D-5D21-42A6-B4CE-0052617CE7D6}" destId="{1EEDA68E-4032-4A1F-BF1D-101426E7DB81}" srcOrd="0" destOrd="0" presId="urn:microsoft.com/office/officeart/2005/8/layout/hierarchy1"/>
    <dgm:cxn modelId="{F3C67D26-C877-4691-BF09-B1B555686319}" type="presParOf" srcId="{8F9C5D0D-5D21-42A6-B4CE-0052617CE7D6}" destId="{B7A85E1C-169D-426F-8F61-90F55355DF80}" srcOrd="1" destOrd="0" presId="urn:microsoft.com/office/officeart/2005/8/layout/hierarchy1"/>
    <dgm:cxn modelId="{6E029FE3-0744-420F-BAB4-F8A922984E88}" type="presParOf" srcId="{FF59FD7A-3FDC-4BCC-A532-CEDFF214FC0B}" destId="{CFDD5C2D-A2A2-4963-BEBA-7ACD6E5091CE}" srcOrd="1" destOrd="0" presId="urn:microsoft.com/office/officeart/2005/8/layout/hierarchy1"/>
    <dgm:cxn modelId="{8CEE9247-4C2E-49C0-8C6D-7C39C4916663}" type="presParOf" srcId="{CFDD5C2D-A2A2-4963-BEBA-7ACD6E5091CE}" destId="{37F14B5E-C02E-45ED-8412-24EB2D3E8BCB}" srcOrd="0" destOrd="0" presId="urn:microsoft.com/office/officeart/2005/8/layout/hierarchy1"/>
    <dgm:cxn modelId="{EA89660A-C3A4-4473-BE38-B853ADF90D27}" type="presParOf" srcId="{CFDD5C2D-A2A2-4963-BEBA-7ACD6E5091CE}" destId="{1543A1AC-4E84-41EB-A0AF-85E2F5F1CD2A}" srcOrd="1" destOrd="0" presId="urn:microsoft.com/office/officeart/2005/8/layout/hierarchy1"/>
    <dgm:cxn modelId="{0DB11EF5-D0F2-4790-BF70-8BFFAA2A5955}" type="presParOf" srcId="{1543A1AC-4E84-41EB-A0AF-85E2F5F1CD2A}" destId="{07F0ADBA-F1B7-464E-A09B-48A24B5FDE6D}" srcOrd="0" destOrd="0" presId="urn:microsoft.com/office/officeart/2005/8/layout/hierarchy1"/>
    <dgm:cxn modelId="{08322FC6-1552-4FDB-A6D9-2FA41DC47F84}" type="presParOf" srcId="{07F0ADBA-F1B7-464E-A09B-48A24B5FDE6D}" destId="{DB809359-4C8E-496F-8CF4-97D7FBCC1177}" srcOrd="0" destOrd="0" presId="urn:microsoft.com/office/officeart/2005/8/layout/hierarchy1"/>
    <dgm:cxn modelId="{F9290AC1-7BEB-45C8-BF1D-279EDA5F5941}" type="presParOf" srcId="{07F0ADBA-F1B7-464E-A09B-48A24B5FDE6D}" destId="{9333B658-CF0A-4633-9540-D3FE8205A2AE}" srcOrd="1" destOrd="0" presId="urn:microsoft.com/office/officeart/2005/8/layout/hierarchy1"/>
    <dgm:cxn modelId="{913997FA-4623-4B95-87B3-997CFF6538C7}" type="presParOf" srcId="{1543A1AC-4E84-41EB-A0AF-85E2F5F1CD2A}" destId="{CFAADE47-3140-4CD3-ADFE-4DE233048591}" srcOrd="1" destOrd="0" presId="urn:microsoft.com/office/officeart/2005/8/layout/hierarchy1"/>
    <dgm:cxn modelId="{8E4BB8B8-EE47-49C5-B7CA-A5CCDCFA0237}" type="presParOf" srcId="{CFAADE47-3140-4CD3-ADFE-4DE233048591}" destId="{3698FDDD-B5FC-4B07-92E9-1EE15BB12EB7}" srcOrd="0" destOrd="0" presId="urn:microsoft.com/office/officeart/2005/8/layout/hierarchy1"/>
    <dgm:cxn modelId="{5C3B8E75-50F1-40DD-B91F-F437FDEB72E6}" type="presParOf" srcId="{CFAADE47-3140-4CD3-ADFE-4DE233048591}" destId="{1479F754-9CEF-4576-9B6E-3214861F671D}" srcOrd="1" destOrd="0" presId="urn:microsoft.com/office/officeart/2005/8/layout/hierarchy1"/>
    <dgm:cxn modelId="{B880C111-28F2-42DE-B48E-FE8F003775AE}" type="presParOf" srcId="{1479F754-9CEF-4576-9B6E-3214861F671D}" destId="{32267EF9-7FC9-41B1-BE74-29F1378BAD29}" srcOrd="0" destOrd="0" presId="urn:microsoft.com/office/officeart/2005/8/layout/hierarchy1"/>
    <dgm:cxn modelId="{140A7879-4077-4B8D-8E92-1F90D7C75BBF}" type="presParOf" srcId="{32267EF9-7FC9-41B1-BE74-29F1378BAD29}" destId="{0F0F6E80-C693-4B74-8409-452A25CB2379}" srcOrd="0" destOrd="0" presId="urn:microsoft.com/office/officeart/2005/8/layout/hierarchy1"/>
    <dgm:cxn modelId="{4BAAF29D-532E-4279-BA28-B26B99845914}" type="presParOf" srcId="{32267EF9-7FC9-41B1-BE74-29F1378BAD29}" destId="{EA53C7E4-D9D2-4F3E-83D4-76C10D63BD80}" srcOrd="1" destOrd="0" presId="urn:microsoft.com/office/officeart/2005/8/layout/hierarchy1"/>
    <dgm:cxn modelId="{AC984BA8-E294-4D1A-AD80-9EDD13FD65A6}" type="presParOf" srcId="{1479F754-9CEF-4576-9B6E-3214861F671D}" destId="{7A6B90AA-00A1-4A68-A9EA-948AE2653414}" srcOrd="1" destOrd="0" presId="urn:microsoft.com/office/officeart/2005/8/layout/hierarchy1"/>
    <dgm:cxn modelId="{C07AC1AA-BF89-44E0-ACC6-4AF83CEEDDE9}" type="presParOf" srcId="{CFAADE47-3140-4CD3-ADFE-4DE233048591}" destId="{73CF6884-5E63-472F-BE4A-1295FFCA1B9C}" srcOrd="2" destOrd="0" presId="urn:microsoft.com/office/officeart/2005/8/layout/hierarchy1"/>
    <dgm:cxn modelId="{DF212F79-9601-4FDE-BE57-07E83B1194A8}" type="presParOf" srcId="{CFAADE47-3140-4CD3-ADFE-4DE233048591}" destId="{B6D7DBD9-0AC5-4476-8392-75B6D708A7D3}" srcOrd="3" destOrd="0" presId="urn:microsoft.com/office/officeart/2005/8/layout/hierarchy1"/>
    <dgm:cxn modelId="{39C3D14F-7EFF-4B9D-9A44-E2B3866C6E55}" type="presParOf" srcId="{B6D7DBD9-0AC5-4476-8392-75B6D708A7D3}" destId="{45DB0CAB-ED1C-426F-9466-1D46319C0B6A}" srcOrd="0" destOrd="0" presId="urn:microsoft.com/office/officeart/2005/8/layout/hierarchy1"/>
    <dgm:cxn modelId="{0DBD4658-EACA-4391-9ABA-1B445EC1E572}" type="presParOf" srcId="{45DB0CAB-ED1C-426F-9466-1D46319C0B6A}" destId="{A4FCB587-53C8-4801-9E57-F5457A8FD5E2}" srcOrd="0" destOrd="0" presId="urn:microsoft.com/office/officeart/2005/8/layout/hierarchy1"/>
    <dgm:cxn modelId="{926969A4-FE0D-491F-9ECC-1575D71A3D77}" type="presParOf" srcId="{45DB0CAB-ED1C-426F-9466-1D46319C0B6A}" destId="{0BCF92B0-5B33-41E0-A2BB-E9F9D289D24B}" srcOrd="1" destOrd="0" presId="urn:microsoft.com/office/officeart/2005/8/layout/hierarchy1"/>
    <dgm:cxn modelId="{0A00170A-25FD-4119-B0F5-3EA6AC87F6B2}" type="presParOf" srcId="{B6D7DBD9-0AC5-4476-8392-75B6D708A7D3}" destId="{40AF8188-9BEE-4D3E-886B-A604F337DC7D}" srcOrd="1" destOrd="0" presId="urn:microsoft.com/office/officeart/2005/8/layout/hierarchy1"/>
    <dgm:cxn modelId="{0C5A29B1-4402-4E5C-9691-FBEA3E3B5ABA}" type="presParOf" srcId="{CFDD5C2D-A2A2-4963-BEBA-7ACD6E5091CE}" destId="{4514B980-9AA5-418B-B19C-EDB1F0A171EF}" srcOrd="2" destOrd="0" presId="urn:microsoft.com/office/officeart/2005/8/layout/hierarchy1"/>
    <dgm:cxn modelId="{CDAED2FB-EAB0-48CC-B4B9-6341C1CA35CC}" type="presParOf" srcId="{CFDD5C2D-A2A2-4963-BEBA-7ACD6E5091CE}" destId="{7BD76AA3-A171-4E3D-B9F3-4A844E156370}" srcOrd="3" destOrd="0" presId="urn:microsoft.com/office/officeart/2005/8/layout/hierarchy1"/>
    <dgm:cxn modelId="{7DAA5FF1-1463-450C-ABD8-5AF484190B50}" type="presParOf" srcId="{7BD76AA3-A171-4E3D-B9F3-4A844E156370}" destId="{F202ACA0-D8CD-4859-B6A0-63932CB4F188}" srcOrd="0" destOrd="0" presId="urn:microsoft.com/office/officeart/2005/8/layout/hierarchy1"/>
    <dgm:cxn modelId="{6B0FB4CB-408E-4A67-BB2C-9772B2FF1529}" type="presParOf" srcId="{F202ACA0-D8CD-4859-B6A0-63932CB4F188}" destId="{6BD447D5-AA05-413E-9415-3FDB395B63B1}" srcOrd="0" destOrd="0" presId="urn:microsoft.com/office/officeart/2005/8/layout/hierarchy1"/>
    <dgm:cxn modelId="{816C0D04-BDB6-42ED-94C1-F051FE8F34DE}" type="presParOf" srcId="{F202ACA0-D8CD-4859-B6A0-63932CB4F188}" destId="{79299E96-7DED-47DA-A56A-0909F8E6D374}" srcOrd="1" destOrd="0" presId="urn:microsoft.com/office/officeart/2005/8/layout/hierarchy1"/>
    <dgm:cxn modelId="{32D98D57-756A-4BA9-8322-A17F72A6DA3F}" type="presParOf" srcId="{7BD76AA3-A171-4E3D-B9F3-4A844E156370}" destId="{6C7172B7-34EE-4DB4-952C-7D21DE28D021}" srcOrd="1" destOrd="0" presId="urn:microsoft.com/office/officeart/2005/8/layout/hierarchy1"/>
    <dgm:cxn modelId="{B70EE26D-F53E-469F-A7B4-98BB6DD42CCC}" type="presParOf" srcId="{6C7172B7-34EE-4DB4-952C-7D21DE28D021}" destId="{5E96B7BB-91A6-4880-B652-CAF531AA457B}" srcOrd="0" destOrd="0" presId="urn:microsoft.com/office/officeart/2005/8/layout/hierarchy1"/>
    <dgm:cxn modelId="{27462042-5DF3-4CE2-A56F-73DE47526AE2}" type="presParOf" srcId="{6C7172B7-34EE-4DB4-952C-7D21DE28D021}" destId="{9F02B7AA-E410-4020-982A-60ED16CFE79E}" srcOrd="1" destOrd="0" presId="urn:microsoft.com/office/officeart/2005/8/layout/hierarchy1"/>
    <dgm:cxn modelId="{AAED068F-7ED8-4D28-8111-056FE825171B}" type="presParOf" srcId="{9F02B7AA-E410-4020-982A-60ED16CFE79E}" destId="{BD6F4249-2FBF-4DF1-84C3-B597C8671AEA}" srcOrd="0" destOrd="0" presId="urn:microsoft.com/office/officeart/2005/8/layout/hierarchy1"/>
    <dgm:cxn modelId="{4D57CB57-5F6D-45CF-B982-508716EA64D8}" type="presParOf" srcId="{BD6F4249-2FBF-4DF1-84C3-B597C8671AEA}" destId="{67832215-7754-41F3-A8EF-B6FFF8497FD0}" srcOrd="0" destOrd="0" presId="urn:microsoft.com/office/officeart/2005/8/layout/hierarchy1"/>
    <dgm:cxn modelId="{B3F978BB-4DAB-443E-88DA-5DCDDB1105F5}" type="presParOf" srcId="{BD6F4249-2FBF-4DF1-84C3-B597C8671AEA}" destId="{C5080469-75F0-48D0-9E57-1375401E7C80}" srcOrd="1" destOrd="0" presId="urn:microsoft.com/office/officeart/2005/8/layout/hierarchy1"/>
    <dgm:cxn modelId="{B24C72D5-FE39-4D8D-A152-50CB684B025E}" type="presParOf" srcId="{9F02B7AA-E410-4020-982A-60ED16CFE79E}" destId="{C9C099A7-7C73-49CA-A908-2F2D37CA41EF}" srcOrd="1" destOrd="0" presId="urn:microsoft.com/office/officeart/2005/8/layout/hierarchy1"/>
    <dgm:cxn modelId="{757DF118-E2EF-46C2-89CE-A5D340431EE2}" type="presParOf" srcId="{6C7172B7-34EE-4DB4-952C-7D21DE28D021}" destId="{5FFE425A-B1E6-45FF-90EB-6550EB914295}" srcOrd="2" destOrd="0" presId="urn:microsoft.com/office/officeart/2005/8/layout/hierarchy1"/>
    <dgm:cxn modelId="{D2922BE1-A6D4-4167-9085-91BF271E0B19}" type="presParOf" srcId="{6C7172B7-34EE-4DB4-952C-7D21DE28D021}" destId="{701E1E6E-88FF-44F9-82DF-CEC49475AF2B}" srcOrd="3" destOrd="0" presId="urn:microsoft.com/office/officeart/2005/8/layout/hierarchy1"/>
    <dgm:cxn modelId="{1D9F1879-ABAF-4644-B5F3-D3466BADBF09}" type="presParOf" srcId="{701E1E6E-88FF-44F9-82DF-CEC49475AF2B}" destId="{860F24D3-0FA6-41E8-9271-39AABAAEC7AF}" srcOrd="0" destOrd="0" presId="urn:microsoft.com/office/officeart/2005/8/layout/hierarchy1"/>
    <dgm:cxn modelId="{80653E29-7C22-48E4-972B-913677704999}" type="presParOf" srcId="{860F24D3-0FA6-41E8-9271-39AABAAEC7AF}" destId="{D9D6A3A0-15F0-4F09-A7A6-681A7B0E7C3A}" srcOrd="0" destOrd="0" presId="urn:microsoft.com/office/officeart/2005/8/layout/hierarchy1"/>
    <dgm:cxn modelId="{7EBB6842-2DA6-40F2-9BE4-CC705FB84E7B}" type="presParOf" srcId="{860F24D3-0FA6-41E8-9271-39AABAAEC7AF}" destId="{3E7C1B65-9D37-42A7-B131-195C19F0B692}" srcOrd="1" destOrd="0" presId="urn:microsoft.com/office/officeart/2005/8/layout/hierarchy1"/>
    <dgm:cxn modelId="{8DB5CC8E-03D3-4EF7-96E5-77E8319E1E0B}" type="presParOf" srcId="{701E1E6E-88FF-44F9-82DF-CEC49475AF2B}" destId="{E92E3CEA-9F9B-4B71-A875-D495625288BE}" srcOrd="1" destOrd="0" presId="urn:microsoft.com/office/officeart/2005/8/layout/hierarchy1"/>
  </dgm:cxnLst>
  <dgm:bg/>
  <dgm:whole/>
  <dgm:extLst>
    <a:ext uri="http://schemas.microsoft.com/office/drawing/2008/diagram">
      <dsp:dataModelExt xmlns:dsp="http://schemas.microsoft.com/office/drawing/2008/diagram" relId="rId5"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DA86EA-5642-4B44-8DA6-BC678B159B3A}">
      <dsp:nvSpPr>
        <dsp:cNvPr id="0" name=""/>
        <dsp:cNvSpPr/>
      </dsp:nvSpPr>
      <dsp:spPr>
        <a:xfrm>
          <a:off x="6299386" y="827030"/>
          <a:ext cx="792564" cy="377188"/>
        </a:xfrm>
        <a:custGeom>
          <a:avLst/>
          <a:gdLst/>
          <a:ahLst/>
          <a:cxnLst/>
          <a:rect l="0" t="0" r="0" b="0"/>
          <a:pathLst>
            <a:path>
              <a:moveTo>
                <a:pt x="0" y="0"/>
              </a:moveTo>
              <a:lnTo>
                <a:pt x="0" y="257043"/>
              </a:lnTo>
              <a:lnTo>
                <a:pt x="792564" y="257043"/>
              </a:lnTo>
              <a:lnTo>
                <a:pt x="792564" y="37718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B7444A-7C06-4C00-ADB7-784A0E6638C0}">
      <dsp:nvSpPr>
        <dsp:cNvPr id="0" name=""/>
        <dsp:cNvSpPr/>
      </dsp:nvSpPr>
      <dsp:spPr>
        <a:xfrm>
          <a:off x="7838795" y="3228502"/>
          <a:ext cx="91440" cy="377188"/>
        </a:xfrm>
        <a:custGeom>
          <a:avLst/>
          <a:gdLst/>
          <a:ahLst/>
          <a:cxnLst/>
          <a:rect l="0" t="0" r="0" b="0"/>
          <a:pathLst>
            <a:path>
              <a:moveTo>
                <a:pt x="45720" y="0"/>
              </a:moveTo>
              <a:lnTo>
                <a:pt x="45720" y="37718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1B9A7B-4DB0-4A17-9A1E-B3B03863529C}">
      <dsp:nvSpPr>
        <dsp:cNvPr id="0" name=""/>
        <dsp:cNvSpPr/>
      </dsp:nvSpPr>
      <dsp:spPr>
        <a:xfrm>
          <a:off x="5498572" y="2012810"/>
          <a:ext cx="2385943" cy="392144"/>
        </a:xfrm>
        <a:custGeom>
          <a:avLst/>
          <a:gdLst/>
          <a:ahLst/>
          <a:cxnLst/>
          <a:rect l="0" t="0" r="0" b="0"/>
          <a:pathLst>
            <a:path>
              <a:moveTo>
                <a:pt x="0" y="0"/>
              </a:moveTo>
              <a:lnTo>
                <a:pt x="0" y="271998"/>
              </a:lnTo>
              <a:lnTo>
                <a:pt x="2385943" y="271998"/>
              </a:lnTo>
              <a:lnTo>
                <a:pt x="2385943" y="392144"/>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B018D6C-42B4-40A5-982A-34452E4DED9E}">
      <dsp:nvSpPr>
        <dsp:cNvPr id="0" name=""/>
        <dsp:cNvSpPr/>
      </dsp:nvSpPr>
      <dsp:spPr>
        <a:xfrm>
          <a:off x="5506821" y="3228502"/>
          <a:ext cx="792564" cy="377188"/>
        </a:xfrm>
        <a:custGeom>
          <a:avLst/>
          <a:gdLst/>
          <a:ahLst/>
          <a:cxnLst/>
          <a:rect l="0" t="0" r="0" b="0"/>
          <a:pathLst>
            <a:path>
              <a:moveTo>
                <a:pt x="0" y="0"/>
              </a:moveTo>
              <a:lnTo>
                <a:pt x="0" y="257043"/>
              </a:lnTo>
              <a:lnTo>
                <a:pt x="792564" y="257043"/>
              </a:lnTo>
              <a:lnTo>
                <a:pt x="792564" y="37718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6C58463-F41E-448A-924C-663D8AEEE6D2}">
      <dsp:nvSpPr>
        <dsp:cNvPr id="0" name=""/>
        <dsp:cNvSpPr/>
      </dsp:nvSpPr>
      <dsp:spPr>
        <a:xfrm>
          <a:off x="4714256" y="3228502"/>
          <a:ext cx="792564" cy="377188"/>
        </a:xfrm>
        <a:custGeom>
          <a:avLst/>
          <a:gdLst/>
          <a:ahLst/>
          <a:cxnLst/>
          <a:rect l="0" t="0" r="0" b="0"/>
          <a:pathLst>
            <a:path>
              <a:moveTo>
                <a:pt x="792564" y="0"/>
              </a:moveTo>
              <a:lnTo>
                <a:pt x="792564" y="257043"/>
              </a:lnTo>
              <a:lnTo>
                <a:pt x="0" y="257043"/>
              </a:lnTo>
              <a:lnTo>
                <a:pt x="0" y="37718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8893DAD-2641-4586-BC1A-3034AD5E7442}">
      <dsp:nvSpPr>
        <dsp:cNvPr id="0" name=""/>
        <dsp:cNvSpPr/>
      </dsp:nvSpPr>
      <dsp:spPr>
        <a:xfrm>
          <a:off x="5452852" y="2012810"/>
          <a:ext cx="91440" cy="392144"/>
        </a:xfrm>
        <a:custGeom>
          <a:avLst/>
          <a:gdLst/>
          <a:ahLst/>
          <a:cxnLst/>
          <a:rect l="0" t="0" r="0" b="0"/>
          <a:pathLst>
            <a:path>
              <a:moveTo>
                <a:pt x="45720" y="0"/>
              </a:moveTo>
              <a:lnTo>
                <a:pt x="45720" y="271998"/>
              </a:lnTo>
              <a:lnTo>
                <a:pt x="53968" y="271998"/>
              </a:lnTo>
              <a:lnTo>
                <a:pt x="53968" y="392144"/>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E81774-735A-4FCB-BFDA-C894F6D62198}">
      <dsp:nvSpPr>
        <dsp:cNvPr id="0" name=""/>
        <dsp:cNvSpPr/>
      </dsp:nvSpPr>
      <dsp:spPr>
        <a:xfrm>
          <a:off x="3083406" y="3228502"/>
          <a:ext cx="91440" cy="377188"/>
        </a:xfrm>
        <a:custGeom>
          <a:avLst/>
          <a:gdLst/>
          <a:ahLst/>
          <a:cxnLst/>
          <a:rect l="0" t="0" r="0" b="0"/>
          <a:pathLst>
            <a:path>
              <a:moveTo>
                <a:pt x="45720" y="0"/>
              </a:moveTo>
              <a:lnTo>
                <a:pt x="45720" y="37718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4170A9-FB0E-4EF2-8297-A3C38F4045DC}">
      <dsp:nvSpPr>
        <dsp:cNvPr id="0" name=""/>
        <dsp:cNvSpPr/>
      </dsp:nvSpPr>
      <dsp:spPr>
        <a:xfrm>
          <a:off x="3129126" y="2012810"/>
          <a:ext cx="2369446" cy="392144"/>
        </a:xfrm>
        <a:custGeom>
          <a:avLst/>
          <a:gdLst/>
          <a:ahLst/>
          <a:cxnLst/>
          <a:rect l="0" t="0" r="0" b="0"/>
          <a:pathLst>
            <a:path>
              <a:moveTo>
                <a:pt x="2369446" y="0"/>
              </a:moveTo>
              <a:lnTo>
                <a:pt x="2369446" y="271998"/>
              </a:lnTo>
              <a:lnTo>
                <a:pt x="0" y="271998"/>
              </a:lnTo>
              <a:lnTo>
                <a:pt x="0" y="392144"/>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45C91A1-A1A1-476F-A03E-43283293FB74}">
      <dsp:nvSpPr>
        <dsp:cNvPr id="0" name=""/>
        <dsp:cNvSpPr/>
      </dsp:nvSpPr>
      <dsp:spPr>
        <a:xfrm>
          <a:off x="5498572" y="827030"/>
          <a:ext cx="800813" cy="362233"/>
        </a:xfrm>
        <a:custGeom>
          <a:avLst/>
          <a:gdLst/>
          <a:ahLst/>
          <a:cxnLst/>
          <a:rect l="0" t="0" r="0" b="0"/>
          <a:pathLst>
            <a:path>
              <a:moveTo>
                <a:pt x="800813" y="0"/>
              </a:moveTo>
              <a:lnTo>
                <a:pt x="800813" y="242087"/>
              </a:lnTo>
              <a:lnTo>
                <a:pt x="0" y="242087"/>
              </a:lnTo>
              <a:lnTo>
                <a:pt x="0" y="36223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BAE8CA3-B8D6-4296-B844-0134309CB6C2}">
      <dsp:nvSpPr>
        <dsp:cNvPr id="0" name=""/>
        <dsp:cNvSpPr/>
      </dsp:nvSpPr>
      <dsp:spPr>
        <a:xfrm>
          <a:off x="5650923" y="3483"/>
          <a:ext cx="1296924" cy="82354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65AC1DE0-9C94-45A4-A99E-8FA7E3144A05}">
      <dsp:nvSpPr>
        <dsp:cNvPr id="0" name=""/>
        <dsp:cNvSpPr/>
      </dsp:nvSpPr>
      <dsp:spPr>
        <a:xfrm>
          <a:off x="5795026" y="140381"/>
          <a:ext cx="1296924" cy="823547"/>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Localization</a:t>
          </a:r>
          <a:endParaRPr lang="en-IN" sz="1600" kern="1200" dirty="0"/>
        </a:p>
      </dsp:txBody>
      <dsp:txXfrm>
        <a:off x="5819147" y="164502"/>
        <a:ext cx="1248682" cy="775305"/>
      </dsp:txXfrm>
    </dsp:sp>
    <dsp:sp modelId="{D3BD67A0-8F8C-4D8C-8EA6-7E502C07593A}">
      <dsp:nvSpPr>
        <dsp:cNvPr id="0" name=""/>
        <dsp:cNvSpPr/>
      </dsp:nvSpPr>
      <dsp:spPr>
        <a:xfrm>
          <a:off x="4850110" y="1189263"/>
          <a:ext cx="1296924" cy="823547"/>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E0DDF48C-22F7-48D5-8FC2-EC5814897F72}">
      <dsp:nvSpPr>
        <dsp:cNvPr id="0" name=""/>
        <dsp:cNvSpPr/>
      </dsp:nvSpPr>
      <dsp:spPr>
        <a:xfrm>
          <a:off x="4994213" y="1326161"/>
          <a:ext cx="1296924" cy="823547"/>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Range based</a:t>
          </a:r>
          <a:endParaRPr lang="en-IN" sz="1600" kern="1200" dirty="0"/>
        </a:p>
      </dsp:txBody>
      <dsp:txXfrm>
        <a:off x="5018334" y="1350282"/>
        <a:ext cx="1248682" cy="775305"/>
      </dsp:txXfrm>
    </dsp:sp>
    <dsp:sp modelId="{F4220045-40C1-46A9-8B78-E0BEEAFEAF6F}">
      <dsp:nvSpPr>
        <dsp:cNvPr id="0" name=""/>
        <dsp:cNvSpPr/>
      </dsp:nvSpPr>
      <dsp:spPr>
        <a:xfrm>
          <a:off x="2480664" y="2404955"/>
          <a:ext cx="1296924" cy="823547"/>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CBCB9B9-D740-4B3D-94DD-882F62D25147}">
      <dsp:nvSpPr>
        <dsp:cNvPr id="0" name=""/>
        <dsp:cNvSpPr/>
      </dsp:nvSpPr>
      <dsp:spPr>
        <a:xfrm>
          <a:off x="2624766" y="2541852"/>
          <a:ext cx="1296924" cy="823547"/>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err="1"/>
            <a:t>Lateration</a:t>
          </a:r>
          <a:endParaRPr lang="en-IN" sz="1600" kern="1200" dirty="0"/>
        </a:p>
      </dsp:txBody>
      <dsp:txXfrm>
        <a:off x="2648887" y="2565973"/>
        <a:ext cx="1248682" cy="775305"/>
      </dsp:txXfrm>
    </dsp:sp>
    <dsp:sp modelId="{E27879D1-8671-4DA4-9087-3F3348847F62}">
      <dsp:nvSpPr>
        <dsp:cNvPr id="0" name=""/>
        <dsp:cNvSpPr/>
      </dsp:nvSpPr>
      <dsp:spPr>
        <a:xfrm>
          <a:off x="2480664" y="3605690"/>
          <a:ext cx="1296924" cy="823547"/>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0F095B4-B5A5-432A-AEF3-B53F0CB23BA9}">
      <dsp:nvSpPr>
        <dsp:cNvPr id="0" name=""/>
        <dsp:cNvSpPr/>
      </dsp:nvSpPr>
      <dsp:spPr>
        <a:xfrm>
          <a:off x="2624766" y="3742588"/>
          <a:ext cx="1296924" cy="823547"/>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RSSI</a:t>
          </a:r>
          <a:endParaRPr lang="en-IN" sz="1600" kern="1200" dirty="0"/>
        </a:p>
      </dsp:txBody>
      <dsp:txXfrm>
        <a:off x="2648887" y="3766709"/>
        <a:ext cx="1248682" cy="775305"/>
      </dsp:txXfrm>
    </dsp:sp>
    <dsp:sp modelId="{54084B83-96FA-4826-BC1F-80B33153AE0D}">
      <dsp:nvSpPr>
        <dsp:cNvPr id="0" name=""/>
        <dsp:cNvSpPr/>
      </dsp:nvSpPr>
      <dsp:spPr>
        <a:xfrm>
          <a:off x="4858358" y="2404955"/>
          <a:ext cx="1296924" cy="823547"/>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5D289361-840F-42F0-85EA-1AA5B898BFE4}">
      <dsp:nvSpPr>
        <dsp:cNvPr id="0" name=""/>
        <dsp:cNvSpPr/>
      </dsp:nvSpPr>
      <dsp:spPr>
        <a:xfrm>
          <a:off x="5002461" y="2541852"/>
          <a:ext cx="1296924" cy="823547"/>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Proximity</a:t>
          </a:r>
          <a:endParaRPr lang="en-IN" sz="1600" kern="1200" dirty="0"/>
        </a:p>
      </dsp:txBody>
      <dsp:txXfrm>
        <a:off x="5026582" y="2565973"/>
        <a:ext cx="1248682" cy="775305"/>
      </dsp:txXfrm>
    </dsp:sp>
    <dsp:sp modelId="{2E927E1D-47FE-46A2-8EF5-FF63A06AB56B}">
      <dsp:nvSpPr>
        <dsp:cNvPr id="0" name=""/>
        <dsp:cNvSpPr/>
      </dsp:nvSpPr>
      <dsp:spPr>
        <a:xfrm>
          <a:off x="4065794" y="3605690"/>
          <a:ext cx="1296924" cy="823547"/>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7F473D92-F39F-4712-A12B-DB78C42F34C4}">
      <dsp:nvSpPr>
        <dsp:cNvPr id="0" name=""/>
        <dsp:cNvSpPr/>
      </dsp:nvSpPr>
      <dsp:spPr>
        <a:xfrm>
          <a:off x="4209896" y="3742588"/>
          <a:ext cx="1296924" cy="823547"/>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err="1"/>
            <a:t>ToA</a:t>
          </a:r>
          <a:r>
            <a:rPr lang="en-US" sz="1600" kern="1200" dirty="0"/>
            <a:t>	</a:t>
          </a:r>
          <a:endParaRPr lang="en-IN" sz="1600" kern="1200" dirty="0"/>
        </a:p>
      </dsp:txBody>
      <dsp:txXfrm>
        <a:off x="4234017" y="3766709"/>
        <a:ext cx="1248682" cy="775305"/>
      </dsp:txXfrm>
    </dsp:sp>
    <dsp:sp modelId="{BC4760E6-0540-40ED-9A38-7F077DCB68CD}">
      <dsp:nvSpPr>
        <dsp:cNvPr id="0" name=""/>
        <dsp:cNvSpPr/>
      </dsp:nvSpPr>
      <dsp:spPr>
        <a:xfrm>
          <a:off x="5650923" y="3605690"/>
          <a:ext cx="1296924" cy="823547"/>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7CBD9168-2BA6-4733-B422-79BFDB5293A2}">
      <dsp:nvSpPr>
        <dsp:cNvPr id="0" name=""/>
        <dsp:cNvSpPr/>
      </dsp:nvSpPr>
      <dsp:spPr>
        <a:xfrm>
          <a:off x="5795026" y="3742588"/>
          <a:ext cx="1296924" cy="823547"/>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err="1"/>
            <a:t>TDoA</a:t>
          </a:r>
          <a:endParaRPr lang="en-IN" sz="1600" kern="1200" dirty="0"/>
        </a:p>
      </dsp:txBody>
      <dsp:txXfrm>
        <a:off x="5819147" y="3766709"/>
        <a:ext cx="1248682" cy="775305"/>
      </dsp:txXfrm>
    </dsp:sp>
    <dsp:sp modelId="{1C263A5F-C811-41AF-9481-F9F1E3C7F76F}">
      <dsp:nvSpPr>
        <dsp:cNvPr id="0" name=""/>
        <dsp:cNvSpPr/>
      </dsp:nvSpPr>
      <dsp:spPr>
        <a:xfrm>
          <a:off x="7236053" y="2404955"/>
          <a:ext cx="1296924" cy="823547"/>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80B72B2-CBD6-4BAF-B118-4E85A688D317}">
      <dsp:nvSpPr>
        <dsp:cNvPr id="0" name=""/>
        <dsp:cNvSpPr/>
      </dsp:nvSpPr>
      <dsp:spPr>
        <a:xfrm>
          <a:off x="7380156" y="2541852"/>
          <a:ext cx="1296924" cy="823547"/>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Angular</a:t>
          </a:r>
          <a:endParaRPr lang="en-IN" sz="1600" kern="1200" dirty="0"/>
        </a:p>
      </dsp:txBody>
      <dsp:txXfrm>
        <a:off x="7404277" y="2565973"/>
        <a:ext cx="1248682" cy="775305"/>
      </dsp:txXfrm>
    </dsp:sp>
    <dsp:sp modelId="{CEB0156E-0FC1-4779-B4F4-1E08367FD5D7}">
      <dsp:nvSpPr>
        <dsp:cNvPr id="0" name=""/>
        <dsp:cNvSpPr/>
      </dsp:nvSpPr>
      <dsp:spPr>
        <a:xfrm>
          <a:off x="7236053" y="3605690"/>
          <a:ext cx="1296924" cy="823547"/>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D83E90E5-8944-463E-BFB2-DD550F2297AC}">
      <dsp:nvSpPr>
        <dsp:cNvPr id="0" name=""/>
        <dsp:cNvSpPr/>
      </dsp:nvSpPr>
      <dsp:spPr>
        <a:xfrm>
          <a:off x="7380156" y="3742588"/>
          <a:ext cx="1296924" cy="823547"/>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err="1"/>
            <a:t>AoA</a:t>
          </a:r>
          <a:endParaRPr lang="en-IN" sz="1600" kern="1200" dirty="0"/>
        </a:p>
      </dsp:txBody>
      <dsp:txXfrm>
        <a:off x="7404277" y="3766709"/>
        <a:ext cx="1248682" cy="775305"/>
      </dsp:txXfrm>
    </dsp:sp>
    <dsp:sp modelId="{1EEDA68E-4032-4A1F-BF1D-101426E7DB81}">
      <dsp:nvSpPr>
        <dsp:cNvPr id="0" name=""/>
        <dsp:cNvSpPr/>
      </dsp:nvSpPr>
      <dsp:spPr>
        <a:xfrm>
          <a:off x="6443488" y="1204219"/>
          <a:ext cx="1296924" cy="823547"/>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7A85E1C-169D-426F-8F61-90F55355DF80}">
      <dsp:nvSpPr>
        <dsp:cNvPr id="0" name=""/>
        <dsp:cNvSpPr/>
      </dsp:nvSpPr>
      <dsp:spPr>
        <a:xfrm>
          <a:off x="6587591" y="1341116"/>
          <a:ext cx="1296924" cy="823547"/>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Range Free</a:t>
          </a:r>
          <a:endParaRPr lang="en-IN" sz="1600" kern="1200" dirty="0"/>
        </a:p>
      </dsp:txBody>
      <dsp:txXfrm>
        <a:off x="6611712" y="1365237"/>
        <a:ext cx="1248682" cy="7753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FE425A-B1E6-45FF-90EB-6550EB914295}">
      <dsp:nvSpPr>
        <dsp:cNvPr id="0" name=""/>
        <dsp:cNvSpPr/>
      </dsp:nvSpPr>
      <dsp:spPr>
        <a:xfrm>
          <a:off x="8280798" y="3228502"/>
          <a:ext cx="792564" cy="377188"/>
        </a:xfrm>
        <a:custGeom>
          <a:avLst/>
          <a:gdLst/>
          <a:ahLst/>
          <a:cxnLst/>
          <a:rect l="0" t="0" r="0" b="0"/>
          <a:pathLst>
            <a:path>
              <a:moveTo>
                <a:pt x="0" y="0"/>
              </a:moveTo>
              <a:lnTo>
                <a:pt x="0" y="257043"/>
              </a:lnTo>
              <a:lnTo>
                <a:pt x="792564" y="257043"/>
              </a:lnTo>
              <a:lnTo>
                <a:pt x="792564" y="37718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96B7BB-91A6-4880-B652-CAF531AA457B}">
      <dsp:nvSpPr>
        <dsp:cNvPr id="0" name=""/>
        <dsp:cNvSpPr/>
      </dsp:nvSpPr>
      <dsp:spPr>
        <a:xfrm>
          <a:off x="7488233" y="3228502"/>
          <a:ext cx="792564" cy="377188"/>
        </a:xfrm>
        <a:custGeom>
          <a:avLst/>
          <a:gdLst/>
          <a:ahLst/>
          <a:cxnLst/>
          <a:rect l="0" t="0" r="0" b="0"/>
          <a:pathLst>
            <a:path>
              <a:moveTo>
                <a:pt x="792564" y="0"/>
              </a:moveTo>
              <a:lnTo>
                <a:pt x="792564" y="257043"/>
              </a:lnTo>
              <a:lnTo>
                <a:pt x="0" y="257043"/>
              </a:lnTo>
              <a:lnTo>
                <a:pt x="0" y="37718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514B980-9AA5-418B-B19C-EDB1F0A171EF}">
      <dsp:nvSpPr>
        <dsp:cNvPr id="0" name=""/>
        <dsp:cNvSpPr/>
      </dsp:nvSpPr>
      <dsp:spPr>
        <a:xfrm>
          <a:off x="6695668" y="2027766"/>
          <a:ext cx="1585129" cy="377188"/>
        </a:xfrm>
        <a:custGeom>
          <a:avLst/>
          <a:gdLst/>
          <a:ahLst/>
          <a:cxnLst/>
          <a:rect l="0" t="0" r="0" b="0"/>
          <a:pathLst>
            <a:path>
              <a:moveTo>
                <a:pt x="0" y="0"/>
              </a:moveTo>
              <a:lnTo>
                <a:pt x="0" y="257043"/>
              </a:lnTo>
              <a:lnTo>
                <a:pt x="1585129" y="257043"/>
              </a:lnTo>
              <a:lnTo>
                <a:pt x="1585129" y="377188"/>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3CF6884-5E63-472F-BE4A-1295FFCA1B9C}">
      <dsp:nvSpPr>
        <dsp:cNvPr id="0" name=""/>
        <dsp:cNvSpPr/>
      </dsp:nvSpPr>
      <dsp:spPr>
        <a:xfrm>
          <a:off x="5110538" y="3228502"/>
          <a:ext cx="792564" cy="377188"/>
        </a:xfrm>
        <a:custGeom>
          <a:avLst/>
          <a:gdLst/>
          <a:ahLst/>
          <a:cxnLst/>
          <a:rect l="0" t="0" r="0" b="0"/>
          <a:pathLst>
            <a:path>
              <a:moveTo>
                <a:pt x="0" y="0"/>
              </a:moveTo>
              <a:lnTo>
                <a:pt x="0" y="257043"/>
              </a:lnTo>
              <a:lnTo>
                <a:pt x="792564" y="257043"/>
              </a:lnTo>
              <a:lnTo>
                <a:pt x="792564" y="37718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98FDDD-B5FC-4B07-92E9-1EE15BB12EB7}">
      <dsp:nvSpPr>
        <dsp:cNvPr id="0" name=""/>
        <dsp:cNvSpPr/>
      </dsp:nvSpPr>
      <dsp:spPr>
        <a:xfrm>
          <a:off x="4317973" y="3228502"/>
          <a:ext cx="792564" cy="377188"/>
        </a:xfrm>
        <a:custGeom>
          <a:avLst/>
          <a:gdLst/>
          <a:ahLst/>
          <a:cxnLst/>
          <a:rect l="0" t="0" r="0" b="0"/>
          <a:pathLst>
            <a:path>
              <a:moveTo>
                <a:pt x="792564" y="0"/>
              </a:moveTo>
              <a:lnTo>
                <a:pt x="792564" y="257043"/>
              </a:lnTo>
              <a:lnTo>
                <a:pt x="0" y="257043"/>
              </a:lnTo>
              <a:lnTo>
                <a:pt x="0" y="37718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F14B5E-C02E-45ED-8412-24EB2D3E8BCB}">
      <dsp:nvSpPr>
        <dsp:cNvPr id="0" name=""/>
        <dsp:cNvSpPr/>
      </dsp:nvSpPr>
      <dsp:spPr>
        <a:xfrm>
          <a:off x="5110538" y="2027766"/>
          <a:ext cx="1585129" cy="377188"/>
        </a:xfrm>
        <a:custGeom>
          <a:avLst/>
          <a:gdLst/>
          <a:ahLst/>
          <a:cxnLst/>
          <a:rect l="0" t="0" r="0" b="0"/>
          <a:pathLst>
            <a:path>
              <a:moveTo>
                <a:pt x="1585129" y="0"/>
              </a:moveTo>
              <a:lnTo>
                <a:pt x="1585129" y="257043"/>
              </a:lnTo>
              <a:lnTo>
                <a:pt x="0" y="257043"/>
              </a:lnTo>
              <a:lnTo>
                <a:pt x="0" y="377188"/>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DA86EA-5642-4B44-8DA6-BC678B159B3A}">
      <dsp:nvSpPr>
        <dsp:cNvPr id="0" name=""/>
        <dsp:cNvSpPr/>
      </dsp:nvSpPr>
      <dsp:spPr>
        <a:xfrm>
          <a:off x="4714256" y="827030"/>
          <a:ext cx="1981412" cy="377188"/>
        </a:xfrm>
        <a:custGeom>
          <a:avLst/>
          <a:gdLst/>
          <a:ahLst/>
          <a:cxnLst/>
          <a:rect l="0" t="0" r="0" b="0"/>
          <a:pathLst>
            <a:path>
              <a:moveTo>
                <a:pt x="0" y="0"/>
              </a:moveTo>
              <a:lnTo>
                <a:pt x="0" y="257043"/>
              </a:lnTo>
              <a:lnTo>
                <a:pt x="1981412" y="257043"/>
              </a:lnTo>
              <a:lnTo>
                <a:pt x="1981412" y="37718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8893DAD-2641-4586-BC1A-3034AD5E7442}">
      <dsp:nvSpPr>
        <dsp:cNvPr id="0" name=""/>
        <dsp:cNvSpPr/>
      </dsp:nvSpPr>
      <dsp:spPr>
        <a:xfrm>
          <a:off x="2724595" y="2012810"/>
          <a:ext cx="757820" cy="392218"/>
        </a:xfrm>
        <a:custGeom>
          <a:avLst/>
          <a:gdLst/>
          <a:ahLst/>
          <a:cxnLst/>
          <a:rect l="0" t="0" r="0" b="0"/>
          <a:pathLst>
            <a:path>
              <a:moveTo>
                <a:pt x="0" y="0"/>
              </a:moveTo>
              <a:lnTo>
                <a:pt x="0" y="272072"/>
              </a:lnTo>
              <a:lnTo>
                <a:pt x="757820" y="272072"/>
              </a:lnTo>
              <a:lnTo>
                <a:pt x="757820" y="392218"/>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4170A9-FB0E-4EF2-8297-A3C38F4045DC}">
      <dsp:nvSpPr>
        <dsp:cNvPr id="0" name=""/>
        <dsp:cNvSpPr/>
      </dsp:nvSpPr>
      <dsp:spPr>
        <a:xfrm>
          <a:off x="1940279" y="2012810"/>
          <a:ext cx="784316" cy="392144"/>
        </a:xfrm>
        <a:custGeom>
          <a:avLst/>
          <a:gdLst/>
          <a:ahLst/>
          <a:cxnLst/>
          <a:rect l="0" t="0" r="0" b="0"/>
          <a:pathLst>
            <a:path>
              <a:moveTo>
                <a:pt x="784316" y="0"/>
              </a:moveTo>
              <a:lnTo>
                <a:pt x="784316" y="271998"/>
              </a:lnTo>
              <a:lnTo>
                <a:pt x="0" y="271998"/>
              </a:lnTo>
              <a:lnTo>
                <a:pt x="0" y="392144"/>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45C91A1-A1A1-476F-A03E-43283293FB74}">
      <dsp:nvSpPr>
        <dsp:cNvPr id="0" name=""/>
        <dsp:cNvSpPr/>
      </dsp:nvSpPr>
      <dsp:spPr>
        <a:xfrm>
          <a:off x="2724595" y="827030"/>
          <a:ext cx="1989660" cy="362233"/>
        </a:xfrm>
        <a:custGeom>
          <a:avLst/>
          <a:gdLst/>
          <a:ahLst/>
          <a:cxnLst/>
          <a:rect l="0" t="0" r="0" b="0"/>
          <a:pathLst>
            <a:path>
              <a:moveTo>
                <a:pt x="1989660" y="0"/>
              </a:moveTo>
              <a:lnTo>
                <a:pt x="1989660" y="242087"/>
              </a:lnTo>
              <a:lnTo>
                <a:pt x="0" y="242087"/>
              </a:lnTo>
              <a:lnTo>
                <a:pt x="0" y="36223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BAE8CA3-B8D6-4296-B844-0134309CB6C2}">
      <dsp:nvSpPr>
        <dsp:cNvPr id="0" name=""/>
        <dsp:cNvSpPr/>
      </dsp:nvSpPr>
      <dsp:spPr>
        <a:xfrm>
          <a:off x="4065794" y="3483"/>
          <a:ext cx="1296924" cy="82354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65AC1DE0-9C94-45A4-A99E-8FA7E3144A05}">
      <dsp:nvSpPr>
        <dsp:cNvPr id="0" name=""/>
        <dsp:cNvSpPr/>
      </dsp:nvSpPr>
      <dsp:spPr>
        <a:xfrm>
          <a:off x="4209896" y="140381"/>
          <a:ext cx="1296924" cy="823547"/>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Fading Channel</a:t>
          </a:r>
          <a:endParaRPr lang="en-IN" sz="1600" kern="1200" dirty="0"/>
        </a:p>
      </dsp:txBody>
      <dsp:txXfrm>
        <a:off x="4234017" y="164502"/>
        <a:ext cx="1248682" cy="775305"/>
      </dsp:txXfrm>
    </dsp:sp>
    <dsp:sp modelId="{D3BD67A0-8F8C-4D8C-8EA6-7E502C07593A}">
      <dsp:nvSpPr>
        <dsp:cNvPr id="0" name=""/>
        <dsp:cNvSpPr/>
      </dsp:nvSpPr>
      <dsp:spPr>
        <a:xfrm>
          <a:off x="2076133" y="1189263"/>
          <a:ext cx="1296924" cy="823547"/>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E0DDF48C-22F7-48D5-8FC2-EC5814897F72}">
      <dsp:nvSpPr>
        <dsp:cNvPr id="0" name=""/>
        <dsp:cNvSpPr/>
      </dsp:nvSpPr>
      <dsp:spPr>
        <a:xfrm>
          <a:off x="2220235" y="1326161"/>
          <a:ext cx="1296924" cy="823547"/>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Large</a:t>
          </a:r>
          <a:r>
            <a:rPr lang="en-US" sz="1600" kern="1200" baseline="0" dirty="0"/>
            <a:t> scale fading</a:t>
          </a:r>
          <a:endParaRPr lang="en-IN" sz="1600" kern="1200" dirty="0"/>
        </a:p>
      </dsp:txBody>
      <dsp:txXfrm>
        <a:off x="2244356" y="1350282"/>
        <a:ext cx="1248682" cy="775305"/>
      </dsp:txXfrm>
    </dsp:sp>
    <dsp:sp modelId="{F4220045-40C1-46A9-8B78-E0BEEAFEAF6F}">
      <dsp:nvSpPr>
        <dsp:cNvPr id="0" name=""/>
        <dsp:cNvSpPr/>
      </dsp:nvSpPr>
      <dsp:spPr>
        <a:xfrm>
          <a:off x="1291816" y="2404955"/>
          <a:ext cx="1296924" cy="823547"/>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CBCB9B9-D740-4B3D-94DD-882F62D25147}">
      <dsp:nvSpPr>
        <dsp:cNvPr id="0" name=""/>
        <dsp:cNvSpPr/>
      </dsp:nvSpPr>
      <dsp:spPr>
        <a:xfrm>
          <a:off x="1435919" y="2541852"/>
          <a:ext cx="1296924" cy="823547"/>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Path</a:t>
          </a:r>
          <a:r>
            <a:rPr lang="en-US" sz="1600" kern="1200" baseline="0" dirty="0"/>
            <a:t> loss</a:t>
          </a:r>
          <a:endParaRPr lang="en-IN" sz="1600" kern="1200" dirty="0"/>
        </a:p>
      </dsp:txBody>
      <dsp:txXfrm>
        <a:off x="1460040" y="2565973"/>
        <a:ext cx="1248682" cy="775305"/>
      </dsp:txXfrm>
    </dsp:sp>
    <dsp:sp modelId="{54084B83-96FA-4826-BC1F-80B33153AE0D}">
      <dsp:nvSpPr>
        <dsp:cNvPr id="0" name=""/>
        <dsp:cNvSpPr/>
      </dsp:nvSpPr>
      <dsp:spPr>
        <a:xfrm>
          <a:off x="2833953" y="2405029"/>
          <a:ext cx="1296924" cy="823547"/>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5D289361-840F-42F0-85EA-1AA5B898BFE4}">
      <dsp:nvSpPr>
        <dsp:cNvPr id="0" name=""/>
        <dsp:cNvSpPr/>
      </dsp:nvSpPr>
      <dsp:spPr>
        <a:xfrm>
          <a:off x="2978056" y="2541926"/>
          <a:ext cx="1296924" cy="823547"/>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Shadowing</a:t>
          </a:r>
          <a:endParaRPr lang="en-IN" sz="1600" kern="1200" dirty="0"/>
        </a:p>
      </dsp:txBody>
      <dsp:txXfrm>
        <a:off x="3002177" y="2566047"/>
        <a:ext cx="1248682" cy="775305"/>
      </dsp:txXfrm>
    </dsp:sp>
    <dsp:sp modelId="{1EEDA68E-4032-4A1F-BF1D-101426E7DB81}">
      <dsp:nvSpPr>
        <dsp:cNvPr id="0" name=""/>
        <dsp:cNvSpPr/>
      </dsp:nvSpPr>
      <dsp:spPr>
        <a:xfrm>
          <a:off x="6047206" y="1204219"/>
          <a:ext cx="1296924" cy="823547"/>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7A85E1C-169D-426F-8F61-90F55355DF80}">
      <dsp:nvSpPr>
        <dsp:cNvPr id="0" name=""/>
        <dsp:cNvSpPr/>
      </dsp:nvSpPr>
      <dsp:spPr>
        <a:xfrm>
          <a:off x="6191309" y="1341116"/>
          <a:ext cx="1296924" cy="823547"/>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Small</a:t>
          </a:r>
          <a:r>
            <a:rPr lang="en-US" sz="1600" kern="1200" baseline="0" dirty="0"/>
            <a:t> scale fading</a:t>
          </a:r>
          <a:endParaRPr lang="en-IN" sz="1600" kern="1200" dirty="0"/>
        </a:p>
      </dsp:txBody>
      <dsp:txXfrm>
        <a:off x="6215430" y="1365237"/>
        <a:ext cx="1248682" cy="775305"/>
      </dsp:txXfrm>
    </dsp:sp>
    <dsp:sp modelId="{DB809359-4C8E-496F-8CF4-97D7FBCC1177}">
      <dsp:nvSpPr>
        <dsp:cNvPr id="0" name=""/>
        <dsp:cNvSpPr/>
      </dsp:nvSpPr>
      <dsp:spPr>
        <a:xfrm>
          <a:off x="4462076" y="2404955"/>
          <a:ext cx="1296924" cy="823547"/>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333B658-CF0A-4633-9540-D3FE8205A2AE}">
      <dsp:nvSpPr>
        <dsp:cNvPr id="0" name=""/>
        <dsp:cNvSpPr/>
      </dsp:nvSpPr>
      <dsp:spPr>
        <a:xfrm>
          <a:off x="4606179" y="2541852"/>
          <a:ext cx="1296924" cy="823547"/>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Multi-path fading</a:t>
          </a:r>
          <a:endParaRPr lang="en-IN" sz="1600" kern="1200" dirty="0"/>
        </a:p>
      </dsp:txBody>
      <dsp:txXfrm>
        <a:off x="4630300" y="2565973"/>
        <a:ext cx="1248682" cy="775305"/>
      </dsp:txXfrm>
    </dsp:sp>
    <dsp:sp modelId="{0F0F6E80-C693-4B74-8409-452A25CB2379}">
      <dsp:nvSpPr>
        <dsp:cNvPr id="0" name=""/>
        <dsp:cNvSpPr/>
      </dsp:nvSpPr>
      <dsp:spPr>
        <a:xfrm>
          <a:off x="3669511" y="3605690"/>
          <a:ext cx="1296924" cy="823547"/>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EA53C7E4-D9D2-4F3E-83D4-76C10D63BD80}">
      <dsp:nvSpPr>
        <dsp:cNvPr id="0" name=""/>
        <dsp:cNvSpPr/>
      </dsp:nvSpPr>
      <dsp:spPr>
        <a:xfrm>
          <a:off x="3813614" y="3742588"/>
          <a:ext cx="1296924" cy="823547"/>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Frequency selective fading</a:t>
          </a:r>
          <a:endParaRPr lang="en-IN" sz="1600" kern="1200" dirty="0"/>
        </a:p>
      </dsp:txBody>
      <dsp:txXfrm>
        <a:off x="3837735" y="3766709"/>
        <a:ext cx="1248682" cy="775305"/>
      </dsp:txXfrm>
    </dsp:sp>
    <dsp:sp modelId="{A4FCB587-53C8-4801-9E57-F5457A8FD5E2}">
      <dsp:nvSpPr>
        <dsp:cNvPr id="0" name=""/>
        <dsp:cNvSpPr/>
      </dsp:nvSpPr>
      <dsp:spPr>
        <a:xfrm>
          <a:off x="5254641" y="3605690"/>
          <a:ext cx="1296924" cy="823547"/>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BCF92B0-5B33-41E0-A2BB-E9F9D289D24B}">
      <dsp:nvSpPr>
        <dsp:cNvPr id="0" name=""/>
        <dsp:cNvSpPr/>
      </dsp:nvSpPr>
      <dsp:spPr>
        <a:xfrm>
          <a:off x="5398744" y="3742588"/>
          <a:ext cx="1296924" cy="823547"/>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Flat fading</a:t>
          </a:r>
          <a:endParaRPr lang="en-IN" sz="1600" kern="1200" dirty="0"/>
        </a:p>
      </dsp:txBody>
      <dsp:txXfrm>
        <a:off x="5422865" y="3766709"/>
        <a:ext cx="1248682" cy="775305"/>
      </dsp:txXfrm>
    </dsp:sp>
    <dsp:sp modelId="{6BD447D5-AA05-413E-9415-3FDB395B63B1}">
      <dsp:nvSpPr>
        <dsp:cNvPr id="0" name=""/>
        <dsp:cNvSpPr/>
      </dsp:nvSpPr>
      <dsp:spPr>
        <a:xfrm>
          <a:off x="7632336" y="2404955"/>
          <a:ext cx="1296924" cy="823547"/>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79299E96-7DED-47DA-A56A-0909F8E6D374}">
      <dsp:nvSpPr>
        <dsp:cNvPr id="0" name=""/>
        <dsp:cNvSpPr/>
      </dsp:nvSpPr>
      <dsp:spPr>
        <a:xfrm>
          <a:off x="7776438" y="2541852"/>
          <a:ext cx="1296924" cy="823547"/>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Time variance</a:t>
          </a:r>
          <a:endParaRPr lang="en-IN" sz="1600" kern="1200" dirty="0"/>
        </a:p>
      </dsp:txBody>
      <dsp:txXfrm>
        <a:off x="7800559" y="2565973"/>
        <a:ext cx="1248682" cy="775305"/>
      </dsp:txXfrm>
    </dsp:sp>
    <dsp:sp modelId="{67832215-7754-41F3-A8EF-B6FFF8497FD0}">
      <dsp:nvSpPr>
        <dsp:cNvPr id="0" name=""/>
        <dsp:cNvSpPr/>
      </dsp:nvSpPr>
      <dsp:spPr>
        <a:xfrm>
          <a:off x="6839771" y="3605690"/>
          <a:ext cx="1296924" cy="823547"/>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C5080469-75F0-48D0-9E57-1375401E7C80}">
      <dsp:nvSpPr>
        <dsp:cNvPr id="0" name=""/>
        <dsp:cNvSpPr/>
      </dsp:nvSpPr>
      <dsp:spPr>
        <a:xfrm>
          <a:off x="6983873" y="3742588"/>
          <a:ext cx="1296924" cy="823547"/>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Fast fading</a:t>
          </a:r>
          <a:endParaRPr lang="en-IN" sz="1600" kern="1200" dirty="0"/>
        </a:p>
      </dsp:txBody>
      <dsp:txXfrm>
        <a:off x="7007994" y="3766709"/>
        <a:ext cx="1248682" cy="775305"/>
      </dsp:txXfrm>
    </dsp:sp>
    <dsp:sp modelId="{D9D6A3A0-15F0-4F09-A7A6-681A7B0E7C3A}">
      <dsp:nvSpPr>
        <dsp:cNvPr id="0" name=""/>
        <dsp:cNvSpPr/>
      </dsp:nvSpPr>
      <dsp:spPr>
        <a:xfrm>
          <a:off x="8424901" y="3605690"/>
          <a:ext cx="1296924" cy="823547"/>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3E7C1B65-9D37-42A7-B131-195C19F0B692}">
      <dsp:nvSpPr>
        <dsp:cNvPr id="0" name=""/>
        <dsp:cNvSpPr/>
      </dsp:nvSpPr>
      <dsp:spPr>
        <a:xfrm>
          <a:off x="8569003" y="3742588"/>
          <a:ext cx="1296924" cy="823547"/>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Slow fading</a:t>
          </a:r>
          <a:endParaRPr lang="en-IN" sz="1600" kern="1200" dirty="0"/>
        </a:p>
      </dsp:txBody>
      <dsp:txXfrm>
        <a:off x="8593124" y="3766709"/>
        <a:ext cx="1248682" cy="77530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PlaceHolder 1"/>
          <p:cNvSpPr>
            <a:spLocks noGrp="1"/>
          </p:cNvSpPr>
          <p:nvPr>
            <p:ph type="sldImg"/>
          </p:nvPr>
        </p:nvSpPr>
        <p:spPr>
          <a:xfrm>
            <a:off x="216000" y="812520"/>
            <a:ext cx="7127280" cy="4008960"/>
          </a:xfrm>
          <a:prstGeom prst="rect">
            <a:avLst/>
          </a:prstGeom>
        </p:spPr>
        <p:txBody>
          <a:bodyPr lIns="0" rIns="0" tIns="0" bIns="0" anchor="ctr">
            <a:noAutofit/>
          </a:bodyPr>
          <a:p>
            <a:r>
              <a:rPr b="0" lang="de-DE" sz="1800" spc="-1" strike="noStrike">
                <a:solidFill>
                  <a:srgbClr val="ffffff"/>
                </a:solidFill>
                <a:latin typeface="Arial"/>
              </a:rPr>
              <a:t>Click to move the slide</a:t>
            </a:r>
            <a:endParaRPr b="0" lang="de-DE" sz="1800" spc="-1" strike="noStrike">
              <a:solidFill>
                <a:srgbClr val="ffffff"/>
              </a:solidFill>
              <a:latin typeface="Arial"/>
            </a:endParaRPr>
          </a:p>
        </p:txBody>
      </p:sp>
      <p:sp>
        <p:nvSpPr>
          <p:cNvPr id="469" name="PlaceHolder 2"/>
          <p:cNvSpPr>
            <a:spLocks noGrp="1"/>
          </p:cNvSpPr>
          <p:nvPr>
            <p:ph type="body"/>
          </p:nvPr>
        </p:nvSpPr>
        <p:spPr>
          <a:xfrm>
            <a:off x="756000" y="5078520"/>
            <a:ext cx="6047640" cy="4811040"/>
          </a:xfrm>
          <a:prstGeom prst="rect">
            <a:avLst/>
          </a:prstGeom>
        </p:spPr>
        <p:txBody>
          <a:bodyPr lIns="0" rIns="0" tIns="0" bIns="0">
            <a:noAutofit/>
          </a:bodyPr>
          <a:p>
            <a:r>
              <a:rPr b="0" lang="en-IN" sz="2000" spc="-1" strike="noStrike">
                <a:latin typeface="Arial"/>
              </a:rPr>
              <a:t>Click to edit the notes format</a:t>
            </a:r>
            <a:endParaRPr b="0" lang="en-IN" sz="2000" spc="-1" strike="noStrike">
              <a:latin typeface="Arial"/>
            </a:endParaRPr>
          </a:p>
        </p:txBody>
      </p:sp>
      <p:sp>
        <p:nvSpPr>
          <p:cNvPr id="470" name="PlaceHolder 3"/>
          <p:cNvSpPr>
            <a:spLocks noGrp="1"/>
          </p:cNvSpPr>
          <p:nvPr>
            <p:ph type="hdr"/>
          </p:nvPr>
        </p:nvSpPr>
        <p:spPr>
          <a:xfrm>
            <a:off x="0" y="0"/>
            <a:ext cx="3280680" cy="534240"/>
          </a:xfrm>
          <a:prstGeom prst="rect">
            <a:avLst/>
          </a:prstGeom>
        </p:spPr>
        <p:txBody>
          <a:bodyPr lIns="0" rIns="0" tIns="0" bIns="0">
            <a:noAutofit/>
          </a:bodyPr>
          <a:p>
            <a:r>
              <a:rPr b="0" lang="en-IN" sz="1400" spc="-1" strike="noStrike">
                <a:latin typeface="Times New Roman"/>
              </a:rPr>
              <a:t>&lt;header&gt;</a:t>
            </a:r>
            <a:endParaRPr b="0" lang="en-IN" sz="1400" spc="-1" strike="noStrike">
              <a:latin typeface="Times New Roman"/>
            </a:endParaRPr>
          </a:p>
        </p:txBody>
      </p:sp>
      <p:sp>
        <p:nvSpPr>
          <p:cNvPr id="471" name="PlaceHolder 4"/>
          <p:cNvSpPr>
            <a:spLocks noGrp="1"/>
          </p:cNvSpPr>
          <p:nvPr>
            <p:ph type="dt"/>
          </p:nvPr>
        </p:nvSpPr>
        <p:spPr>
          <a:xfrm>
            <a:off x="4278960" y="0"/>
            <a:ext cx="3280680" cy="534240"/>
          </a:xfrm>
          <a:prstGeom prst="rect">
            <a:avLst/>
          </a:prstGeom>
        </p:spPr>
        <p:txBody>
          <a:bodyPr lIns="0" rIns="0" tIns="0" bIns="0">
            <a:noAutofit/>
          </a:bodyPr>
          <a:p>
            <a:pPr algn="r"/>
            <a:r>
              <a:rPr b="0" lang="en-IN" sz="1400" spc="-1" strike="noStrike">
                <a:latin typeface="Times New Roman"/>
              </a:rPr>
              <a:t>&lt;date/time&gt;</a:t>
            </a:r>
            <a:endParaRPr b="0" lang="en-IN" sz="1400" spc="-1" strike="noStrike">
              <a:latin typeface="Times New Roman"/>
            </a:endParaRPr>
          </a:p>
        </p:txBody>
      </p:sp>
      <p:sp>
        <p:nvSpPr>
          <p:cNvPr id="472" name="PlaceHolder 5"/>
          <p:cNvSpPr>
            <a:spLocks noGrp="1"/>
          </p:cNvSpPr>
          <p:nvPr>
            <p:ph type="ftr"/>
          </p:nvPr>
        </p:nvSpPr>
        <p:spPr>
          <a:xfrm>
            <a:off x="0" y="10157400"/>
            <a:ext cx="3280680" cy="534240"/>
          </a:xfrm>
          <a:prstGeom prst="rect">
            <a:avLst/>
          </a:prstGeom>
        </p:spPr>
        <p:txBody>
          <a:bodyPr lIns="0" rIns="0" tIns="0" bIns="0" anchor="b">
            <a:noAutofit/>
          </a:bodyPr>
          <a:p>
            <a:r>
              <a:rPr b="0" lang="en-IN" sz="1400" spc="-1" strike="noStrike">
                <a:latin typeface="Times New Roman"/>
              </a:rPr>
              <a:t>&lt;footer&gt;</a:t>
            </a:r>
            <a:endParaRPr b="0" lang="en-IN" sz="1400" spc="-1" strike="noStrike">
              <a:latin typeface="Times New Roman"/>
            </a:endParaRPr>
          </a:p>
        </p:txBody>
      </p:sp>
      <p:sp>
        <p:nvSpPr>
          <p:cNvPr id="473"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77724CC8-E307-4CBD-8679-0010CE2F64F2}" type="slidenum">
              <a:rPr b="0" lang="en-IN" sz="1400" spc="-1" strike="noStrike">
                <a:latin typeface="Times New Roman"/>
              </a:rPr>
              <a:t>&lt;number&gt;</a:t>
            </a:fld>
            <a:endParaRPr b="0" lang="en-IN"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8" name="PlaceHolder 1"/>
          <p:cNvSpPr>
            <a:spLocks noGrp="1"/>
          </p:cNvSpPr>
          <p:nvPr>
            <p:ph type="sldImg"/>
          </p:nvPr>
        </p:nvSpPr>
        <p:spPr>
          <a:xfrm>
            <a:off x="685800" y="1143000"/>
            <a:ext cx="5486040" cy="3085920"/>
          </a:xfrm>
          <a:prstGeom prst="rect">
            <a:avLst/>
          </a:prstGeom>
        </p:spPr>
      </p:sp>
      <p:sp>
        <p:nvSpPr>
          <p:cNvPr id="569" name="PlaceHolder 2"/>
          <p:cNvSpPr>
            <a:spLocks noGrp="1"/>
          </p:cNvSpPr>
          <p:nvPr>
            <p:ph type="body"/>
          </p:nvPr>
        </p:nvSpPr>
        <p:spPr>
          <a:xfrm>
            <a:off x="685800" y="4400640"/>
            <a:ext cx="5486040" cy="3600000"/>
          </a:xfrm>
          <a:prstGeom prst="rect">
            <a:avLst/>
          </a:prstGeom>
        </p:spPr>
        <p:txBody>
          <a:bodyPr>
            <a:noAutofit/>
          </a:bodyPr>
          <a:p>
            <a:endParaRPr b="0" lang="en-IN" sz="2000" spc="-1" strike="noStrike">
              <a:latin typeface="Arial"/>
            </a:endParaRPr>
          </a:p>
        </p:txBody>
      </p:sp>
      <p:sp>
        <p:nvSpPr>
          <p:cNvPr id="570" name="TextShape 3"/>
          <p:cNvSpPr txBox="1"/>
          <p:nvPr/>
        </p:nvSpPr>
        <p:spPr>
          <a:xfrm>
            <a:off x="3884760" y="8685360"/>
            <a:ext cx="2971440" cy="458280"/>
          </a:xfrm>
          <a:prstGeom prst="rect">
            <a:avLst/>
          </a:prstGeom>
          <a:noFill/>
          <a:ln>
            <a:noFill/>
          </a:ln>
        </p:spPr>
        <p:txBody>
          <a:bodyPr anchor="b">
            <a:noAutofit/>
          </a:bodyPr>
          <a:p>
            <a:pPr algn="r">
              <a:lnSpc>
                <a:spcPct val="100000"/>
              </a:lnSpc>
            </a:pPr>
            <a:fld id="{CD13E458-406C-4DCB-A112-0A84A60CAFA1}" type="slidenum">
              <a:rPr b="0" lang="en-IN" sz="1200" spc="-1" strike="noStrike">
                <a:latin typeface="Times New Roman"/>
              </a:rPr>
              <a:t>&lt;number&gt;</a:t>
            </a:fld>
            <a:endParaRPr b="0" lang="en-IN"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4"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125" name="PlaceHolder 2"/>
          <p:cNvSpPr>
            <a:spLocks noGrp="1"/>
          </p:cNvSpPr>
          <p:nvPr>
            <p:ph type="subTitle"/>
          </p:nvPr>
        </p:nvSpPr>
        <p:spPr>
          <a:xfrm>
            <a:off x="518400" y="1631160"/>
            <a:ext cx="11157480" cy="4569120"/>
          </a:xfrm>
          <a:prstGeom prst="rect">
            <a:avLst/>
          </a:prstGeom>
        </p:spPr>
        <p:txBody>
          <a:bodyPr lIns="0" rIns="0" tIns="0" bIns="0" anchor="ctr">
            <a:spAutoFit/>
          </a:bodyPr>
          <a:p>
            <a:pPr algn="ctr"/>
            <a:endParaRPr b="0" lang="en-IN"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127" name="PlaceHolder 2"/>
          <p:cNvSpPr>
            <a:spLocks noGrp="1"/>
          </p:cNvSpPr>
          <p:nvPr>
            <p:ph type="body"/>
          </p:nvPr>
        </p:nvSpPr>
        <p:spPr>
          <a:xfrm>
            <a:off x="518400" y="1631160"/>
            <a:ext cx="11157480" cy="456912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8"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129" name="PlaceHolder 2"/>
          <p:cNvSpPr>
            <a:spLocks noGrp="1"/>
          </p:cNvSpPr>
          <p:nvPr>
            <p:ph type="body"/>
          </p:nvPr>
        </p:nvSpPr>
        <p:spPr>
          <a:xfrm>
            <a:off x="518400" y="1631160"/>
            <a:ext cx="5444640" cy="4569120"/>
          </a:xfrm>
          <a:prstGeom prst="rect">
            <a:avLst/>
          </a:prstGeom>
        </p:spPr>
        <p:txBody>
          <a:bodyPr lIns="0" rIns="0" tIns="0" bIns="0">
            <a:normAutofit/>
          </a:bodyPr>
          <a:p>
            <a:endParaRPr b="0" lang="de-DE" sz="1600" spc="-1" strike="noStrike">
              <a:solidFill>
                <a:srgbClr val="000000"/>
              </a:solidFill>
              <a:latin typeface="Arial"/>
            </a:endParaRPr>
          </a:p>
        </p:txBody>
      </p:sp>
      <p:sp>
        <p:nvSpPr>
          <p:cNvPr id="130" name="PlaceHolder 3"/>
          <p:cNvSpPr>
            <a:spLocks noGrp="1"/>
          </p:cNvSpPr>
          <p:nvPr>
            <p:ph type="body"/>
          </p:nvPr>
        </p:nvSpPr>
        <p:spPr>
          <a:xfrm>
            <a:off x="6235560" y="1631160"/>
            <a:ext cx="5444640" cy="456912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1"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2" name="PlaceHolder 1"/>
          <p:cNvSpPr>
            <a:spLocks noGrp="1"/>
          </p:cNvSpPr>
          <p:nvPr>
            <p:ph type="subTitle"/>
          </p:nvPr>
        </p:nvSpPr>
        <p:spPr>
          <a:xfrm>
            <a:off x="518400" y="301320"/>
            <a:ext cx="6843960" cy="1539720"/>
          </a:xfrm>
          <a:prstGeom prst="rect">
            <a:avLst/>
          </a:prstGeom>
        </p:spPr>
        <p:txBody>
          <a:bodyPr lIns="0" rIns="0" tIns="0" bIns="0" anchor="ctr">
            <a:spAutoFit/>
          </a:bodyPr>
          <a:p>
            <a:pPr algn="ctr"/>
            <a:endParaRPr b="0" lang="en-IN"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3"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134" name="PlaceHolder 2"/>
          <p:cNvSpPr>
            <a:spLocks noGrp="1"/>
          </p:cNvSpPr>
          <p:nvPr>
            <p:ph type="body"/>
          </p:nvPr>
        </p:nvSpPr>
        <p:spPr>
          <a:xfrm>
            <a:off x="51840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135" name="PlaceHolder 3"/>
          <p:cNvSpPr>
            <a:spLocks noGrp="1"/>
          </p:cNvSpPr>
          <p:nvPr>
            <p:ph type="body"/>
          </p:nvPr>
        </p:nvSpPr>
        <p:spPr>
          <a:xfrm>
            <a:off x="6235560" y="1631160"/>
            <a:ext cx="5444640" cy="4569120"/>
          </a:xfrm>
          <a:prstGeom prst="rect">
            <a:avLst/>
          </a:prstGeom>
        </p:spPr>
        <p:txBody>
          <a:bodyPr lIns="0" rIns="0" tIns="0" bIns="0">
            <a:normAutofit/>
          </a:bodyPr>
          <a:p>
            <a:endParaRPr b="0" lang="de-DE" sz="1600" spc="-1" strike="noStrike">
              <a:solidFill>
                <a:srgbClr val="000000"/>
              </a:solidFill>
              <a:latin typeface="Arial"/>
            </a:endParaRPr>
          </a:p>
        </p:txBody>
      </p:sp>
      <p:sp>
        <p:nvSpPr>
          <p:cNvPr id="136" name="PlaceHolder 4"/>
          <p:cNvSpPr>
            <a:spLocks noGrp="1"/>
          </p:cNvSpPr>
          <p:nvPr>
            <p:ph type="body"/>
          </p:nvPr>
        </p:nvSpPr>
        <p:spPr>
          <a:xfrm>
            <a:off x="518400" y="40179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138" name="PlaceHolder 2"/>
          <p:cNvSpPr>
            <a:spLocks noGrp="1"/>
          </p:cNvSpPr>
          <p:nvPr>
            <p:ph type="body"/>
          </p:nvPr>
        </p:nvSpPr>
        <p:spPr>
          <a:xfrm>
            <a:off x="518400" y="1631160"/>
            <a:ext cx="5444640" cy="4569120"/>
          </a:xfrm>
          <a:prstGeom prst="rect">
            <a:avLst/>
          </a:prstGeom>
        </p:spPr>
        <p:txBody>
          <a:bodyPr lIns="0" rIns="0" tIns="0" bIns="0">
            <a:normAutofit/>
          </a:bodyPr>
          <a:p>
            <a:endParaRPr b="0" lang="de-DE" sz="1600" spc="-1" strike="noStrike">
              <a:solidFill>
                <a:srgbClr val="000000"/>
              </a:solidFill>
              <a:latin typeface="Arial"/>
            </a:endParaRPr>
          </a:p>
        </p:txBody>
      </p:sp>
      <p:sp>
        <p:nvSpPr>
          <p:cNvPr id="139" name="PlaceHolder 3"/>
          <p:cNvSpPr>
            <a:spLocks noGrp="1"/>
          </p:cNvSpPr>
          <p:nvPr>
            <p:ph type="body"/>
          </p:nvPr>
        </p:nvSpPr>
        <p:spPr>
          <a:xfrm>
            <a:off x="623556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140" name="PlaceHolder 4"/>
          <p:cNvSpPr>
            <a:spLocks noGrp="1"/>
          </p:cNvSpPr>
          <p:nvPr>
            <p:ph type="body"/>
          </p:nvPr>
        </p:nvSpPr>
        <p:spPr>
          <a:xfrm>
            <a:off x="6235560" y="40179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142" name="PlaceHolder 2"/>
          <p:cNvSpPr>
            <a:spLocks noGrp="1"/>
          </p:cNvSpPr>
          <p:nvPr>
            <p:ph type="body"/>
          </p:nvPr>
        </p:nvSpPr>
        <p:spPr>
          <a:xfrm>
            <a:off x="51840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143" name="PlaceHolder 3"/>
          <p:cNvSpPr>
            <a:spLocks noGrp="1"/>
          </p:cNvSpPr>
          <p:nvPr>
            <p:ph type="body"/>
          </p:nvPr>
        </p:nvSpPr>
        <p:spPr>
          <a:xfrm>
            <a:off x="623556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144" name="PlaceHolder 4"/>
          <p:cNvSpPr>
            <a:spLocks noGrp="1"/>
          </p:cNvSpPr>
          <p:nvPr>
            <p:ph type="body"/>
          </p:nvPr>
        </p:nvSpPr>
        <p:spPr>
          <a:xfrm>
            <a:off x="518400" y="4017960"/>
            <a:ext cx="1115748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146" name="PlaceHolder 2"/>
          <p:cNvSpPr>
            <a:spLocks noGrp="1"/>
          </p:cNvSpPr>
          <p:nvPr>
            <p:ph type="body"/>
          </p:nvPr>
        </p:nvSpPr>
        <p:spPr>
          <a:xfrm>
            <a:off x="518400" y="1631160"/>
            <a:ext cx="1115748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147" name="PlaceHolder 3"/>
          <p:cNvSpPr>
            <a:spLocks noGrp="1"/>
          </p:cNvSpPr>
          <p:nvPr>
            <p:ph type="body"/>
          </p:nvPr>
        </p:nvSpPr>
        <p:spPr>
          <a:xfrm>
            <a:off x="518400" y="4017960"/>
            <a:ext cx="1115748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149" name="PlaceHolder 2"/>
          <p:cNvSpPr>
            <a:spLocks noGrp="1"/>
          </p:cNvSpPr>
          <p:nvPr>
            <p:ph type="body"/>
          </p:nvPr>
        </p:nvSpPr>
        <p:spPr>
          <a:xfrm>
            <a:off x="51840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150" name="PlaceHolder 3"/>
          <p:cNvSpPr>
            <a:spLocks noGrp="1"/>
          </p:cNvSpPr>
          <p:nvPr>
            <p:ph type="body"/>
          </p:nvPr>
        </p:nvSpPr>
        <p:spPr>
          <a:xfrm>
            <a:off x="623556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151" name="PlaceHolder 4"/>
          <p:cNvSpPr>
            <a:spLocks noGrp="1"/>
          </p:cNvSpPr>
          <p:nvPr>
            <p:ph type="body"/>
          </p:nvPr>
        </p:nvSpPr>
        <p:spPr>
          <a:xfrm>
            <a:off x="518400" y="40179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152" name="PlaceHolder 5"/>
          <p:cNvSpPr>
            <a:spLocks noGrp="1"/>
          </p:cNvSpPr>
          <p:nvPr>
            <p:ph type="body"/>
          </p:nvPr>
        </p:nvSpPr>
        <p:spPr>
          <a:xfrm>
            <a:off x="6235560" y="40179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154" name="PlaceHolder 2"/>
          <p:cNvSpPr>
            <a:spLocks noGrp="1"/>
          </p:cNvSpPr>
          <p:nvPr>
            <p:ph type="body"/>
          </p:nvPr>
        </p:nvSpPr>
        <p:spPr>
          <a:xfrm>
            <a:off x="518400" y="16311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155" name="PlaceHolder 3"/>
          <p:cNvSpPr>
            <a:spLocks noGrp="1"/>
          </p:cNvSpPr>
          <p:nvPr>
            <p:ph type="body"/>
          </p:nvPr>
        </p:nvSpPr>
        <p:spPr>
          <a:xfrm>
            <a:off x="4290840" y="16311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156" name="PlaceHolder 4"/>
          <p:cNvSpPr>
            <a:spLocks noGrp="1"/>
          </p:cNvSpPr>
          <p:nvPr>
            <p:ph type="body"/>
          </p:nvPr>
        </p:nvSpPr>
        <p:spPr>
          <a:xfrm>
            <a:off x="8063280" y="16311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157" name="PlaceHolder 5"/>
          <p:cNvSpPr>
            <a:spLocks noGrp="1"/>
          </p:cNvSpPr>
          <p:nvPr>
            <p:ph type="body"/>
          </p:nvPr>
        </p:nvSpPr>
        <p:spPr>
          <a:xfrm>
            <a:off x="518400" y="40179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158" name="PlaceHolder 6"/>
          <p:cNvSpPr>
            <a:spLocks noGrp="1"/>
          </p:cNvSpPr>
          <p:nvPr>
            <p:ph type="body"/>
          </p:nvPr>
        </p:nvSpPr>
        <p:spPr>
          <a:xfrm>
            <a:off x="4290840" y="40179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159" name="PlaceHolder 7"/>
          <p:cNvSpPr>
            <a:spLocks noGrp="1"/>
          </p:cNvSpPr>
          <p:nvPr>
            <p:ph type="body"/>
          </p:nvPr>
        </p:nvSpPr>
        <p:spPr>
          <a:xfrm>
            <a:off x="8063280" y="40179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00"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201" name="PlaceHolder 2"/>
          <p:cNvSpPr>
            <a:spLocks noGrp="1"/>
          </p:cNvSpPr>
          <p:nvPr>
            <p:ph type="subTitle"/>
          </p:nvPr>
        </p:nvSpPr>
        <p:spPr>
          <a:xfrm>
            <a:off x="518400" y="1631160"/>
            <a:ext cx="11157480" cy="4569120"/>
          </a:xfrm>
          <a:prstGeom prst="rect">
            <a:avLst/>
          </a:prstGeom>
        </p:spPr>
        <p:txBody>
          <a:bodyPr lIns="0" rIns="0" tIns="0" bIns="0" anchor="ctr">
            <a:spAutoFit/>
          </a:bodyPr>
          <a:p>
            <a:pPr algn="ctr"/>
            <a:endParaRPr b="0" lang="en-IN"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02"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203" name="PlaceHolder 2"/>
          <p:cNvSpPr>
            <a:spLocks noGrp="1"/>
          </p:cNvSpPr>
          <p:nvPr>
            <p:ph type="body"/>
          </p:nvPr>
        </p:nvSpPr>
        <p:spPr>
          <a:xfrm>
            <a:off x="518400" y="1631160"/>
            <a:ext cx="11157480" cy="456912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04"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205" name="PlaceHolder 2"/>
          <p:cNvSpPr>
            <a:spLocks noGrp="1"/>
          </p:cNvSpPr>
          <p:nvPr>
            <p:ph type="body"/>
          </p:nvPr>
        </p:nvSpPr>
        <p:spPr>
          <a:xfrm>
            <a:off x="518400" y="1631160"/>
            <a:ext cx="5444640" cy="4569120"/>
          </a:xfrm>
          <a:prstGeom prst="rect">
            <a:avLst/>
          </a:prstGeom>
        </p:spPr>
        <p:txBody>
          <a:bodyPr lIns="0" rIns="0" tIns="0" bIns="0">
            <a:normAutofit/>
          </a:bodyPr>
          <a:p>
            <a:endParaRPr b="0" lang="de-DE" sz="1600" spc="-1" strike="noStrike">
              <a:solidFill>
                <a:srgbClr val="000000"/>
              </a:solidFill>
              <a:latin typeface="Arial"/>
            </a:endParaRPr>
          </a:p>
        </p:txBody>
      </p:sp>
      <p:sp>
        <p:nvSpPr>
          <p:cNvPr id="206" name="PlaceHolder 3"/>
          <p:cNvSpPr>
            <a:spLocks noGrp="1"/>
          </p:cNvSpPr>
          <p:nvPr>
            <p:ph type="body"/>
          </p:nvPr>
        </p:nvSpPr>
        <p:spPr>
          <a:xfrm>
            <a:off x="6235560" y="1631160"/>
            <a:ext cx="5444640" cy="456912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7"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08" name="PlaceHolder 1"/>
          <p:cNvSpPr>
            <a:spLocks noGrp="1"/>
          </p:cNvSpPr>
          <p:nvPr>
            <p:ph type="subTitle"/>
          </p:nvPr>
        </p:nvSpPr>
        <p:spPr>
          <a:xfrm>
            <a:off x="518400" y="301320"/>
            <a:ext cx="6843960" cy="1539720"/>
          </a:xfrm>
          <a:prstGeom prst="rect">
            <a:avLst/>
          </a:prstGeom>
        </p:spPr>
        <p:txBody>
          <a:bodyPr lIns="0" rIns="0" tIns="0" bIns="0" anchor="ctr">
            <a:spAutoFit/>
          </a:bodyPr>
          <a:p>
            <a:pPr algn="ctr"/>
            <a:endParaRPr b="0" lang="en-IN"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9"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210" name="PlaceHolder 2"/>
          <p:cNvSpPr>
            <a:spLocks noGrp="1"/>
          </p:cNvSpPr>
          <p:nvPr>
            <p:ph type="body"/>
          </p:nvPr>
        </p:nvSpPr>
        <p:spPr>
          <a:xfrm>
            <a:off x="51840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211" name="PlaceHolder 3"/>
          <p:cNvSpPr>
            <a:spLocks noGrp="1"/>
          </p:cNvSpPr>
          <p:nvPr>
            <p:ph type="body"/>
          </p:nvPr>
        </p:nvSpPr>
        <p:spPr>
          <a:xfrm>
            <a:off x="6235560" y="1631160"/>
            <a:ext cx="5444640" cy="4569120"/>
          </a:xfrm>
          <a:prstGeom prst="rect">
            <a:avLst/>
          </a:prstGeom>
        </p:spPr>
        <p:txBody>
          <a:bodyPr lIns="0" rIns="0" tIns="0" bIns="0">
            <a:normAutofit/>
          </a:bodyPr>
          <a:p>
            <a:endParaRPr b="0" lang="de-DE" sz="1600" spc="-1" strike="noStrike">
              <a:solidFill>
                <a:srgbClr val="000000"/>
              </a:solidFill>
              <a:latin typeface="Arial"/>
            </a:endParaRPr>
          </a:p>
        </p:txBody>
      </p:sp>
      <p:sp>
        <p:nvSpPr>
          <p:cNvPr id="212" name="PlaceHolder 4"/>
          <p:cNvSpPr>
            <a:spLocks noGrp="1"/>
          </p:cNvSpPr>
          <p:nvPr>
            <p:ph type="body"/>
          </p:nvPr>
        </p:nvSpPr>
        <p:spPr>
          <a:xfrm>
            <a:off x="518400" y="40179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3"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214" name="PlaceHolder 2"/>
          <p:cNvSpPr>
            <a:spLocks noGrp="1"/>
          </p:cNvSpPr>
          <p:nvPr>
            <p:ph type="body"/>
          </p:nvPr>
        </p:nvSpPr>
        <p:spPr>
          <a:xfrm>
            <a:off x="518400" y="1631160"/>
            <a:ext cx="5444640" cy="4569120"/>
          </a:xfrm>
          <a:prstGeom prst="rect">
            <a:avLst/>
          </a:prstGeom>
        </p:spPr>
        <p:txBody>
          <a:bodyPr lIns="0" rIns="0" tIns="0" bIns="0">
            <a:normAutofit/>
          </a:bodyPr>
          <a:p>
            <a:endParaRPr b="0" lang="de-DE" sz="1600" spc="-1" strike="noStrike">
              <a:solidFill>
                <a:srgbClr val="000000"/>
              </a:solidFill>
              <a:latin typeface="Arial"/>
            </a:endParaRPr>
          </a:p>
        </p:txBody>
      </p:sp>
      <p:sp>
        <p:nvSpPr>
          <p:cNvPr id="215" name="PlaceHolder 3"/>
          <p:cNvSpPr>
            <a:spLocks noGrp="1"/>
          </p:cNvSpPr>
          <p:nvPr>
            <p:ph type="body"/>
          </p:nvPr>
        </p:nvSpPr>
        <p:spPr>
          <a:xfrm>
            <a:off x="623556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216" name="PlaceHolder 4"/>
          <p:cNvSpPr>
            <a:spLocks noGrp="1"/>
          </p:cNvSpPr>
          <p:nvPr>
            <p:ph type="body"/>
          </p:nvPr>
        </p:nvSpPr>
        <p:spPr>
          <a:xfrm>
            <a:off x="6235560" y="40179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7"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218" name="PlaceHolder 2"/>
          <p:cNvSpPr>
            <a:spLocks noGrp="1"/>
          </p:cNvSpPr>
          <p:nvPr>
            <p:ph type="body"/>
          </p:nvPr>
        </p:nvSpPr>
        <p:spPr>
          <a:xfrm>
            <a:off x="51840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219" name="PlaceHolder 3"/>
          <p:cNvSpPr>
            <a:spLocks noGrp="1"/>
          </p:cNvSpPr>
          <p:nvPr>
            <p:ph type="body"/>
          </p:nvPr>
        </p:nvSpPr>
        <p:spPr>
          <a:xfrm>
            <a:off x="623556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220" name="PlaceHolder 4"/>
          <p:cNvSpPr>
            <a:spLocks noGrp="1"/>
          </p:cNvSpPr>
          <p:nvPr>
            <p:ph type="body"/>
          </p:nvPr>
        </p:nvSpPr>
        <p:spPr>
          <a:xfrm>
            <a:off x="518400" y="4017960"/>
            <a:ext cx="1115748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21"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222" name="PlaceHolder 2"/>
          <p:cNvSpPr>
            <a:spLocks noGrp="1"/>
          </p:cNvSpPr>
          <p:nvPr>
            <p:ph type="body"/>
          </p:nvPr>
        </p:nvSpPr>
        <p:spPr>
          <a:xfrm>
            <a:off x="518400" y="1631160"/>
            <a:ext cx="1115748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223" name="PlaceHolder 3"/>
          <p:cNvSpPr>
            <a:spLocks noGrp="1"/>
          </p:cNvSpPr>
          <p:nvPr>
            <p:ph type="body"/>
          </p:nvPr>
        </p:nvSpPr>
        <p:spPr>
          <a:xfrm>
            <a:off x="518400" y="4017960"/>
            <a:ext cx="1115748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24"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225" name="PlaceHolder 2"/>
          <p:cNvSpPr>
            <a:spLocks noGrp="1"/>
          </p:cNvSpPr>
          <p:nvPr>
            <p:ph type="body"/>
          </p:nvPr>
        </p:nvSpPr>
        <p:spPr>
          <a:xfrm>
            <a:off x="51840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226" name="PlaceHolder 3"/>
          <p:cNvSpPr>
            <a:spLocks noGrp="1"/>
          </p:cNvSpPr>
          <p:nvPr>
            <p:ph type="body"/>
          </p:nvPr>
        </p:nvSpPr>
        <p:spPr>
          <a:xfrm>
            <a:off x="623556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227" name="PlaceHolder 4"/>
          <p:cNvSpPr>
            <a:spLocks noGrp="1"/>
          </p:cNvSpPr>
          <p:nvPr>
            <p:ph type="body"/>
          </p:nvPr>
        </p:nvSpPr>
        <p:spPr>
          <a:xfrm>
            <a:off x="518400" y="40179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228" name="PlaceHolder 5"/>
          <p:cNvSpPr>
            <a:spLocks noGrp="1"/>
          </p:cNvSpPr>
          <p:nvPr>
            <p:ph type="body"/>
          </p:nvPr>
        </p:nvSpPr>
        <p:spPr>
          <a:xfrm>
            <a:off x="6235560" y="40179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29"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230" name="PlaceHolder 2"/>
          <p:cNvSpPr>
            <a:spLocks noGrp="1"/>
          </p:cNvSpPr>
          <p:nvPr>
            <p:ph type="body"/>
          </p:nvPr>
        </p:nvSpPr>
        <p:spPr>
          <a:xfrm>
            <a:off x="518400" y="16311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231" name="PlaceHolder 3"/>
          <p:cNvSpPr>
            <a:spLocks noGrp="1"/>
          </p:cNvSpPr>
          <p:nvPr>
            <p:ph type="body"/>
          </p:nvPr>
        </p:nvSpPr>
        <p:spPr>
          <a:xfrm>
            <a:off x="4290840" y="16311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232" name="PlaceHolder 4"/>
          <p:cNvSpPr>
            <a:spLocks noGrp="1"/>
          </p:cNvSpPr>
          <p:nvPr>
            <p:ph type="body"/>
          </p:nvPr>
        </p:nvSpPr>
        <p:spPr>
          <a:xfrm>
            <a:off x="8063280" y="16311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233" name="PlaceHolder 5"/>
          <p:cNvSpPr>
            <a:spLocks noGrp="1"/>
          </p:cNvSpPr>
          <p:nvPr>
            <p:ph type="body"/>
          </p:nvPr>
        </p:nvSpPr>
        <p:spPr>
          <a:xfrm>
            <a:off x="518400" y="40179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234" name="PlaceHolder 6"/>
          <p:cNvSpPr>
            <a:spLocks noGrp="1"/>
          </p:cNvSpPr>
          <p:nvPr>
            <p:ph type="body"/>
          </p:nvPr>
        </p:nvSpPr>
        <p:spPr>
          <a:xfrm>
            <a:off x="4290840" y="40179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235" name="PlaceHolder 7"/>
          <p:cNvSpPr>
            <a:spLocks noGrp="1"/>
          </p:cNvSpPr>
          <p:nvPr>
            <p:ph type="body"/>
          </p:nvPr>
        </p:nvSpPr>
        <p:spPr>
          <a:xfrm>
            <a:off x="8063280" y="40179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78"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279" name="PlaceHolder 2"/>
          <p:cNvSpPr>
            <a:spLocks noGrp="1"/>
          </p:cNvSpPr>
          <p:nvPr>
            <p:ph type="subTitle"/>
          </p:nvPr>
        </p:nvSpPr>
        <p:spPr>
          <a:xfrm>
            <a:off x="518400" y="1631160"/>
            <a:ext cx="11157480" cy="4569120"/>
          </a:xfrm>
          <a:prstGeom prst="rect">
            <a:avLst/>
          </a:prstGeom>
        </p:spPr>
        <p:txBody>
          <a:bodyPr lIns="0" rIns="0" tIns="0" bIns="0" anchor="ctr">
            <a:spAutoFit/>
          </a:bodyPr>
          <a:p>
            <a:pPr algn="ctr"/>
            <a:endParaRPr b="0" lang="en-IN"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80"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281" name="PlaceHolder 2"/>
          <p:cNvSpPr>
            <a:spLocks noGrp="1"/>
          </p:cNvSpPr>
          <p:nvPr>
            <p:ph type="body"/>
          </p:nvPr>
        </p:nvSpPr>
        <p:spPr>
          <a:xfrm>
            <a:off x="518400" y="1631160"/>
            <a:ext cx="11157480" cy="456912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82"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283" name="PlaceHolder 2"/>
          <p:cNvSpPr>
            <a:spLocks noGrp="1"/>
          </p:cNvSpPr>
          <p:nvPr>
            <p:ph type="body"/>
          </p:nvPr>
        </p:nvSpPr>
        <p:spPr>
          <a:xfrm>
            <a:off x="518400" y="1631160"/>
            <a:ext cx="5444640" cy="4569120"/>
          </a:xfrm>
          <a:prstGeom prst="rect">
            <a:avLst/>
          </a:prstGeom>
        </p:spPr>
        <p:txBody>
          <a:bodyPr lIns="0" rIns="0" tIns="0" bIns="0">
            <a:normAutofit/>
          </a:bodyPr>
          <a:p>
            <a:endParaRPr b="0" lang="de-DE" sz="1600" spc="-1" strike="noStrike">
              <a:solidFill>
                <a:srgbClr val="000000"/>
              </a:solidFill>
              <a:latin typeface="Arial"/>
            </a:endParaRPr>
          </a:p>
        </p:txBody>
      </p:sp>
      <p:sp>
        <p:nvSpPr>
          <p:cNvPr id="284" name="PlaceHolder 3"/>
          <p:cNvSpPr>
            <a:spLocks noGrp="1"/>
          </p:cNvSpPr>
          <p:nvPr>
            <p:ph type="body"/>
          </p:nvPr>
        </p:nvSpPr>
        <p:spPr>
          <a:xfrm>
            <a:off x="6235560" y="1631160"/>
            <a:ext cx="5444640" cy="456912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85"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86" name="PlaceHolder 1"/>
          <p:cNvSpPr>
            <a:spLocks noGrp="1"/>
          </p:cNvSpPr>
          <p:nvPr>
            <p:ph type="subTitle"/>
          </p:nvPr>
        </p:nvSpPr>
        <p:spPr>
          <a:xfrm>
            <a:off x="518400" y="301320"/>
            <a:ext cx="6843960" cy="1539720"/>
          </a:xfrm>
          <a:prstGeom prst="rect">
            <a:avLst/>
          </a:prstGeom>
        </p:spPr>
        <p:txBody>
          <a:bodyPr lIns="0" rIns="0" tIns="0" bIns="0" anchor="ctr">
            <a:spAutoFit/>
          </a:bodyPr>
          <a:p>
            <a:pPr algn="ctr"/>
            <a:endParaRPr b="0" lang="en-IN"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288" name="PlaceHolder 2"/>
          <p:cNvSpPr>
            <a:spLocks noGrp="1"/>
          </p:cNvSpPr>
          <p:nvPr>
            <p:ph type="body"/>
          </p:nvPr>
        </p:nvSpPr>
        <p:spPr>
          <a:xfrm>
            <a:off x="51840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289" name="PlaceHolder 3"/>
          <p:cNvSpPr>
            <a:spLocks noGrp="1"/>
          </p:cNvSpPr>
          <p:nvPr>
            <p:ph type="body"/>
          </p:nvPr>
        </p:nvSpPr>
        <p:spPr>
          <a:xfrm>
            <a:off x="6235560" y="1631160"/>
            <a:ext cx="5444640" cy="4569120"/>
          </a:xfrm>
          <a:prstGeom prst="rect">
            <a:avLst/>
          </a:prstGeom>
        </p:spPr>
        <p:txBody>
          <a:bodyPr lIns="0" rIns="0" tIns="0" bIns="0">
            <a:normAutofit/>
          </a:bodyPr>
          <a:p>
            <a:endParaRPr b="0" lang="de-DE" sz="1600" spc="-1" strike="noStrike">
              <a:solidFill>
                <a:srgbClr val="000000"/>
              </a:solidFill>
              <a:latin typeface="Arial"/>
            </a:endParaRPr>
          </a:p>
        </p:txBody>
      </p:sp>
      <p:sp>
        <p:nvSpPr>
          <p:cNvPr id="290" name="PlaceHolder 4"/>
          <p:cNvSpPr>
            <a:spLocks noGrp="1"/>
          </p:cNvSpPr>
          <p:nvPr>
            <p:ph type="body"/>
          </p:nvPr>
        </p:nvSpPr>
        <p:spPr>
          <a:xfrm>
            <a:off x="518400" y="40179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91"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292" name="PlaceHolder 2"/>
          <p:cNvSpPr>
            <a:spLocks noGrp="1"/>
          </p:cNvSpPr>
          <p:nvPr>
            <p:ph type="body"/>
          </p:nvPr>
        </p:nvSpPr>
        <p:spPr>
          <a:xfrm>
            <a:off x="518400" y="1631160"/>
            <a:ext cx="5444640" cy="4569120"/>
          </a:xfrm>
          <a:prstGeom prst="rect">
            <a:avLst/>
          </a:prstGeom>
        </p:spPr>
        <p:txBody>
          <a:bodyPr lIns="0" rIns="0" tIns="0" bIns="0">
            <a:normAutofit/>
          </a:bodyPr>
          <a:p>
            <a:endParaRPr b="0" lang="de-DE" sz="1600" spc="-1" strike="noStrike">
              <a:solidFill>
                <a:srgbClr val="000000"/>
              </a:solidFill>
              <a:latin typeface="Arial"/>
            </a:endParaRPr>
          </a:p>
        </p:txBody>
      </p:sp>
      <p:sp>
        <p:nvSpPr>
          <p:cNvPr id="293" name="PlaceHolder 3"/>
          <p:cNvSpPr>
            <a:spLocks noGrp="1"/>
          </p:cNvSpPr>
          <p:nvPr>
            <p:ph type="body"/>
          </p:nvPr>
        </p:nvSpPr>
        <p:spPr>
          <a:xfrm>
            <a:off x="623556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294" name="PlaceHolder 4"/>
          <p:cNvSpPr>
            <a:spLocks noGrp="1"/>
          </p:cNvSpPr>
          <p:nvPr>
            <p:ph type="body"/>
          </p:nvPr>
        </p:nvSpPr>
        <p:spPr>
          <a:xfrm>
            <a:off x="6235560" y="40179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95"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296" name="PlaceHolder 2"/>
          <p:cNvSpPr>
            <a:spLocks noGrp="1"/>
          </p:cNvSpPr>
          <p:nvPr>
            <p:ph type="body"/>
          </p:nvPr>
        </p:nvSpPr>
        <p:spPr>
          <a:xfrm>
            <a:off x="51840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297" name="PlaceHolder 3"/>
          <p:cNvSpPr>
            <a:spLocks noGrp="1"/>
          </p:cNvSpPr>
          <p:nvPr>
            <p:ph type="body"/>
          </p:nvPr>
        </p:nvSpPr>
        <p:spPr>
          <a:xfrm>
            <a:off x="623556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298" name="PlaceHolder 4"/>
          <p:cNvSpPr>
            <a:spLocks noGrp="1"/>
          </p:cNvSpPr>
          <p:nvPr>
            <p:ph type="body"/>
          </p:nvPr>
        </p:nvSpPr>
        <p:spPr>
          <a:xfrm>
            <a:off x="518400" y="4017960"/>
            <a:ext cx="1115748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9"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300" name="PlaceHolder 2"/>
          <p:cNvSpPr>
            <a:spLocks noGrp="1"/>
          </p:cNvSpPr>
          <p:nvPr>
            <p:ph type="body"/>
          </p:nvPr>
        </p:nvSpPr>
        <p:spPr>
          <a:xfrm>
            <a:off x="518400" y="1631160"/>
            <a:ext cx="1115748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01" name="PlaceHolder 3"/>
          <p:cNvSpPr>
            <a:spLocks noGrp="1"/>
          </p:cNvSpPr>
          <p:nvPr>
            <p:ph type="body"/>
          </p:nvPr>
        </p:nvSpPr>
        <p:spPr>
          <a:xfrm>
            <a:off x="518400" y="4017960"/>
            <a:ext cx="1115748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303" name="PlaceHolder 2"/>
          <p:cNvSpPr>
            <a:spLocks noGrp="1"/>
          </p:cNvSpPr>
          <p:nvPr>
            <p:ph type="body"/>
          </p:nvPr>
        </p:nvSpPr>
        <p:spPr>
          <a:xfrm>
            <a:off x="51840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04" name="PlaceHolder 3"/>
          <p:cNvSpPr>
            <a:spLocks noGrp="1"/>
          </p:cNvSpPr>
          <p:nvPr>
            <p:ph type="body"/>
          </p:nvPr>
        </p:nvSpPr>
        <p:spPr>
          <a:xfrm>
            <a:off x="623556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05" name="PlaceHolder 4"/>
          <p:cNvSpPr>
            <a:spLocks noGrp="1"/>
          </p:cNvSpPr>
          <p:nvPr>
            <p:ph type="body"/>
          </p:nvPr>
        </p:nvSpPr>
        <p:spPr>
          <a:xfrm>
            <a:off x="518400" y="40179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06" name="PlaceHolder 5"/>
          <p:cNvSpPr>
            <a:spLocks noGrp="1"/>
          </p:cNvSpPr>
          <p:nvPr>
            <p:ph type="body"/>
          </p:nvPr>
        </p:nvSpPr>
        <p:spPr>
          <a:xfrm>
            <a:off x="6235560" y="40179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07"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308" name="PlaceHolder 2"/>
          <p:cNvSpPr>
            <a:spLocks noGrp="1"/>
          </p:cNvSpPr>
          <p:nvPr>
            <p:ph type="body"/>
          </p:nvPr>
        </p:nvSpPr>
        <p:spPr>
          <a:xfrm>
            <a:off x="518400" y="16311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09" name="PlaceHolder 3"/>
          <p:cNvSpPr>
            <a:spLocks noGrp="1"/>
          </p:cNvSpPr>
          <p:nvPr>
            <p:ph type="body"/>
          </p:nvPr>
        </p:nvSpPr>
        <p:spPr>
          <a:xfrm>
            <a:off x="4290840" y="16311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10" name="PlaceHolder 4"/>
          <p:cNvSpPr>
            <a:spLocks noGrp="1"/>
          </p:cNvSpPr>
          <p:nvPr>
            <p:ph type="body"/>
          </p:nvPr>
        </p:nvSpPr>
        <p:spPr>
          <a:xfrm>
            <a:off x="8063280" y="16311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11" name="PlaceHolder 5"/>
          <p:cNvSpPr>
            <a:spLocks noGrp="1"/>
          </p:cNvSpPr>
          <p:nvPr>
            <p:ph type="body"/>
          </p:nvPr>
        </p:nvSpPr>
        <p:spPr>
          <a:xfrm>
            <a:off x="518400" y="40179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12" name="PlaceHolder 6"/>
          <p:cNvSpPr>
            <a:spLocks noGrp="1"/>
          </p:cNvSpPr>
          <p:nvPr>
            <p:ph type="body"/>
          </p:nvPr>
        </p:nvSpPr>
        <p:spPr>
          <a:xfrm>
            <a:off x="4290840" y="40179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13" name="PlaceHolder 7"/>
          <p:cNvSpPr>
            <a:spLocks noGrp="1"/>
          </p:cNvSpPr>
          <p:nvPr>
            <p:ph type="body"/>
          </p:nvPr>
        </p:nvSpPr>
        <p:spPr>
          <a:xfrm>
            <a:off x="8063280" y="40179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55"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356" name="PlaceHolder 2"/>
          <p:cNvSpPr>
            <a:spLocks noGrp="1"/>
          </p:cNvSpPr>
          <p:nvPr>
            <p:ph type="subTitle"/>
          </p:nvPr>
        </p:nvSpPr>
        <p:spPr>
          <a:xfrm>
            <a:off x="518400" y="1631160"/>
            <a:ext cx="11157480" cy="4569120"/>
          </a:xfrm>
          <a:prstGeom prst="rect">
            <a:avLst/>
          </a:prstGeom>
        </p:spPr>
        <p:txBody>
          <a:bodyPr lIns="0" rIns="0" tIns="0" bIns="0" anchor="ctr">
            <a:spAutoFit/>
          </a:bodyPr>
          <a:p>
            <a:pPr algn="ctr"/>
            <a:endParaRPr b="0" lang="en-IN"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57"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358" name="PlaceHolder 2"/>
          <p:cNvSpPr>
            <a:spLocks noGrp="1"/>
          </p:cNvSpPr>
          <p:nvPr>
            <p:ph type="body"/>
          </p:nvPr>
        </p:nvSpPr>
        <p:spPr>
          <a:xfrm>
            <a:off x="518400" y="1631160"/>
            <a:ext cx="11157480" cy="456912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59"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360" name="PlaceHolder 2"/>
          <p:cNvSpPr>
            <a:spLocks noGrp="1"/>
          </p:cNvSpPr>
          <p:nvPr>
            <p:ph type="body"/>
          </p:nvPr>
        </p:nvSpPr>
        <p:spPr>
          <a:xfrm>
            <a:off x="518400" y="1631160"/>
            <a:ext cx="5444640" cy="4569120"/>
          </a:xfrm>
          <a:prstGeom prst="rect">
            <a:avLst/>
          </a:prstGeom>
        </p:spPr>
        <p:txBody>
          <a:bodyPr lIns="0" rIns="0" tIns="0" bIns="0">
            <a:normAutofit/>
          </a:bodyPr>
          <a:p>
            <a:endParaRPr b="0" lang="de-DE" sz="1600" spc="-1" strike="noStrike">
              <a:solidFill>
                <a:srgbClr val="000000"/>
              </a:solidFill>
              <a:latin typeface="Arial"/>
            </a:endParaRPr>
          </a:p>
        </p:txBody>
      </p:sp>
      <p:sp>
        <p:nvSpPr>
          <p:cNvPr id="361" name="PlaceHolder 3"/>
          <p:cNvSpPr>
            <a:spLocks noGrp="1"/>
          </p:cNvSpPr>
          <p:nvPr>
            <p:ph type="body"/>
          </p:nvPr>
        </p:nvSpPr>
        <p:spPr>
          <a:xfrm>
            <a:off x="6235560" y="1631160"/>
            <a:ext cx="5444640" cy="456912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62"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63" name="PlaceHolder 1"/>
          <p:cNvSpPr>
            <a:spLocks noGrp="1"/>
          </p:cNvSpPr>
          <p:nvPr>
            <p:ph type="subTitle"/>
          </p:nvPr>
        </p:nvSpPr>
        <p:spPr>
          <a:xfrm>
            <a:off x="518400" y="301320"/>
            <a:ext cx="6843960" cy="1539720"/>
          </a:xfrm>
          <a:prstGeom prst="rect">
            <a:avLst/>
          </a:prstGeom>
        </p:spPr>
        <p:txBody>
          <a:bodyPr lIns="0" rIns="0" tIns="0" bIns="0" anchor="ctr">
            <a:spAutoFit/>
          </a:bodyPr>
          <a:p>
            <a:pPr algn="ctr"/>
            <a:endParaRPr b="0" lang="en-IN"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64"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365" name="PlaceHolder 2"/>
          <p:cNvSpPr>
            <a:spLocks noGrp="1"/>
          </p:cNvSpPr>
          <p:nvPr>
            <p:ph type="body"/>
          </p:nvPr>
        </p:nvSpPr>
        <p:spPr>
          <a:xfrm>
            <a:off x="51840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66" name="PlaceHolder 3"/>
          <p:cNvSpPr>
            <a:spLocks noGrp="1"/>
          </p:cNvSpPr>
          <p:nvPr>
            <p:ph type="body"/>
          </p:nvPr>
        </p:nvSpPr>
        <p:spPr>
          <a:xfrm>
            <a:off x="6235560" y="1631160"/>
            <a:ext cx="5444640" cy="4569120"/>
          </a:xfrm>
          <a:prstGeom prst="rect">
            <a:avLst/>
          </a:prstGeom>
        </p:spPr>
        <p:txBody>
          <a:bodyPr lIns="0" rIns="0" tIns="0" bIns="0">
            <a:normAutofit/>
          </a:bodyPr>
          <a:p>
            <a:endParaRPr b="0" lang="de-DE" sz="1600" spc="-1" strike="noStrike">
              <a:solidFill>
                <a:srgbClr val="000000"/>
              </a:solidFill>
              <a:latin typeface="Arial"/>
            </a:endParaRPr>
          </a:p>
        </p:txBody>
      </p:sp>
      <p:sp>
        <p:nvSpPr>
          <p:cNvPr id="367" name="PlaceHolder 4"/>
          <p:cNvSpPr>
            <a:spLocks noGrp="1"/>
          </p:cNvSpPr>
          <p:nvPr>
            <p:ph type="body"/>
          </p:nvPr>
        </p:nvSpPr>
        <p:spPr>
          <a:xfrm>
            <a:off x="518400" y="40179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68"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369" name="PlaceHolder 2"/>
          <p:cNvSpPr>
            <a:spLocks noGrp="1"/>
          </p:cNvSpPr>
          <p:nvPr>
            <p:ph type="body"/>
          </p:nvPr>
        </p:nvSpPr>
        <p:spPr>
          <a:xfrm>
            <a:off x="518400" y="1631160"/>
            <a:ext cx="5444640" cy="4569120"/>
          </a:xfrm>
          <a:prstGeom prst="rect">
            <a:avLst/>
          </a:prstGeom>
        </p:spPr>
        <p:txBody>
          <a:bodyPr lIns="0" rIns="0" tIns="0" bIns="0">
            <a:normAutofit/>
          </a:bodyPr>
          <a:p>
            <a:endParaRPr b="0" lang="de-DE" sz="1600" spc="-1" strike="noStrike">
              <a:solidFill>
                <a:srgbClr val="000000"/>
              </a:solidFill>
              <a:latin typeface="Arial"/>
            </a:endParaRPr>
          </a:p>
        </p:txBody>
      </p:sp>
      <p:sp>
        <p:nvSpPr>
          <p:cNvPr id="370" name="PlaceHolder 3"/>
          <p:cNvSpPr>
            <a:spLocks noGrp="1"/>
          </p:cNvSpPr>
          <p:nvPr>
            <p:ph type="body"/>
          </p:nvPr>
        </p:nvSpPr>
        <p:spPr>
          <a:xfrm>
            <a:off x="623556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71" name="PlaceHolder 4"/>
          <p:cNvSpPr>
            <a:spLocks noGrp="1"/>
          </p:cNvSpPr>
          <p:nvPr>
            <p:ph type="body"/>
          </p:nvPr>
        </p:nvSpPr>
        <p:spPr>
          <a:xfrm>
            <a:off x="6235560" y="40179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72"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373" name="PlaceHolder 2"/>
          <p:cNvSpPr>
            <a:spLocks noGrp="1"/>
          </p:cNvSpPr>
          <p:nvPr>
            <p:ph type="body"/>
          </p:nvPr>
        </p:nvSpPr>
        <p:spPr>
          <a:xfrm>
            <a:off x="51840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74" name="PlaceHolder 3"/>
          <p:cNvSpPr>
            <a:spLocks noGrp="1"/>
          </p:cNvSpPr>
          <p:nvPr>
            <p:ph type="body"/>
          </p:nvPr>
        </p:nvSpPr>
        <p:spPr>
          <a:xfrm>
            <a:off x="623556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75" name="PlaceHolder 4"/>
          <p:cNvSpPr>
            <a:spLocks noGrp="1"/>
          </p:cNvSpPr>
          <p:nvPr>
            <p:ph type="body"/>
          </p:nvPr>
        </p:nvSpPr>
        <p:spPr>
          <a:xfrm>
            <a:off x="518400" y="4017960"/>
            <a:ext cx="1115748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76"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377" name="PlaceHolder 2"/>
          <p:cNvSpPr>
            <a:spLocks noGrp="1"/>
          </p:cNvSpPr>
          <p:nvPr>
            <p:ph type="body"/>
          </p:nvPr>
        </p:nvSpPr>
        <p:spPr>
          <a:xfrm>
            <a:off x="518400" y="1631160"/>
            <a:ext cx="1115748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78" name="PlaceHolder 3"/>
          <p:cNvSpPr>
            <a:spLocks noGrp="1"/>
          </p:cNvSpPr>
          <p:nvPr>
            <p:ph type="body"/>
          </p:nvPr>
        </p:nvSpPr>
        <p:spPr>
          <a:xfrm>
            <a:off x="518400" y="4017960"/>
            <a:ext cx="1115748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79"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380" name="PlaceHolder 2"/>
          <p:cNvSpPr>
            <a:spLocks noGrp="1"/>
          </p:cNvSpPr>
          <p:nvPr>
            <p:ph type="body"/>
          </p:nvPr>
        </p:nvSpPr>
        <p:spPr>
          <a:xfrm>
            <a:off x="51840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81" name="PlaceHolder 3"/>
          <p:cNvSpPr>
            <a:spLocks noGrp="1"/>
          </p:cNvSpPr>
          <p:nvPr>
            <p:ph type="body"/>
          </p:nvPr>
        </p:nvSpPr>
        <p:spPr>
          <a:xfrm>
            <a:off x="623556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82" name="PlaceHolder 4"/>
          <p:cNvSpPr>
            <a:spLocks noGrp="1"/>
          </p:cNvSpPr>
          <p:nvPr>
            <p:ph type="body"/>
          </p:nvPr>
        </p:nvSpPr>
        <p:spPr>
          <a:xfrm>
            <a:off x="518400" y="40179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83" name="PlaceHolder 5"/>
          <p:cNvSpPr>
            <a:spLocks noGrp="1"/>
          </p:cNvSpPr>
          <p:nvPr>
            <p:ph type="body"/>
          </p:nvPr>
        </p:nvSpPr>
        <p:spPr>
          <a:xfrm>
            <a:off x="6235560" y="40179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4"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385" name="PlaceHolder 2"/>
          <p:cNvSpPr>
            <a:spLocks noGrp="1"/>
          </p:cNvSpPr>
          <p:nvPr>
            <p:ph type="body"/>
          </p:nvPr>
        </p:nvSpPr>
        <p:spPr>
          <a:xfrm>
            <a:off x="518400" y="16311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86" name="PlaceHolder 3"/>
          <p:cNvSpPr>
            <a:spLocks noGrp="1"/>
          </p:cNvSpPr>
          <p:nvPr>
            <p:ph type="body"/>
          </p:nvPr>
        </p:nvSpPr>
        <p:spPr>
          <a:xfrm>
            <a:off x="4290840" y="16311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87" name="PlaceHolder 4"/>
          <p:cNvSpPr>
            <a:spLocks noGrp="1"/>
          </p:cNvSpPr>
          <p:nvPr>
            <p:ph type="body"/>
          </p:nvPr>
        </p:nvSpPr>
        <p:spPr>
          <a:xfrm>
            <a:off x="8063280" y="16311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88" name="PlaceHolder 5"/>
          <p:cNvSpPr>
            <a:spLocks noGrp="1"/>
          </p:cNvSpPr>
          <p:nvPr>
            <p:ph type="body"/>
          </p:nvPr>
        </p:nvSpPr>
        <p:spPr>
          <a:xfrm>
            <a:off x="518400" y="40179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89" name="PlaceHolder 6"/>
          <p:cNvSpPr>
            <a:spLocks noGrp="1"/>
          </p:cNvSpPr>
          <p:nvPr>
            <p:ph type="body"/>
          </p:nvPr>
        </p:nvSpPr>
        <p:spPr>
          <a:xfrm>
            <a:off x="4290840" y="40179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390" name="PlaceHolder 7"/>
          <p:cNvSpPr>
            <a:spLocks noGrp="1"/>
          </p:cNvSpPr>
          <p:nvPr>
            <p:ph type="body"/>
          </p:nvPr>
        </p:nvSpPr>
        <p:spPr>
          <a:xfrm>
            <a:off x="8063280" y="40179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32"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433" name="PlaceHolder 2"/>
          <p:cNvSpPr>
            <a:spLocks noGrp="1"/>
          </p:cNvSpPr>
          <p:nvPr>
            <p:ph type="subTitle"/>
          </p:nvPr>
        </p:nvSpPr>
        <p:spPr>
          <a:xfrm>
            <a:off x="518400" y="1631160"/>
            <a:ext cx="11157480" cy="4569120"/>
          </a:xfrm>
          <a:prstGeom prst="rect">
            <a:avLst/>
          </a:prstGeom>
        </p:spPr>
        <p:txBody>
          <a:bodyPr lIns="0" rIns="0" tIns="0" bIns="0" anchor="ctr">
            <a:spAutoFit/>
          </a:bodyPr>
          <a:p>
            <a:pPr algn="ctr"/>
            <a:endParaRPr b="0" lang="en-IN"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34"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435" name="PlaceHolder 2"/>
          <p:cNvSpPr>
            <a:spLocks noGrp="1"/>
          </p:cNvSpPr>
          <p:nvPr>
            <p:ph type="body"/>
          </p:nvPr>
        </p:nvSpPr>
        <p:spPr>
          <a:xfrm>
            <a:off x="518400" y="1631160"/>
            <a:ext cx="11157480" cy="456912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36"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437" name="PlaceHolder 2"/>
          <p:cNvSpPr>
            <a:spLocks noGrp="1"/>
          </p:cNvSpPr>
          <p:nvPr>
            <p:ph type="body"/>
          </p:nvPr>
        </p:nvSpPr>
        <p:spPr>
          <a:xfrm>
            <a:off x="518400" y="1631160"/>
            <a:ext cx="5444640" cy="4569120"/>
          </a:xfrm>
          <a:prstGeom prst="rect">
            <a:avLst/>
          </a:prstGeom>
        </p:spPr>
        <p:txBody>
          <a:bodyPr lIns="0" rIns="0" tIns="0" bIns="0">
            <a:normAutofit/>
          </a:bodyPr>
          <a:p>
            <a:endParaRPr b="0" lang="de-DE" sz="1600" spc="-1" strike="noStrike">
              <a:solidFill>
                <a:srgbClr val="000000"/>
              </a:solidFill>
              <a:latin typeface="Arial"/>
            </a:endParaRPr>
          </a:p>
        </p:txBody>
      </p:sp>
      <p:sp>
        <p:nvSpPr>
          <p:cNvPr id="438" name="PlaceHolder 3"/>
          <p:cNvSpPr>
            <a:spLocks noGrp="1"/>
          </p:cNvSpPr>
          <p:nvPr>
            <p:ph type="body"/>
          </p:nvPr>
        </p:nvSpPr>
        <p:spPr>
          <a:xfrm>
            <a:off x="6235560" y="1631160"/>
            <a:ext cx="5444640" cy="456912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39"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40" name="PlaceHolder 1"/>
          <p:cNvSpPr>
            <a:spLocks noGrp="1"/>
          </p:cNvSpPr>
          <p:nvPr>
            <p:ph type="subTitle"/>
          </p:nvPr>
        </p:nvSpPr>
        <p:spPr>
          <a:xfrm>
            <a:off x="518400" y="301320"/>
            <a:ext cx="6843960" cy="1539720"/>
          </a:xfrm>
          <a:prstGeom prst="rect">
            <a:avLst/>
          </a:prstGeom>
        </p:spPr>
        <p:txBody>
          <a:bodyPr lIns="0" rIns="0" tIns="0" bIns="0" anchor="ctr">
            <a:spAutoFit/>
          </a:bodyPr>
          <a:p>
            <a:pPr algn="ctr"/>
            <a:endParaRPr b="0" lang="en-IN"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41"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442" name="PlaceHolder 2"/>
          <p:cNvSpPr>
            <a:spLocks noGrp="1"/>
          </p:cNvSpPr>
          <p:nvPr>
            <p:ph type="body"/>
          </p:nvPr>
        </p:nvSpPr>
        <p:spPr>
          <a:xfrm>
            <a:off x="51840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443" name="PlaceHolder 3"/>
          <p:cNvSpPr>
            <a:spLocks noGrp="1"/>
          </p:cNvSpPr>
          <p:nvPr>
            <p:ph type="body"/>
          </p:nvPr>
        </p:nvSpPr>
        <p:spPr>
          <a:xfrm>
            <a:off x="6235560" y="1631160"/>
            <a:ext cx="5444640" cy="4569120"/>
          </a:xfrm>
          <a:prstGeom prst="rect">
            <a:avLst/>
          </a:prstGeom>
        </p:spPr>
        <p:txBody>
          <a:bodyPr lIns="0" rIns="0" tIns="0" bIns="0">
            <a:normAutofit/>
          </a:bodyPr>
          <a:p>
            <a:endParaRPr b="0" lang="de-DE" sz="1600" spc="-1" strike="noStrike">
              <a:solidFill>
                <a:srgbClr val="000000"/>
              </a:solidFill>
              <a:latin typeface="Arial"/>
            </a:endParaRPr>
          </a:p>
        </p:txBody>
      </p:sp>
      <p:sp>
        <p:nvSpPr>
          <p:cNvPr id="444" name="PlaceHolder 4"/>
          <p:cNvSpPr>
            <a:spLocks noGrp="1"/>
          </p:cNvSpPr>
          <p:nvPr>
            <p:ph type="body"/>
          </p:nvPr>
        </p:nvSpPr>
        <p:spPr>
          <a:xfrm>
            <a:off x="518400" y="40179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45"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446" name="PlaceHolder 2"/>
          <p:cNvSpPr>
            <a:spLocks noGrp="1"/>
          </p:cNvSpPr>
          <p:nvPr>
            <p:ph type="body"/>
          </p:nvPr>
        </p:nvSpPr>
        <p:spPr>
          <a:xfrm>
            <a:off x="518400" y="1631160"/>
            <a:ext cx="5444640" cy="4569120"/>
          </a:xfrm>
          <a:prstGeom prst="rect">
            <a:avLst/>
          </a:prstGeom>
        </p:spPr>
        <p:txBody>
          <a:bodyPr lIns="0" rIns="0" tIns="0" bIns="0">
            <a:normAutofit/>
          </a:bodyPr>
          <a:p>
            <a:endParaRPr b="0" lang="de-DE" sz="1600" spc="-1" strike="noStrike">
              <a:solidFill>
                <a:srgbClr val="000000"/>
              </a:solidFill>
              <a:latin typeface="Arial"/>
            </a:endParaRPr>
          </a:p>
        </p:txBody>
      </p:sp>
      <p:sp>
        <p:nvSpPr>
          <p:cNvPr id="447" name="PlaceHolder 3"/>
          <p:cNvSpPr>
            <a:spLocks noGrp="1"/>
          </p:cNvSpPr>
          <p:nvPr>
            <p:ph type="body"/>
          </p:nvPr>
        </p:nvSpPr>
        <p:spPr>
          <a:xfrm>
            <a:off x="623556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448" name="PlaceHolder 4"/>
          <p:cNvSpPr>
            <a:spLocks noGrp="1"/>
          </p:cNvSpPr>
          <p:nvPr>
            <p:ph type="body"/>
          </p:nvPr>
        </p:nvSpPr>
        <p:spPr>
          <a:xfrm>
            <a:off x="6235560" y="40179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49"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450" name="PlaceHolder 2"/>
          <p:cNvSpPr>
            <a:spLocks noGrp="1"/>
          </p:cNvSpPr>
          <p:nvPr>
            <p:ph type="body"/>
          </p:nvPr>
        </p:nvSpPr>
        <p:spPr>
          <a:xfrm>
            <a:off x="51840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451" name="PlaceHolder 3"/>
          <p:cNvSpPr>
            <a:spLocks noGrp="1"/>
          </p:cNvSpPr>
          <p:nvPr>
            <p:ph type="body"/>
          </p:nvPr>
        </p:nvSpPr>
        <p:spPr>
          <a:xfrm>
            <a:off x="623556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452" name="PlaceHolder 4"/>
          <p:cNvSpPr>
            <a:spLocks noGrp="1"/>
          </p:cNvSpPr>
          <p:nvPr>
            <p:ph type="body"/>
          </p:nvPr>
        </p:nvSpPr>
        <p:spPr>
          <a:xfrm>
            <a:off x="518400" y="4017960"/>
            <a:ext cx="1115748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53"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454" name="PlaceHolder 2"/>
          <p:cNvSpPr>
            <a:spLocks noGrp="1"/>
          </p:cNvSpPr>
          <p:nvPr>
            <p:ph type="body"/>
          </p:nvPr>
        </p:nvSpPr>
        <p:spPr>
          <a:xfrm>
            <a:off x="518400" y="1631160"/>
            <a:ext cx="1115748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455" name="PlaceHolder 3"/>
          <p:cNvSpPr>
            <a:spLocks noGrp="1"/>
          </p:cNvSpPr>
          <p:nvPr>
            <p:ph type="body"/>
          </p:nvPr>
        </p:nvSpPr>
        <p:spPr>
          <a:xfrm>
            <a:off x="518400" y="4017960"/>
            <a:ext cx="1115748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56"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457" name="PlaceHolder 2"/>
          <p:cNvSpPr>
            <a:spLocks noGrp="1"/>
          </p:cNvSpPr>
          <p:nvPr>
            <p:ph type="body"/>
          </p:nvPr>
        </p:nvSpPr>
        <p:spPr>
          <a:xfrm>
            <a:off x="51840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458" name="PlaceHolder 3"/>
          <p:cNvSpPr>
            <a:spLocks noGrp="1"/>
          </p:cNvSpPr>
          <p:nvPr>
            <p:ph type="body"/>
          </p:nvPr>
        </p:nvSpPr>
        <p:spPr>
          <a:xfrm>
            <a:off x="6235560" y="16311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459" name="PlaceHolder 4"/>
          <p:cNvSpPr>
            <a:spLocks noGrp="1"/>
          </p:cNvSpPr>
          <p:nvPr>
            <p:ph type="body"/>
          </p:nvPr>
        </p:nvSpPr>
        <p:spPr>
          <a:xfrm>
            <a:off x="518400" y="40179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460" name="PlaceHolder 5"/>
          <p:cNvSpPr>
            <a:spLocks noGrp="1"/>
          </p:cNvSpPr>
          <p:nvPr>
            <p:ph type="body"/>
          </p:nvPr>
        </p:nvSpPr>
        <p:spPr>
          <a:xfrm>
            <a:off x="6235560" y="4017960"/>
            <a:ext cx="544464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61" name="PlaceHolder 1"/>
          <p:cNvSpPr>
            <a:spLocks noGrp="1"/>
          </p:cNvSpPr>
          <p:nvPr>
            <p:ph type="title"/>
          </p:nvPr>
        </p:nvSpPr>
        <p:spPr>
          <a:xfrm>
            <a:off x="518400" y="301320"/>
            <a:ext cx="6843960" cy="331920"/>
          </a:xfrm>
          <a:prstGeom prst="rect">
            <a:avLst/>
          </a:prstGeom>
        </p:spPr>
        <p:txBody>
          <a:bodyPr lIns="0" rIns="0" tIns="0" bIns="0" anchor="ctr">
            <a:spAutoFit/>
          </a:bodyPr>
          <a:p>
            <a:endParaRPr b="0" lang="de-DE" sz="1800" spc="-1" strike="noStrike">
              <a:solidFill>
                <a:srgbClr val="000000"/>
              </a:solidFill>
              <a:latin typeface="Arial"/>
            </a:endParaRPr>
          </a:p>
        </p:txBody>
      </p:sp>
      <p:sp>
        <p:nvSpPr>
          <p:cNvPr id="462" name="PlaceHolder 2"/>
          <p:cNvSpPr>
            <a:spLocks noGrp="1"/>
          </p:cNvSpPr>
          <p:nvPr>
            <p:ph type="body"/>
          </p:nvPr>
        </p:nvSpPr>
        <p:spPr>
          <a:xfrm>
            <a:off x="518400" y="16311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463" name="PlaceHolder 3"/>
          <p:cNvSpPr>
            <a:spLocks noGrp="1"/>
          </p:cNvSpPr>
          <p:nvPr>
            <p:ph type="body"/>
          </p:nvPr>
        </p:nvSpPr>
        <p:spPr>
          <a:xfrm>
            <a:off x="4290840" y="16311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464" name="PlaceHolder 4"/>
          <p:cNvSpPr>
            <a:spLocks noGrp="1"/>
          </p:cNvSpPr>
          <p:nvPr>
            <p:ph type="body"/>
          </p:nvPr>
        </p:nvSpPr>
        <p:spPr>
          <a:xfrm>
            <a:off x="8063280" y="16311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465" name="PlaceHolder 5"/>
          <p:cNvSpPr>
            <a:spLocks noGrp="1"/>
          </p:cNvSpPr>
          <p:nvPr>
            <p:ph type="body"/>
          </p:nvPr>
        </p:nvSpPr>
        <p:spPr>
          <a:xfrm>
            <a:off x="518400" y="40179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466" name="PlaceHolder 6"/>
          <p:cNvSpPr>
            <a:spLocks noGrp="1"/>
          </p:cNvSpPr>
          <p:nvPr>
            <p:ph type="body"/>
          </p:nvPr>
        </p:nvSpPr>
        <p:spPr>
          <a:xfrm>
            <a:off x="4290840" y="40179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
        <p:nvSpPr>
          <p:cNvPr id="467" name="PlaceHolder 7"/>
          <p:cNvSpPr>
            <a:spLocks noGrp="1"/>
          </p:cNvSpPr>
          <p:nvPr>
            <p:ph type="body"/>
          </p:nvPr>
        </p:nvSpPr>
        <p:spPr>
          <a:xfrm>
            <a:off x="8063280" y="4017960"/>
            <a:ext cx="3592440" cy="2179440"/>
          </a:xfrm>
          <a:prstGeom prst="rect">
            <a:avLst/>
          </a:prstGeom>
        </p:spPr>
        <p:txBody>
          <a:bodyPr lIns="0" rIns="0" tIns="0" bIns="0">
            <a:normAutofit/>
          </a:bodyPr>
          <a:p>
            <a:endParaRPr b="0" lang="de-DE" sz="16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3.png"/><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4.png"/><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slideLayout" Target="../slideLayouts/slideLayout46.xml"/><Relationship Id="rId13" Type="http://schemas.openxmlformats.org/officeDocument/2006/relationships/slideLayout" Target="../slideLayouts/slideLayout47.xml"/><Relationship Id="rId14"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5.png"/><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8c9fb1"/>
        </a:solidFill>
      </p:bgPr>
    </p:bg>
    <p:spTree>
      <p:nvGrpSpPr>
        <p:cNvPr id="1" name=""/>
        <p:cNvGrpSpPr/>
        <p:nvPr/>
      </p:nvGrpSpPr>
      <p:grpSpPr>
        <a:xfrm>
          <a:off x="0" y="0"/>
          <a:ext cx="0" cy="0"/>
          <a:chOff x="0" y="0"/>
          <a:chExt cx="0" cy="0"/>
        </a:xfrm>
      </p:grpSpPr>
      <p:sp>
        <p:nvSpPr>
          <p:cNvPr id="0" name="CustomShape 1" hidden="1"/>
          <p:cNvSpPr/>
          <p:nvPr/>
        </p:nvSpPr>
        <p:spPr>
          <a:xfrm>
            <a:off x="518400" y="1196640"/>
            <a:ext cx="11675880" cy="716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sp>
        <p:nvSpPr>
          <p:cNvPr id="1" name="CustomShape 2" hidden="1"/>
          <p:cNvSpPr/>
          <p:nvPr/>
        </p:nvSpPr>
        <p:spPr>
          <a:xfrm>
            <a:off x="517320" y="6538680"/>
            <a:ext cx="11674440" cy="104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grpSp>
        <p:nvGrpSpPr>
          <p:cNvPr id="2" name="Group 3"/>
          <p:cNvGrpSpPr/>
          <p:nvPr/>
        </p:nvGrpSpPr>
        <p:grpSpPr>
          <a:xfrm>
            <a:off x="-390240" y="160200"/>
            <a:ext cx="333360" cy="136440"/>
            <a:chOff x="-390240" y="160200"/>
            <a:chExt cx="333360" cy="136440"/>
          </a:xfrm>
        </p:grpSpPr>
        <p:sp>
          <p:nvSpPr>
            <p:cNvPr id="3" name="Line 4"/>
            <p:cNvSpPr/>
            <p:nvPr/>
          </p:nvSpPr>
          <p:spPr>
            <a:xfrm>
              <a:off x="-390240" y="29664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4" name="CustomShape 5"/>
            <p:cNvSpPr/>
            <p:nvPr/>
          </p:nvSpPr>
          <p:spPr>
            <a:xfrm>
              <a:off x="-351720" y="16020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08,70</a:t>
              </a:r>
              <a:endParaRPr b="0" lang="en-IN" sz="800" spc="-1" strike="noStrike">
                <a:latin typeface="Arial"/>
              </a:endParaRPr>
            </a:p>
          </p:txBody>
        </p:sp>
      </p:grpSp>
      <p:grpSp>
        <p:nvGrpSpPr>
          <p:cNvPr id="5" name="Group 6"/>
          <p:cNvGrpSpPr/>
          <p:nvPr/>
        </p:nvGrpSpPr>
        <p:grpSpPr>
          <a:xfrm>
            <a:off x="-390240" y="1131840"/>
            <a:ext cx="333360" cy="136440"/>
            <a:chOff x="-390240" y="1131840"/>
            <a:chExt cx="333360" cy="136440"/>
          </a:xfrm>
        </p:grpSpPr>
        <p:sp>
          <p:nvSpPr>
            <p:cNvPr id="6" name="Line 7"/>
            <p:cNvSpPr/>
            <p:nvPr/>
          </p:nvSpPr>
          <p:spPr>
            <a:xfrm>
              <a:off x="-390240" y="126828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7" name="CustomShape 8"/>
            <p:cNvSpPr/>
            <p:nvPr/>
          </p:nvSpPr>
          <p:spPr>
            <a:xfrm>
              <a:off x="-351720" y="1131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06,00</a:t>
              </a:r>
              <a:endParaRPr b="0" lang="en-IN" sz="800" spc="-1" strike="noStrike">
                <a:latin typeface="Arial"/>
              </a:endParaRPr>
            </a:p>
          </p:txBody>
        </p:sp>
      </p:grpSp>
      <p:grpSp>
        <p:nvGrpSpPr>
          <p:cNvPr id="8" name="Group 9"/>
          <p:cNvGrpSpPr/>
          <p:nvPr/>
        </p:nvGrpSpPr>
        <p:grpSpPr>
          <a:xfrm>
            <a:off x="-390240" y="1491840"/>
            <a:ext cx="333360" cy="136800"/>
            <a:chOff x="-390240" y="1491840"/>
            <a:chExt cx="333360" cy="136800"/>
          </a:xfrm>
        </p:grpSpPr>
        <p:sp>
          <p:nvSpPr>
            <p:cNvPr id="9" name="Line 10"/>
            <p:cNvSpPr/>
            <p:nvPr/>
          </p:nvSpPr>
          <p:spPr>
            <a:xfrm>
              <a:off x="-390240" y="162864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10" name="CustomShape 11"/>
            <p:cNvSpPr/>
            <p:nvPr/>
          </p:nvSpPr>
          <p:spPr>
            <a:xfrm>
              <a:off x="-351720" y="1491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05,00</a:t>
              </a:r>
              <a:endParaRPr b="0" lang="en-IN" sz="800" spc="-1" strike="noStrike">
                <a:latin typeface="Arial"/>
              </a:endParaRPr>
            </a:p>
          </p:txBody>
        </p:sp>
      </p:grpSp>
      <p:grpSp>
        <p:nvGrpSpPr>
          <p:cNvPr id="11" name="Group 12"/>
          <p:cNvGrpSpPr/>
          <p:nvPr/>
        </p:nvGrpSpPr>
        <p:grpSpPr>
          <a:xfrm>
            <a:off x="-390240" y="3292200"/>
            <a:ext cx="333360" cy="136800"/>
            <a:chOff x="-390240" y="3292200"/>
            <a:chExt cx="333360" cy="136800"/>
          </a:xfrm>
        </p:grpSpPr>
        <p:sp>
          <p:nvSpPr>
            <p:cNvPr id="12" name="Line 13"/>
            <p:cNvSpPr/>
            <p:nvPr/>
          </p:nvSpPr>
          <p:spPr>
            <a:xfrm>
              <a:off x="-390240" y="342900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13" name="CustomShape 14"/>
            <p:cNvSpPr/>
            <p:nvPr/>
          </p:nvSpPr>
          <p:spPr>
            <a:xfrm>
              <a:off x="-351720" y="329220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00,00</a:t>
              </a:r>
              <a:endParaRPr b="0" lang="en-IN" sz="800" spc="-1" strike="noStrike">
                <a:latin typeface="Arial"/>
              </a:endParaRPr>
            </a:p>
          </p:txBody>
        </p:sp>
      </p:grpSp>
      <p:grpSp>
        <p:nvGrpSpPr>
          <p:cNvPr id="14" name="Group 15"/>
          <p:cNvGrpSpPr/>
          <p:nvPr/>
        </p:nvGrpSpPr>
        <p:grpSpPr>
          <a:xfrm>
            <a:off x="-390240" y="6063840"/>
            <a:ext cx="333360" cy="136800"/>
            <a:chOff x="-390240" y="6063840"/>
            <a:chExt cx="333360" cy="136800"/>
          </a:xfrm>
        </p:grpSpPr>
        <p:sp>
          <p:nvSpPr>
            <p:cNvPr id="15" name="Line 16"/>
            <p:cNvSpPr/>
            <p:nvPr/>
          </p:nvSpPr>
          <p:spPr>
            <a:xfrm>
              <a:off x="-390240" y="620064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16" name="CustomShape 17"/>
            <p:cNvSpPr/>
            <p:nvPr/>
          </p:nvSpPr>
          <p:spPr>
            <a:xfrm>
              <a:off x="-351720" y="6063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07,70</a:t>
              </a:r>
              <a:endParaRPr b="0" lang="en-IN" sz="800" spc="-1" strike="noStrike">
                <a:latin typeface="Arial"/>
              </a:endParaRPr>
            </a:p>
          </p:txBody>
        </p:sp>
      </p:grpSp>
      <p:grpSp>
        <p:nvGrpSpPr>
          <p:cNvPr id="17" name="Group 18"/>
          <p:cNvGrpSpPr/>
          <p:nvPr/>
        </p:nvGrpSpPr>
        <p:grpSpPr>
          <a:xfrm>
            <a:off x="-390240" y="6495840"/>
            <a:ext cx="333360" cy="136440"/>
            <a:chOff x="-390240" y="6495840"/>
            <a:chExt cx="333360" cy="136440"/>
          </a:xfrm>
        </p:grpSpPr>
        <p:sp>
          <p:nvSpPr>
            <p:cNvPr id="18" name="Line 19"/>
            <p:cNvSpPr/>
            <p:nvPr/>
          </p:nvSpPr>
          <p:spPr>
            <a:xfrm>
              <a:off x="-390240" y="663228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19" name="CustomShape 20"/>
            <p:cNvSpPr/>
            <p:nvPr/>
          </p:nvSpPr>
          <p:spPr>
            <a:xfrm>
              <a:off x="-351720" y="6495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08,90</a:t>
              </a:r>
              <a:endParaRPr b="0" lang="en-IN" sz="800" spc="-1" strike="noStrike">
                <a:latin typeface="Arial"/>
              </a:endParaRPr>
            </a:p>
          </p:txBody>
        </p:sp>
      </p:grpSp>
      <p:grpSp>
        <p:nvGrpSpPr>
          <p:cNvPr id="20" name="Group 21"/>
          <p:cNvGrpSpPr/>
          <p:nvPr/>
        </p:nvGrpSpPr>
        <p:grpSpPr>
          <a:xfrm>
            <a:off x="379800" y="-397080"/>
            <a:ext cx="136800" cy="333360"/>
            <a:chOff x="379800" y="-397080"/>
            <a:chExt cx="136800" cy="333360"/>
          </a:xfrm>
        </p:grpSpPr>
        <p:sp>
          <p:nvSpPr>
            <p:cNvPr id="21" name="Line 22"/>
            <p:cNvSpPr/>
            <p:nvPr/>
          </p:nvSpPr>
          <p:spPr>
            <a:xfrm flipV="1">
              <a:off x="51660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22" name="CustomShape 23"/>
            <p:cNvSpPr/>
            <p:nvPr/>
          </p:nvSpPr>
          <p:spPr>
            <a:xfrm rot="16200000">
              <a:off x="31860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15,50</a:t>
              </a:r>
              <a:endParaRPr b="0" lang="en-IN" sz="800" spc="-1" strike="noStrike">
                <a:latin typeface="Arial"/>
              </a:endParaRPr>
            </a:p>
          </p:txBody>
        </p:sp>
      </p:grpSp>
      <p:grpSp>
        <p:nvGrpSpPr>
          <p:cNvPr id="23" name="Group 24"/>
          <p:cNvGrpSpPr/>
          <p:nvPr/>
        </p:nvGrpSpPr>
        <p:grpSpPr>
          <a:xfrm>
            <a:off x="5851080" y="-397080"/>
            <a:ext cx="136800" cy="333360"/>
            <a:chOff x="5851080" y="-397080"/>
            <a:chExt cx="136800" cy="333360"/>
          </a:xfrm>
        </p:grpSpPr>
        <p:sp>
          <p:nvSpPr>
            <p:cNvPr id="24" name="Line 25"/>
            <p:cNvSpPr/>
            <p:nvPr/>
          </p:nvSpPr>
          <p:spPr>
            <a:xfrm flipV="1">
              <a:off x="598788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25" name="CustomShape 26"/>
            <p:cNvSpPr/>
            <p:nvPr/>
          </p:nvSpPr>
          <p:spPr>
            <a:xfrm rot="16200000">
              <a:off x="578988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00,30</a:t>
              </a:r>
              <a:endParaRPr b="0" lang="en-IN" sz="800" spc="-1" strike="noStrike">
                <a:latin typeface="Arial"/>
              </a:endParaRPr>
            </a:p>
          </p:txBody>
        </p:sp>
      </p:grpSp>
      <p:grpSp>
        <p:nvGrpSpPr>
          <p:cNvPr id="26" name="Group 27"/>
          <p:cNvGrpSpPr/>
          <p:nvPr/>
        </p:nvGrpSpPr>
        <p:grpSpPr>
          <a:xfrm>
            <a:off x="6203880" y="-397080"/>
            <a:ext cx="132840" cy="333360"/>
            <a:chOff x="6203880" y="-397080"/>
            <a:chExt cx="132840" cy="333360"/>
          </a:xfrm>
        </p:grpSpPr>
        <p:sp>
          <p:nvSpPr>
            <p:cNvPr id="27" name="Line 28"/>
            <p:cNvSpPr/>
            <p:nvPr/>
          </p:nvSpPr>
          <p:spPr>
            <a:xfrm flipV="1">
              <a:off x="620388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28" name="CustomShape 29"/>
            <p:cNvSpPr/>
            <p:nvPr/>
          </p:nvSpPr>
          <p:spPr>
            <a:xfrm rot="16200000">
              <a:off x="614268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00,30</a:t>
              </a:r>
              <a:endParaRPr b="0" lang="en-IN" sz="800" spc="-1" strike="noStrike">
                <a:latin typeface="Arial"/>
              </a:endParaRPr>
            </a:p>
          </p:txBody>
        </p:sp>
      </p:grpSp>
      <p:sp>
        <p:nvSpPr>
          <p:cNvPr id="29" name="Line 30"/>
          <p:cNvSpPr/>
          <p:nvPr/>
        </p:nvSpPr>
        <p:spPr>
          <a:xfrm flipV="1">
            <a:off x="609588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grpSp>
        <p:nvGrpSpPr>
          <p:cNvPr id="30" name="Group 31"/>
          <p:cNvGrpSpPr/>
          <p:nvPr/>
        </p:nvGrpSpPr>
        <p:grpSpPr>
          <a:xfrm>
            <a:off x="11545560" y="-397080"/>
            <a:ext cx="136800" cy="333360"/>
            <a:chOff x="11545560" y="-397080"/>
            <a:chExt cx="136800" cy="333360"/>
          </a:xfrm>
        </p:grpSpPr>
        <p:sp>
          <p:nvSpPr>
            <p:cNvPr id="31" name="Line 32"/>
            <p:cNvSpPr/>
            <p:nvPr/>
          </p:nvSpPr>
          <p:spPr>
            <a:xfrm flipV="1">
              <a:off x="1168236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32" name="CustomShape 33"/>
            <p:cNvSpPr/>
            <p:nvPr/>
          </p:nvSpPr>
          <p:spPr>
            <a:xfrm rot="16200000">
              <a:off x="1148436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15,50</a:t>
              </a:r>
              <a:endParaRPr b="0" lang="en-IN" sz="800" spc="-1" strike="noStrike">
                <a:latin typeface="Arial"/>
              </a:endParaRPr>
            </a:p>
          </p:txBody>
        </p:sp>
      </p:grpSp>
      <p:sp>
        <p:nvSpPr>
          <p:cNvPr id="33" name="CustomShape 34" hidden="1"/>
          <p:cNvSpPr/>
          <p:nvPr/>
        </p:nvSpPr>
        <p:spPr>
          <a:xfrm>
            <a:off x="10596240" y="299520"/>
            <a:ext cx="1079640" cy="411840"/>
          </a:xfrm>
          <a:custGeom>
            <a:avLst/>
            <a:gdLst/>
            <a:ahLst/>
            <a:rect l="l" t="t" r="r" b="b"/>
            <a:pathLst>
              <a:path w="4797018" h="183142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316a"/>
          </a:solidFill>
          <a:ln w="9360">
            <a:noFill/>
          </a:ln>
        </p:spPr>
        <p:style>
          <a:lnRef idx="0"/>
          <a:fillRef idx="0"/>
          <a:effectRef idx="0"/>
          <a:fontRef idx="minor"/>
        </p:style>
      </p:sp>
      <p:sp>
        <p:nvSpPr>
          <p:cNvPr id="34" name="PlaceHolder 35"/>
          <p:cNvSpPr>
            <a:spLocks noGrp="1"/>
          </p:cNvSpPr>
          <p:nvPr>
            <p:ph type="body"/>
          </p:nvPr>
        </p:nvSpPr>
        <p:spPr>
          <a:xfrm>
            <a:off x="0" y="1628640"/>
            <a:ext cx="12191760" cy="5229000"/>
          </a:xfrm>
          <a:prstGeom prst="rect">
            <a:avLst/>
          </a:prstGeom>
        </p:spPr>
        <p:txBody>
          <a:bodyPr lIns="540000" rIns="0" tIns="1188000" bIns="0">
            <a:noAutofit/>
          </a:bodyPr>
          <a:p>
            <a:pPr>
              <a:lnSpc>
                <a:spcPct val="110000"/>
              </a:lnSpc>
              <a:spcAft>
                <a:spcPts val="1199"/>
              </a:spcAft>
            </a:pPr>
            <a:r>
              <a:rPr b="1" lang="de-DE" sz="4000" spc="-1" strike="noStrike">
                <a:solidFill>
                  <a:srgbClr val="ffffff"/>
                </a:solidFill>
                <a:latin typeface="Arial"/>
              </a:rPr>
              <a:t> </a:t>
            </a:r>
            <a:endParaRPr b="0" lang="de-DE" sz="4000" spc="-1" strike="noStrike">
              <a:solidFill>
                <a:srgbClr val="ffffff"/>
              </a:solidFill>
              <a:latin typeface="Arial"/>
            </a:endParaRPr>
          </a:p>
        </p:txBody>
      </p:sp>
      <p:sp>
        <p:nvSpPr>
          <p:cNvPr id="35" name="PlaceHolder 36"/>
          <p:cNvSpPr>
            <a:spLocks noGrp="1"/>
          </p:cNvSpPr>
          <p:nvPr>
            <p:ph type="body"/>
          </p:nvPr>
        </p:nvSpPr>
        <p:spPr>
          <a:xfrm>
            <a:off x="0" y="1628640"/>
            <a:ext cx="12191760" cy="5229000"/>
          </a:xfrm>
          <a:prstGeom prst="rect">
            <a:avLst/>
          </a:prstGeom>
        </p:spPr>
        <p:txBody>
          <a:bodyPr lIns="0" rIns="0" tIns="0" bIns="0">
            <a:noAutofit/>
          </a:bodyPr>
          <a:p>
            <a:pPr>
              <a:lnSpc>
                <a:spcPct val="100000"/>
              </a:lnSpc>
            </a:pPr>
            <a:r>
              <a:rPr b="0" lang="de-DE" sz="1800" spc="-1" strike="noStrike">
                <a:solidFill>
                  <a:srgbClr val="ffffff"/>
                </a:solidFill>
                <a:latin typeface="Arial"/>
              </a:rPr>
              <a:t> </a:t>
            </a:r>
            <a:endParaRPr b="0" lang="de-DE" sz="1800" spc="-1" strike="noStrike">
              <a:solidFill>
                <a:srgbClr val="ffffff"/>
              </a:solidFill>
              <a:latin typeface="Arial"/>
            </a:endParaRPr>
          </a:p>
        </p:txBody>
      </p:sp>
      <p:sp>
        <p:nvSpPr>
          <p:cNvPr id="36" name="PlaceHolder 37"/>
          <p:cNvSpPr>
            <a:spLocks noGrp="1"/>
          </p:cNvSpPr>
          <p:nvPr>
            <p:ph type="title"/>
          </p:nvPr>
        </p:nvSpPr>
        <p:spPr>
          <a:xfrm>
            <a:off x="520200" y="2913840"/>
            <a:ext cx="4979160" cy="1030320"/>
          </a:xfrm>
          <a:prstGeom prst="rect">
            <a:avLst/>
          </a:prstGeom>
        </p:spPr>
        <p:txBody>
          <a:bodyPr lIns="0" rIns="0" tIns="0" bIns="0">
            <a:noAutofit/>
          </a:bodyPr>
          <a:p>
            <a:pPr>
              <a:lnSpc>
                <a:spcPct val="110000"/>
              </a:lnSpc>
            </a:pPr>
            <a:r>
              <a:rPr b="1" lang="de-DE" sz="6600" spc="-1" strike="noStrike">
                <a:solidFill>
                  <a:srgbClr val="ffffff"/>
                </a:solidFill>
                <a:latin typeface="Arial"/>
              </a:rPr>
              <a:t>Willkommen</a:t>
            </a:r>
            <a:endParaRPr b="0" lang="de-DE" sz="6600" spc="-1" strike="noStrike">
              <a:solidFill>
                <a:srgbClr val="ffffff"/>
              </a:solidFill>
              <a:latin typeface="Arial"/>
            </a:endParaRPr>
          </a:p>
        </p:txBody>
      </p:sp>
      <p:sp>
        <p:nvSpPr>
          <p:cNvPr id="37" name="CustomShape 38"/>
          <p:cNvSpPr/>
          <p:nvPr/>
        </p:nvSpPr>
        <p:spPr>
          <a:xfrm>
            <a:off x="518400" y="1196640"/>
            <a:ext cx="11675880" cy="71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p:style>
      </p:sp>
      <p:sp>
        <p:nvSpPr>
          <p:cNvPr id="38" name="CustomShape 39"/>
          <p:cNvSpPr/>
          <p:nvPr/>
        </p:nvSpPr>
        <p:spPr>
          <a:xfrm>
            <a:off x="10056960" y="300600"/>
            <a:ext cx="1618920" cy="617760"/>
          </a:xfrm>
          <a:custGeom>
            <a:avLst/>
            <a:gdLst/>
            <a:ah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chemeClr val="tx1"/>
          </a:solidFill>
          <a:ln w="2880">
            <a:noFill/>
          </a:ln>
        </p:spPr>
        <p:style>
          <a:lnRef idx="0"/>
          <a:fillRef idx="0"/>
          <a:effectRef idx="0"/>
          <a:fontRef idx="minor"/>
        </p:style>
      </p:sp>
      <p:grpSp>
        <p:nvGrpSpPr>
          <p:cNvPr id="39" name="Group 40"/>
          <p:cNvGrpSpPr/>
          <p:nvPr/>
        </p:nvGrpSpPr>
        <p:grpSpPr>
          <a:xfrm>
            <a:off x="-390240" y="160200"/>
            <a:ext cx="333360" cy="136440"/>
            <a:chOff x="-390240" y="160200"/>
            <a:chExt cx="333360" cy="136440"/>
          </a:xfrm>
        </p:grpSpPr>
        <p:sp>
          <p:nvSpPr>
            <p:cNvPr id="40" name="Line 41"/>
            <p:cNvSpPr/>
            <p:nvPr/>
          </p:nvSpPr>
          <p:spPr>
            <a:xfrm>
              <a:off x="-390240" y="29664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41" name="CustomShape 42"/>
            <p:cNvSpPr/>
            <p:nvPr/>
          </p:nvSpPr>
          <p:spPr>
            <a:xfrm>
              <a:off x="-351720" y="16020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08,70</a:t>
              </a:r>
              <a:endParaRPr b="0" lang="en-IN" sz="800" spc="-1" strike="noStrike">
                <a:latin typeface="Arial"/>
              </a:endParaRPr>
            </a:p>
          </p:txBody>
        </p:sp>
      </p:grpSp>
      <p:grpSp>
        <p:nvGrpSpPr>
          <p:cNvPr id="42" name="Group 43"/>
          <p:cNvGrpSpPr/>
          <p:nvPr/>
        </p:nvGrpSpPr>
        <p:grpSpPr>
          <a:xfrm>
            <a:off x="-390240" y="1131840"/>
            <a:ext cx="333360" cy="136440"/>
            <a:chOff x="-390240" y="1131840"/>
            <a:chExt cx="333360" cy="136440"/>
          </a:xfrm>
        </p:grpSpPr>
        <p:sp>
          <p:nvSpPr>
            <p:cNvPr id="43" name="Line 44"/>
            <p:cNvSpPr/>
            <p:nvPr/>
          </p:nvSpPr>
          <p:spPr>
            <a:xfrm>
              <a:off x="-390240" y="126828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44" name="CustomShape 45"/>
            <p:cNvSpPr/>
            <p:nvPr/>
          </p:nvSpPr>
          <p:spPr>
            <a:xfrm>
              <a:off x="-351720" y="1131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06,00</a:t>
              </a:r>
              <a:endParaRPr b="0" lang="en-IN" sz="800" spc="-1" strike="noStrike">
                <a:latin typeface="Arial"/>
              </a:endParaRPr>
            </a:p>
          </p:txBody>
        </p:sp>
      </p:grpSp>
      <p:grpSp>
        <p:nvGrpSpPr>
          <p:cNvPr id="45" name="Group 46"/>
          <p:cNvGrpSpPr/>
          <p:nvPr/>
        </p:nvGrpSpPr>
        <p:grpSpPr>
          <a:xfrm>
            <a:off x="-390240" y="1491840"/>
            <a:ext cx="333360" cy="136800"/>
            <a:chOff x="-390240" y="1491840"/>
            <a:chExt cx="333360" cy="136800"/>
          </a:xfrm>
        </p:grpSpPr>
        <p:sp>
          <p:nvSpPr>
            <p:cNvPr id="46" name="Line 47"/>
            <p:cNvSpPr/>
            <p:nvPr/>
          </p:nvSpPr>
          <p:spPr>
            <a:xfrm>
              <a:off x="-390240" y="162864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47" name="CustomShape 48"/>
            <p:cNvSpPr/>
            <p:nvPr/>
          </p:nvSpPr>
          <p:spPr>
            <a:xfrm>
              <a:off x="-351720" y="1491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05,00</a:t>
              </a:r>
              <a:endParaRPr b="0" lang="en-IN" sz="800" spc="-1" strike="noStrike">
                <a:latin typeface="Arial"/>
              </a:endParaRPr>
            </a:p>
          </p:txBody>
        </p:sp>
      </p:grpSp>
      <p:grpSp>
        <p:nvGrpSpPr>
          <p:cNvPr id="48" name="Group 49"/>
          <p:cNvGrpSpPr/>
          <p:nvPr/>
        </p:nvGrpSpPr>
        <p:grpSpPr>
          <a:xfrm>
            <a:off x="-390240" y="3292200"/>
            <a:ext cx="333360" cy="136800"/>
            <a:chOff x="-390240" y="3292200"/>
            <a:chExt cx="333360" cy="136800"/>
          </a:xfrm>
        </p:grpSpPr>
        <p:sp>
          <p:nvSpPr>
            <p:cNvPr id="49" name="Line 50"/>
            <p:cNvSpPr/>
            <p:nvPr/>
          </p:nvSpPr>
          <p:spPr>
            <a:xfrm>
              <a:off x="-390240" y="342900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50" name="CustomShape 51"/>
            <p:cNvSpPr/>
            <p:nvPr/>
          </p:nvSpPr>
          <p:spPr>
            <a:xfrm>
              <a:off x="-351720" y="329220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00,00</a:t>
              </a:r>
              <a:endParaRPr b="0" lang="en-IN" sz="800" spc="-1" strike="noStrike">
                <a:latin typeface="Arial"/>
              </a:endParaRPr>
            </a:p>
          </p:txBody>
        </p:sp>
      </p:grpSp>
      <p:grpSp>
        <p:nvGrpSpPr>
          <p:cNvPr id="51" name="Group 52"/>
          <p:cNvGrpSpPr/>
          <p:nvPr/>
        </p:nvGrpSpPr>
        <p:grpSpPr>
          <a:xfrm>
            <a:off x="-390240" y="6063840"/>
            <a:ext cx="333360" cy="136800"/>
            <a:chOff x="-390240" y="6063840"/>
            <a:chExt cx="333360" cy="136800"/>
          </a:xfrm>
        </p:grpSpPr>
        <p:sp>
          <p:nvSpPr>
            <p:cNvPr id="52" name="Line 53"/>
            <p:cNvSpPr/>
            <p:nvPr/>
          </p:nvSpPr>
          <p:spPr>
            <a:xfrm>
              <a:off x="-390240" y="620064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53" name="CustomShape 54"/>
            <p:cNvSpPr/>
            <p:nvPr/>
          </p:nvSpPr>
          <p:spPr>
            <a:xfrm>
              <a:off x="-351720" y="6063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07,70</a:t>
              </a:r>
              <a:endParaRPr b="0" lang="en-IN" sz="800" spc="-1" strike="noStrike">
                <a:latin typeface="Arial"/>
              </a:endParaRPr>
            </a:p>
          </p:txBody>
        </p:sp>
      </p:grpSp>
      <p:grpSp>
        <p:nvGrpSpPr>
          <p:cNvPr id="54" name="Group 55"/>
          <p:cNvGrpSpPr/>
          <p:nvPr/>
        </p:nvGrpSpPr>
        <p:grpSpPr>
          <a:xfrm>
            <a:off x="-390240" y="6495840"/>
            <a:ext cx="333360" cy="136440"/>
            <a:chOff x="-390240" y="6495840"/>
            <a:chExt cx="333360" cy="136440"/>
          </a:xfrm>
        </p:grpSpPr>
        <p:sp>
          <p:nvSpPr>
            <p:cNvPr id="55" name="Line 56"/>
            <p:cNvSpPr/>
            <p:nvPr/>
          </p:nvSpPr>
          <p:spPr>
            <a:xfrm>
              <a:off x="-390240" y="663228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56" name="CustomShape 57"/>
            <p:cNvSpPr/>
            <p:nvPr/>
          </p:nvSpPr>
          <p:spPr>
            <a:xfrm>
              <a:off x="-351720" y="6495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08,90</a:t>
              </a:r>
              <a:endParaRPr b="0" lang="en-IN" sz="800" spc="-1" strike="noStrike">
                <a:latin typeface="Arial"/>
              </a:endParaRPr>
            </a:p>
          </p:txBody>
        </p:sp>
      </p:grpSp>
      <p:grpSp>
        <p:nvGrpSpPr>
          <p:cNvPr id="57" name="Group 58"/>
          <p:cNvGrpSpPr/>
          <p:nvPr/>
        </p:nvGrpSpPr>
        <p:grpSpPr>
          <a:xfrm>
            <a:off x="379800" y="-397080"/>
            <a:ext cx="136800" cy="333360"/>
            <a:chOff x="379800" y="-397080"/>
            <a:chExt cx="136800" cy="333360"/>
          </a:xfrm>
        </p:grpSpPr>
        <p:sp>
          <p:nvSpPr>
            <p:cNvPr id="58" name="Line 59"/>
            <p:cNvSpPr/>
            <p:nvPr/>
          </p:nvSpPr>
          <p:spPr>
            <a:xfrm flipV="1">
              <a:off x="51660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59" name="CustomShape 60"/>
            <p:cNvSpPr/>
            <p:nvPr/>
          </p:nvSpPr>
          <p:spPr>
            <a:xfrm rot="16200000">
              <a:off x="31860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15,50</a:t>
              </a:r>
              <a:endParaRPr b="0" lang="en-IN" sz="800" spc="-1" strike="noStrike">
                <a:latin typeface="Arial"/>
              </a:endParaRPr>
            </a:p>
          </p:txBody>
        </p:sp>
      </p:grpSp>
      <p:grpSp>
        <p:nvGrpSpPr>
          <p:cNvPr id="60" name="Group 61"/>
          <p:cNvGrpSpPr/>
          <p:nvPr/>
        </p:nvGrpSpPr>
        <p:grpSpPr>
          <a:xfrm>
            <a:off x="5851080" y="-397080"/>
            <a:ext cx="136800" cy="333360"/>
            <a:chOff x="5851080" y="-397080"/>
            <a:chExt cx="136800" cy="333360"/>
          </a:xfrm>
        </p:grpSpPr>
        <p:sp>
          <p:nvSpPr>
            <p:cNvPr id="61" name="Line 62"/>
            <p:cNvSpPr/>
            <p:nvPr/>
          </p:nvSpPr>
          <p:spPr>
            <a:xfrm flipV="1">
              <a:off x="598788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62" name="CustomShape 63"/>
            <p:cNvSpPr/>
            <p:nvPr/>
          </p:nvSpPr>
          <p:spPr>
            <a:xfrm rot="16200000">
              <a:off x="578988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00,30</a:t>
              </a:r>
              <a:endParaRPr b="0" lang="en-IN" sz="800" spc="-1" strike="noStrike">
                <a:latin typeface="Arial"/>
              </a:endParaRPr>
            </a:p>
          </p:txBody>
        </p:sp>
      </p:grpSp>
      <p:grpSp>
        <p:nvGrpSpPr>
          <p:cNvPr id="63" name="Group 64"/>
          <p:cNvGrpSpPr/>
          <p:nvPr/>
        </p:nvGrpSpPr>
        <p:grpSpPr>
          <a:xfrm>
            <a:off x="6203880" y="-397080"/>
            <a:ext cx="132840" cy="333360"/>
            <a:chOff x="6203880" y="-397080"/>
            <a:chExt cx="132840" cy="333360"/>
          </a:xfrm>
        </p:grpSpPr>
        <p:sp>
          <p:nvSpPr>
            <p:cNvPr id="64" name="Line 65"/>
            <p:cNvSpPr/>
            <p:nvPr/>
          </p:nvSpPr>
          <p:spPr>
            <a:xfrm flipV="1">
              <a:off x="620388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65" name="CustomShape 66"/>
            <p:cNvSpPr/>
            <p:nvPr/>
          </p:nvSpPr>
          <p:spPr>
            <a:xfrm rot="16200000">
              <a:off x="614268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00,30</a:t>
              </a:r>
              <a:endParaRPr b="0" lang="en-IN" sz="800" spc="-1" strike="noStrike">
                <a:latin typeface="Arial"/>
              </a:endParaRPr>
            </a:p>
          </p:txBody>
        </p:sp>
      </p:grpSp>
      <p:sp>
        <p:nvSpPr>
          <p:cNvPr id="66" name="Line 67"/>
          <p:cNvSpPr/>
          <p:nvPr/>
        </p:nvSpPr>
        <p:spPr>
          <a:xfrm flipV="1">
            <a:off x="609588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grpSp>
        <p:nvGrpSpPr>
          <p:cNvPr id="67" name="Group 68"/>
          <p:cNvGrpSpPr/>
          <p:nvPr/>
        </p:nvGrpSpPr>
        <p:grpSpPr>
          <a:xfrm>
            <a:off x="11545560" y="-397080"/>
            <a:ext cx="136800" cy="333360"/>
            <a:chOff x="11545560" y="-397080"/>
            <a:chExt cx="136800" cy="333360"/>
          </a:xfrm>
        </p:grpSpPr>
        <p:sp>
          <p:nvSpPr>
            <p:cNvPr id="68" name="Line 69"/>
            <p:cNvSpPr/>
            <p:nvPr/>
          </p:nvSpPr>
          <p:spPr>
            <a:xfrm flipV="1">
              <a:off x="1168236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69" name="CustomShape 70"/>
            <p:cNvSpPr/>
            <p:nvPr/>
          </p:nvSpPr>
          <p:spPr>
            <a:xfrm rot="16200000">
              <a:off x="1148436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15,50</a:t>
              </a:r>
              <a:endParaRPr b="0" lang="en-IN" sz="800" spc="-1" strike="noStrike">
                <a:latin typeface="Arial"/>
              </a:endParaRPr>
            </a:p>
          </p:txBody>
        </p:sp>
      </p:grpSp>
      <p:grpSp>
        <p:nvGrpSpPr>
          <p:cNvPr id="70" name="Group 71"/>
          <p:cNvGrpSpPr/>
          <p:nvPr/>
        </p:nvGrpSpPr>
        <p:grpSpPr>
          <a:xfrm>
            <a:off x="510480" y="293760"/>
            <a:ext cx="2594160" cy="326880"/>
            <a:chOff x="510480" y="293760"/>
            <a:chExt cx="2594160" cy="326880"/>
          </a:xfrm>
        </p:grpSpPr>
        <p:sp>
          <p:nvSpPr>
            <p:cNvPr id="71" name="CustomShape 72"/>
            <p:cNvSpPr/>
            <p:nvPr/>
          </p:nvSpPr>
          <p:spPr>
            <a:xfrm>
              <a:off x="519840" y="300240"/>
              <a:ext cx="77760" cy="123840"/>
            </a:xfrm>
            <a:custGeom>
              <a:avLst/>
              <a:gdLst/>
              <a:ah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chemeClr val="tx1"/>
            </a:solidFill>
            <a:ln w="9360">
              <a:noFill/>
            </a:ln>
          </p:spPr>
          <p:style>
            <a:lnRef idx="0"/>
            <a:fillRef idx="0"/>
            <a:effectRef idx="0"/>
            <a:fontRef idx="minor"/>
          </p:style>
        </p:sp>
        <p:sp>
          <p:nvSpPr>
            <p:cNvPr id="72" name="CustomShape 73"/>
            <p:cNvSpPr/>
            <p:nvPr/>
          </p:nvSpPr>
          <p:spPr>
            <a:xfrm>
              <a:off x="610200" y="332640"/>
              <a:ext cx="53640" cy="91440"/>
            </a:xfrm>
            <a:custGeom>
              <a:avLst/>
              <a:gdLst/>
              <a:ah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chemeClr val="tx1"/>
            </a:solidFill>
            <a:ln w="9360">
              <a:noFill/>
            </a:ln>
          </p:spPr>
          <p:style>
            <a:lnRef idx="0"/>
            <a:fillRef idx="0"/>
            <a:effectRef idx="0"/>
            <a:fontRef idx="minor"/>
          </p:style>
        </p:sp>
        <p:sp>
          <p:nvSpPr>
            <p:cNvPr id="73" name="CustomShape 74"/>
            <p:cNvSpPr/>
            <p:nvPr/>
          </p:nvSpPr>
          <p:spPr>
            <a:xfrm>
              <a:off x="679320" y="294840"/>
              <a:ext cx="26280" cy="129240"/>
            </a:xfrm>
            <a:custGeom>
              <a:avLst/>
              <a:gdLst/>
              <a:ah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chemeClr val="tx1"/>
            </a:solidFill>
            <a:ln w="9360">
              <a:noFill/>
            </a:ln>
          </p:spPr>
          <p:style>
            <a:lnRef idx="0"/>
            <a:fillRef idx="0"/>
            <a:effectRef idx="0"/>
            <a:fontRef idx="minor"/>
          </p:style>
        </p:sp>
        <p:sp>
          <p:nvSpPr>
            <p:cNvPr id="74" name="CustomShape 75"/>
            <p:cNvSpPr/>
            <p:nvPr/>
          </p:nvSpPr>
          <p:spPr>
            <a:xfrm>
              <a:off x="725040" y="332640"/>
              <a:ext cx="81360" cy="93600"/>
            </a:xfrm>
            <a:custGeom>
              <a:avLst/>
              <a:gdLst/>
              <a:ah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chemeClr val="tx1"/>
            </a:solidFill>
            <a:ln w="9360">
              <a:noFill/>
            </a:ln>
          </p:spPr>
          <p:style>
            <a:lnRef idx="0"/>
            <a:fillRef idx="0"/>
            <a:effectRef idx="0"/>
            <a:fontRef idx="minor"/>
          </p:style>
        </p:sp>
        <p:sp>
          <p:nvSpPr>
            <p:cNvPr id="75" name="CustomShape 76"/>
            <p:cNvSpPr/>
            <p:nvPr/>
          </p:nvSpPr>
          <p:spPr>
            <a:xfrm>
              <a:off x="825480" y="293760"/>
              <a:ext cx="83160" cy="132840"/>
            </a:xfrm>
            <a:custGeom>
              <a:avLst/>
              <a:gdLst/>
              <a:ah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chemeClr val="tx1"/>
            </a:solidFill>
            <a:ln w="9360">
              <a:noFill/>
            </a:ln>
          </p:spPr>
          <p:style>
            <a:lnRef idx="0"/>
            <a:fillRef idx="0"/>
            <a:effectRef idx="0"/>
            <a:fontRef idx="minor"/>
          </p:style>
        </p:sp>
        <p:sp>
          <p:nvSpPr>
            <p:cNvPr id="76" name="CustomShape 77"/>
            <p:cNvSpPr/>
            <p:nvPr/>
          </p:nvSpPr>
          <p:spPr>
            <a:xfrm>
              <a:off x="937080" y="332640"/>
              <a:ext cx="53640" cy="91440"/>
            </a:xfrm>
            <a:custGeom>
              <a:avLst/>
              <a:gdLst/>
              <a:ah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chemeClr val="tx1"/>
            </a:solidFill>
            <a:ln w="9360">
              <a:noFill/>
            </a:ln>
          </p:spPr>
          <p:style>
            <a:lnRef idx="0"/>
            <a:fillRef idx="0"/>
            <a:effectRef idx="0"/>
            <a:fontRef idx="minor"/>
          </p:style>
        </p:sp>
        <p:sp>
          <p:nvSpPr>
            <p:cNvPr id="77" name="CustomShape 78"/>
            <p:cNvSpPr/>
            <p:nvPr/>
          </p:nvSpPr>
          <p:spPr>
            <a:xfrm>
              <a:off x="1005480" y="294840"/>
              <a:ext cx="26280" cy="129240"/>
            </a:xfrm>
            <a:custGeom>
              <a:avLst/>
              <a:gdLst/>
              <a:ah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chemeClr val="tx1"/>
            </a:solidFill>
            <a:ln w="9360">
              <a:noFill/>
            </a:ln>
          </p:spPr>
          <p:style>
            <a:lnRef idx="0"/>
            <a:fillRef idx="0"/>
            <a:effectRef idx="0"/>
            <a:fontRef idx="minor"/>
          </p:style>
        </p:sp>
        <p:sp>
          <p:nvSpPr>
            <p:cNvPr id="78" name="CustomShape 79"/>
            <p:cNvSpPr/>
            <p:nvPr/>
          </p:nvSpPr>
          <p:spPr>
            <a:xfrm>
              <a:off x="1051920" y="332640"/>
              <a:ext cx="75240" cy="93960"/>
            </a:xfrm>
            <a:custGeom>
              <a:avLst/>
              <a:gdLst/>
              <a:ah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chemeClr val="tx1"/>
            </a:solidFill>
            <a:ln w="9360">
              <a:noFill/>
            </a:ln>
          </p:spPr>
          <p:style>
            <a:lnRef idx="0"/>
            <a:fillRef idx="0"/>
            <a:effectRef idx="0"/>
            <a:fontRef idx="minor"/>
          </p:style>
        </p:sp>
        <p:sp>
          <p:nvSpPr>
            <p:cNvPr id="79" name="CustomShape 80"/>
            <p:cNvSpPr/>
            <p:nvPr/>
          </p:nvSpPr>
          <p:spPr>
            <a:xfrm>
              <a:off x="1145520" y="293760"/>
              <a:ext cx="77040" cy="130680"/>
            </a:xfrm>
            <a:custGeom>
              <a:avLst/>
              <a:gdLst/>
              <a:ah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chemeClr val="tx1"/>
            </a:solidFill>
            <a:ln w="9360">
              <a:noFill/>
            </a:ln>
          </p:spPr>
          <p:style>
            <a:lnRef idx="0"/>
            <a:fillRef idx="0"/>
            <a:effectRef idx="0"/>
            <a:fontRef idx="minor"/>
          </p:style>
        </p:sp>
        <p:sp>
          <p:nvSpPr>
            <p:cNvPr id="80" name="CustomShape 81"/>
            <p:cNvSpPr/>
            <p:nvPr/>
          </p:nvSpPr>
          <p:spPr>
            <a:xfrm>
              <a:off x="1247040" y="359640"/>
              <a:ext cx="43560" cy="19440"/>
            </a:xfrm>
            <a:custGeom>
              <a:avLst/>
              <a:gdLst/>
              <a:ahLst/>
              <a:rect l="l" t="t" r="r" b="b"/>
              <a:pathLst>
                <a:path w="130492" h="59055">
                  <a:moveTo>
                    <a:pt x="130492" y="59055"/>
                  </a:moveTo>
                  <a:lnTo>
                    <a:pt x="0" y="59055"/>
                  </a:lnTo>
                  <a:lnTo>
                    <a:pt x="0" y="0"/>
                  </a:lnTo>
                  <a:lnTo>
                    <a:pt x="130492" y="0"/>
                  </a:lnTo>
                  <a:lnTo>
                    <a:pt x="130492" y="59055"/>
                  </a:lnTo>
                  <a:close/>
                </a:path>
              </a:pathLst>
            </a:custGeom>
            <a:solidFill>
              <a:schemeClr val="tx1"/>
            </a:solidFill>
            <a:ln w="9360">
              <a:noFill/>
            </a:ln>
          </p:spPr>
          <p:style>
            <a:lnRef idx="0"/>
            <a:fillRef idx="0"/>
            <a:effectRef idx="0"/>
            <a:fontRef idx="minor"/>
          </p:style>
        </p:sp>
        <p:sp>
          <p:nvSpPr>
            <p:cNvPr id="81" name="CustomShape 82"/>
            <p:cNvSpPr/>
            <p:nvPr/>
          </p:nvSpPr>
          <p:spPr>
            <a:xfrm>
              <a:off x="1302120" y="300240"/>
              <a:ext cx="115200" cy="123840"/>
            </a:xfrm>
            <a:custGeom>
              <a:avLst/>
              <a:gdLst/>
              <a:ah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chemeClr val="tx1"/>
            </a:solidFill>
            <a:ln w="9360">
              <a:noFill/>
            </a:ln>
          </p:spPr>
          <p:style>
            <a:lnRef idx="0"/>
            <a:fillRef idx="0"/>
            <a:effectRef idx="0"/>
            <a:fontRef idx="minor"/>
          </p:style>
        </p:sp>
        <p:sp>
          <p:nvSpPr>
            <p:cNvPr id="82" name="CustomShape 83"/>
            <p:cNvSpPr/>
            <p:nvPr/>
          </p:nvSpPr>
          <p:spPr>
            <a:xfrm>
              <a:off x="1436040" y="293760"/>
              <a:ext cx="20520" cy="130320"/>
            </a:xfrm>
            <a:custGeom>
              <a:avLst/>
              <a:gdLst/>
              <a:ahLst/>
              <a:rect l="l" t="t" r="r" b="b"/>
              <a:pathLst>
                <a:path w="61912" h="388620">
                  <a:moveTo>
                    <a:pt x="61913" y="388620"/>
                  </a:moveTo>
                  <a:lnTo>
                    <a:pt x="0" y="388620"/>
                  </a:lnTo>
                  <a:lnTo>
                    <a:pt x="0" y="14288"/>
                  </a:lnTo>
                  <a:lnTo>
                    <a:pt x="61913" y="0"/>
                  </a:lnTo>
                  <a:lnTo>
                    <a:pt x="61913" y="388620"/>
                  </a:lnTo>
                  <a:close/>
                </a:path>
              </a:pathLst>
            </a:custGeom>
            <a:solidFill>
              <a:schemeClr val="tx1"/>
            </a:solidFill>
            <a:ln w="9360">
              <a:noFill/>
            </a:ln>
          </p:spPr>
          <p:style>
            <a:lnRef idx="0"/>
            <a:fillRef idx="0"/>
            <a:effectRef idx="0"/>
            <a:fontRef idx="minor"/>
          </p:style>
        </p:sp>
        <p:sp>
          <p:nvSpPr>
            <p:cNvPr id="83" name="CustomShape 84"/>
            <p:cNvSpPr/>
            <p:nvPr/>
          </p:nvSpPr>
          <p:spPr>
            <a:xfrm>
              <a:off x="1479240" y="332640"/>
              <a:ext cx="81360" cy="93600"/>
            </a:xfrm>
            <a:custGeom>
              <a:avLst/>
              <a:gdLst/>
              <a:ah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chemeClr val="tx1"/>
            </a:solidFill>
            <a:ln w="9360">
              <a:noFill/>
            </a:ln>
          </p:spPr>
          <p:style>
            <a:lnRef idx="0"/>
            <a:fillRef idx="0"/>
            <a:effectRef idx="0"/>
            <a:fontRef idx="minor"/>
          </p:style>
        </p:sp>
        <p:sp>
          <p:nvSpPr>
            <p:cNvPr id="84" name="CustomShape 85"/>
            <p:cNvSpPr/>
            <p:nvPr/>
          </p:nvSpPr>
          <p:spPr>
            <a:xfrm>
              <a:off x="1572480" y="334800"/>
              <a:ext cx="85680" cy="89280"/>
            </a:xfrm>
            <a:custGeom>
              <a:avLst/>
              <a:gdLst/>
              <a:ah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chemeClr val="tx1"/>
            </a:solidFill>
            <a:ln w="9360">
              <a:noFill/>
            </a:ln>
          </p:spPr>
          <p:style>
            <a:lnRef idx="0"/>
            <a:fillRef idx="0"/>
            <a:effectRef idx="0"/>
            <a:fontRef idx="minor"/>
          </p:style>
        </p:sp>
        <p:sp>
          <p:nvSpPr>
            <p:cNvPr id="85" name="CustomShape 86"/>
            <p:cNvSpPr/>
            <p:nvPr/>
          </p:nvSpPr>
          <p:spPr>
            <a:xfrm>
              <a:off x="1669680" y="332640"/>
              <a:ext cx="75600" cy="93600"/>
            </a:xfrm>
            <a:custGeom>
              <a:avLst/>
              <a:gdLst/>
              <a:ah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chemeClr val="tx1"/>
            </a:solidFill>
            <a:ln w="9360">
              <a:noFill/>
            </a:ln>
          </p:spPr>
          <p:style>
            <a:lnRef idx="0"/>
            <a:fillRef idx="0"/>
            <a:effectRef idx="0"/>
            <a:fontRef idx="minor"/>
          </p:style>
        </p:sp>
        <p:sp>
          <p:nvSpPr>
            <p:cNvPr id="86" name="CustomShape 87"/>
            <p:cNvSpPr/>
            <p:nvPr/>
          </p:nvSpPr>
          <p:spPr>
            <a:xfrm>
              <a:off x="1772280" y="332640"/>
              <a:ext cx="77040" cy="91800"/>
            </a:xfrm>
            <a:custGeom>
              <a:avLst/>
              <a:gdLst/>
              <a:ah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chemeClr val="tx1"/>
            </a:solidFill>
            <a:ln w="9360">
              <a:noFill/>
            </a:ln>
          </p:spPr>
          <p:style>
            <a:lnRef idx="0"/>
            <a:fillRef idx="0"/>
            <a:effectRef idx="0"/>
            <a:fontRef idx="minor"/>
          </p:style>
        </p:sp>
        <p:sp>
          <p:nvSpPr>
            <p:cNvPr id="87" name="CustomShape 88"/>
            <p:cNvSpPr/>
            <p:nvPr/>
          </p:nvSpPr>
          <p:spPr>
            <a:xfrm>
              <a:off x="1871640" y="293760"/>
              <a:ext cx="83160" cy="132840"/>
            </a:xfrm>
            <a:custGeom>
              <a:avLst/>
              <a:gdLst/>
              <a:ah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chemeClr val="tx1"/>
            </a:solidFill>
            <a:ln w="9360">
              <a:noFill/>
            </a:ln>
          </p:spPr>
          <p:style>
            <a:lnRef idx="0"/>
            <a:fillRef idx="0"/>
            <a:effectRef idx="0"/>
            <a:fontRef idx="minor"/>
          </p:style>
        </p:sp>
        <p:sp>
          <p:nvSpPr>
            <p:cNvPr id="88" name="CustomShape 89"/>
            <p:cNvSpPr/>
            <p:nvPr/>
          </p:nvSpPr>
          <p:spPr>
            <a:xfrm>
              <a:off x="1978200" y="332640"/>
              <a:ext cx="81360" cy="93600"/>
            </a:xfrm>
            <a:custGeom>
              <a:avLst/>
              <a:gdLst/>
              <a:ah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chemeClr val="tx1"/>
            </a:solidFill>
            <a:ln w="9360">
              <a:noFill/>
            </a:ln>
          </p:spPr>
          <p:style>
            <a:lnRef idx="0"/>
            <a:fillRef idx="0"/>
            <a:effectRef idx="0"/>
            <a:fontRef idx="minor"/>
          </p:style>
        </p:sp>
        <p:sp>
          <p:nvSpPr>
            <p:cNvPr id="89" name="CustomShape 90"/>
            <p:cNvSpPr/>
            <p:nvPr/>
          </p:nvSpPr>
          <p:spPr>
            <a:xfrm>
              <a:off x="2083680" y="332640"/>
              <a:ext cx="53640" cy="91440"/>
            </a:xfrm>
            <a:custGeom>
              <a:avLst/>
              <a:gdLst/>
              <a:ah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chemeClr val="tx1"/>
            </a:solidFill>
            <a:ln w="9360">
              <a:noFill/>
            </a:ln>
          </p:spPr>
          <p:style>
            <a:lnRef idx="0"/>
            <a:fillRef idx="0"/>
            <a:effectRef idx="0"/>
            <a:fontRef idx="minor"/>
          </p:style>
        </p:sp>
        <p:sp>
          <p:nvSpPr>
            <p:cNvPr id="90" name="CustomShape 91"/>
            <p:cNvSpPr/>
            <p:nvPr/>
          </p:nvSpPr>
          <p:spPr>
            <a:xfrm>
              <a:off x="2150640" y="359640"/>
              <a:ext cx="43560" cy="19440"/>
            </a:xfrm>
            <a:custGeom>
              <a:avLst/>
              <a:gdLst/>
              <a:ahLst/>
              <a:rect l="l" t="t" r="r" b="b"/>
              <a:pathLst>
                <a:path w="130492" h="59055">
                  <a:moveTo>
                    <a:pt x="130493" y="59055"/>
                  </a:moveTo>
                  <a:lnTo>
                    <a:pt x="0" y="59055"/>
                  </a:lnTo>
                  <a:lnTo>
                    <a:pt x="0" y="0"/>
                  </a:lnTo>
                  <a:lnTo>
                    <a:pt x="130493" y="0"/>
                  </a:lnTo>
                  <a:lnTo>
                    <a:pt x="130493" y="59055"/>
                  </a:lnTo>
                  <a:close/>
                </a:path>
              </a:pathLst>
            </a:custGeom>
            <a:solidFill>
              <a:schemeClr val="tx1"/>
            </a:solidFill>
            <a:ln w="9360">
              <a:noFill/>
            </a:ln>
          </p:spPr>
          <p:style>
            <a:lnRef idx="0"/>
            <a:fillRef idx="0"/>
            <a:effectRef idx="0"/>
            <a:fontRef idx="minor"/>
          </p:style>
        </p:sp>
        <p:sp>
          <p:nvSpPr>
            <p:cNvPr id="91" name="CustomShape 92"/>
            <p:cNvSpPr/>
            <p:nvPr/>
          </p:nvSpPr>
          <p:spPr>
            <a:xfrm>
              <a:off x="2221200" y="300240"/>
              <a:ext cx="96840" cy="126000"/>
            </a:xfrm>
            <a:custGeom>
              <a:avLst/>
              <a:gdLst/>
              <a:ah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chemeClr val="tx1"/>
            </a:solidFill>
            <a:ln w="9360">
              <a:noFill/>
            </a:ln>
          </p:spPr>
          <p:style>
            <a:lnRef idx="0"/>
            <a:fillRef idx="0"/>
            <a:effectRef idx="0"/>
            <a:fontRef idx="minor"/>
          </p:style>
        </p:sp>
        <p:sp>
          <p:nvSpPr>
            <p:cNvPr id="92" name="CustomShape 93"/>
            <p:cNvSpPr/>
            <p:nvPr/>
          </p:nvSpPr>
          <p:spPr>
            <a:xfrm>
              <a:off x="2346480" y="332640"/>
              <a:ext cx="76680" cy="91800"/>
            </a:xfrm>
            <a:custGeom>
              <a:avLst/>
              <a:gdLst/>
              <a:ah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chemeClr val="tx1"/>
            </a:solidFill>
            <a:ln w="9360">
              <a:noFill/>
            </a:ln>
          </p:spPr>
          <p:style>
            <a:lnRef idx="0"/>
            <a:fillRef idx="0"/>
            <a:effectRef idx="0"/>
            <a:fontRef idx="minor"/>
          </p:style>
        </p:sp>
        <p:sp>
          <p:nvSpPr>
            <p:cNvPr id="93" name="CustomShape 94"/>
            <p:cNvSpPr/>
            <p:nvPr/>
          </p:nvSpPr>
          <p:spPr>
            <a:xfrm>
              <a:off x="2446920" y="294840"/>
              <a:ext cx="26280" cy="129240"/>
            </a:xfrm>
            <a:custGeom>
              <a:avLst/>
              <a:gdLst/>
              <a:ah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chemeClr val="tx1"/>
            </a:solidFill>
            <a:ln w="9360">
              <a:noFill/>
            </a:ln>
          </p:spPr>
          <p:style>
            <a:lnRef idx="0"/>
            <a:fillRef idx="0"/>
            <a:effectRef idx="0"/>
            <a:fontRef idx="minor"/>
          </p:style>
        </p:sp>
        <p:sp>
          <p:nvSpPr>
            <p:cNvPr id="94" name="CustomShape 95"/>
            <p:cNvSpPr/>
            <p:nvPr/>
          </p:nvSpPr>
          <p:spPr>
            <a:xfrm>
              <a:off x="2488320" y="335160"/>
              <a:ext cx="86760" cy="89280"/>
            </a:xfrm>
            <a:custGeom>
              <a:avLst/>
              <a:gdLst/>
              <a:ah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chemeClr val="tx1"/>
            </a:solidFill>
            <a:ln w="9360">
              <a:noFill/>
            </a:ln>
          </p:spPr>
          <p:style>
            <a:lnRef idx="0"/>
            <a:fillRef idx="0"/>
            <a:effectRef idx="0"/>
            <a:fontRef idx="minor"/>
          </p:style>
        </p:sp>
        <p:sp>
          <p:nvSpPr>
            <p:cNvPr id="95" name="CustomShape 96"/>
            <p:cNvSpPr/>
            <p:nvPr/>
          </p:nvSpPr>
          <p:spPr>
            <a:xfrm>
              <a:off x="2585160" y="332640"/>
              <a:ext cx="81360" cy="93600"/>
            </a:xfrm>
            <a:custGeom>
              <a:avLst/>
              <a:gdLst/>
              <a:ah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chemeClr val="tx1"/>
            </a:solidFill>
            <a:ln w="9360">
              <a:noFill/>
            </a:ln>
          </p:spPr>
          <p:style>
            <a:lnRef idx="0"/>
            <a:fillRef idx="0"/>
            <a:effectRef idx="0"/>
            <a:fontRef idx="minor"/>
          </p:style>
        </p:sp>
        <p:sp>
          <p:nvSpPr>
            <p:cNvPr id="96" name="CustomShape 97"/>
            <p:cNvSpPr/>
            <p:nvPr/>
          </p:nvSpPr>
          <p:spPr>
            <a:xfrm>
              <a:off x="2690640" y="332640"/>
              <a:ext cx="53640" cy="91440"/>
            </a:xfrm>
            <a:custGeom>
              <a:avLst/>
              <a:gdLst/>
              <a:ah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chemeClr val="tx1"/>
            </a:solidFill>
            <a:ln w="9360">
              <a:noFill/>
            </a:ln>
          </p:spPr>
          <p:style>
            <a:lnRef idx="0"/>
            <a:fillRef idx="0"/>
            <a:effectRef idx="0"/>
            <a:fontRef idx="minor"/>
          </p:style>
        </p:sp>
        <p:sp>
          <p:nvSpPr>
            <p:cNvPr id="97" name="CustomShape 98"/>
            <p:cNvSpPr/>
            <p:nvPr/>
          </p:nvSpPr>
          <p:spPr>
            <a:xfrm>
              <a:off x="2754360" y="332640"/>
              <a:ext cx="68760" cy="93960"/>
            </a:xfrm>
            <a:custGeom>
              <a:avLst/>
              <a:gdLst/>
              <a:ah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chemeClr val="tx1"/>
            </a:solidFill>
            <a:ln w="9360">
              <a:noFill/>
            </a:ln>
          </p:spPr>
          <p:style>
            <a:lnRef idx="0"/>
            <a:fillRef idx="0"/>
            <a:effectRef idx="0"/>
            <a:fontRef idx="minor"/>
          </p:style>
        </p:sp>
        <p:sp>
          <p:nvSpPr>
            <p:cNvPr id="98" name="CustomShape 99"/>
            <p:cNvSpPr/>
            <p:nvPr/>
          </p:nvSpPr>
          <p:spPr>
            <a:xfrm>
              <a:off x="2843280" y="294840"/>
              <a:ext cx="26280" cy="129240"/>
            </a:xfrm>
            <a:custGeom>
              <a:avLst/>
              <a:gdLst/>
              <a:ah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chemeClr val="tx1"/>
            </a:solidFill>
            <a:ln w="9360">
              <a:noFill/>
            </a:ln>
          </p:spPr>
          <p:style>
            <a:lnRef idx="0"/>
            <a:fillRef idx="0"/>
            <a:effectRef idx="0"/>
            <a:fontRef idx="minor"/>
          </p:style>
        </p:sp>
        <p:sp>
          <p:nvSpPr>
            <p:cNvPr id="99" name="CustomShape 100"/>
            <p:cNvSpPr/>
            <p:nvPr/>
          </p:nvSpPr>
          <p:spPr>
            <a:xfrm>
              <a:off x="2885040" y="306360"/>
              <a:ext cx="55440" cy="120240"/>
            </a:xfrm>
            <a:custGeom>
              <a:avLst/>
              <a:gdLst/>
              <a:ah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chemeClr val="tx1"/>
            </a:solidFill>
            <a:ln w="9360">
              <a:noFill/>
            </a:ln>
          </p:spPr>
          <p:style>
            <a:lnRef idx="0"/>
            <a:fillRef idx="0"/>
            <a:effectRef idx="0"/>
            <a:fontRef idx="minor"/>
          </p:style>
        </p:sp>
        <p:sp>
          <p:nvSpPr>
            <p:cNvPr id="100" name="CustomShape 101"/>
            <p:cNvSpPr/>
            <p:nvPr/>
          </p:nvSpPr>
          <p:spPr>
            <a:xfrm>
              <a:off x="2957040" y="296640"/>
              <a:ext cx="75600" cy="129960"/>
            </a:xfrm>
            <a:custGeom>
              <a:avLst/>
              <a:gdLst/>
              <a:ah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360">
              <a:noFill/>
            </a:ln>
          </p:spPr>
          <p:style>
            <a:lnRef idx="0"/>
            <a:fillRef idx="0"/>
            <a:effectRef idx="0"/>
            <a:fontRef idx="minor"/>
          </p:style>
        </p:sp>
        <p:sp>
          <p:nvSpPr>
            <p:cNvPr id="101" name="CustomShape 102"/>
            <p:cNvSpPr/>
            <p:nvPr/>
          </p:nvSpPr>
          <p:spPr>
            <a:xfrm>
              <a:off x="3049200" y="306360"/>
              <a:ext cx="55440" cy="120240"/>
            </a:xfrm>
            <a:custGeom>
              <a:avLst/>
              <a:gdLst/>
              <a:ah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chemeClr val="tx1"/>
            </a:solidFill>
            <a:ln w="9360">
              <a:noFill/>
            </a:ln>
          </p:spPr>
          <p:style>
            <a:lnRef idx="0"/>
            <a:fillRef idx="0"/>
            <a:effectRef idx="0"/>
            <a:fontRef idx="minor"/>
          </p:style>
        </p:sp>
        <p:sp>
          <p:nvSpPr>
            <p:cNvPr id="102" name="CustomShape 103"/>
            <p:cNvSpPr/>
            <p:nvPr/>
          </p:nvSpPr>
          <p:spPr>
            <a:xfrm>
              <a:off x="510480" y="494640"/>
              <a:ext cx="92160" cy="123840"/>
            </a:xfrm>
            <a:custGeom>
              <a:avLst/>
              <a:gdLst/>
              <a:ah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360">
              <a:noFill/>
            </a:ln>
          </p:spPr>
          <p:style>
            <a:lnRef idx="0"/>
            <a:fillRef idx="0"/>
            <a:effectRef idx="0"/>
            <a:fontRef idx="minor"/>
          </p:style>
        </p:sp>
        <p:sp>
          <p:nvSpPr>
            <p:cNvPr id="103" name="CustomShape 104"/>
            <p:cNvSpPr/>
            <p:nvPr/>
          </p:nvSpPr>
          <p:spPr>
            <a:xfrm>
              <a:off x="604080" y="526680"/>
              <a:ext cx="81360" cy="93600"/>
            </a:xfrm>
            <a:custGeom>
              <a:avLst/>
              <a:gdLst/>
              <a:ah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360">
              <a:noFill/>
            </a:ln>
          </p:spPr>
          <p:style>
            <a:lnRef idx="0"/>
            <a:fillRef idx="0"/>
            <a:effectRef idx="0"/>
            <a:fontRef idx="minor"/>
          </p:style>
        </p:sp>
        <p:sp>
          <p:nvSpPr>
            <p:cNvPr id="104" name="CustomShape 105"/>
            <p:cNvSpPr/>
            <p:nvPr/>
          </p:nvSpPr>
          <p:spPr>
            <a:xfrm>
              <a:off x="703800" y="526320"/>
              <a:ext cx="75240" cy="93960"/>
            </a:xfrm>
            <a:custGeom>
              <a:avLst/>
              <a:gdLst/>
              <a:ah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360">
              <a:noFill/>
            </a:ln>
          </p:spPr>
          <p:style>
            <a:lnRef idx="0"/>
            <a:fillRef idx="0"/>
            <a:effectRef idx="0"/>
            <a:fontRef idx="minor"/>
          </p:style>
        </p:sp>
        <p:sp>
          <p:nvSpPr>
            <p:cNvPr id="105" name="CustomShape 106"/>
            <p:cNvSpPr/>
            <p:nvPr/>
          </p:nvSpPr>
          <p:spPr>
            <a:xfrm>
              <a:off x="797760" y="487440"/>
              <a:ext cx="76680" cy="130680"/>
            </a:xfrm>
            <a:custGeom>
              <a:avLst/>
              <a:gdLst/>
              <a:ah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360">
              <a:noFill/>
            </a:ln>
          </p:spPr>
          <p:style>
            <a:lnRef idx="0"/>
            <a:fillRef idx="0"/>
            <a:effectRef idx="0"/>
            <a:fontRef idx="minor"/>
          </p:style>
        </p:sp>
        <p:sp>
          <p:nvSpPr>
            <p:cNvPr id="106" name="CustomShape 107"/>
            <p:cNvSpPr/>
            <p:nvPr/>
          </p:nvSpPr>
          <p:spPr>
            <a:xfrm>
              <a:off x="901800" y="526680"/>
              <a:ext cx="76680" cy="91800"/>
            </a:xfrm>
            <a:custGeom>
              <a:avLst/>
              <a:gdLst/>
              <a:ah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360">
              <a:noFill/>
            </a:ln>
          </p:spPr>
          <p:style>
            <a:lnRef idx="0"/>
            <a:fillRef idx="0"/>
            <a:effectRef idx="0"/>
            <a:fontRef idx="minor"/>
          </p:style>
        </p:sp>
        <p:sp>
          <p:nvSpPr>
            <p:cNvPr id="107" name="CustomShape 108"/>
            <p:cNvSpPr/>
            <p:nvPr/>
          </p:nvSpPr>
          <p:spPr>
            <a:xfrm>
              <a:off x="1002240" y="488880"/>
              <a:ext cx="26280" cy="129240"/>
            </a:xfrm>
            <a:custGeom>
              <a:avLst/>
              <a:gdLst/>
              <a:ah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360">
              <a:noFill/>
            </a:ln>
          </p:spPr>
          <p:style>
            <a:lnRef idx="0"/>
            <a:fillRef idx="0"/>
            <a:effectRef idx="0"/>
            <a:fontRef idx="minor"/>
          </p:style>
        </p:sp>
        <p:sp>
          <p:nvSpPr>
            <p:cNvPr id="108" name="CustomShape 109"/>
            <p:cNvSpPr/>
            <p:nvPr/>
          </p:nvSpPr>
          <p:spPr>
            <a:xfrm>
              <a:off x="1045440" y="526320"/>
              <a:ext cx="68760" cy="93960"/>
            </a:xfrm>
            <a:custGeom>
              <a:avLst/>
              <a:gdLst/>
              <a:ah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360">
              <a:noFill/>
            </a:ln>
          </p:spPr>
          <p:style>
            <a:lnRef idx="0"/>
            <a:fillRef idx="0"/>
            <a:effectRef idx="0"/>
            <a:fontRef idx="minor"/>
          </p:style>
        </p:sp>
        <p:sp>
          <p:nvSpPr>
            <p:cNvPr id="109" name="CustomShape 110"/>
            <p:cNvSpPr/>
            <p:nvPr/>
          </p:nvSpPr>
          <p:spPr>
            <a:xfrm>
              <a:off x="1131480" y="526320"/>
              <a:ext cx="75240" cy="93960"/>
            </a:xfrm>
            <a:custGeom>
              <a:avLst/>
              <a:gdLst/>
              <a:ah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360">
              <a:noFill/>
            </a:ln>
          </p:spPr>
          <p:style>
            <a:lnRef idx="0"/>
            <a:fillRef idx="0"/>
            <a:effectRef idx="0"/>
            <a:fontRef idx="minor"/>
          </p:style>
        </p:sp>
        <p:sp>
          <p:nvSpPr>
            <p:cNvPr id="110" name="CustomShape 111"/>
            <p:cNvSpPr/>
            <p:nvPr/>
          </p:nvSpPr>
          <p:spPr>
            <a:xfrm>
              <a:off x="1225440" y="487440"/>
              <a:ext cx="76680" cy="130680"/>
            </a:xfrm>
            <a:custGeom>
              <a:avLst/>
              <a:gdLst/>
              <a:ah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360">
              <a:noFill/>
            </a:ln>
          </p:spPr>
          <p:style>
            <a:lnRef idx="0"/>
            <a:fillRef idx="0"/>
            <a:effectRef idx="0"/>
            <a:fontRef idx="minor"/>
          </p:style>
        </p:sp>
        <p:sp>
          <p:nvSpPr>
            <p:cNvPr id="111" name="CustomShape 112"/>
            <p:cNvSpPr/>
            <p:nvPr/>
          </p:nvSpPr>
          <p:spPr>
            <a:xfrm>
              <a:off x="1324080" y="526680"/>
              <a:ext cx="81360" cy="93600"/>
            </a:xfrm>
            <a:custGeom>
              <a:avLst/>
              <a:gdLst/>
              <a:ah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360">
              <a:noFill/>
            </a:ln>
          </p:spPr>
          <p:style>
            <a:lnRef idx="0"/>
            <a:fillRef idx="0"/>
            <a:effectRef idx="0"/>
            <a:fontRef idx="minor"/>
          </p:style>
        </p:sp>
        <p:sp>
          <p:nvSpPr>
            <p:cNvPr id="112" name="CustomShape 113"/>
            <p:cNvSpPr/>
            <p:nvPr/>
          </p:nvSpPr>
          <p:spPr>
            <a:xfrm>
              <a:off x="1482480" y="494640"/>
              <a:ext cx="77400" cy="123840"/>
            </a:xfrm>
            <a:custGeom>
              <a:avLst/>
              <a:gdLst/>
              <a:ah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360">
              <a:noFill/>
            </a:ln>
          </p:spPr>
          <p:style>
            <a:lnRef idx="0"/>
            <a:fillRef idx="0"/>
            <a:effectRef idx="0"/>
            <a:fontRef idx="minor"/>
          </p:style>
        </p:sp>
        <p:sp>
          <p:nvSpPr>
            <p:cNvPr id="113" name="CustomShape 114"/>
            <p:cNvSpPr/>
            <p:nvPr/>
          </p:nvSpPr>
          <p:spPr>
            <a:xfrm>
              <a:off x="1564200" y="526680"/>
              <a:ext cx="75960" cy="93600"/>
            </a:xfrm>
            <a:custGeom>
              <a:avLst/>
              <a:gdLst/>
              <a:ah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360">
              <a:noFill/>
            </a:ln>
          </p:spPr>
          <p:style>
            <a:lnRef idx="0"/>
            <a:fillRef idx="0"/>
            <a:effectRef idx="0"/>
            <a:fontRef idx="minor"/>
          </p:style>
        </p:sp>
        <p:sp>
          <p:nvSpPr>
            <p:cNvPr id="114" name="CustomShape 115"/>
            <p:cNvSpPr/>
            <p:nvPr/>
          </p:nvSpPr>
          <p:spPr>
            <a:xfrm>
              <a:off x="1667160" y="487440"/>
              <a:ext cx="78480" cy="130680"/>
            </a:xfrm>
            <a:custGeom>
              <a:avLst/>
              <a:gdLst/>
              <a:ah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360">
              <a:noFill/>
            </a:ln>
          </p:spPr>
          <p:style>
            <a:lnRef idx="0"/>
            <a:fillRef idx="0"/>
            <a:effectRef idx="0"/>
            <a:fontRef idx="minor"/>
          </p:style>
        </p:sp>
        <p:sp>
          <p:nvSpPr>
            <p:cNvPr id="115" name="CustomShape 116"/>
            <p:cNvSpPr/>
            <p:nvPr/>
          </p:nvSpPr>
          <p:spPr>
            <a:xfrm>
              <a:off x="1761480" y="528840"/>
              <a:ext cx="77040" cy="91800"/>
            </a:xfrm>
            <a:custGeom>
              <a:avLst/>
              <a:gdLst/>
              <a:ah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360">
              <a:noFill/>
            </a:ln>
          </p:spPr>
          <p:style>
            <a:lnRef idx="0"/>
            <a:fillRef idx="0"/>
            <a:effectRef idx="0"/>
            <a:fontRef idx="minor"/>
          </p:style>
        </p:sp>
        <p:sp>
          <p:nvSpPr>
            <p:cNvPr id="116" name="CustomShape 117"/>
            <p:cNvSpPr/>
            <p:nvPr/>
          </p:nvSpPr>
          <p:spPr>
            <a:xfrm>
              <a:off x="1865520" y="487440"/>
              <a:ext cx="20520" cy="130680"/>
            </a:xfrm>
            <a:custGeom>
              <a:avLst/>
              <a:gdLst/>
              <a:ahLst/>
              <a:rect l="l" t="t" r="r" b="b"/>
              <a:pathLst>
                <a:path w="61912" h="389572">
                  <a:moveTo>
                    <a:pt x="61913" y="389572"/>
                  </a:moveTo>
                  <a:lnTo>
                    <a:pt x="0" y="389572"/>
                  </a:lnTo>
                  <a:lnTo>
                    <a:pt x="0" y="14288"/>
                  </a:lnTo>
                  <a:lnTo>
                    <a:pt x="61913" y="0"/>
                  </a:lnTo>
                  <a:lnTo>
                    <a:pt x="61913" y="389572"/>
                  </a:lnTo>
                  <a:close/>
                </a:path>
              </a:pathLst>
            </a:custGeom>
            <a:solidFill>
              <a:schemeClr val="tx1"/>
            </a:solidFill>
            <a:ln w="9360">
              <a:noFill/>
            </a:ln>
          </p:spPr>
          <p:style>
            <a:lnRef idx="0"/>
            <a:fillRef idx="0"/>
            <a:effectRef idx="0"/>
            <a:fontRef idx="minor"/>
          </p:style>
        </p:sp>
        <p:sp>
          <p:nvSpPr>
            <p:cNvPr id="117" name="CustomShape 118"/>
            <p:cNvSpPr/>
            <p:nvPr/>
          </p:nvSpPr>
          <p:spPr>
            <a:xfrm>
              <a:off x="1905120" y="500040"/>
              <a:ext cx="55440" cy="120240"/>
            </a:xfrm>
            <a:custGeom>
              <a:avLst/>
              <a:gdLst/>
              <a:ah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360">
              <a:noFill/>
            </a:ln>
          </p:spPr>
          <p:style>
            <a:lnRef idx="0"/>
            <a:fillRef idx="0"/>
            <a:effectRef idx="0"/>
            <a:fontRef idx="minor"/>
          </p:style>
        </p:sp>
        <p:sp>
          <p:nvSpPr>
            <p:cNvPr id="118" name="CustomShape 119"/>
            <p:cNvSpPr/>
            <p:nvPr/>
          </p:nvSpPr>
          <p:spPr>
            <a:xfrm>
              <a:off x="1977120" y="490680"/>
              <a:ext cx="75600" cy="129960"/>
            </a:xfrm>
            <a:custGeom>
              <a:avLst/>
              <a:gdLst/>
              <a:ah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360">
              <a:noFill/>
            </a:ln>
          </p:spPr>
          <p:style>
            <a:lnRef idx="0"/>
            <a:fillRef idx="0"/>
            <a:effectRef idx="0"/>
            <a:fontRef idx="minor"/>
          </p:style>
        </p:sp>
        <p:sp>
          <p:nvSpPr>
            <p:cNvPr id="119" name="CustomShape 120"/>
            <p:cNvSpPr/>
            <p:nvPr/>
          </p:nvSpPr>
          <p:spPr>
            <a:xfrm>
              <a:off x="2069640" y="500040"/>
              <a:ext cx="55440" cy="120240"/>
            </a:xfrm>
            <a:custGeom>
              <a:avLst/>
              <a:gdLst/>
              <a:ah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360">
              <a:noFill/>
            </a:ln>
          </p:spPr>
          <p:style>
            <a:lnRef idx="0"/>
            <a:fillRef idx="0"/>
            <a:effectRef idx="0"/>
            <a:fontRef idx="minor"/>
          </p:style>
        </p:sp>
      </p:grpSp>
      <p:sp>
        <p:nvSpPr>
          <p:cNvPr id="120" name="CustomShape 121"/>
          <p:cNvSpPr/>
          <p:nvPr/>
        </p:nvSpPr>
        <p:spPr>
          <a:xfrm>
            <a:off x="489240" y="5497200"/>
            <a:ext cx="5709960" cy="94284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IN" sz="1400" spc="-1" strike="noStrike">
                <a:solidFill>
                  <a:srgbClr val="ffffff"/>
                </a:solidFill>
                <a:latin typeface="Arial"/>
              </a:rPr>
              <a:t>Lehrstuhl Elektrische Smart City Systeme</a:t>
            </a:r>
            <a:endParaRPr b="0" lang="en-IN" sz="1400" spc="-1" strike="noStrike">
              <a:latin typeface="Arial"/>
            </a:endParaRPr>
          </a:p>
          <a:p>
            <a:pPr>
              <a:lnSpc>
                <a:spcPct val="100000"/>
              </a:lnSpc>
            </a:pPr>
            <a:r>
              <a:rPr b="0" lang="en-IN" sz="1400" spc="-1" strike="noStrike">
                <a:solidFill>
                  <a:srgbClr val="ffffff"/>
                </a:solidFill>
                <a:latin typeface="Arial"/>
              </a:rPr>
              <a:t>Nuremberg Campus of Technology (NCT)</a:t>
            </a:r>
            <a:endParaRPr b="0" lang="en-IN" sz="1400" spc="-1" strike="noStrike">
              <a:latin typeface="Arial"/>
            </a:endParaRPr>
          </a:p>
          <a:p>
            <a:pPr>
              <a:lnSpc>
                <a:spcPct val="100000"/>
              </a:lnSpc>
            </a:pPr>
            <a:endParaRPr b="0" lang="en-IN" sz="1400" spc="-1" strike="noStrike">
              <a:latin typeface="Arial"/>
            </a:endParaRPr>
          </a:p>
          <a:p>
            <a:pPr>
              <a:lnSpc>
                <a:spcPct val="100000"/>
              </a:lnSpc>
            </a:pPr>
            <a:r>
              <a:rPr b="0" lang="en-IN" sz="1400" spc="-1" strike="noStrike">
                <a:solidFill>
                  <a:srgbClr val="ffffff"/>
                </a:solidFill>
                <a:latin typeface="Arial"/>
              </a:rPr>
              <a:t>Prof. Dr.-Ing. </a:t>
            </a:r>
            <a:r>
              <a:rPr b="1" lang="en-IN" sz="1400" spc="-1" strike="noStrike">
                <a:solidFill>
                  <a:srgbClr val="ffffff"/>
                </a:solidFill>
                <a:latin typeface="Arial"/>
              </a:rPr>
              <a:t>Norman Franchi</a:t>
            </a:r>
            <a:endParaRPr b="0" lang="en-IN" sz="1400" spc="-1" strike="noStrike">
              <a:latin typeface="Arial"/>
            </a:endParaRPr>
          </a:p>
        </p:txBody>
      </p:sp>
      <p:grpSp>
        <p:nvGrpSpPr>
          <p:cNvPr id="121" name="Group 122"/>
          <p:cNvGrpSpPr/>
          <p:nvPr/>
        </p:nvGrpSpPr>
        <p:grpSpPr>
          <a:xfrm>
            <a:off x="9648720" y="5662800"/>
            <a:ext cx="2334240" cy="871560"/>
            <a:chOff x="9648720" y="5662800"/>
            <a:chExt cx="2334240" cy="871560"/>
          </a:xfrm>
        </p:grpSpPr>
        <p:pic>
          <p:nvPicPr>
            <p:cNvPr id="122" name="Grafik 89" descr=""/>
            <p:cNvPicPr/>
            <p:nvPr/>
          </p:nvPicPr>
          <p:blipFill>
            <a:blip r:embed="rId2"/>
            <a:stretch/>
          </p:blipFill>
          <p:spPr>
            <a:xfrm>
              <a:off x="9873360" y="5662800"/>
              <a:ext cx="2109600" cy="615600"/>
            </a:xfrm>
            <a:prstGeom prst="rect">
              <a:avLst/>
            </a:prstGeom>
            <a:ln>
              <a:noFill/>
            </a:ln>
          </p:spPr>
        </p:pic>
        <p:sp>
          <p:nvSpPr>
            <p:cNvPr id="123" name="CustomShape 123"/>
            <p:cNvSpPr/>
            <p:nvPr/>
          </p:nvSpPr>
          <p:spPr>
            <a:xfrm>
              <a:off x="9648720" y="6306840"/>
              <a:ext cx="1729440" cy="227520"/>
            </a:xfrm>
            <a:prstGeom prst="rect">
              <a:avLst/>
            </a:prstGeom>
            <a:noFill/>
            <a:ln>
              <a:noFill/>
            </a:ln>
          </p:spPr>
          <p:style>
            <a:lnRef idx="0"/>
            <a:fillRef idx="0"/>
            <a:effectRef idx="0"/>
            <a:fontRef idx="minor"/>
          </p:style>
          <p:txBody>
            <a:bodyPr wrap="none" lIns="90000" rIns="90000" tIns="45000" bIns="45000">
              <a:spAutoFit/>
            </a:bodyPr>
            <a:p>
              <a:pPr algn="ctr">
                <a:lnSpc>
                  <a:spcPct val="100000"/>
                </a:lnSpc>
              </a:pPr>
              <a:r>
                <a:rPr b="1" lang="en-IN" sz="900" spc="-1" strike="noStrike">
                  <a:solidFill>
                    <a:srgbClr val="ffffff"/>
                  </a:solidFill>
                  <a:latin typeface="Arial"/>
                </a:rPr>
                <a:t>Engineering for Smart Cities</a:t>
              </a:r>
              <a:endParaRPr b="0" lang="en-IN" sz="900" spc="-1" strike="noStrike">
                <a:latin typeface="Arial"/>
              </a:endParaRPr>
            </a:p>
          </p:txBody>
        </p:sp>
      </p:gr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0" name="CustomShape 1"/>
          <p:cNvSpPr/>
          <p:nvPr/>
        </p:nvSpPr>
        <p:spPr>
          <a:xfrm>
            <a:off x="518400" y="1196640"/>
            <a:ext cx="11675880" cy="716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sp>
        <p:nvSpPr>
          <p:cNvPr id="161" name="CustomShape 2"/>
          <p:cNvSpPr/>
          <p:nvPr/>
        </p:nvSpPr>
        <p:spPr>
          <a:xfrm>
            <a:off x="517320" y="6538680"/>
            <a:ext cx="11674440" cy="104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grpSp>
        <p:nvGrpSpPr>
          <p:cNvPr id="162" name="Group 3"/>
          <p:cNvGrpSpPr/>
          <p:nvPr/>
        </p:nvGrpSpPr>
        <p:grpSpPr>
          <a:xfrm>
            <a:off x="-390240" y="160200"/>
            <a:ext cx="333360" cy="136440"/>
            <a:chOff x="-390240" y="160200"/>
            <a:chExt cx="333360" cy="136440"/>
          </a:xfrm>
        </p:grpSpPr>
        <p:sp>
          <p:nvSpPr>
            <p:cNvPr id="163" name="Line 4"/>
            <p:cNvSpPr/>
            <p:nvPr/>
          </p:nvSpPr>
          <p:spPr>
            <a:xfrm>
              <a:off x="-390240" y="29664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164" name="CustomShape 5"/>
            <p:cNvSpPr/>
            <p:nvPr/>
          </p:nvSpPr>
          <p:spPr>
            <a:xfrm>
              <a:off x="-351720" y="16020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08,70</a:t>
              </a:r>
              <a:endParaRPr b="0" lang="en-IN" sz="800" spc="-1" strike="noStrike">
                <a:latin typeface="Arial"/>
              </a:endParaRPr>
            </a:p>
          </p:txBody>
        </p:sp>
      </p:grpSp>
      <p:grpSp>
        <p:nvGrpSpPr>
          <p:cNvPr id="165" name="Group 6"/>
          <p:cNvGrpSpPr/>
          <p:nvPr/>
        </p:nvGrpSpPr>
        <p:grpSpPr>
          <a:xfrm>
            <a:off x="-390240" y="1131840"/>
            <a:ext cx="333360" cy="136440"/>
            <a:chOff x="-390240" y="1131840"/>
            <a:chExt cx="333360" cy="136440"/>
          </a:xfrm>
        </p:grpSpPr>
        <p:sp>
          <p:nvSpPr>
            <p:cNvPr id="166" name="Line 7"/>
            <p:cNvSpPr/>
            <p:nvPr/>
          </p:nvSpPr>
          <p:spPr>
            <a:xfrm>
              <a:off x="-390240" y="126828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167" name="CustomShape 8"/>
            <p:cNvSpPr/>
            <p:nvPr/>
          </p:nvSpPr>
          <p:spPr>
            <a:xfrm>
              <a:off x="-351720" y="1131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06,00</a:t>
              </a:r>
              <a:endParaRPr b="0" lang="en-IN" sz="800" spc="-1" strike="noStrike">
                <a:latin typeface="Arial"/>
              </a:endParaRPr>
            </a:p>
          </p:txBody>
        </p:sp>
      </p:grpSp>
      <p:grpSp>
        <p:nvGrpSpPr>
          <p:cNvPr id="168" name="Group 9"/>
          <p:cNvGrpSpPr/>
          <p:nvPr/>
        </p:nvGrpSpPr>
        <p:grpSpPr>
          <a:xfrm>
            <a:off x="-390240" y="1491840"/>
            <a:ext cx="333360" cy="136800"/>
            <a:chOff x="-390240" y="1491840"/>
            <a:chExt cx="333360" cy="136800"/>
          </a:xfrm>
        </p:grpSpPr>
        <p:sp>
          <p:nvSpPr>
            <p:cNvPr id="169" name="Line 10"/>
            <p:cNvSpPr/>
            <p:nvPr/>
          </p:nvSpPr>
          <p:spPr>
            <a:xfrm>
              <a:off x="-390240" y="162864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170" name="CustomShape 11"/>
            <p:cNvSpPr/>
            <p:nvPr/>
          </p:nvSpPr>
          <p:spPr>
            <a:xfrm>
              <a:off x="-351720" y="1491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05,00</a:t>
              </a:r>
              <a:endParaRPr b="0" lang="en-IN" sz="800" spc="-1" strike="noStrike">
                <a:latin typeface="Arial"/>
              </a:endParaRPr>
            </a:p>
          </p:txBody>
        </p:sp>
      </p:grpSp>
      <p:grpSp>
        <p:nvGrpSpPr>
          <p:cNvPr id="171" name="Group 12"/>
          <p:cNvGrpSpPr/>
          <p:nvPr/>
        </p:nvGrpSpPr>
        <p:grpSpPr>
          <a:xfrm>
            <a:off x="-390240" y="3292200"/>
            <a:ext cx="333360" cy="136800"/>
            <a:chOff x="-390240" y="3292200"/>
            <a:chExt cx="333360" cy="136800"/>
          </a:xfrm>
        </p:grpSpPr>
        <p:sp>
          <p:nvSpPr>
            <p:cNvPr id="172" name="Line 13"/>
            <p:cNvSpPr/>
            <p:nvPr/>
          </p:nvSpPr>
          <p:spPr>
            <a:xfrm>
              <a:off x="-390240" y="342900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173" name="CustomShape 14"/>
            <p:cNvSpPr/>
            <p:nvPr/>
          </p:nvSpPr>
          <p:spPr>
            <a:xfrm>
              <a:off x="-351720" y="329220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00,00</a:t>
              </a:r>
              <a:endParaRPr b="0" lang="en-IN" sz="800" spc="-1" strike="noStrike">
                <a:latin typeface="Arial"/>
              </a:endParaRPr>
            </a:p>
          </p:txBody>
        </p:sp>
      </p:grpSp>
      <p:grpSp>
        <p:nvGrpSpPr>
          <p:cNvPr id="174" name="Group 15"/>
          <p:cNvGrpSpPr/>
          <p:nvPr/>
        </p:nvGrpSpPr>
        <p:grpSpPr>
          <a:xfrm>
            <a:off x="-390240" y="6063840"/>
            <a:ext cx="333360" cy="136800"/>
            <a:chOff x="-390240" y="6063840"/>
            <a:chExt cx="333360" cy="136800"/>
          </a:xfrm>
        </p:grpSpPr>
        <p:sp>
          <p:nvSpPr>
            <p:cNvPr id="175" name="Line 16"/>
            <p:cNvSpPr/>
            <p:nvPr/>
          </p:nvSpPr>
          <p:spPr>
            <a:xfrm>
              <a:off x="-390240" y="620064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176" name="CustomShape 17"/>
            <p:cNvSpPr/>
            <p:nvPr/>
          </p:nvSpPr>
          <p:spPr>
            <a:xfrm>
              <a:off x="-351720" y="6063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07,70</a:t>
              </a:r>
              <a:endParaRPr b="0" lang="en-IN" sz="800" spc="-1" strike="noStrike">
                <a:latin typeface="Arial"/>
              </a:endParaRPr>
            </a:p>
          </p:txBody>
        </p:sp>
      </p:grpSp>
      <p:grpSp>
        <p:nvGrpSpPr>
          <p:cNvPr id="177" name="Group 18"/>
          <p:cNvGrpSpPr/>
          <p:nvPr/>
        </p:nvGrpSpPr>
        <p:grpSpPr>
          <a:xfrm>
            <a:off x="-390240" y="6495840"/>
            <a:ext cx="333360" cy="136440"/>
            <a:chOff x="-390240" y="6495840"/>
            <a:chExt cx="333360" cy="136440"/>
          </a:xfrm>
        </p:grpSpPr>
        <p:sp>
          <p:nvSpPr>
            <p:cNvPr id="178" name="Line 19"/>
            <p:cNvSpPr/>
            <p:nvPr/>
          </p:nvSpPr>
          <p:spPr>
            <a:xfrm>
              <a:off x="-390240" y="663228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179" name="CustomShape 20"/>
            <p:cNvSpPr/>
            <p:nvPr/>
          </p:nvSpPr>
          <p:spPr>
            <a:xfrm>
              <a:off x="-351720" y="6495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08,90</a:t>
              </a:r>
              <a:endParaRPr b="0" lang="en-IN" sz="800" spc="-1" strike="noStrike">
                <a:latin typeface="Arial"/>
              </a:endParaRPr>
            </a:p>
          </p:txBody>
        </p:sp>
      </p:grpSp>
      <p:grpSp>
        <p:nvGrpSpPr>
          <p:cNvPr id="180" name="Group 21"/>
          <p:cNvGrpSpPr/>
          <p:nvPr/>
        </p:nvGrpSpPr>
        <p:grpSpPr>
          <a:xfrm>
            <a:off x="379800" y="-397080"/>
            <a:ext cx="136800" cy="333360"/>
            <a:chOff x="379800" y="-397080"/>
            <a:chExt cx="136800" cy="333360"/>
          </a:xfrm>
        </p:grpSpPr>
        <p:sp>
          <p:nvSpPr>
            <p:cNvPr id="181" name="Line 22"/>
            <p:cNvSpPr/>
            <p:nvPr/>
          </p:nvSpPr>
          <p:spPr>
            <a:xfrm flipV="1">
              <a:off x="51660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182" name="CustomShape 23"/>
            <p:cNvSpPr/>
            <p:nvPr/>
          </p:nvSpPr>
          <p:spPr>
            <a:xfrm rot="16200000">
              <a:off x="31860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15,50</a:t>
              </a:r>
              <a:endParaRPr b="0" lang="en-IN" sz="800" spc="-1" strike="noStrike">
                <a:latin typeface="Arial"/>
              </a:endParaRPr>
            </a:p>
          </p:txBody>
        </p:sp>
      </p:grpSp>
      <p:grpSp>
        <p:nvGrpSpPr>
          <p:cNvPr id="183" name="Group 24"/>
          <p:cNvGrpSpPr/>
          <p:nvPr/>
        </p:nvGrpSpPr>
        <p:grpSpPr>
          <a:xfrm>
            <a:off x="5851080" y="-397080"/>
            <a:ext cx="136800" cy="333360"/>
            <a:chOff x="5851080" y="-397080"/>
            <a:chExt cx="136800" cy="333360"/>
          </a:xfrm>
        </p:grpSpPr>
        <p:sp>
          <p:nvSpPr>
            <p:cNvPr id="184" name="Line 25"/>
            <p:cNvSpPr/>
            <p:nvPr/>
          </p:nvSpPr>
          <p:spPr>
            <a:xfrm flipV="1">
              <a:off x="598788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185" name="CustomShape 26"/>
            <p:cNvSpPr/>
            <p:nvPr/>
          </p:nvSpPr>
          <p:spPr>
            <a:xfrm rot="16200000">
              <a:off x="578988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00,30</a:t>
              </a:r>
              <a:endParaRPr b="0" lang="en-IN" sz="800" spc="-1" strike="noStrike">
                <a:latin typeface="Arial"/>
              </a:endParaRPr>
            </a:p>
          </p:txBody>
        </p:sp>
      </p:grpSp>
      <p:grpSp>
        <p:nvGrpSpPr>
          <p:cNvPr id="186" name="Group 27"/>
          <p:cNvGrpSpPr/>
          <p:nvPr/>
        </p:nvGrpSpPr>
        <p:grpSpPr>
          <a:xfrm>
            <a:off x="6203880" y="-397080"/>
            <a:ext cx="132840" cy="333360"/>
            <a:chOff x="6203880" y="-397080"/>
            <a:chExt cx="132840" cy="333360"/>
          </a:xfrm>
        </p:grpSpPr>
        <p:sp>
          <p:nvSpPr>
            <p:cNvPr id="187" name="Line 28"/>
            <p:cNvSpPr/>
            <p:nvPr/>
          </p:nvSpPr>
          <p:spPr>
            <a:xfrm flipV="1">
              <a:off x="620388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188" name="CustomShape 29"/>
            <p:cNvSpPr/>
            <p:nvPr/>
          </p:nvSpPr>
          <p:spPr>
            <a:xfrm rot="16200000">
              <a:off x="614268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00,30</a:t>
              </a:r>
              <a:endParaRPr b="0" lang="en-IN" sz="800" spc="-1" strike="noStrike">
                <a:latin typeface="Arial"/>
              </a:endParaRPr>
            </a:p>
          </p:txBody>
        </p:sp>
      </p:grpSp>
      <p:sp>
        <p:nvSpPr>
          <p:cNvPr id="189" name="Line 30"/>
          <p:cNvSpPr/>
          <p:nvPr/>
        </p:nvSpPr>
        <p:spPr>
          <a:xfrm flipV="1">
            <a:off x="609588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grpSp>
        <p:nvGrpSpPr>
          <p:cNvPr id="190" name="Group 31"/>
          <p:cNvGrpSpPr/>
          <p:nvPr/>
        </p:nvGrpSpPr>
        <p:grpSpPr>
          <a:xfrm>
            <a:off x="11545560" y="-397080"/>
            <a:ext cx="136800" cy="333360"/>
            <a:chOff x="11545560" y="-397080"/>
            <a:chExt cx="136800" cy="333360"/>
          </a:xfrm>
        </p:grpSpPr>
        <p:sp>
          <p:nvSpPr>
            <p:cNvPr id="191" name="Line 32"/>
            <p:cNvSpPr/>
            <p:nvPr/>
          </p:nvSpPr>
          <p:spPr>
            <a:xfrm flipV="1">
              <a:off x="1168236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192" name="CustomShape 33"/>
            <p:cNvSpPr/>
            <p:nvPr/>
          </p:nvSpPr>
          <p:spPr>
            <a:xfrm rot="16200000">
              <a:off x="1148436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15,50</a:t>
              </a:r>
              <a:endParaRPr b="0" lang="en-IN" sz="800" spc="-1" strike="noStrike">
                <a:latin typeface="Arial"/>
              </a:endParaRPr>
            </a:p>
          </p:txBody>
        </p:sp>
      </p:grpSp>
      <p:sp>
        <p:nvSpPr>
          <p:cNvPr id="193" name="CustomShape 34"/>
          <p:cNvSpPr/>
          <p:nvPr/>
        </p:nvSpPr>
        <p:spPr>
          <a:xfrm>
            <a:off x="10596240" y="299520"/>
            <a:ext cx="1079640" cy="411840"/>
          </a:xfrm>
          <a:custGeom>
            <a:avLst/>
            <a:gdLst/>
            <a:ahLst/>
            <a:rect l="l" t="t" r="r" b="b"/>
            <a:pathLst>
              <a:path w="4797018" h="183142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316a"/>
          </a:solidFill>
          <a:ln w="9360">
            <a:noFill/>
          </a:ln>
        </p:spPr>
        <p:style>
          <a:lnRef idx="0"/>
          <a:fillRef idx="0"/>
          <a:effectRef idx="0"/>
          <a:fontRef idx="minor"/>
        </p:style>
      </p:sp>
      <p:sp>
        <p:nvSpPr>
          <p:cNvPr id="194" name="PlaceHolder 35"/>
          <p:cNvSpPr>
            <a:spLocks noGrp="1"/>
          </p:cNvSpPr>
          <p:nvPr>
            <p:ph type="title"/>
          </p:nvPr>
        </p:nvSpPr>
        <p:spPr>
          <a:xfrm>
            <a:off x="518400" y="301320"/>
            <a:ext cx="6843960" cy="331920"/>
          </a:xfrm>
          <a:prstGeom prst="rect">
            <a:avLst/>
          </a:prstGeom>
        </p:spPr>
        <p:txBody>
          <a:bodyPr lIns="0" rIns="0" tIns="0" bIns="0">
            <a:noAutofit/>
          </a:bodyPr>
          <a:p>
            <a:pPr>
              <a:lnSpc>
                <a:spcPct val="90000"/>
              </a:lnSpc>
            </a:pPr>
            <a:r>
              <a:rPr b="1" lang="de-DE" sz="2400" spc="-1" strike="noStrike">
                <a:solidFill>
                  <a:srgbClr val="2f586e"/>
                </a:solidFill>
                <a:latin typeface="Arial"/>
              </a:rPr>
              <a:t>Mastertitelformat bearbeiten</a:t>
            </a:r>
            <a:endParaRPr b="0" lang="de-DE" sz="2400" spc="-1" strike="noStrike">
              <a:solidFill>
                <a:srgbClr val="000000"/>
              </a:solidFill>
              <a:latin typeface="Arial"/>
            </a:endParaRPr>
          </a:p>
        </p:txBody>
      </p:sp>
      <p:sp>
        <p:nvSpPr>
          <p:cNvPr id="195" name="PlaceHolder 36"/>
          <p:cNvSpPr>
            <a:spLocks noGrp="1"/>
          </p:cNvSpPr>
          <p:nvPr>
            <p:ph type="dt"/>
          </p:nvPr>
        </p:nvSpPr>
        <p:spPr>
          <a:xfrm>
            <a:off x="10417320" y="6634800"/>
            <a:ext cx="849240" cy="122760"/>
          </a:xfrm>
          <a:prstGeom prst="rect">
            <a:avLst/>
          </a:prstGeom>
        </p:spPr>
        <p:txBody>
          <a:bodyPr lIns="0" rIns="0" tIns="0" bIns="0">
            <a:noAutofit/>
          </a:bodyPr>
          <a:p>
            <a:pPr algn="r">
              <a:lnSpc>
                <a:spcPct val="100000"/>
              </a:lnSpc>
            </a:pPr>
            <a:fld id="{BD5CAADF-5DB7-49AD-BAD8-4E62353A54F3}" type="datetime">
              <a:rPr b="0" lang="en-IN" sz="800" spc="-1" strike="noStrike">
                <a:solidFill>
                  <a:srgbClr val="000000"/>
                </a:solidFill>
                <a:latin typeface="Arial"/>
              </a:rPr>
              <a:t>24/06/24</a:t>
            </a:fld>
            <a:endParaRPr b="0" lang="en-IN" sz="800" spc="-1" strike="noStrike">
              <a:latin typeface="Times New Roman"/>
            </a:endParaRPr>
          </a:p>
        </p:txBody>
      </p:sp>
      <p:sp>
        <p:nvSpPr>
          <p:cNvPr id="196" name="PlaceHolder 37"/>
          <p:cNvSpPr>
            <a:spLocks noGrp="1"/>
          </p:cNvSpPr>
          <p:nvPr>
            <p:ph type="ftr"/>
          </p:nvPr>
        </p:nvSpPr>
        <p:spPr>
          <a:xfrm>
            <a:off x="518400" y="6634800"/>
            <a:ext cx="5469480" cy="122760"/>
          </a:xfrm>
          <a:prstGeom prst="rect">
            <a:avLst/>
          </a:prstGeom>
        </p:spPr>
        <p:txBody>
          <a:bodyPr lIns="0" rIns="0" tIns="0" bIns="0">
            <a:noAutofit/>
          </a:bodyPr>
          <a:p>
            <a:pPr>
              <a:lnSpc>
                <a:spcPct val="100000"/>
              </a:lnSpc>
            </a:pPr>
            <a:r>
              <a:rPr b="0" lang="en-IN" sz="800" spc="-1" strike="noStrike">
                <a:solidFill>
                  <a:srgbClr val="000000"/>
                </a:solidFill>
                <a:latin typeface="Arial"/>
              </a:rPr>
              <a:t>Lehrstuhl Elektrische Smart City Systeme</a:t>
            </a:r>
            <a:endParaRPr b="0" lang="en-IN" sz="800" spc="-1" strike="noStrike">
              <a:latin typeface="Times New Roman"/>
            </a:endParaRPr>
          </a:p>
        </p:txBody>
      </p:sp>
      <p:sp>
        <p:nvSpPr>
          <p:cNvPr id="197" name="PlaceHolder 38"/>
          <p:cNvSpPr>
            <a:spLocks noGrp="1"/>
          </p:cNvSpPr>
          <p:nvPr>
            <p:ph type="sldNum"/>
          </p:nvPr>
        </p:nvSpPr>
        <p:spPr>
          <a:xfrm>
            <a:off x="11482200" y="6634800"/>
            <a:ext cx="193680" cy="122760"/>
          </a:xfrm>
          <a:prstGeom prst="rect">
            <a:avLst/>
          </a:prstGeom>
        </p:spPr>
        <p:txBody>
          <a:bodyPr lIns="0" rIns="0" tIns="0" bIns="0">
            <a:noAutofit/>
          </a:bodyPr>
          <a:p>
            <a:pPr algn="r">
              <a:lnSpc>
                <a:spcPct val="100000"/>
              </a:lnSpc>
            </a:pPr>
            <a:fld id="{6791C8F0-5786-446F-99C9-E4D214875314}" type="slidenum">
              <a:rPr b="0" lang="en-IN" sz="800" spc="-1" strike="noStrike">
                <a:solidFill>
                  <a:srgbClr val="000000"/>
                </a:solidFill>
                <a:latin typeface="Arial"/>
              </a:rPr>
              <a:t>&lt;number&gt;</a:t>
            </a:fld>
            <a:endParaRPr b="0" lang="en-IN" sz="800" spc="-1" strike="noStrike">
              <a:latin typeface="Times New Roman"/>
            </a:endParaRPr>
          </a:p>
        </p:txBody>
      </p:sp>
      <p:sp>
        <p:nvSpPr>
          <p:cNvPr id="198" name="PlaceHolder 39"/>
          <p:cNvSpPr>
            <a:spLocks noGrp="1"/>
          </p:cNvSpPr>
          <p:nvPr>
            <p:ph type="body"/>
          </p:nvPr>
        </p:nvSpPr>
        <p:spPr>
          <a:xfrm>
            <a:off x="518400" y="687600"/>
            <a:ext cx="6843960" cy="3977640"/>
          </a:xfrm>
          <a:prstGeom prst="rect">
            <a:avLst/>
          </a:prstGeom>
        </p:spPr>
        <p:txBody>
          <a:bodyPr lIns="0" rIns="360000" tIns="0" bIns="0">
            <a:spAutoFit/>
          </a:bodyPr>
          <a:p>
            <a:pPr>
              <a:lnSpc>
                <a:spcPct val="110000"/>
              </a:lnSpc>
              <a:spcAft>
                <a:spcPts val="1199"/>
              </a:spcAft>
            </a:pPr>
            <a:r>
              <a:rPr b="0" lang="de-DE" sz="1600" spc="-1" strike="noStrike">
                <a:solidFill>
                  <a:srgbClr val="2f586e"/>
                </a:solidFill>
                <a:latin typeface="Arial"/>
              </a:rPr>
              <a:t>Mastertextformat bearbeiten</a:t>
            </a:r>
            <a:endParaRPr b="0" lang="de-DE" sz="1600" spc="-1" strike="noStrike">
              <a:solidFill>
                <a:srgbClr val="000000"/>
              </a:solidFill>
              <a:latin typeface="Arial"/>
            </a:endParaRPr>
          </a:p>
        </p:txBody>
      </p:sp>
      <p:pic>
        <p:nvPicPr>
          <p:cNvPr id="199" name="Grafik 9" descr=""/>
          <p:cNvPicPr/>
          <p:nvPr/>
        </p:nvPicPr>
        <p:blipFill>
          <a:blip r:embed="rId2"/>
          <a:stretch/>
        </p:blipFill>
        <p:spPr>
          <a:xfrm>
            <a:off x="9011160" y="248040"/>
            <a:ext cx="993600" cy="647280"/>
          </a:xfrm>
          <a:prstGeom prst="rect">
            <a:avLst/>
          </a:prstGeom>
          <a:ln>
            <a:noFill/>
          </a:ln>
        </p:spPr>
      </p:pic>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6" name="CustomShape 1"/>
          <p:cNvSpPr/>
          <p:nvPr/>
        </p:nvSpPr>
        <p:spPr>
          <a:xfrm>
            <a:off x="518400" y="1196640"/>
            <a:ext cx="11675880" cy="716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sp>
        <p:nvSpPr>
          <p:cNvPr id="237" name="CustomShape 2"/>
          <p:cNvSpPr/>
          <p:nvPr/>
        </p:nvSpPr>
        <p:spPr>
          <a:xfrm>
            <a:off x="517320" y="6538680"/>
            <a:ext cx="11674440" cy="104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grpSp>
        <p:nvGrpSpPr>
          <p:cNvPr id="238" name="Group 3"/>
          <p:cNvGrpSpPr/>
          <p:nvPr/>
        </p:nvGrpSpPr>
        <p:grpSpPr>
          <a:xfrm>
            <a:off x="-390240" y="160200"/>
            <a:ext cx="333360" cy="136440"/>
            <a:chOff x="-390240" y="160200"/>
            <a:chExt cx="333360" cy="136440"/>
          </a:xfrm>
        </p:grpSpPr>
        <p:sp>
          <p:nvSpPr>
            <p:cNvPr id="239" name="Line 4"/>
            <p:cNvSpPr/>
            <p:nvPr/>
          </p:nvSpPr>
          <p:spPr>
            <a:xfrm>
              <a:off x="-390240" y="29664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240" name="CustomShape 5"/>
            <p:cNvSpPr/>
            <p:nvPr/>
          </p:nvSpPr>
          <p:spPr>
            <a:xfrm>
              <a:off x="-351720" y="16020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08,70</a:t>
              </a:r>
              <a:endParaRPr b="0" lang="en-IN" sz="800" spc="-1" strike="noStrike">
                <a:latin typeface="Arial"/>
              </a:endParaRPr>
            </a:p>
          </p:txBody>
        </p:sp>
      </p:grpSp>
      <p:grpSp>
        <p:nvGrpSpPr>
          <p:cNvPr id="241" name="Group 6"/>
          <p:cNvGrpSpPr/>
          <p:nvPr/>
        </p:nvGrpSpPr>
        <p:grpSpPr>
          <a:xfrm>
            <a:off x="-390240" y="1131840"/>
            <a:ext cx="333360" cy="136440"/>
            <a:chOff x="-390240" y="1131840"/>
            <a:chExt cx="333360" cy="136440"/>
          </a:xfrm>
        </p:grpSpPr>
        <p:sp>
          <p:nvSpPr>
            <p:cNvPr id="242" name="Line 7"/>
            <p:cNvSpPr/>
            <p:nvPr/>
          </p:nvSpPr>
          <p:spPr>
            <a:xfrm>
              <a:off x="-390240" y="126828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243" name="CustomShape 8"/>
            <p:cNvSpPr/>
            <p:nvPr/>
          </p:nvSpPr>
          <p:spPr>
            <a:xfrm>
              <a:off x="-351720" y="1131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06,00</a:t>
              </a:r>
              <a:endParaRPr b="0" lang="en-IN" sz="800" spc="-1" strike="noStrike">
                <a:latin typeface="Arial"/>
              </a:endParaRPr>
            </a:p>
          </p:txBody>
        </p:sp>
      </p:grpSp>
      <p:grpSp>
        <p:nvGrpSpPr>
          <p:cNvPr id="244" name="Group 9"/>
          <p:cNvGrpSpPr/>
          <p:nvPr/>
        </p:nvGrpSpPr>
        <p:grpSpPr>
          <a:xfrm>
            <a:off x="-390240" y="1491840"/>
            <a:ext cx="333360" cy="136800"/>
            <a:chOff x="-390240" y="1491840"/>
            <a:chExt cx="333360" cy="136800"/>
          </a:xfrm>
        </p:grpSpPr>
        <p:sp>
          <p:nvSpPr>
            <p:cNvPr id="245" name="Line 10"/>
            <p:cNvSpPr/>
            <p:nvPr/>
          </p:nvSpPr>
          <p:spPr>
            <a:xfrm>
              <a:off x="-390240" y="162864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246" name="CustomShape 11"/>
            <p:cNvSpPr/>
            <p:nvPr/>
          </p:nvSpPr>
          <p:spPr>
            <a:xfrm>
              <a:off x="-351720" y="1491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05,00</a:t>
              </a:r>
              <a:endParaRPr b="0" lang="en-IN" sz="800" spc="-1" strike="noStrike">
                <a:latin typeface="Arial"/>
              </a:endParaRPr>
            </a:p>
          </p:txBody>
        </p:sp>
      </p:grpSp>
      <p:grpSp>
        <p:nvGrpSpPr>
          <p:cNvPr id="247" name="Group 12"/>
          <p:cNvGrpSpPr/>
          <p:nvPr/>
        </p:nvGrpSpPr>
        <p:grpSpPr>
          <a:xfrm>
            <a:off x="-390240" y="3292200"/>
            <a:ext cx="333360" cy="136800"/>
            <a:chOff x="-390240" y="3292200"/>
            <a:chExt cx="333360" cy="136800"/>
          </a:xfrm>
        </p:grpSpPr>
        <p:sp>
          <p:nvSpPr>
            <p:cNvPr id="248" name="Line 13"/>
            <p:cNvSpPr/>
            <p:nvPr/>
          </p:nvSpPr>
          <p:spPr>
            <a:xfrm>
              <a:off x="-390240" y="342900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249" name="CustomShape 14"/>
            <p:cNvSpPr/>
            <p:nvPr/>
          </p:nvSpPr>
          <p:spPr>
            <a:xfrm>
              <a:off x="-351720" y="329220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00,00</a:t>
              </a:r>
              <a:endParaRPr b="0" lang="en-IN" sz="800" spc="-1" strike="noStrike">
                <a:latin typeface="Arial"/>
              </a:endParaRPr>
            </a:p>
          </p:txBody>
        </p:sp>
      </p:grpSp>
      <p:grpSp>
        <p:nvGrpSpPr>
          <p:cNvPr id="250" name="Group 15"/>
          <p:cNvGrpSpPr/>
          <p:nvPr/>
        </p:nvGrpSpPr>
        <p:grpSpPr>
          <a:xfrm>
            <a:off x="-390240" y="6063840"/>
            <a:ext cx="333360" cy="136800"/>
            <a:chOff x="-390240" y="6063840"/>
            <a:chExt cx="333360" cy="136800"/>
          </a:xfrm>
        </p:grpSpPr>
        <p:sp>
          <p:nvSpPr>
            <p:cNvPr id="251" name="Line 16"/>
            <p:cNvSpPr/>
            <p:nvPr/>
          </p:nvSpPr>
          <p:spPr>
            <a:xfrm>
              <a:off x="-390240" y="620064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252" name="CustomShape 17"/>
            <p:cNvSpPr/>
            <p:nvPr/>
          </p:nvSpPr>
          <p:spPr>
            <a:xfrm>
              <a:off x="-351720" y="6063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07,70</a:t>
              </a:r>
              <a:endParaRPr b="0" lang="en-IN" sz="800" spc="-1" strike="noStrike">
                <a:latin typeface="Arial"/>
              </a:endParaRPr>
            </a:p>
          </p:txBody>
        </p:sp>
      </p:grpSp>
      <p:grpSp>
        <p:nvGrpSpPr>
          <p:cNvPr id="253" name="Group 18"/>
          <p:cNvGrpSpPr/>
          <p:nvPr/>
        </p:nvGrpSpPr>
        <p:grpSpPr>
          <a:xfrm>
            <a:off x="-390240" y="6495840"/>
            <a:ext cx="333360" cy="136440"/>
            <a:chOff x="-390240" y="6495840"/>
            <a:chExt cx="333360" cy="136440"/>
          </a:xfrm>
        </p:grpSpPr>
        <p:sp>
          <p:nvSpPr>
            <p:cNvPr id="254" name="Line 19"/>
            <p:cNvSpPr/>
            <p:nvPr/>
          </p:nvSpPr>
          <p:spPr>
            <a:xfrm>
              <a:off x="-390240" y="663228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255" name="CustomShape 20"/>
            <p:cNvSpPr/>
            <p:nvPr/>
          </p:nvSpPr>
          <p:spPr>
            <a:xfrm>
              <a:off x="-351720" y="6495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08,90</a:t>
              </a:r>
              <a:endParaRPr b="0" lang="en-IN" sz="800" spc="-1" strike="noStrike">
                <a:latin typeface="Arial"/>
              </a:endParaRPr>
            </a:p>
          </p:txBody>
        </p:sp>
      </p:grpSp>
      <p:grpSp>
        <p:nvGrpSpPr>
          <p:cNvPr id="256" name="Group 21"/>
          <p:cNvGrpSpPr/>
          <p:nvPr/>
        </p:nvGrpSpPr>
        <p:grpSpPr>
          <a:xfrm>
            <a:off x="379800" y="-397080"/>
            <a:ext cx="136800" cy="333360"/>
            <a:chOff x="379800" y="-397080"/>
            <a:chExt cx="136800" cy="333360"/>
          </a:xfrm>
        </p:grpSpPr>
        <p:sp>
          <p:nvSpPr>
            <p:cNvPr id="257" name="Line 22"/>
            <p:cNvSpPr/>
            <p:nvPr/>
          </p:nvSpPr>
          <p:spPr>
            <a:xfrm flipV="1">
              <a:off x="51660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258" name="CustomShape 23"/>
            <p:cNvSpPr/>
            <p:nvPr/>
          </p:nvSpPr>
          <p:spPr>
            <a:xfrm rot="16200000">
              <a:off x="31860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15,50</a:t>
              </a:r>
              <a:endParaRPr b="0" lang="en-IN" sz="800" spc="-1" strike="noStrike">
                <a:latin typeface="Arial"/>
              </a:endParaRPr>
            </a:p>
          </p:txBody>
        </p:sp>
      </p:grpSp>
      <p:grpSp>
        <p:nvGrpSpPr>
          <p:cNvPr id="259" name="Group 24"/>
          <p:cNvGrpSpPr/>
          <p:nvPr/>
        </p:nvGrpSpPr>
        <p:grpSpPr>
          <a:xfrm>
            <a:off x="5851080" y="-397080"/>
            <a:ext cx="136800" cy="333360"/>
            <a:chOff x="5851080" y="-397080"/>
            <a:chExt cx="136800" cy="333360"/>
          </a:xfrm>
        </p:grpSpPr>
        <p:sp>
          <p:nvSpPr>
            <p:cNvPr id="260" name="Line 25"/>
            <p:cNvSpPr/>
            <p:nvPr/>
          </p:nvSpPr>
          <p:spPr>
            <a:xfrm flipV="1">
              <a:off x="598788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261" name="CustomShape 26"/>
            <p:cNvSpPr/>
            <p:nvPr/>
          </p:nvSpPr>
          <p:spPr>
            <a:xfrm rot="16200000">
              <a:off x="578988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00,30</a:t>
              </a:r>
              <a:endParaRPr b="0" lang="en-IN" sz="800" spc="-1" strike="noStrike">
                <a:latin typeface="Arial"/>
              </a:endParaRPr>
            </a:p>
          </p:txBody>
        </p:sp>
      </p:grpSp>
      <p:grpSp>
        <p:nvGrpSpPr>
          <p:cNvPr id="262" name="Group 27"/>
          <p:cNvGrpSpPr/>
          <p:nvPr/>
        </p:nvGrpSpPr>
        <p:grpSpPr>
          <a:xfrm>
            <a:off x="6203880" y="-397080"/>
            <a:ext cx="132840" cy="333360"/>
            <a:chOff x="6203880" y="-397080"/>
            <a:chExt cx="132840" cy="333360"/>
          </a:xfrm>
        </p:grpSpPr>
        <p:sp>
          <p:nvSpPr>
            <p:cNvPr id="263" name="Line 28"/>
            <p:cNvSpPr/>
            <p:nvPr/>
          </p:nvSpPr>
          <p:spPr>
            <a:xfrm flipV="1">
              <a:off x="620388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264" name="CustomShape 29"/>
            <p:cNvSpPr/>
            <p:nvPr/>
          </p:nvSpPr>
          <p:spPr>
            <a:xfrm rot="16200000">
              <a:off x="614268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00,30</a:t>
              </a:r>
              <a:endParaRPr b="0" lang="en-IN" sz="800" spc="-1" strike="noStrike">
                <a:latin typeface="Arial"/>
              </a:endParaRPr>
            </a:p>
          </p:txBody>
        </p:sp>
      </p:grpSp>
      <p:sp>
        <p:nvSpPr>
          <p:cNvPr id="265" name="Line 30"/>
          <p:cNvSpPr/>
          <p:nvPr/>
        </p:nvSpPr>
        <p:spPr>
          <a:xfrm flipV="1">
            <a:off x="609588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grpSp>
        <p:nvGrpSpPr>
          <p:cNvPr id="266" name="Group 31"/>
          <p:cNvGrpSpPr/>
          <p:nvPr/>
        </p:nvGrpSpPr>
        <p:grpSpPr>
          <a:xfrm>
            <a:off x="11545560" y="-397080"/>
            <a:ext cx="136800" cy="333360"/>
            <a:chOff x="11545560" y="-397080"/>
            <a:chExt cx="136800" cy="333360"/>
          </a:xfrm>
        </p:grpSpPr>
        <p:sp>
          <p:nvSpPr>
            <p:cNvPr id="267" name="Line 32"/>
            <p:cNvSpPr/>
            <p:nvPr/>
          </p:nvSpPr>
          <p:spPr>
            <a:xfrm flipV="1">
              <a:off x="1168236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268" name="CustomShape 33"/>
            <p:cNvSpPr/>
            <p:nvPr/>
          </p:nvSpPr>
          <p:spPr>
            <a:xfrm rot="16200000">
              <a:off x="1148436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15,50</a:t>
              </a:r>
              <a:endParaRPr b="0" lang="en-IN" sz="800" spc="-1" strike="noStrike">
                <a:latin typeface="Arial"/>
              </a:endParaRPr>
            </a:p>
          </p:txBody>
        </p:sp>
      </p:grpSp>
      <p:sp>
        <p:nvSpPr>
          <p:cNvPr id="269" name="CustomShape 34"/>
          <p:cNvSpPr/>
          <p:nvPr/>
        </p:nvSpPr>
        <p:spPr>
          <a:xfrm>
            <a:off x="10596240" y="299520"/>
            <a:ext cx="1079640" cy="411840"/>
          </a:xfrm>
          <a:custGeom>
            <a:avLst/>
            <a:gdLst/>
            <a:ahLst/>
            <a:rect l="l" t="t" r="r" b="b"/>
            <a:pathLst>
              <a:path w="4797018" h="183142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316a"/>
          </a:solidFill>
          <a:ln w="9360">
            <a:noFill/>
          </a:ln>
        </p:spPr>
        <p:style>
          <a:lnRef idx="0"/>
          <a:fillRef idx="0"/>
          <a:effectRef idx="0"/>
          <a:fontRef idx="minor"/>
        </p:style>
      </p:sp>
      <p:sp>
        <p:nvSpPr>
          <p:cNvPr id="270" name="PlaceHolder 35"/>
          <p:cNvSpPr>
            <a:spLocks noGrp="1"/>
          </p:cNvSpPr>
          <p:nvPr>
            <p:ph type="dt"/>
          </p:nvPr>
        </p:nvSpPr>
        <p:spPr>
          <a:xfrm>
            <a:off x="10417320" y="6634800"/>
            <a:ext cx="849240" cy="122760"/>
          </a:xfrm>
          <a:prstGeom prst="rect">
            <a:avLst/>
          </a:prstGeom>
        </p:spPr>
        <p:txBody>
          <a:bodyPr lIns="0" rIns="0" tIns="0" bIns="0">
            <a:noAutofit/>
          </a:bodyPr>
          <a:p>
            <a:pPr algn="r">
              <a:lnSpc>
                <a:spcPct val="100000"/>
              </a:lnSpc>
            </a:pPr>
            <a:fld id="{22ED19F3-E670-4A36-9EC4-C116A8781ED2}" type="datetime">
              <a:rPr b="0" lang="en-IN" sz="800" spc="-1" strike="noStrike">
                <a:solidFill>
                  <a:srgbClr val="000000"/>
                </a:solidFill>
                <a:latin typeface="Arial"/>
              </a:rPr>
              <a:t>24/06/24</a:t>
            </a:fld>
            <a:endParaRPr b="0" lang="en-IN" sz="800" spc="-1" strike="noStrike">
              <a:latin typeface="Times New Roman"/>
            </a:endParaRPr>
          </a:p>
        </p:txBody>
      </p:sp>
      <p:sp>
        <p:nvSpPr>
          <p:cNvPr id="271" name="PlaceHolder 36"/>
          <p:cNvSpPr>
            <a:spLocks noGrp="1"/>
          </p:cNvSpPr>
          <p:nvPr>
            <p:ph type="ftr"/>
          </p:nvPr>
        </p:nvSpPr>
        <p:spPr>
          <a:xfrm>
            <a:off x="518400" y="6634800"/>
            <a:ext cx="5469480" cy="122760"/>
          </a:xfrm>
          <a:prstGeom prst="rect">
            <a:avLst/>
          </a:prstGeom>
        </p:spPr>
        <p:txBody>
          <a:bodyPr lIns="0" rIns="0" tIns="0" bIns="0">
            <a:noAutofit/>
          </a:bodyPr>
          <a:p>
            <a:pPr>
              <a:lnSpc>
                <a:spcPct val="100000"/>
              </a:lnSpc>
            </a:pPr>
            <a:r>
              <a:rPr b="0" lang="en-IN" sz="800" spc="-1" strike="noStrike">
                <a:solidFill>
                  <a:srgbClr val="000000"/>
                </a:solidFill>
                <a:latin typeface="Arial"/>
              </a:rPr>
              <a:t>Lehrstuhl Elektrische Smart City Systeme</a:t>
            </a:r>
            <a:endParaRPr b="0" lang="en-IN" sz="800" spc="-1" strike="noStrike">
              <a:latin typeface="Times New Roman"/>
            </a:endParaRPr>
          </a:p>
        </p:txBody>
      </p:sp>
      <p:sp>
        <p:nvSpPr>
          <p:cNvPr id="272" name="PlaceHolder 37"/>
          <p:cNvSpPr>
            <a:spLocks noGrp="1"/>
          </p:cNvSpPr>
          <p:nvPr>
            <p:ph type="sldNum"/>
          </p:nvPr>
        </p:nvSpPr>
        <p:spPr>
          <a:xfrm>
            <a:off x="11482200" y="6634800"/>
            <a:ext cx="193680" cy="122760"/>
          </a:xfrm>
          <a:prstGeom prst="rect">
            <a:avLst/>
          </a:prstGeom>
        </p:spPr>
        <p:txBody>
          <a:bodyPr lIns="0" rIns="0" tIns="0" bIns="0">
            <a:noAutofit/>
          </a:bodyPr>
          <a:p>
            <a:pPr algn="r">
              <a:lnSpc>
                <a:spcPct val="100000"/>
              </a:lnSpc>
            </a:pPr>
            <a:fld id="{B299038E-AF67-4D3F-B6E6-20C3337B92F9}" type="slidenum">
              <a:rPr b="0" lang="en-IN" sz="800" spc="-1" strike="noStrike">
                <a:solidFill>
                  <a:srgbClr val="000000"/>
                </a:solidFill>
                <a:latin typeface="Arial"/>
              </a:rPr>
              <a:t>&lt;number&gt;</a:t>
            </a:fld>
            <a:endParaRPr b="0" lang="en-IN" sz="800" spc="-1" strike="noStrike">
              <a:latin typeface="Times New Roman"/>
            </a:endParaRPr>
          </a:p>
        </p:txBody>
      </p:sp>
      <p:sp>
        <p:nvSpPr>
          <p:cNvPr id="273" name="PlaceHolder 38"/>
          <p:cNvSpPr>
            <a:spLocks noGrp="1"/>
          </p:cNvSpPr>
          <p:nvPr>
            <p:ph type="body"/>
          </p:nvPr>
        </p:nvSpPr>
        <p:spPr>
          <a:xfrm>
            <a:off x="518400" y="1631160"/>
            <a:ext cx="5469480" cy="4569120"/>
          </a:xfrm>
          <a:prstGeom prst="rect">
            <a:avLst/>
          </a:prstGeom>
        </p:spPr>
        <p:txBody>
          <a:bodyPr lIns="0" rIns="360000" tIns="0" bIns="0">
            <a:noAutofit/>
          </a:bodyPr>
          <a:p>
            <a:pPr>
              <a:lnSpc>
                <a:spcPct val="110000"/>
              </a:lnSpc>
              <a:spcAft>
                <a:spcPts val="1199"/>
              </a:spcAft>
            </a:pPr>
            <a:r>
              <a:rPr b="0" lang="de-DE" sz="1600" spc="-1" strike="noStrike">
                <a:solidFill>
                  <a:srgbClr val="000000"/>
                </a:solidFill>
                <a:latin typeface="Arial"/>
              </a:rPr>
              <a:t>Mastertextformat bearbeiten</a:t>
            </a:r>
            <a:endParaRPr b="0" lang="de-DE" sz="1600" spc="-1" strike="noStrike">
              <a:solidFill>
                <a:srgbClr val="000000"/>
              </a:solidFill>
              <a:latin typeface="Arial"/>
            </a:endParaRPr>
          </a:p>
          <a:p>
            <a:pPr lvl="1" marL="180000" indent="-179640">
              <a:lnSpc>
                <a:spcPct val="110000"/>
              </a:lnSpc>
              <a:spcAft>
                <a:spcPts val="1199"/>
              </a:spcAft>
              <a:buClr>
                <a:srgbClr val="8c9fb1"/>
              </a:buClr>
              <a:buFont typeface="Symbol"/>
              <a:buChar char="-"/>
            </a:pPr>
            <a:r>
              <a:rPr b="0" lang="de-DE" sz="1600" spc="-1" strike="noStrike">
                <a:solidFill>
                  <a:srgbClr val="000000"/>
                </a:solidFill>
                <a:latin typeface="Arial"/>
              </a:rPr>
              <a:t>Zweite Ebene</a:t>
            </a:r>
            <a:endParaRPr b="0" lang="de-DE" sz="1600" spc="-1" strike="noStrike">
              <a:solidFill>
                <a:srgbClr val="000000"/>
              </a:solidFill>
              <a:latin typeface="Arial"/>
            </a:endParaRPr>
          </a:p>
          <a:p>
            <a:pPr lvl="2" marL="360000" indent="-179640">
              <a:lnSpc>
                <a:spcPct val="110000"/>
              </a:lnSpc>
              <a:spcAft>
                <a:spcPts val="1199"/>
              </a:spcAft>
              <a:buClr>
                <a:srgbClr val="8c9fb1"/>
              </a:buClr>
              <a:buFont typeface="Symbol"/>
              <a:buChar char="-"/>
            </a:pPr>
            <a:r>
              <a:rPr b="0" lang="de-DE" sz="1400" spc="-1" strike="noStrike">
                <a:solidFill>
                  <a:srgbClr val="000000"/>
                </a:solidFill>
                <a:latin typeface="Arial"/>
              </a:rPr>
              <a:t>Dritte Ebene</a:t>
            </a:r>
            <a:endParaRPr b="0" lang="de-DE" sz="1400" spc="-1" strike="noStrike">
              <a:solidFill>
                <a:srgbClr val="000000"/>
              </a:solidFill>
              <a:latin typeface="Arial"/>
            </a:endParaRPr>
          </a:p>
          <a:p>
            <a:pPr lvl="3" marL="540000" indent="-179640">
              <a:lnSpc>
                <a:spcPct val="110000"/>
              </a:lnSpc>
              <a:spcAft>
                <a:spcPts val="1199"/>
              </a:spcAft>
              <a:buClr>
                <a:srgbClr val="8c9fb1"/>
              </a:buClr>
              <a:buFont typeface="Symbol"/>
              <a:buChar char="-"/>
            </a:pPr>
            <a:r>
              <a:rPr b="0" lang="de-DE" sz="1400" spc="-1" strike="noStrike">
                <a:solidFill>
                  <a:srgbClr val="000000"/>
                </a:solidFill>
                <a:latin typeface="Arial"/>
              </a:rPr>
              <a:t>Vierte Ebene</a:t>
            </a:r>
            <a:endParaRPr b="0" lang="de-DE" sz="1400" spc="-1" strike="noStrike">
              <a:solidFill>
                <a:srgbClr val="000000"/>
              </a:solidFill>
              <a:latin typeface="Arial"/>
            </a:endParaRPr>
          </a:p>
          <a:p>
            <a:pPr lvl="4" marL="720000" indent="-179640">
              <a:lnSpc>
                <a:spcPct val="110000"/>
              </a:lnSpc>
              <a:spcAft>
                <a:spcPts val="1199"/>
              </a:spcAft>
              <a:buClr>
                <a:srgbClr val="8c9fb1"/>
              </a:buClr>
              <a:buFont typeface="Symbol"/>
              <a:buChar char="-"/>
            </a:pPr>
            <a:r>
              <a:rPr b="0" lang="de-DE" sz="1200" spc="-1" strike="noStrike">
                <a:solidFill>
                  <a:srgbClr val="000000"/>
                </a:solidFill>
                <a:latin typeface="Arial"/>
              </a:rPr>
              <a:t>Fünfte Ebene</a:t>
            </a:r>
            <a:endParaRPr b="0" lang="de-DE" sz="1200" spc="-1" strike="noStrike">
              <a:solidFill>
                <a:srgbClr val="000000"/>
              </a:solidFill>
              <a:latin typeface="Arial"/>
            </a:endParaRPr>
          </a:p>
        </p:txBody>
      </p:sp>
      <p:sp>
        <p:nvSpPr>
          <p:cNvPr id="274" name="PlaceHolder 39"/>
          <p:cNvSpPr>
            <a:spLocks noGrp="1"/>
          </p:cNvSpPr>
          <p:nvPr>
            <p:ph type="title"/>
          </p:nvPr>
        </p:nvSpPr>
        <p:spPr>
          <a:xfrm>
            <a:off x="518400" y="301320"/>
            <a:ext cx="6843960" cy="331920"/>
          </a:xfrm>
          <a:prstGeom prst="rect">
            <a:avLst/>
          </a:prstGeom>
        </p:spPr>
        <p:txBody>
          <a:bodyPr lIns="0" rIns="0" tIns="0" bIns="0">
            <a:noAutofit/>
          </a:bodyPr>
          <a:p>
            <a:pPr>
              <a:lnSpc>
                <a:spcPct val="90000"/>
              </a:lnSpc>
            </a:pPr>
            <a:r>
              <a:rPr b="1" lang="de-DE" sz="2400" spc="-1" strike="noStrike">
                <a:solidFill>
                  <a:srgbClr val="2f586e"/>
                </a:solidFill>
                <a:latin typeface="Arial"/>
              </a:rPr>
              <a:t>Mastertitelformat bearbeiten</a:t>
            </a:r>
            <a:endParaRPr b="0" lang="de-DE" sz="2400" spc="-1" strike="noStrike">
              <a:solidFill>
                <a:srgbClr val="000000"/>
              </a:solidFill>
              <a:latin typeface="Arial"/>
            </a:endParaRPr>
          </a:p>
        </p:txBody>
      </p:sp>
      <p:sp>
        <p:nvSpPr>
          <p:cNvPr id="275" name="PlaceHolder 40"/>
          <p:cNvSpPr>
            <a:spLocks noGrp="1"/>
          </p:cNvSpPr>
          <p:nvPr>
            <p:ph type="body"/>
          </p:nvPr>
        </p:nvSpPr>
        <p:spPr>
          <a:xfrm>
            <a:off x="6206400" y="1631160"/>
            <a:ext cx="5469480" cy="4569120"/>
          </a:xfrm>
          <a:prstGeom prst="rect">
            <a:avLst/>
          </a:prstGeom>
        </p:spPr>
        <p:txBody>
          <a:bodyPr lIns="0" rIns="0" tIns="0" bIns="0">
            <a:noAutofit/>
          </a:bodyPr>
          <a:p>
            <a:pPr>
              <a:lnSpc>
                <a:spcPct val="100000"/>
              </a:lnSpc>
            </a:pPr>
            <a:r>
              <a:rPr b="0" lang="de-DE" sz="1800" spc="-1" strike="noStrike">
                <a:solidFill>
                  <a:srgbClr val="000000"/>
                </a:solidFill>
                <a:latin typeface="Arial"/>
              </a:rPr>
              <a:t> </a:t>
            </a:r>
            <a:endParaRPr b="0" lang="de-DE" sz="1800" spc="-1" strike="noStrike">
              <a:solidFill>
                <a:srgbClr val="000000"/>
              </a:solidFill>
              <a:latin typeface="Arial"/>
            </a:endParaRPr>
          </a:p>
        </p:txBody>
      </p:sp>
      <p:sp>
        <p:nvSpPr>
          <p:cNvPr id="276" name="PlaceHolder 41"/>
          <p:cNvSpPr>
            <a:spLocks noGrp="1"/>
          </p:cNvSpPr>
          <p:nvPr>
            <p:ph type="body"/>
          </p:nvPr>
        </p:nvSpPr>
        <p:spPr>
          <a:xfrm>
            <a:off x="518400" y="687600"/>
            <a:ext cx="6843960" cy="3977640"/>
          </a:xfrm>
          <a:prstGeom prst="rect">
            <a:avLst/>
          </a:prstGeom>
        </p:spPr>
        <p:txBody>
          <a:bodyPr lIns="0" rIns="360000" tIns="0" bIns="0">
            <a:spAutoFit/>
          </a:bodyPr>
          <a:p>
            <a:pPr>
              <a:lnSpc>
                <a:spcPct val="110000"/>
              </a:lnSpc>
              <a:spcAft>
                <a:spcPts val="1199"/>
              </a:spcAft>
            </a:pPr>
            <a:r>
              <a:rPr b="0" lang="de-DE" sz="1600" spc="-1" strike="noStrike">
                <a:solidFill>
                  <a:srgbClr val="2f586e"/>
                </a:solidFill>
                <a:latin typeface="Arial"/>
              </a:rPr>
              <a:t>Mastertextformat bearbeiten</a:t>
            </a:r>
            <a:endParaRPr b="0" lang="de-DE" sz="1600" spc="-1" strike="noStrike">
              <a:solidFill>
                <a:srgbClr val="000000"/>
              </a:solidFill>
              <a:latin typeface="Arial"/>
            </a:endParaRPr>
          </a:p>
        </p:txBody>
      </p:sp>
      <p:pic>
        <p:nvPicPr>
          <p:cNvPr id="277" name="Grafik 10" descr=""/>
          <p:cNvPicPr/>
          <p:nvPr/>
        </p:nvPicPr>
        <p:blipFill>
          <a:blip r:embed="rId2"/>
          <a:stretch/>
        </p:blipFill>
        <p:spPr>
          <a:xfrm>
            <a:off x="9011160" y="248040"/>
            <a:ext cx="993600" cy="647280"/>
          </a:xfrm>
          <a:prstGeom prst="rect">
            <a:avLst/>
          </a:prstGeom>
          <a:ln>
            <a:noFill/>
          </a:ln>
        </p:spPr>
      </p:pic>
    </p:spTree>
  </p:cSld>
  <p:clrMap bg1="lt1" bg2="lt2" tx1="dk1" tx2="dk2" accent1="accent1" accent2="accent2" accent3="accent3" accent4="accent4" accent5="accent5" accent6="accent6" hlink="hlink" folHlink="fol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4" name="CustomShape 1"/>
          <p:cNvSpPr/>
          <p:nvPr/>
        </p:nvSpPr>
        <p:spPr>
          <a:xfrm>
            <a:off x="518400" y="1196640"/>
            <a:ext cx="11675880" cy="716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sp>
        <p:nvSpPr>
          <p:cNvPr id="315" name="CustomShape 2"/>
          <p:cNvSpPr/>
          <p:nvPr/>
        </p:nvSpPr>
        <p:spPr>
          <a:xfrm>
            <a:off x="517320" y="6538680"/>
            <a:ext cx="11674440" cy="104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grpSp>
        <p:nvGrpSpPr>
          <p:cNvPr id="316" name="Group 3"/>
          <p:cNvGrpSpPr/>
          <p:nvPr/>
        </p:nvGrpSpPr>
        <p:grpSpPr>
          <a:xfrm>
            <a:off x="-390240" y="160200"/>
            <a:ext cx="333360" cy="136440"/>
            <a:chOff x="-390240" y="160200"/>
            <a:chExt cx="333360" cy="136440"/>
          </a:xfrm>
        </p:grpSpPr>
        <p:sp>
          <p:nvSpPr>
            <p:cNvPr id="317" name="Line 4"/>
            <p:cNvSpPr/>
            <p:nvPr/>
          </p:nvSpPr>
          <p:spPr>
            <a:xfrm>
              <a:off x="-390240" y="29664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318" name="CustomShape 5"/>
            <p:cNvSpPr/>
            <p:nvPr/>
          </p:nvSpPr>
          <p:spPr>
            <a:xfrm>
              <a:off x="-351720" y="16020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08,70</a:t>
              </a:r>
              <a:endParaRPr b="0" lang="en-IN" sz="800" spc="-1" strike="noStrike">
                <a:latin typeface="Arial"/>
              </a:endParaRPr>
            </a:p>
          </p:txBody>
        </p:sp>
      </p:grpSp>
      <p:grpSp>
        <p:nvGrpSpPr>
          <p:cNvPr id="319" name="Group 6"/>
          <p:cNvGrpSpPr/>
          <p:nvPr/>
        </p:nvGrpSpPr>
        <p:grpSpPr>
          <a:xfrm>
            <a:off x="-390240" y="1131840"/>
            <a:ext cx="333360" cy="136440"/>
            <a:chOff x="-390240" y="1131840"/>
            <a:chExt cx="333360" cy="136440"/>
          </a:xfrm>
        </p:grpSpPr>
        <p:sp>
          <p:nvSpPr>
            <p:cNvPr id="320" name="Line 7"/>
            <p:cNvSpPr/>
            <p:nvPr/>
          </p:nvSpPr>
          <p:spPr>
            <a:xfrm>
              <a:off x="-390240" y="126828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321" name="CustomShape 8"/>
            <p:cNvSpPr/>
            <p:nvPr/>
          </p:nvSpPr>
          <p:spPr>
            <a:xfrm>
              <a:off x="-351720" y="1131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06,00</a:t>
              </a:r>
              <a:endParaRPr b="0" lang="en-IN" sz="800" spc="-1" strike="noStrike">
                <a:latin typeface="Arial"/>
              </a:endParaRPr>
            </a:p>
          </p:txBody>
        </p:sp>
      </p:grpSp>
      <p:grpSp>
        <p:nvGrpSpPr>
          <p:cNvPr id="322" name="Group 9"/>
          <p:cNvGrpSpPr/>
          <p:nvPr/>
        </p:nvGrpSpPr>
        <p:grpSpPr>
          <a:xfrm>
            <a:off x="-390240" y="1491840"/>
            <a:ext cx="333360" cy="136800"/>
            <a:chOff x="-390240" y="1491840"/>
            <a:chExt cx="333360" cy="136800"/>
          </a:xfrm>
        </p:grpSpPr>
        <p:sp>
          <p:nvSpPr>
            <p:cNvPr id="323" name="Line 10"/>
            <p:cNvSpPr/>
            <p:nvPr/>
          </p:nvSpPr>
          <p:spPr>
            <a:xfrm>
              <a:off x="-390240" y="162864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324" name="CustomShape 11"/>
            <p:cNvSpPr/>
            <p:nvPr/>
          </p:nvSpPr>
          <p:spPr>
            <a:xfrm>
              <a:off x="-351720" y="1491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05,00</a:t>
              </a:r>
              <a:endParaRPr b="0" lang="en-IN" sz="800" spc="-1" strike="noStrike">
                <a:latin typeface="Arial"/>
              </a:endParaRPr>
            </a:p>
          </p:txBody>
        </p:sp>
      </p:grpSp>
      <p:grpSp>
        <p:nvGrpSpPr>
          <p:cNvPr id="325" name="Group 12"/>
          <p:cNvGrpSpPr/>
          <p:nvPr/>
        </p:nvGrpSpPr>
        <p:grpSpPr>
          <a:xfrm>
            <a:off x="-390240" y="3292200"/>
            <a:ext cx="333360" cy="136800"/>
            <a:chOff x="-390240" y="3292200"/>
            <a:chExt cx="333360" cy="136800"/>
          </a:xfrm>
        </p:grpSpPr>
        <p:sp>
          <p:nvSpPr>
            <p:cNvPr id="326" name="Line 13"/>
            <p:cNvSpPr/>
            <p:nvPr/>
          </p:nvSpPr>
          <p:spPr>
            <a:xfrm>
              <a:off x="-390240" y="342900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327" name="CustomShape 14"/>
            <p:cNvSpPr/>
            <p:nvPr/>
          </p:nvSpPr>
          <p:spPr>
            <a:xfrm>
              <a:off x="-351720" y="329220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00,00</a:t>
              </a:r>
              <a:endParaRPr b="0" lang="en-IN" sz="800" spc="-1" strike="noStrike">
                <a:latin typeface="Arial"/>
              </a:endParaRPr>
            </a:p>
          </p:txBody>
        </p:sp>
      </p:grpSp>
      <p:grpSp>
        <p:nvGrpSpPr>
          <p:cNvPr id="328" name="Group 15"/>
          <p:cNvGrpSpPr/>
          <p:nvPr/>
        </p:nvGrpSpPr>
        <p:grpSpPr>
          <a:xfrm>
            <a:off x="-390240" y="6063840"/>
            <a:ext cx="333360" cy="136800"/>
            <a:chOff x="-390240" y="6063840"/>
            <a:chExt cx="333360" cy="136800"/>
          </a:xfrm>
        </p:grpSpPr>
        <p:sp>
          <p:nvSpPr>
            <p:cNvPr id="329" name="Line 16"/>
            <p:cNvSpPr/>
            <p:nvPr/>
          </p:nvSpPr>
          <p:spPr>
            <a:xfrm>
              <a:off x="-390240" y="620064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330" name="CustomShape 17"/>
            <p:cNvSpPr/>
            <p:nvPr/>
          </p:nvSpPr>
          <p:spPr>
            <a:xfrm>
              <a:off x="-351720" y="6063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07,70</a:t>
              </a:r>
              <a:endParaRPr b="0" lang="en-IN" sz="800" spc="-1" strike="noStrike">
                <a:latin typeface="Arial"/>
              </a:endParaRPr>
            </a:p>
          </p:txBody>
        </p:sp>
      </p:grpSp>
      <p:grpSp>
        <p:nvGrpSpPr>
          <p:cNvPr id="331" name="Group 18"/>
          <p:cNvGrpSpPr/>
          <p:nvPr/>
        </p:nvGrpSpPr>
        <p:grpSpPr>
          <a:xfrm>
            <a:off x="-390240" y="6495840"/>
            <a:ext cx="333360" cy="136440"/>
            <a:chOff x="-390240" y="6495840"/>
            <a:chExt cx="333360" cy="136440"/>
          </a:xfrm>
        </p:grpSpPr>
        <p:sp>
          <p:nvSpPr>
            <p:cNvPr id="332" name="Line 19"/>
            <p:cNvSpPr/>
            <p:nvPr/>
          </p:nvSpPr>
          <p:spPr>
            <a:xfrm>
              <a:off x="-390240" y="663228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333" name="CustomShape 20"/>
            <p:cNvSpPr/>
            <p:nvPr/>
          </p:nvSpPr>
          <p:spPr>
            <a:xfrm>
              <a:off x="-351720" y="6495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08,90</a:t>
              </a:r>
              <a:endParaRPr b="0" lang="en-IN" sz="800" spc="-1" strike="noStrike">
                <a:latin typeface="Arial"/>
              </a:endParaRPr>
            </a:p>
          </p:txBody>
        </p:sp>
      </p:grpSp>
      <p:grpSp>
        <p:nvGrpSpPr>
          <p:cNvPr id="334" name="Group 21"/>
          <p:cNvGrpSpPr/>
          <p:nvPr/>
        </p:nvGrpSpPr>
        <p:grpSpPr>
          <a:xfrm>
            <a:off x="379800" y="-397080"/>
            <a:ext cx="136800" cy="333360"/>
            <a:chOff x="379800" y="-397080"/>
            <a:chExt cx="136800" cy="333360"/>
          </a:xfrm>
        </p:grpSpPr>
        <p:sp>
          <p:nvSpPr>
            <p:cNvPr id="335" name="Line 22"/>
            <p:cNvSpPr/>
            <p:nvPr/>
          </p:nvSpPr>
          <p:spPr>
            <a:xfrm flipV="1">
              <a:off x="51660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336" name="CustomShape 23"/>
            <p:cNvSpPr/>
            <p:nvPr/>
          </p:nvSpPr>
          <p:spPr>
            <a:xfrm rot="16200000">
              <a:off x="31860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15,50</a:t>
              </a:r>
              <a:endParaRPr b="0" lang="en-IN" sz="800" spc="-1" strike="noStrike">
                <a:latin typeface="Arial"/>
              </a:endParaRPr>
            </a:p>
          </p:txBody>
        </p:sp>
      </p:grpSp>
      <p:grpSp>
        <p:nvGrpSpPr>
          <p:cNvPr id="337" name="Group 24"/>
          <p:cNvGrpSpPr/>
          <p:nvPr/>
        </p:nvGrpSpPr>
        <p:grpSpPr>
          <a:xfrm>
            <a:off x="5851080" y="-397080"/>
            <a:ext cx="136800" cy="333360"/>
            <a:chOff x="5851080" y="-397080"/>
            <a:chExt cx="136800" cy="333360"/>
          </a:xfrm>
        </p:grpSpPr>
        <p:sp>
          <p:nvSpPr>
            <p:cNvPr id="338" name="Line 25"/>
            <p:cNvSpPr/>
            <p:nvPr/>
          </p:nvSpPr>
          <p:spPr>
            <a:xfrm flipV="1">
              <a:off x="598788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339" name="CustomShape 26"/>
            <p:cNvSpPr/>
            <p:nvPr/>
          </p:nvSpPr>
          <p:spPr>
            <a:xfrm rot="16200000">
              <a:off x="578988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00,30</a:t>
              </a:r>
              <a:endParaRPr b="0" lang="en-IN" sz="800" spc="-1" strike="noStrike">
                <a:latin typeface="Arial"/>
              </a:endParaRPr>
            </a:p>
          </p:txBody>
        </p:sp>
      </p:grpSp>
      <p:grpSp>
        <p:nvGrpSpPr>
          <p:cNvPr id="340" name="Group 27"/>
          <p:cNvGrpSpPr/>
          <p:nvPr/>
        </p:nvGrpSpPr>
        <p:grpSpPr>
          <a:xfrm>
            <a:off x="6203880" y="-397080"/>
            <a:ext cx="132840" cy="333360"/>
            <a:chOff x="6203880" y="-397080"/>
            <a:chExt cx="132840" cy="333360"/>
          </a:xfrm>
        </p:grpSpPr>
        <p:sp>
          <p:nvSpPr>
            <p:cNvPr id="341" name="Line 28"/>
            <p:cNvSpPr/>
            <p:nvPr/>
          </p:nvSpPr>
          <p:spPr>
            <a:xfrm flipV="1">
              <a:off x="620388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342" name="CustomShape 29"/>
            <p:cNvSpPr/>
            <p:nvPr/>
          </p:nvSpPr>
          <p:spPr>
            <a:xfrm rot="16200000">
              <a:off x="614268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00,30</a:t>
              </a:r>
              <a:endParaRPr b="0" lang="en-IN" sz="800" spc="-1" strike="noStrike">
                <a:latin typeface="Arial"/>
              </a:endParaRPr>
            </a:p>
          </p:txBody>
        </p:sp>
      </p:grpSp>
      <p:sp>
        <p:nvSpPr>
          <p:cNvPr id="343" name="Line 30"/>
          <p:cNvSpPr/>
          <p:nvPr/>
        </p:nvSpPr>
        <p:spPr>
          <a:xfrm flipV="1">
            <a:off x="609588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grpSp>
        <p:nvGrpSpPr>
          <p:cNvPr id="344" name="Group 31"/>
          <p:cNvGrpSpPr/>
          <p:nvPr/>
        </p:nvGrpSpPr>
        <p:grpSpPr>
          <a:xfrm>
            <a:off x="11545560" y="-397080"/>
            <a:ext cx="136800" cy="333360"/>
            <a:chOff x="11545560" y="-397080"/>
            <a:chExt cx="136800" cy="333360"/>
          </a:xfrm>
        </p:grpSpPr>
        <p:sp>
          <p:nvSpPr>
            <p:cNvPr id="345" name="Line 32"/>
            <p:cNvSpPr/>
            <p:nvPr/>
          </p:nvSpPr>
          <p:spPr>
            <a:xfrm flipV="1">
              <a:off x="1168236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346" name="CustomShape 33"/>
            <p:cNvSpPr/>
            <p:nvPr/>
          </p:nvSpPr>
          <p:spPr>
            <a:xfrm rot="16200000">
              <a:off x="1148436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15,50</a:t>
              </a:r>
              <a:endParaRPr b="0" lang="en-IN" sz="800" spc="-1" strike="noStrike">
                <a:latin typeface="Arial"/>
              </a:endParaRPr>
            </a:p>
          </p:txBody>
        </p:sp>
      </p:grpSp>
      <p:sp>
        <p:nvSpPr>
          <p:cNvPr id="347" name="CustomShape 34"/>
          <p:cNvSpPr/>
          <p:nvPr/>
        </p:nvSpPr>
        <p:spPr>
          <a:xfrm>
            <a:off x="10596240" y="299520"/>
            <a:ext cx="1079640" cy="411840"/>
          </a:xfrm>
          <a:custGeom>
            <a:avLst/>
            <a:gdLst/>
            <a:ahLst/>
            <a:rect l="l" t="t" r="r" b="b"/>
            <a:pathLst>
              <a:path w="4797018" h="183142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316a"/>
          </a:solidFill>
          <a:ln w="9360">
            <a:noFill/>
          </a:ln>
        </p:spPr>
        <p:style>
          <a:lnRef idx="0"/>
          <a:fillRef idx="0"/>
          <a:effectRef idx="0"/>
          <a:fontRef idx="minor"/>
        </p:style>
      </p:sp>
      <p:sp>
        <p:nvSpPr>
          <p:cNvPr id="348" name="PlaceHolder 35"/>
          <p:cNvSpPr>
            <a:spLocks noGrp="1"/>
          </p:cNvSpPr>
          <p:nvPr>
            <p:ph type="dt"/>
          </p:nvPr>
        </p:nvSpPr>
        <p:spPr>
          <a:xfrm>
            <a:off x="10417320" y="6634800"/>
            <a:ext cx="849240" cy="122760"/>
          </a:xfrm>
          <a:prstGeom prst="rect">
            <a:avLst/>
          </a:prstGeom>
        </p:spPr>
        <p:txBody>
          <a:bodyPr lIns="0" rIns="0" tIns="0" bIns="0">
            <a:noAutofit/>
          </a:bodyPr>
          <a:p>
            <a:pPr algn="r">
              <a:lnSpc>
                <a:spcPct val="100000"/>
              </a:lnSpc>
            </a:pPr>
            <a:fld id="{76DDC75B-CF79-4458-B176-A72990E2781E}" type="datetime">
              <a:rPr b="0" lang="en-IN" sz="800" spc="-1" strike="noStrike">
                <a:solidFill>
                  <a:srgbClr val="000000"/>
                </a:solidFill>
                <a:latin typeface="Arial"/>
              </a:rPr>
              <a:t>24/06/24</a:t>
            </a:fld>
            <a:endParaRPr b="0" lang="en-IN" sz="800" spc="-1" strike="noStrike">
              <a:latin typeface="Times New Roman"/>
            </a:endParaRPr>
          </a:p>
        </p:txBody>
      </p:sp>
      <p:sp>
        <p:nvSpPr>
          <p:cNvPr id="349" name="PlaceHolder 36"/>
          <p:cNvSpPr>
            <a:spLocks noGrp="1"/>
          </p:cNvSpPr>
          <p:nvPr>
            <p:ph type="ftr"/>
          </p:nvPr>
        </p:nvSpPr>
        <p:spPr>
          <a:xfrm>
            <a:off x="518400" y="6634800"/>
            <a:ext cx="5469480" cy="122760"/>
          </a:xfrm>
          <a:prstGeom prst="rect">
            <a:avLst/>
          </a:prstGeom>
        </p:spPr>
        <p:txBody>
          <a:bodyPr lIns="0" rIns="0" tIns="0" bIns="0">
            <a:noAutofit/>
          </a:bodyPr>
          <a:p>
            <a:pPr>
              <a:lnSpc>
                <a:spcPct val="100000"/>
              </a:lnSpc>
            </a:pPr>
            <a:r>
              <a:rPr b="0" lang="en-IN" sz="800" spc="-1" strike="noStrike">
                <a:solidFill>
                  <a:srgbClr val="000000"/>
                </a:solidFill>
                <a:latin typeface="Arial"/>
              </a:rPr>
              <a:t>Lehrstuhl Elektrische Smart City Systeme</a:t>
            </a:r>
            <a:endParaRPr b="0" lang="en-IN" sz="800" spc="-1" strike="noStrike">
              <a:latin typeface="Times New Roman"/>
            </a:endParaRPr>
          </a:p>
        </p:txBody>
      </p:sp>
      <p:sp>
        <p:nvSpPr>
          <p:cNvPr id="350" name="PlaceHolder 37"/>
          <p:cNvSpPr>
            <a:spLocks noGrp="1"/>
          </p:cNvSpPr>
          <p:nvPr>
            <p:ph type="sldNum"/>
          </p:nvPr>
        </p:nvSpPr>
        <p:spPr>
          <a:xfrm>
            <a:off x="11482200" y="6634800"/>
            <a:ext cx="193680" cy="122760"/>
          </a:xfrm>
          <a:prstGeom prst="rect">
            <a:avLst/>
          </a:prstGeom>
        </p:spPr>
        <p:txBody>
          <a:bodyPr lIns="0" rIns="0" tIns="0" bIns="0">
            <a:noAutofit/>
          </a:bodyPr>
          <a:p>
            <a:pPr algn="r">
              <a:lnSpc>
                <a:spcPct val="100000"/>
              </a:lnSpc>
            </a:pPr>
            <a:fld id="{02A590C7-94AB-448F-89CC-AED588BC327D}" type="slidenum">
              <a:rPr b="0" lang="en-IN" sz="800" spc="-1" strike="noStrike">
                <a:solidFill>
                  <a:srgbClr val="000000"/>
                </a:solidFill>
                <a:latin typeface="Arial"/>
              </a:rPr>
              <a:t>&lt;number&gt;</a:t>
            </a:fld>
            <a:endParaRPr b="0" lang="en-IN" sz="800" spc="-1" strike="noStrike">
              <a:latin typeface="Times New Roman"/>
            </a:endParaRPr>
          </a:p>
        </p:txBody>
      </p:sp>
      <p:sp>
        <p:nvSpPr>
          <p:cNvPr id="351" name="PlaceHolder 38"/>
          <p:cNvSpPr>
            <a:spLocks noGrp="1"/>
          </p:cNvSpPr>
          <p:nvPr>
            <p:ph type="body"/>
          </p:nvPr>
        </p:nvSpPr>
        <p:spPr>
          <a:xfrm>
            <a:off x="518400" y="1631160"/>
            <a:ext cx="11154960" cy="4569120"/>
          </a:xfrm>
          <a:prstGeom prst="rect">
            <a:avLst/>
          </a:prstGeom>
        </p:spPr>
        <p:txBody>
          <a:bodyPr lIns="0" rIns="360000" tIns="0" bIns="0">
            <a:noAutofit/>
          </a:bodyPr>
          <a:p>
            <a:pPr>
              <a:lnSpc>
                <a:spcPct val="110000"/>
              </a:lnSpc>
              <a:spcAft>
                <a:spcPts val="1199"/>
              </a:spcAft>
            </a:pPr>
            <a:r>
              <a:rPr b="0" lang="de-DE" sz="1600" spc="-1" strike="noStrike">
                <a:solidFill>
                  <a:srgbClr val="000000"/>
                </a:solidFill>
                <a:latin typeface="Arial"/>
              </a:rPr>
              <a:t> </a:t>
            </a:r>
            <a:endParaRPr b="0" lang="de-DE" sz="1600" spc="-1" strike="noStrike">
              <a:solidFill>
                <a:srgbClr val="000000"/>
              </a:solidFill>
              <a:latin typeface="Arial"/>
            </a:endParaRPr>
          </a:p>
        </p:txBody>
      </p:sp>
      <p:sp>
        <p:nvSpPr>
          <p:cNvPr id="352" name="PlaceHolder 39"/>
          <p:cNvSpPr>
            <a:spLocks noGrp="1"/>
          </p:cNvSpPr>
          <p:nvPr>
            <p:ph type="title"/>
          </p:nvPr>
        </p:nvSpPr>
        <p:spPr>
          <a:xfrm>
            <a:off x="518400" y="301320"/>
            <a:ext cx="6843960" cy="331920"/>
          </a:xfrm>
          <a:prstGeom prst="rect">
            <a:avLst/>
          </a:prstGeom>
        </p:spPr>
        <p:txBody>
          <a:bodyPr lIns="0" rIns="0" tIns="0" bIns="0">
            <a:noAutofit/>
          </a:bodyPr>
          <a:p>
            <a:pPr>
              <a:lnSpc>
                <a:spcPct val="90000"/>
              </a:lnSpc>
            </a:pPr>
            <a:r>
              <a:rPr b="1" lang="de-DE" sz="2400" spc="-1" strike="noStrike">
                <a:solidFill>
                  <a:srgbClr val="2f586e"/>
                </a:solidFill>
                <a:latin typeface="Arial"/>
              </a:rPr>
              <a:t>Mastertitelformat bearbeiten</a:t>
            </a:r>
            <a:endParaRPr b="0" lang="de-DE" sz="2400" spc="-1" strike="noStrike">
              <a:solidFill>
                <a:srgbClr val="000000"/>
              </a:solidFill>
              <a:latin typeface="Arial"/>
            </a:endParaRPr>
          </a:p>
        </p:txBody>
      </p:sp>
      <p:sp>
        <p:nvSpPr>
          <p:cNvPr id="353" name="PlaceHolder 40"/>
          <p:cNvSpPr>
            <a:spLocks noGrp="1"/>
          </p:cNvSpPr>
          <p:nvPr>
            <p:ph type="body"/>
          </p:nvPr>
        </p:nvSpPr>
        <p:spPr>
          <a:xfrm>
            <a:off x="518400" y="687600"/>
            <a:ext cx="6843960" cy="3977640"/>
          </a:xfrm>
          <a:prstGeom prst="rect">
            <a:avLst/>
          </a:prstGeom>
        </p:spPr>
        <p:txBody>
          <a:bodyPr lIns="0" rIns="360000" tIns="0" bIns="0">
            <a:spAutoFit/>
          </a:bodyPr>
          <a:p>
            <a:pPr>
              <a:lnSpc>
                <a:spcPct val="110000"/>
              </a:lnSpc>
              <a:spcAft>
                <a:spcPts val="1199"/>
              </a:spcAft>
            </a:pPr>
            <a:r>
              <a:rPr b="0" lang="de-DE" sz="1600" spc="-1" strike="noStrike">
                <a:solidFill>
                  <a:srgbClr val="2f586e"/>
                </a:solidFill>
                <a:latin typeface="Arial"/>
              </a:rPr>
              <a:t>Mastertextformat bearbeiten</a:t>
            </a:r>
            <a:endParaRPr b="0" lang="de-DE" sz="1600" spc="-1" strike="noStrike">
              <a:solidFill>
                <a:srgbClr val="000000"/>
              </a:solidFill>
              <a:latin typeface="Arial"/>
            </a:endParaRPr>
          </a:p>
        </p:txBody>
      </p:sp>
      <p:pic>
        <p:nvPicPr>
          <p:cNvPr id="354" name="Grafik 9" descr=""/>
          <p:cNvPicPr/>
          <p:nvPr/>
        </p:nvPicPr>
        <p:blipFill>
          <a:blip r:embed="rId2"/>
          <a:stretch/>
        </p:blipFill>
        <p:spPr>
          <a:xfrm>
            <a:off x="9011160" y="248040"/>
            <a:ext cx="993600" cy="647280"/>
          </a:xfrm>
          <a:prstGeom prst="rect">
            <a:avLst/>
          </a:prstGeom>
          <a:ln>
            <a:noFill/>
          </a:ln>
        </p:spPr>
      </p:pic>
    </p:spTree>
  </p:cSld>
  <p:clrMap bg1="lt1" bg2="lt2" tx1="dk1" tx2="dk2" accent1="accent1" accent2="accent2" accent3="accent3" accent4="accent4" accent5="accent5" accent6="accent6" hlink="hlink" folHlink="folHlink"/>
  <p:sldLayoutIdLst>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1" name="CustomShape 1"/>
          <p:cNvSpPr/>
          <p:nvPr/>
        </p:nvSpPr>
        <p:spPr>
          <a:xfrm>
            <a:off x="518400" y="1196640"/>
            <a:ext cx="11675880" cy="716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sp>
        <p:nvSpPr>
          <p:cNvPr id="392" name="CustomShape 2"/>
          <p:cNvSpPr/>
          <p:nvPr/>
        </p:nvSpPr>
        <p:spPr>
          <a:xfrm>
            <a:off x="517320" y="6538680"/>
            <a:ext cx="11674440" cy="104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grpSp>
        <p:nvGrpSpPr>
          <p:cNvPr id="393" name="Group 3"/>
          <p:cNvGrpSpPr/>
          <p:nvPr/>
        </p:nvGrpSpPr>
        <p:grpSpPr>
          <a:xfrm>
            <a:off x="-390240" y="160200"/>
            <a:ext cx="333360" cy="136440"/>
            <a:chOff x="-390240" y="160200"/>
            <a:chExt cx="333360" cy="136440"/>
          </a:xfrm>
        </p:grpSpPr>
        <p:sp>
          <p:nvSpPr>
            <p:cNvPr id="394" name="Line 4"/>
            <p:cNvSpPr/>
            <p:nvPr/>
          </p:nvSpPr>
          <p:spPr>
            <a:xfrm>
              <a:off x="-390240" y="29664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395" name="CustomShape 5"/>
            <p:cNvSpPr/>
            <p:nvPr/>
          </p:nvSpPr>
          <p:spPr>
            <a:xfrm>
              <a:off x="-351720" y="16020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08,70</a:t>
              </a:r>
              <a:endParaRPr b="0" lang="en-IN" sz="800" spc="-1" strike="noStrike">
                <a:latin typeface="Arial"/>
              </a:endParaRPr>
            </a:p>
          </p:txBody>
        </p:sp>
      </p:grpSp>
      <p:grpSp>
        <p:nvGrpSpPr>
          <p:cNvPr id="396" name="Group 6"/>
          <p:cNvGrpSpPr/>
          <p:nvPr/>
        </p:nvGrpSpPr>
        <p:grpSpPr>
          <a:xfrm>
            <a:off x="-390240" y="1131840"/>
            <a:ext cx="333360" cy="136440"/>
            <a:chOff x="-390240" y="1131840"/>
            <a:chExt cx="333360" cy="136440"/>
          </a:xfrm>
        </p:grpSpPr>
        <p:sp>
          <p:nvSpPr>
            <p:cNvPr id="397" name="Line 7"/>
            <p:cNvSpPr/>
            <p:nvPr/>
          </p:nvSpPr>
          <p:spPr>
            <a:xfrm>
              <a:off x="-390240" y="126828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398" name="CustomShape 8"/>
            <p:cNvSpPr/>
            <p:nvPr/>
          </p:nvSpPr>
          <p:spPr>
            <a:xfrm>
              <a:off x="-351720" y="1131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06,00</a:t>
              </a:r>
              <a:endParaRPr b="0" lang="en-IN" sz="800" spc="-1" strike="noStrike">
                <a:latin typeface="Arial"/>
              </a:endParaRPr>
            </a:p>
          </p:txBody>
        </p:sp>
      </p:grpSp>
      <p:grpSp>
        <p:nvGrpSpPr>
          <p:cNvPr id="399" name="Group 9"/>
          <p:cNvGrpSpPr/>
          <p:nvPr/>
        </p:nvGrpSpPr>
        <p:grpSpPr>
          <a:xfrm>
            <a:off x="-390240" y="1491840"/>
            <a:ext cx="333360" cy="136800"/>
            <a:chOff x="-390240" y="1491840"/>
            <a:chExt cx="333360" cy="136800"/>
          </a:xfrm>
        </p:grpSpPr>
        <p:sp>
          <p:nvSpPr>
            <p:cNvPr id="400" name="Line 10"/>
            <p:cNvSpPr/>
            <p:nvPr/>
          </p:nvSpPr>
          <p:spPr>
            <a:xfrm>
              <a:off x="-390240" y="162864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401" name="CustomShape 11"/>
            <p:cNvSpPr/>
            <p:nvPr/>
          </p:nvSpPr>
          <p:spPr>
            <a:xfrm>
              <a:off x="-351720" y="1491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05,00</a:t>
              </a:r>
              <a:endParaRPr b="0" lang="en-IN" sz="800" spc="-1" strike="noStrike">
                <a:latin typeface="Arial"/>
              </a:endParaRPr>
            </a:p>
          </p:txBody>
        </p:sp>
      </p:grpSp>
      <p:grpSp>
        <p:nvGrpSpPr>
          <p:cNvPr id="402" name="Group 12"/>
          <p:cNvGrpSpPr/>
          <p:nvPr/>
        </p:nvGrpSpPr>
        <p:grpSpPr>
          <a:xfrm>
            <a:off x="-390240" y="3292200"/>
            <a:ext cx="333360" cy="136800"/>
            <a:chOff x="-390240" y="3292200"/>
            <a:chExt cx="333360" cy="136800"/>
          </a:xfrm>
        </p:grpSpPr>
        <p:sp>
          <p:nvSpPr>
            <p:cNvPr id="403" name="Line 13"/>
            <p:cNvSpPr/>
            <p:nvPr/>
          </p:nvSpPr>
          <p:spPr>
            <a:xfrm>
              <a:off x="-390240" y="342900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404" name="CustomShape 14"/>
            <p:cNvSpPr/>
            <p:nvPr/>
          </p:nvSpPr>
          <p:spPr>
            <a:xfrm>
              <a:off x="-351720" y="329220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00,00</a:t>
              </a:r>
              <a:endParaRPr b="0" lang="en-IN" sz="800" spc="-1" strike="noStrike">
                <a:latin typeface="Arial"/>
              </a:endParaRPr>
            </a:p>
          </p:txBody>
        </p:sp>
      </p:grpSp>
      <p:grpSp>
        <p:nvGrpSpPr>
          <p:cNvPr id="405" name="Group 15"/>
          <p:cNvGrpSpPr/>
          <p:nvPr/>
        </p:nvGrpSpPr>
        <p:grpSpPr>
          <a:xfrm>
            <a:off x="-390240" y="6063840"/>
            <a:ext cx="333360" cy="136800"/>
            <a:chOff x="-390240" y="6063840"/>
            <a:chExt cx="333360" cy="136800"/>
          </a:xfrm>
        </p:grpSpPr>
        <p:sp>
          <p:nvSpPr>
            <p:cNvPr id="406" name="Line 16"/>
            <p:cNvSpPr/>
            <p:nvPr/>
          </p:nvSpPr>
          <p:spPr>
            <a:xfrm>
              <a:off x="-390240" y="620064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407" name="CustomShape 17"/>
            <p:cNvSpPr/>
            <p:nvPr/>
          </p:nvSpPr>
          <p:spPr>
            <a:xfrm>
              <a:off x="-351720" y="6063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07,70</a:t>
              </a:r>
              <a:endParaRPr b="0" lang="en-IN" sz="800" spc="-1" strike="noStrike">
                <a:latin typeface="Arial"/>
              </a:endParaRPr>
            </a:p>
          </p:txBody>
        </p:sp>
      </p:grpSp>
      <p:grpSp>
        <p:nvGrpSpPr>
          <p:cNvPr id="408" name="Group 18"/>
          <p:cNvGrpSpPr/>
          <p:nvPr/>
        </p:nvGrpSpPr>
        <p:grpSpPr>
          <a:xfrm>
            <a:off x="-390240" y="6495840"/>
            <a:ext cx="333360" cy="136440"/>
            <a:chOff x="-390240" y="6495840"/>
            <a:chExt cx="333360" cy="136440"/>
          </a:xfrm>
        </p:grpSpPr>
        <p:sp>
          <p:nvSpPr>
            <p:cNvPr id="409" name="Line 19"/>
            <p:cNvSpPr/>
            <p:nvPr/>
          </p:nvSpPr>
          <p:spPr>
            <a:xfrm>
              <a:off x="-390240" y="6632280"/>
              <a:ext cx="333360" cy="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410" name="CustomShape 20"/>
            <p:cNvSpPr/>
            <p:nvPr/>
          </p:nvSpPr>
          <p:spPr>
            <a:xfrm>
              <a:off x="-351720" y="6495840"/>
              <a:ext cx="255600" cy="13320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08,90</a:t>
              </a:r>
              <a:endParaRPr b="0" lang="en-IN" sz="800" spc="-1" strike="noStrike">
                <a:latin typeface="Arial"/>
              </a:endParaRPr>
            </a:p>
          </p:txBody>
        </p:sp>
      </p:grpSp>
      <p:grpSp>
        <p:nvGrpSpPr>
          <p:cNvPr id="411" name="Group 21"/>
          <p:cNvGrpSpPr/>
          <p:nvPr/>
        </p:nvGrpSpPr>
        <p:grpSpPr>
          <a:xfrm>
            <a:off x="379800" y="-397080"/>
            <a:ext cx="136800" cy="333360"/>
            <a:chOff x="379800" y="-397080"/>
            <a:chExt cx="136800" cy="333360"/>
          </a:xfrm>
        </p:grpSpPr>
        <p:sp>
          <p:nvSpPr>
            <p:cNvPr id="412" name="Line 22"/>
            <p:cNvSpPr/>
            <p:nvPr/>
          </p:nvSpPr>
          <p:spPr>
            <a:xfrm flipV="1">
              <a:off x="51660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413" name="CustomShape 23"/>
            <p:cNvSpPr/>
            <p:nvPr/>
          </p:nvSpPr>
          <p:spPr>
            <a:xfrm rot="16200000">
              <a:off x="31860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15,50</a:t>
              </a:r>
              <a:endParaRPr b="0" lang="en-IN" sz="800" spc="-1" strike="noStrike">
                <a:latin typeface="Arial"/>
              </a:endParaRPr>
            </a:p>
          </p:txBody>
        </p:sp>
      </p:grpSp>
      <p:grpSp>
        <p:nvGrpSpPr>
          <p:cNvPr id="414" name="Group 24"/>
          <p:cNvGrpSpPr/>
          <p:nvPr/>
        </p:nvGrpSpPr>
        <p:grpSpPr>
          <a:xfrm>
            <a:off x="5851080" y="-397080"/>
            <a:ext cx="136800" cy="333360"/>
            <a:chOff x="5851080" y="-397080"/>
            <a:chExt cx="136800" cy="333360"/>
          </a:xfrm>
        </p:grpSpPr>
        <p:sp>
          <p:nvSpPr>
            <p:cNvPr id="415" name="Line 25"/>
            <p:cNvSpPr/>
            <p:nvPr/>
          </p:nvSpPr>
          <p:spPr>
            <a:xfrm flipV="1">
              <a:off x="598788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416" name="CustomShape 26"/>
            <p:cNvSpPr/>
            <p:nvPr/>
          </p:nvSpPr>
          <p:spPr>
            <a:xfrm rot="16200000">
              <a:off x="578988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00,30</a:t>
              </a:r>
              <a:endParaRPr b="0" lang="en-IN" sz="800" spc="-1" strike="noStrike">
                <a:latin typeface="Arial"/>
              </a:endParaRPr>
            </a:p>
          </p:txBody>
        </p:sp>
      </p:grpSp>
      <p:grpSp>
        <p:nvGrpSpPr>
          <p:cNvPr id="417" name="Group 27"/>
          <p:cNvGrpSpPr/>
          <p:nvPr/>
        </p:nvGrpSpPr>
        <p:grpSpPr>
          <a:xfrm>
            <a:off x="6203880" y="-397080"/>
            <a:ext cx="132840" cy="333360"/>
            <a:chOff x="6203880" y="-397080"/>
            <a:chExt cx="132840" cy="333360"/>
          </a:xfrm>
        </p:grpSpPr>
        <p:sp>
          <p:nvSpPr>
            <p:cNvPr id="418" name="Line 28"/>
            <p:cNvSpPr/>
            <p:nvPr/>
          </p:nvSpPr>
          <p:spPr>
            <a:xfrm flipV="1">
              <a:off x="620388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419" name="CustomShape 29"/>
            <p:cNvSpPr/>
            <p:nvPr/>
          </p:nvSpPr>
          <p:spPr>
            <a:xfrm rot="16200000">
              <a:off x="614268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00,30</a:t>
              </a:r>
              <a:endParaRPr b="0" lang="en-IN" sz="800" spc="-1" strike="noStrike">
                <a:latin typeface="Arial"/>
              </a:endParaRPr>
            </a:p>
          </p:txBody>
        </p:sp>
      </p:grpSp>
      <p:sp>
        <p:nvSpPr>
          <p:cNvPr id="420" name="Line 30"/>
          <p:cNvSpPr/>
          <p:nvPr/>
        </p:nvSpPr>
        <p:spPr>
          <a:xfrm flipV="1">
            <a:off x="609588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grpSp>
        <p:nvGrpSpPr>
          <p:cNvPr id="421" name="Group 31"/>
          <p:cNvGrpSpPr/>
          <p:nvPr/>
        </p:nvGrpSpPr>
        <p:grpSpPr>
          <a:xfrm>
            <a:off x="11545560" y="-397080"/>
            <a:ext cx="136800" cy="333360"/>
            <a:chOff x="11545560" y="-397080"/>
            <a:chExt cx="136800" cy="333360"/>
          </a:xfrm>
        </p:grpSpPr>
        <p:sp>
          <p:nvSpPr>
            <p:cNvPr id="422" name="Line 32"/>
            <p:cNvSpPr/>
            <p:nvPr/>
          </p:nvSpPr>
          <p:spPr>
            <a:xfrm flipV="1">
              <a:off x="11682360" y="-397080"/>
              <a:ext cx="0" cy="333360"/>
            </a:xfrm>
            <a:prstGeom prst="line">
              <a:avLst/>
            </a:prstGeom>
            <a:ln>
              <a:solidFill>
                <a:schemeClr val="accent6"/>
              </a:solidFill>
            </a:ln>
          </p:spPr>
          <p:style>
            <a:lnRef idx="1">
              <a:schemeClr val="accent1"/>
            </a:lnRef>
            <a:fillRef idx="0">
              <a:schemeClr val="accent1"/>
            </a:fillRef>
            <a:effectRef idx="0">
              <a:schemeClr val="accent1"/>
            </a:effectRef>
            <a:fontRef idx="minor"/>
          </p:style>
        </p:sp>
        <p:sp>
          <p:nvSpPr>
            <p:cNvPr id="423" name="CustomShape 33"/>
            <p:cNvSpPr/>
            <p:nvPr/>
          </p:nvSpPr>
          <p:spPr>
            <a:xfrm rot="16200000">
              <a:off x="11484360" y="-296640"/>
              <a:ext cx="255240" cy="13284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800" spc="-1" strike="noStrike">
                  <a:solidFill>
                    <a:srgbClr val="c7c7c7"/>
                  </a:solidFill>
                  <a:latin typeface="Arial"/>
                </a:rPr>
                <a:t>15,50</a:t>
              </a:r>
              <a:endParaRPr b="0" lang="en-IN" sz="800" spc="-1" strike="noStrike">
                <a:latin typeface="Arial"/>
              </a:endParaRPr>
            </a:p>
          </p:txBody>
        </p:sp>
      </p:grpSp>
      <p:sp>
        <p:nvSpPr>
          <p:cNvPr id="424" name="CustomShape 34"/>
          <p:cNvSpPr/>
          <p:nvPr/>
        </p:nvSpPr>
        <p:spPr>
          <a:xfrm>
            <a:off x="10596240" y="299520"/>
            <a:ext cx="1079640" cy="411840"/>
          </a:xfrm>
          <a:custGeom>
            <a:avLst/>
            <a:gdLst/>
            <a:ahLst/>
            <a:rect l="l" t="t" r="r" b="b"/>
            <a:pathLst>
              <a:path w="4797018" h="183142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316a"/>
          </a:solidFill>
          <a:ln w="9360">
            <a:noFill/>
          </a:ln>
        </p:spPr>
        <p:style>
          <a:lnRef idx="0"/>
          <a:fillRef idx="0"/>
          <a:effectRef idx="0"/>
          <a:fontRef idx="minor"/>
        </p:style>
      </p:sp>
      <p:sp>
        <p:nvSpPr>
          <p:cNvPr id="425" name="PlaceHolder 35"/>
          <p:cNvSpPr>
            <a:spLocks noGrp="1"/>
          </p:cNvSpPr>
          <p:nvPr>
            <p:ph type="dt"/>
          </p:nvPr>
        </p:nvSpPr>
        <p:spPr>
          <a:xfrm>
            <a:off x="10417320" y="6634800"/>
            <a:ext cx="849240" cy="122760"/>
          </a:xfrm>
          <a:prstGeom prst="rect">
            <a:avLst/>
          </a:prstGeom>
        </p:spPr>
        <p:txBody>
          <a:bodyPr lIns="0" rIns="0" tIns="0" bIns="0">
            <a:noAutofit/>
          </a:bodyPr>
          <a:p>
            <a:pPr algn="r">
              <a:lnSpc>
                <a:spcPct val="100000"/>
              </a:lnSpc>
            </a:pPr>
            <a:fld id="{E93948E0-A50B-4D63-ACB8-7BDFEE10D929}" type="datetime">
              <a:rPr b="0" lang="en-IN" sz="800" spc="-1" strike="noStrike">
                <a:solidFill>
                  <a:srgbClr val="000000"/>
                </a:solidFill>
                <a:latin typeface="Arial"/>
              </a:rPr>
              <a:t>24/06/24</a:t>
            </a:fld>
            <a:endParaRPr b="0" lang="en-IN" sz="800" spc="-1" strike="noStrike">
              <a:latin typeface="Times New Roman"/>
            </a:endParaRPr>
          </a:p>
        </p:txBody>
      </p:sp>
      <p:sp>
        <p:nvSpPr>
          <p:cNvPr id="426" name="PlaceHolder 36"/>
          <p:cNvSpPr>
            <a:spLocks noGrp="1"/>
          </p:cNvSpPr>
          <p:nvPr>
            <p:ph type="ftr"/>
          </p:nvPr>
        </p:nvSpPr>
        <p:spPr>
          <a:xfrm>
            <a:off x="518400" y="6634800"/>
            <a:ext cx="5469480" cy="122760"/>
          </a:xfrm>
          <a:prstGeom prst="rect">
            <a:avLst/>
          </a:prstGeom>
        </p:spPr>
        <p:txBody>
          <a:bodyPr lIns="0" rIns="0" tIns="0" bIns="0">
            <a:noAutofit/>
          </a:bodyPr>
          <a:p>
            <a:pPr>
              <a:lnSpc>
                <a:spcPct val="100000"/>
              </a:lnSpc>
            </a:pPr>
            <a:r>
              <a:rPr b="0" lang="en-IN" sz="800" spc="-1" strike="noStrike">
                <a:solidFill>
                  <a:srgbClr val="000000"/>
                </a:solidFill>
                <a:latin typeface="Arial"/>
              </a:rPr>
              <a:t>Lehrstuhl Elektrische Smart City Systeme</a:t>
            </a:r>
            <a:endParaRPr b="0" lang="en-IN" sz="800" spc="-1" strike="noStrike">
              <a:latin typeface="Times New Roman"/>
            </a:endParaRPr>
          </a:p>
        </p:txBody>
      </p:sp>
      <p:sp>
        <p:nvSpPr>
          <p:cNvPr id="427" name="PlaceHolder 37"/>
          <p:cNvSpPr>
            <a:spLocks noGrp="1"/>
          </p:cNvSpPr>
          <p:nvPr>
            <p:ph type="sldNum"/>
          </p:nvPr>
        </p:nvSpPr>
        <p:spPr>
          <a:xfrm>
            <a:off x="11482200" y="6634800"/>
            <a:ext cx="193680" cy="122760"/>
          </a:xfrm>
          <a:prstGeom prst="rect">
            <a:avLst/>
          </a:prstGeom>
        </p:spPr>
        <p:txBody>
          <a:bodyPr lIns="0" rIns="0" tIns="0" bIns="0">
            <a:noAutofit/>
          </a:bodyPr>
          <a:p>
            <a:pPr algn="r">
              <a:lnSpc>
                <a:spcPct val="100000"/>
              </a:lnSpc>
            </a:pPr>
            <a:fld id="{1CB03C27-3378-479B-AC27-0AAA7F1582CA}" type="slidenum">
              <a:rPr b="0" lang="en-IN" sz="800" spc="-1" strike="noStrike">
                <a:solidFill>
                  <a:srgbClr val="000000"/>
                </a:solidFill>
                <a:latin typeface="Arial"/>
              </a:rPr>
              <a:t>&lt;number&gt;</a:t>
            </a:fld>
            <a:endParaRPr b="0" lang="en-IN" sz="800" spc="-1" strike="noStrike">
              <a:latin typeface="Times New Roman"/>
            </a:endParaRPr>
          </a:p>
        </p:txBody>
      </p:sp>
      <p:sp>
        <p:nvSpPr>
          <p:cNvPr id="428" name="PlaceHolder 38"/>
          <p:cNvSpPr>
            <a:spLocks noGrp="1"/>
          </p:cNvSpPr>
          <p:nvPr>
            <p:ph type="body"/>
          </p:nvPr>
        </p:nvSpPr>
        <p:spPr>
          <a:xfrm>
            <a:off x="518400" y="1631160"/>
            <a:ext cx="11157480" cy="4569120"/>
          </a:xfrm>
          <a:prstGeom prst="rect">
            <a:avLst/>
          </a:prstGeom>
        </p:spPr>
        <p:txBody>
          <a:bodyPr lIns="0" rIns="360000" tIns="0" bIns="0">
            <a:noAutofit/>
          </a:bodyPr>
          <a:p>
            <a:pPr>
              <a:lnSpc>
                <a:spcPct val="110000"/>
              </a:lnSpc>
              <a:spcAft>
                <a:spcPts val="1199"/>
              </a:spcAft>
            </a:pPr>
            <a:r>
              <a:rPr b="0" lang="de-DE" sz="1600" spc="-1" strike="noStrike">
                <a:solidFill>
                  <a:srgbClr val="000000"/>
                </a:solidFill>
                <a:latin typeface="Arial"/>
              </a:rPr>
              <a:t>Mastertextformat bearbeiten</a:t>
            </a:r>
            <a:endParaRPr b="0" lang="de-DE" sz="1600" spc="-1" strike="noStrike">
              <a:solidFill>
                <a:srgbClr val="000000"/>
              </a:solidFill>
              <a:latin typeface="Arial"/>
            </a:endParaRPr>
          </a:p>
          <a:p>
            <a:pPr lvl="1" marL="180000" indent="-179640">
              <a:lnSpc>
                <a:spcPct val="110000"/>
              </a:lnSpc>
              <a:spcAft>
                <a:spcPts val="1199"/>
              </a:spcAft>
              <a:buClr>
                <a:srgbClr val="8c9fb1"/>
              </a:buClr>
              <a:buFont typeface="Symbol"/>
              <a:buChar char="-"/>
            </a:pPr>
            <a:r>
              <a:rPr b="0" lang="de-DE" sz="1600" spc="-1" strike="noStrike">
                <a:solidFill>
                  <a:srgbClr val="000000"/>
                </a:solidFill>
                <a:latin typeface="Arial"/>
              </a:rPr>
              <a:t>Zweite Ebene</a:t>
            </a:r>
            <a:endParaRPr b="0" lang="de-DE" sz="1600" spc="-1" strike="noStrike">
              <a:solidFill>
                <a:srgbClr val="000000"/>
              </a:solidFill>
              <a:latin typeface="Arial"/>
            </a:endParaRPr>
          </a:p>
          <a:p>
            <a:pPr lvl="2" marL="360000" indent="-179640">
              <a:lnSpc>
                <a:spcPct val="110000"/>
              </a:lnSpc>
              <a:spcAft>
                <a:spcPts val="1199"/>
              </a:spcAft>
              <a:buClr>
                <a:srgbClr val="8c9fb1"/>
              </a:buClr>
              <a:buFont typeface="Symbol"/>
              <a:buChar char="-"/>
            </a:pPr>
            <a:r>
              <a:rPr b="0" lang="de-DE" sz="1400" spc="-1" strike="noStrike">
                <a:solidFill>
                  <a:srgbClr val="000000"/>
                </a:solidFill>
                <a:latin typeface="Arial"/>
              </a:rPr>
              <a:t>Dritte Ebene</a:t>
            </a:r>
            <a:endParaRPr b="0" lang="de-DE" sz="1400" spc="-1" strike="noStrike">
              <a:solidFill>
                <a:srgbClr val="000000"/>
              </a:solidFill>
              <a:latin typeface="Arial"/>
            </a:endParaRPr>
          </a:p>
          <a:p>
            <a:pPr lvl="3" marL="540000" indent="-179640">
              <a:lnSpc>
                <a:spcPct val="110000"/>
              </a:lnSpc>
              <a:spcAft>
                <a:spcPts val="1199"/>
              </a:spcAft>
              <a:buClr>
                <a:srgbClr val="8c9fb1"/>
              </a:buClr>
              <a:buFont typeface="Symbol"/>
              <a:buChar char="-"/>
            </a:pPr>
            <a:r>
              <a:rPr b="0" lang="de-DE" sz="1400" spc="-1" strike="noStrike">
                <a:solidFill>
                  <a:srgbClr val="000000"/>
                </a:solidFill>
                <a:latin typeface="Arial"/>
              </a:rPr>
              <a:t>Vierte Ebene</a:t>
            </a:r>
            <a:endParaRPr b="0" lang="de-DE" sz="1400" spc="-1" strike="noStrike">
              <a:solidFill>
                <a:srgbClr val="000000"/>
              </a:solidFill>
              <a:latin typeface="Arial"/>
            </a:endParaRPr>
          </a:p>
          <a:p>
            <a:pPr lvl="4" marL="720000" indent="-179640">
              <a:lnSpc>
                <a:spcPct val="110000"/>
              </a:lnSpc>
              <a:spcAft>
                <a:spcPts val="1199"/>
              </a:spcAft>
              <a:buClr>
                <a:srgbClr val="8c9fb1"/>
              </a:buClr>
              <a:buFont typeface="Symbol"/>
              <a:buChar char="-"/>
            </a:pPr>
            <a:r>
              <a:rPr b="0" lang="de-DE" sz="1200" spc="-1" strike="noStrike">
                <a:solidFill>
                  <a:srgbClr val="000000"/>
                </a:solidFill>
                <a:latin typeface="Arial"/>
              </a:rPr>
              <a:t>Fünfte Ebene</a:t>
            </a:r>
            <a:endParaRPr b="0" lang="de-DE" sz="1200" spc="-1" strike="noStrike">
              <a:solidFill>
                <a:srgbClr val="000000"/>
              </a:solidFill>
              <a:latin typeface="Arial"/>
            </a:endParaRPr>
          </a:p>
        </p:txBody>
      </p:sp>
      <p:sp>
        <p:nvSpPr>
          <p:cNvPr id="429" name="PlaceHolder 39"/>
          <p:cNvSpPr>
            <a:spLocks noGrp="1"/>
          </p:cNvSpPr>
          <p:nvPr>
            <p:ph type="title"/>
          </p:nvPr>
        </p:nvSpPr>
        <p:spPr>
          <a:xfrm>
            <a:off x="518400" y="301320"/>
            <a:ext cx="6843960" cy="331920"/>
          </a:xfrm>
          <a:prstGeom prst="rect">
            <a:avLst/>
          </a:prstGeom>
        </p:spPr>
        <p:txBody>
          <a:bodyPr lIns="0" rIns="0" tIns="0" bIns="0">
            <a:noAutofit/>
          </a:bodyPr>
          <a:p>
            <a:pPr>
              <a:lnSpc>
                <a:spcPct val="90000"/>
              </a:lnSpc>
            </a:pPr>
            <a:r>
              <a:rPr b="1" lang="de-DE" sz="2400" spc="-1" strike="noStrike">
                <a:solidFill>
                  <a:srgbClr val="2f586e"/>
                </a:solidFill>
                <a:latin typeface="Arial"/>
              </a:rPr>
              <a:t>Mastertitelformat bearbeiten</a:t>
            </a:r>
            <a:endParaRPr b="0" lang="de-DE" sz="2400" spc="-1" strike="noStrike">
              <a:solidFill>
                <a:srgbClr val="000000"/>
              </a:solidFill>
              <a:latin typeface="Arial"/>
            </a:endParaRPr>
          </a:p>
        </p:txBody>
      </p:sp>
      <p:sp>
        <p:nvSpPr>
          <p:cNvPr id="430" name="PlaceHolder 40"/>
          <p:cNvSpPr>
            <a:spLocks noGrp="1"/>
          </p:cNvSpPr>
          <p:nvPr>
            <p:ph type="body"/>
          </p:nvPr>
        </p:nvSpPr>
        <p:spPr>
          <a:xfrm>
            <a:off x="518400" y="687600"/>
            <a:ext cx="6843960" cy="3977640"/>
          </a:xfrm>
          <a:prstGeom prst="rect">
            <a:avLst/>
          </a:prstGeom>
        </p:spPr>
        <p:txBody>
          <a:bodyPr lIns="0" rIns="360000" tIns="0" bIns="0">
            <a:spAutoFit/>
          </a:bodyPr>
          <a:p>
            <a:pPr>
              <a:lnSpc>
                <a:spcPct val="110000"/>
              </a:lnSpc>
              <a:spcAft>
                <a:spcPts val="1199"/>
              </a:spcAft>
            </a:pPr>
            <a:r>
              <a:rPr b="0" lang="de-DE" sz="1600" spc="-1" strike="noStrike">
                <a:solidFill>
                  <a:srgbClr val="2f586e"/>
                </a:solidFill>
                <a:latin typeface="Arial"/>
              </a:rPr>
              <a:t>Mastertextformat bearbeiten</a:t>
            </a:r>
            <a:endParaRPr b="0" lang="de-DE" sz="1600" spc="-1" strike="noStrike">
              <a:solidFill>
                <a:srgbClr val="000000"/>
              </a:solidFill>
              <a:latin typeface="Arial"/>
            </a:endParaRPr>
          </a:p>
        </p:txBody>
      </p:sp>
      <p:pic>
        <p:nvPicPr>
          <p:cNvPr id="431" name="Grafik 8" descr=""/>
          <p:cNvPicPr/>
          <p:nvPr/>
        </p:nvPicPr>
        <p:blipFill>
          <a:blip r:embed="rId2"/>
          <a:stretch/>
        </p:blipFill>
        <p:spPr>
          <a:xfrm>
            <a:off x="9011160" y="248040"/>
            <a:ext cx="993600" cy="647280"/>
          </a:xfrm>
          <a:prstGeom prst="rect">
            <a:avLst/>
          </a:prstGeom>
          <a:ln>
            <a:noFill/>
          </a:ln>
        </p:spPr>
      </p:pic>
    </p:spTree>
  </p:cSld>
  <p:clrMap bg1="lt1" bg2="lt2" tx1="dk1" tx2="dk2" accent1="accent1" accent2="accent2" accent3="accent3" accent4="accent4" accent5="accent5" accent6="accent6" hlink="hlink" folHlink="folHlink"/>
  <p:sldLayoutIdLst>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sldMaster>
</file>

<file path=ppt/slides/_rels/slide1.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image" Target="../media/image7.pn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comments" Target="../comments/commen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comments" Target="../comments/comment4.xml"/>
</Relationships>
</file>

<file path=ppt/slides/_rels/slide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5.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5.xml"/>
</Relationships>
</file>

<file path=ppt/slides/_rels/slide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5.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9.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3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3.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5.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5.xml"/>
</Relationships>
</file>

<file path=ppt/slides/_rels/slide16.xml.rels><?xml version="1.0" encoding="UTF-8"?>
<Relationships xmlns="http://schemas.openxmlformats.org/package/2006/relationships"><Relationship Id="rId1" Type="http://schemas.openxmlformats.org/officeDocument/2006/relationships/diagramData" Target="../diagrams/data1.xml"/><Relationship Id="rId2" Type="http://schemas.openxmlformats.org/officeDocument/2006/relationships/diagramLayout" Target="../diagrams/layout1.xml"/><Relationship Id="rId3" Type="http://schemas.openxmlformats.org/officeDocument/2006/relationships/diagramQuickStyle" Target="../diagrams/quickStyle1.xml"/><Relationship Id="rId4" Type="http://schemas.openxmlformats.org/officeDocument/2006/relationships/diagramColors" Target="../diagrams/colors1.xml"/><Relationship Id="rId5" Type="http://schemas.microsoft.com/office/2007/relationships/diagramDrawing" Target="../diagrams/drawing1.xml"/><Relationship Id="rId6" Type="http://schemas.openxmlformats.org/officeDocument/2006/relationships/slideLayout" Target="../slideLayouts/slideLayout49.xml"/>
</Relationships>
</file>

<file path=ppt/slides/_rels/slide17.xml.rels><?xml version="1.0" encoding="UTF-8"?>
<Relationships xmlns="http://schemas.openxmlformats.org/package/2006/relationships"><Relationship Id="rId1" Type="http://schemas.openxmlformats.org/officeDocument/2006/relationships/diagramData" Target="../diagrams/data2.xml"/><Relationship Id="rId2" Type="http://schemas.openxmlformats.org/officeDocument/2006/relationships/diagramLayout" Target="../diagrams/layout2.xml"/><Relationship Id="rId3" Type="http://schemas.openxmlformats.org/officeDocument/2006/relationships/diagramQuickStyle" Target="../diagrams/quickStyle2.xml"/><Relationship Id="rId4" Type="http://schemas.openxmlformats.org/officeDocument/2006/relationships/diagramColors" Target="../diagrams/colors2.xml"/><Relationship Id="rId5" Type="http://schemas.microsoft.com/office/2007/relationships/diagramDrawing" Target="../diagrams/drawing2.xml"/><Relationship Id="rId6" Type="http://schemas.openxmlformats.org/officeDocument/2006/relationships/slideLayout" Target="../slideLayouts/slideLayout4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74" name="Bildplatzhalter 13" descr=""/>
          <p:cNvPicPr/>
          <p:nvPr/>
        </p:nvPicPr>
        <p:blipFill>
          <a:blip r:embed="rId1"/>
          <a:srcRect l="0" t="11878" r="0" b="11878"/>
          <a:stretch/>
        </p:blipFill>
        <p:spPr>
          <a:xfrm>
            <a:off x="0" y="1753560"/>
            <a:ext cx="12191760" cy="5229000"/>
          </a:xfrm>
          <a:prstGeom prst="rect">
            <a:avLst/>
          </a:prstGeom>
          <a:ln>
            <a:noFill/>
          </a:ln>
        </p:spPr>
      </p:pic>
      <p:sp>
        <p:nvSpPr>
          <p:cNvPr id="475" name="CustomShape 1"/>
          <p:cNvSpPr/>
          <p:nvPr/>
        </p:nvSpPr>
        <p:spPr>
          <a:xfrm>
            <a:off x="489240" y="5497200"/>
            <a:ext cx="5709960" cy="94284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IN" sz="1400" spc="-1" strike="noStrike">
                <a:solidFill>
                  <a:srgbClr val="ffffff"/>
                </a:solidFill>
                <a:latin typeface="Arial"/>
              </a:rPr>
              <a:t>Lehrstuhl Elektrische Smart City Systeme</a:t>
            </a:r>
            <a:endParaRPr b="0" lang="en-IN" sz="1400" spc="-1" strike="noStrike">
              <a:latin typeface="Arial"/>
            </a:endParaRPr>
          </a:p>
          <a:p>
            <a:pPr>
              <a:lnSpc>
                <a:spcPct val="100000"/>
              </a:lnSpc>
            </a:pPr>
            <a:r>
              <a:rPr b="0" lang="en-IN" sz="1400" spc="-1" strike="noStrike">
                <a:solidFill>
                  <a:srgbClr val="ffffff"/>
                </a:solidFill>
                <a:latin typeface="Arial"/>
              </a:rPr>
              <a:t>Nuremberg Campus of Technology (NCT)</a:t>
            </a:r>
            <a:endParaRPr b="0" lang="en-IN" sz="1400" spc="-1" strike="noStrike">
              <a:latin typeface="Arial"/>
            </a:endParaRPr>
          </a:p>
          <a:p>
            <a:pPr>
              <a:lnSpc>
                <a:spcPct val="100000"/>
              </a:lnSpc>
            </a:pPr>
            <a:endParaRPr b="0" lang="en-IN" sz="1400" spc="-1" strike="noStrike">
              <a:latin typeface="Arial"/>
            </a:endParaRPr>
          </a:p>
          <a:p>
            <a:pPr>
              <a:lnSpc>
                <a:spcPct val="100000"/>
              </a:lnSpc>
            </a:pPr>
            <a:r>
              <a:rPr b="0" lang="en-IN" sz="1400" spc="-1" strike="noStrike">
                <a:solidFill>
                  <a:srgbClr val="ffffff"/>
                </a:solidFill>
                <a:latin typeface="Arial"/>
              </a:rPr>
              <a:t>Prof. Dr.-Ing. </a:t>
            </a:r>
            <a:r>
              <a:rPr b="1" lang="en-IN" sz="1400" spc="-1" strike="noStrike">
                <a:solidFill>
                  <a:srgbClr val="ffffff"/>
                </a:solidFill>
                <a:latin typeface="Arial"/>
              </a:rPr>
              <a:t>Norman Franchi</a:t>
            </a:r>
            <a:endParaRPr b="0" lang="en-IN" sz="1400" spc="-1" strike="noStrike">
              <a:latin typeface="Arial"/>
            </a:endParaRPr>
          </a:p>
        </p:txBody>
      </p:sp>
      <p:grpSp>
        <p:nvGrpSpPr>
          <p:cNvPr id="476" name="Group 2"/>
          <p:cNvGrpSpPr/>
          <p:nvPr/>
        </p:nvGrpSpPr>
        <p:grpSpPr>
          <a:xfrm>
            <a:off x="9648720" y="5662800"/>
            <a:ext cx="2334240" cy="871560"/>
            <a:chOff x="9648720" y="5662800"/>
            <a:chExt cx="2334240" cy="871560"/>
          </a:xfrm>
        </p:grpSpPr>
        <p:pic>
          <p:nvPicPr>
            <p:cNvPr id="477" name="Grafik 6" descr=""/>
            <p:cNvPicPr/>
            <p:nvPr/>
          </p:nvPicPr>
          <p:blipFill>
            <a:blip r:embed="rId2"/>
            <a:stretch/>
          </p:blipFill>
          <p:spPr>
            <a:xfrm>
              <a:off x="9873360" y="5662800"/>
              <a:ext cx="2109600" cy="615600"/>
            </a:xfrm>
            <a:prstGeom prst="rect">
              <a:avLst/>
            </a:prstGeom>
            <a:ln>
              <a:noFill/>
            </a:ln>
          </p:spPr>
        </p:pic>
        <p:sp>
          <p:nvSpPr>
            <p:cNvPr id="478" name="CustomShape 3"/>
            <p:cNvSpPr/>
            <p:nvPr/>
          </p:nvSpPr>
          <p:spPr>
            <a:xfrm>
              <a:off x="9648720" y="6306840"/>
              <a:ext cx="1729440" cy="227520"/>
            </a:xfrm>
            <a:prstGeom prst="rect">
              <a:avLst/>
            </a:prstGeom>
            <a:noFill/>
            <a:ln>
              <a:noFill/>
            </a:ln>
          </p:spPr>
          <p:style>
            <a:lnRef idx="0"/>
            <a:fillRef idx="0"/>
            <a:effectRef idx="0"/>
            <a:fontRef idx="minor"/>
          </p:style>
          <p:txBody>
            <a:bodyPr wrap="none" lIns="90000" rIns="90000" tIns="45000" bIns="45000">
              <a:spAutoFit/>
            </a:bodyPr>
            <a:p>
              <a:pPr algn="ctr">
                <a:lnSpc>
                  <a:spcPct val="100000"/>
                </a:lnSpc>
              </a:pPr>
              <a:r>
                <a:rPr b="1" lang="en-IN" sz="900" spc="-1" strike="noStrike">
                  <a:solidFill>
                    <a:srgbClr val="ffffff"/>
                  </a:solidFill>
                  <a:latin typeface="Arial"/>
                </a:rPr>
                <a:t>Engineering for Smart Cities</a:t>
              </a:r>
              <a:endParaRPr b="0" lang="en-IN" sz="900" spc="-1" strike="noStrike">
                <a:latin typeface="Arial"/>
              </a:endParaRPr>
            </a:p>
          </p:txBody>
        </p:sp>
      </p:grpSp>
      <p:sp>
        <p:nvSpPr>
          <p:cNvPr id="479" name="TextShape 4"/>
          <p:cNvSpPr txBox="1"/>
          <p:nvPr/>
        </p:nvSpPr>
        <p:spPr>
          <a:xfrm>
            <a:off x="240120" y="1628640"/>
            <a:ext cx="10953360" cy="1320120"/>
          </a:xfrm>
          <a:prstGeom prst="rect">
            <a:avLst/>
          </a:prstGeom>
          <a:noFill/>
          <a:ln>
            <a:noFill/>
          </a:ln>
        </p:spPr>
        <p:txBody>
          <a:bodyPr lIns="0" rIns="0" tIns="0" bIns="0">
            <a:noAutofit/>
          </a:bodyPr>
          <a:p>
            <a:pPr algn="ctr">
              <a:lnSpc>
                <a:spcPct val="110000"/>
              </a:lnSpc>
            </a:pPr>
            <a:r>
              <a:rPr b="1" lang="de-DE" sz="4000" spc="-1" strike="noStrike">
                <a:solidFill>
                  <a:srgbClr val="ffffff"/>
                </a:solidFill>
                <a:latin typeface="Calibri"/>
              </a:rPr>
              <a:t>Master Thesis</a:t>
            </a:r>
            <a:r>
              <a:rPr b="0" lang="de-DE" sz="4000" spc="-1" strike="noStrike">
                <a:solidFill>
                  <a:srgbClr val="ffffff"/>
                </a:solidFill>
                <a:latin typeface="Calibri"/>
              </a:rPr>
              <a:t>: </a:t>
            </a:r>
            <a:r>
              <a:rPr b="1" lang="de-DE" sz="4000" spc="-1" strike="noStrike">
                <a:solidFill>
                  <a:srgbClr val="ffffff"/>
                </a:solidFill>
                <a:latin typeface="Calibri"/>
                <a:ea typeface="Calibri"/>
              </a:rPr>
              <a:t>RSS-based localization </a:t>
            </a:r>
            <a:br/>
            <a:r>
              <a:rPr b="1" lang="de-DE" sz="4000" spc="-1" strike="noStrike">
                <a:solidFill>
                  <a:srgbClr val="ffffff"/>
                </a:solidFill>
                <a:latin typeface="Calibri"/>
                <a:ea typeface="Calibri"/>
              </a:rPr>
              <a:t>using distributed spectrum sensing for 5G networks</a:t>
            </a:r>
            <a:endParaRPr b="0" lang="de-DE" sz="4000" spc="-1" strike="noStrike">
              <a:solidFill>
                <a:srgbClr val="ffffff"/>
              </a:solidFill>
              <a:latin typeface="Arial"/>
            </a:endParaRPr>
          </a:p>
        </p:txBody>
      </p:sp>
      <p:sp>
        <p:nvSpPr>
          <p:cNvPr id="480" name="CustomShape 5"/>
          <p:cNvSpPr/>
          <p:nvPr/>
        </p:nvSpPr>
        <p:spPr>
          <a:xfrm>
            <a:off x="8432640" y="4047480"/>
            <a:ext cx="1366920" cy="686880"/>
          </a:xfrm>
          <a:prstGeom prst="rect">
            <a:avLst/>
          </a:prstGeom>
          <a:noFill/>
          <a:ln>
            <a:noFill/>
          </a:ln>
        </p:spPr>
        <p:style>
          <a:lnRef idx="0"/>
          <a:fillRef idx="0"/>
          <a:effectRef idx="0"/>
          <a:fontRef idx="minor"/>
        </p:style>
        <p:txBody>
          <a:bodyPr wrap="none" lIns="0" rIns="0" tIns="0" bIns="0">
            <a:spAutoFit/>
          </a:bodyPr>
          <a:p>
            <a:pPr>
              <a:lnSpc>
                <a:spcPct val="110000"/>
              </a:lnSpc>
              <a:spcAft>
                <a:spcPts val="1199"/>
              </a:spcAft>
            </a:pPr>
            <a:r>
              <a:rPr b="0" lang="en-IN" sz="1600" spc="-1" strike="noStrike" u="sng">
                <a:uFillTx/>
                <a:latin typeface="Arial"/>
              </a:rPr>
              <a:t>Begin</a:t>
            </a:r>
            <a:r>
              <a:rPr b="0" lang="en-IN" sz="1600" spc="-1" strike="noStrike">
                <a:latin typeface="Arial"/>
              </a:rPr>
              <a:t>: 1.04. 23</a:t>
            </a:r>
            <a:endParaRPr b="0" lang="en-IN" sz="1600" spc="-1" strike="noStrike">
              <a:latin typeface="Arial"/>
            </a:endParaRPr>
          </a:p>
          <a:p>
            <a:pPr>
              <a:lnSpc>
                <a:spcPct val="110000"/>
              </a:lnSpc>
              <a:spcAft>
                <a:spcPts val="1199"/>
              </a:spcAft>
            </a:pPr>
            <a:r>
              <a:rPr b="0" lang="en-IN" sz="1600" spc="-1" strike="noStrike" u="sng">
                <a:solidFill>
                  <a:srgbClr val="ffffff"/>
                </a:solidFill>
                <a:uFillTx/>
                <a:latin typeface="Arial"/>
              </a:rPr>
              <a:t>End</a:t>
            </a:r>
            <a:r>
              <a:rPr b="0" lang="en-IN" sz="1600" spc="-1" strike="noStrike">
                <a:solidFill>
                  <a:srgbClr val="ffffff"/>
                </a:solidFill>
                <a:latin typeface="Arial"/>
              </a:rPr>
              <a:t>: 1.10.23</a:t>
            </a:r>
            <a:endParaRPr b="0" lang="en-IN" sz="1600" spc="-1" strike="noStrike">
              <a:latin typeface="Arial"/>
            </a:endParaRPr>
          </a:p>
        </p:txBody>
      </p:sp>
      <p:sp>
        <p:nvSpPr>
          <p:cNvPr id="481" name="CustomShape 6"/>
          <p:cNvSpPr/>
          <p:nvPr/>
        </p:nvSpPr>
        <p:spPr>
          <a:xfrm>
            <a:off x="5605560" y="3797640"/>
            <a:ext cx="1186560" cy="267120"/>
          </a:xfrm>
          <a:prstGeom prst="rect">
            <a:avLst/>
          </a:prstGeom>
          <a:noFill/>
          <a:ln>
            <a:noFill/>
          </a:ln>
        </p:spPr>
        <p:style>
          <a:lnRef idx="0"/>
          <a:fillRef idx="0"/>
          <a:effectRef idx="0"/>
          <a:fontRef idx="minor"/>
        </p:style>
        <p:txBody>
          <a:bodyPr wrap="none" lIns="0" rIns="0" tIns="0" bIns="0">
            <a:spAutoFit/>
          </a:bodyPr>
          <a:p>
            <a:pPr>
              <a:lnSpc>
                <a:spcPct val="110000"/>
              </a:lnSpc>
              <a:spcAft>
                <a:spcPts val="1199"/>
              </a:spcAft>
            </a:pPr>
            <a:r>
              <a:rPr b="0" lang="en-IN" sz="1600" spc="-1" strike="noStrike" u="sng">
                <a:uFillTx/>
                <a:latin typeface="Arial"/>
              </a:rPr>
              <a:t>Supervisors</a:t>
            </a:r>
            <a:r>
              <a:rPr b="0" lang="en-IN" sz="1600" spc="-1" strike="noStrike">
                <a:solidFill>
                  <a:srgbClr val="000000"/>
                </a:solidFill>
                <a:latin typeface="Arial"/>
              </a:rPr>
              <a:t>: </a:t>
            </a:r>
            <a:endParaRPr b="0" lang="en-IN" sz="1600" spc="-1" strike="noStrike">
              <a:latin typeface="Arial"/>
            </a:endParaRPr>
          </a:p>
        </p:txBody>
      </p:sp>
      <p:sp>
        <p:nvSpPr>
          <p:cNvPr id="482" name="CustomShape 7"/>
          <p:cNvSpPr/>
          <p:nvPr/>
        </p:nvSpPr>
        <p:spPr>
          <a:xfrm>
            <a:off x="5560560" y="4222440"/>
            <a:ext cx="1455120" cy="686880"/>
          </a:xfrm>
          <a:prstGeom prst="rect">
            <a:avLst/>
          </a:prstGeom>
          <a:noFill/>
          <a:ln>
            <a:noFill/>
          </a:ln>
        </p:spPr>
        <p:style>
          <a:lnRef idx="0"/>
          <a:fillRef idx="0"/>
          <a:effectRef idx="0"/>
          <a:fontRef idx="minor"/>
        </p:style>
        <p:txBody>
          <a:bodyPr wrap="none" lIns="0" rIns="0" tIns="0" bIns="0">
            <a:spAutoFit/>
          </a:bodyPr>
          <a:p>
            <a:pPr>
              <a:lnSpc>
                <a:spcPct val="110000"/>
              </a:lnSpc>
              <a:spcAft>
                <a:spcPts val="1199"/>
              </a:spcAft>
            </a:pPr>
            <a:r>
              <a:rPr b="0" lang="en-IN" sz="1600" spc="-1" strike="noStrike">
                <a:latin typeface="Arial"/>
              </a:rPr>
              <a:t>Victor Shatov</a:t>
            </a:r>
            <a:endParaRPr b="0" lang="en-IN" sz="1600" spc="-1" strike="noStrike">
              <a:latin typeface="Arial"/>
            </a:endParaRPr>
          </a:p>
          <a:p>
            <a:pPr>
              <a:lnSpc>
                <a:spcPct val="110000"/>
              </a:lnSpc>
              <a:spcAft>
                <a:spcPts val="1199"/>
              </a:spcAft>
            </a:pPr>
            <a:r>
              <a:rPr b="0" lang="en-IN" sz="1600" spc="-1" strike="noStrike">
                <a:latin typeface="Arial"/>
              </a:rPr>
              <a:t>Norman Franchi</a:t>
            </a:r>
            <a:endParaRPr b="0" lang="en-IN" sz="1600" spc="-1" strike="noStrike">
              <a:latin typeface="Arial"/>
            </a:endParaRPr>
          </a:p>
        </p:txBody>
      </p:sp>
      <p:sp>
        <p:nvSpPr>
          <p:cNvPr id="483" name="CustomShape 8"/>
          <p:cNvSpPr/>
          <p:nvPr/>
        </p:nvSpPr>
        <p:spPr>
          <a:xfrm>
            <a:off x="2737440" y="4030920"/>
            <a:ext cx="1592280" cy="68688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1600" spc="-1" strike="noStrike" u="sng">
                <a:uFillTx/>
                <a:latin typeface="Arial"/>
              </a:rPr>
              <a:t>Student</a:t>
            </a:r>
            <a:r>
              <a:rPr b="0" lang="en-IN" sz="1600" spc="-1" strike="noStrike">
                <a:latin typeface="Arial"/>
              </a:rPr>
              <a:t>: </a:t>
            </a:r>
            <a:endParaRPr b="0" lang="en-IN" sz="1600" spc="-1" strike="noStrike">
              <a:latin typeface="Arial"/>
            </a:endParaRPr>
          </a:p>
          <a:p>
            <a:pPr algn="ctr">
              <a:lnSpc>
                <a:spcPct val="110000"/>
              </a:lnSpc>
              <a:spcAft>
                <a:spcPts val="1199"/>
              </a:spcAft>
            </a:pPr>
            <a:r>
              <a:rPr b="0" lang="en-IN" sz="1600" spc="-1" strike="noStrike">
                <a:latin typeface="Arial"/>
              </a:rPr>
              <a:t>Aakarsh Dhariwal</a:t>
            </a:r>
            <a:endParaRPr b="0" lang="en-IN" sz="1600" spc="-1" strike="noStrike">
              <a:latin typeface="Arial"/>
            </a:endParaRPr>
          </a:p>
        </p:txBody>
      </p:sp>
      <p:sp>
        <p:nvSpPr>
          <p:cNvPr id="484" name="CustomShape 9"/>
          <p:cNvSpPr/>
          <p:nvPr/>
        </p:nvSpPr>
        <p:spPr>
          <a:xfrm>
            <a:off x="5092200" y="3021120"/>
            <a:ext cx="1016280" cy="267120"/>
          </a:xfrm>
          <a:prstGeom prst="rect">
            <a:avLst/>
          </a:prstGeom>
          <a:noFill/>
          <a:ln>
            <a:noFill/>
          </a:ln>
        </p:spPr>
        <p:style>
          <a:lnRef idx="0"/>
          <a:fillRef idx="0"/>
          <a:effectRef idx="0"/>
          <a:fontRef idx="minor"/>
        </p:style>
        <p:txBody>
          <a:bodyPr wrap="none" lIns="0" rIns="0" tIns="0" bIns="0">
            <a:spAutoFit/>
          </a:bodyPr>
          <a:p>
            <a:pPr algn="ctr">
              <a:lnSpc>
                <a:spcPct val="110000"/>
              </a:lnSpc>
              <a:spcAft>
                <a:spcPts val="1199"/>
              </a:spcAft>
            </a:pPr>
            <a:r>
              <a:rPr b="0" lang="en-IN" sz="1600" spc="-1" strike="noStrike" u="sng">
                <a:solidFill>
                  <a:srgbClr val="ffffff"/>
                </a:solidFill>
                <a:uFillTx/>
                <a:latin typeface="Arial"/>
              </a:rPr>
              <a:t>10</a:t>
            </a:r>
            <a:r>
              <a:rPr b="0" lang="en-IN" sz="1600" spc="-1" strike="noStrike" u="sng">
                <a:uFillTx/>
                <a:latin typeface="Arial"/>
              </a:rPr>
              <a:t>.07.2023</a:t>
            </a:r>
            <a:endParaRPr b="0" lang="en-IN" sz="1600" spc="-1" strike="noStrike">
              <a:latin typeface="Arial"/>
            </a:endParaRPr>
          </a:p>
        </p:txBody>
      </p:sp>
      <p:sp>
        <p:nvSpPr>
          <p:cNvPr id="485" name="CustomShape 10"/>
          <p:cNvSpPr/>
          <p:nvPr/>
        </p:nvSpPr>
        <p:spPr>
          <a:xfrm>
            <a:off x="7575120" y="475200"/>
            <a:ext cx="360" cy="249480"/>
          </a:xfrm>
          <a:prstGeom prst="rect">
            <a:avLst/>
          </a:prstGeom>
          <a:noFill/>
          <a:ln>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486" name="TextShape 1"/>
          <p:cNvSpPr txBox="1"/>
          <p:nvPr/>
        </p:nvSpPr>
        <p:spPr>
          <a:xfrm>
            <a:off x="518400" y="301320"/>
            <a:ext cx="6843960" cy="331920"/>
          </a:xfrm>
          <a:prstGeom prst="rect">
            <a:avLst/>
          </a:prstGeom>
          <a:noFill/>
          <a:ln>
            <a:noFill/>
          </a:ln>
        </p:spPr>
        <p:txBody>
          <a:bodyPr lIns="0" rIns="0" tIns="0" bIns="0">
            <a:noAutofit/>
          </a:bodyPr>
          <a:p>
            <a:pPr>
              <a:lnSpc>
                <a:spcPct val="90000"/>
              </a:lnSpc>
            </a:pPr>
            <a:r>
              <a:rPr b="1" lang="de-DE" sz="2400" spc="-1" strike="noStrike">
                <a:solidFill>
                  <a:srgbClr val="2f586e"/>
                </a:solidFill>
                <a:latin typeface="Arial"/>
              </a:rPr>
              <a:t>Overview</a:t>
            </a:r>
            <a:endParaRPr b="0" lang="de-DE" sz="2400" spc="-1" strike="noStrike">
              <a:solidFill>
                <a:srgbClr val="000000"/>
              </a:solidFill>
              <a:latin typeface="Arial"/>
            </a:endParaRPr>
          </a:p>
        </p:txBody>
      </p:sp>
      <p:sp>
        <p:nvSpPr>
          <p:cNvPr id="487" name="TextShape 2"/>
          <p:cNvSpPr txBox="1"/>
          <p:nvPr/>
        </p:nvSpPr>
        <p:spPr>
          <a:xfrm>
            <a:off x="518400" y="6634800"/>
            <a:ext cx="5469480" cy="122760"/>
          </a:xfrm>
          <a:prstGeom prst="rect">
            <a:avLst/>
          </a:prstGeom>
          <a:noFill/>
          <a:ln>
            <a:noFill/>
          </a:ln>
        </p:spPr>
        <p:txBody>
          <a:bodyPr lIns="0" rIns="0" tIns="0" bIns="0">
            <a:noAutofit/>
          </a:bodyPr>
          <a:p>
            <a:pPr>
              <a:lnSpc>
                <a:spcPct val="100000"/>
              </a:lnSpc>
            </a:pPr>
            <a:r>
              <a:rPr b="0" lang="en-IN" sz="800" spc="-1" strike="noStrike">
                <a:solidFill>
                  <a:srgbClr val="000000"/>
                </a:solidFill>
                <a:latin typeface="Arial"/>
              </a:rPr>
              <a:t>Lehrstuhl Elektrische Smart City Systeme</a:t>
            </a:r>
            <a:endParaRPr b="0" lang="en-IN" sz="800" spc="-1" strike="noStrike">
              <a:latin typeface="Times New Roman"/>
            </a:endParaRPr>
          </a:p>
        </p:txBody>
      </p:sp>
      <p:sp>
        <p:nvSpPr>
          <p:cNvPr id="488" name="TextShape 3"/>
          <p:cNvSpPr txBox="1"/>
          <p:nvPr/>
        </p:nvSpPr>
        <p:spPr>
          <a:xfrm>
            <a:off x="11482200" y="6634800"/>
            <a:ext cx="193680" cy="122760"/>
          </a:xfrm>
          <a:prstGeom prst="rect">
            <a:avLst/>
          </a:prstGeom>
          <a:noFill/>
          <a:ln>
            <a:noFill/>
          </a:ln>
        </p:spPr>
        <p:txBody>
          <a:bodyPr lIns="0" rIns="0" tIns="0" bIns="0">
            <a:noAutofit/>
          </a:bodyPr>
          <a:p>
            <a:pPr algn="r">
              <a:lnSpc>
                <a:spcPct val="100000"/>
              </a:lnSpc>
            </a:pPr>
            <a:fld id="{B7F24886-1025-4397-94E6-DAA56B411C26}" type="slidenum">
              <a:rPr b="0" lang="en-IN" sz="800" spc="-1" strike="noStrike">
                <a:solidFill>
                  <a:srgbClr val="000000"/>
                </a:solidFill>
                <a:latin typeface="Arial"/>
              </a:rPr>
              <a:t>&lt;number&gt;</a:t>
            </a:fld>
            <a:endParaRPr b="0" lang="en-IN" sz="800" spc="-1" strike="noStrike">
              <a:latin typeface="Times New Roman"/>
            </a:endParaRPr>
          </a:p>
        </p:txBody>
      </p:sp>
      <p:sp>
        <p:nvSpPr>
          <p:cNvPr id="489" name="CustomShape 4"/>
          <p:cNvSpPr/>
          <p:nvPr/>
        </p:nvSpPr>
        <p:spPr>
          <a:xfrm>
            <a:off x="1714680" y="1579320"/>
            <a:ext cx="8762400" cy="44794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IN" sz="1800" spc="-1" strike="noStrike">
                <a:solidFill>
                  <a:srgbClr val="000000"/>
                </a:solidFill>
                <a:latin typeface="Calibri"/>
                <a:ea typeface="Times New Roman"/>
              </a:rPr>
              <a:t> </a:t>
            </a:r>
            <a:endParaRPr b="0" lang="en-IN" sz="1800" spc="-1" strike="noStrike">
              <a:latin typeface="Arial"/>
            </a:endParaRPr>
          </a:p>
          <a:p>
            <a:pPr marL="343080" indent="-342720">
              <a:lnSpc>
                <a:spcPct val="100000"/>
              </a:lnSpc>
              <a:buClr>
                <a:srgbClr val="000000"/>
              </a:buClr>
              <a:buFont typeface="Symbol"/>
              <a:buChar char=""/>
            </a:pPr>
            <a:r>
              <a:rPr b="0" lang="en-IN" sz="1800" spc="-1" strike="noStrike">
                <a:solidFill>
                  <a:srgbClr val="000000"/>
                </a:solidFill>
                <a:latin typeface="Calibri"/>
                <a:ea typeface="Times New Roman"/>
              </a:rPr>
              <a:t>One chapter on state-of-the-art research</a:t>
            </a:r>
            <a:endParaRPr b="0" lang="en-IN" sz="1800" spc="-1" strike="noStrike">
              <a:latin typeface="Arial"/>
            </a:endParaRPr>
          </a:p>
          <a:p>
            <a:pPr marL="343080" indent="-342720">
              <a:lnSpc>
                <a:spcPct val="100000"/>
              </a:lnSpc>
              <a:buClr>
                <a:srgbClr val="000000"/>
              </a:buClr>
              <a:buFont typeface="Symbol"/>
              <a:buChar char=""/>
            </a:pPr>
            <a:r>
              <a:rPr b="0" lang="en-IN" sz="1800" spc="-1" strike="noStrike">
                <a:solidFill>
                  <a:srgbClr val="000000"/>
                </a:solidFill>
                <a:latin typeface="Calibri"/>
                <a:ea typeface="Times New Roman"/>
              </a:rPr>
              <a:t>Concept: One chapter describing the overall concept of a dedicated network of sensors (multi-agent system) used for collaborative RF emission sensing. This chapter should already include the basic requirements with respect to timing (update rate of the REM -radio environmental map- described in dependency of the re-scheduling capabilities of a 5G network), synchronization, instantaneous analysis bandwidth, receiver sensitivity, …</a:t>
            </a:r>
            <a:endParaRPr b="0" lang="en-IN" sz="1800" spc="-1" strike="noStrike">
              <a:latin typeface="Arial"/>
            </a:endParaRPr>
          </a:p>
          <a:p>
            <a:pPr marL="343080" indent="-342720">
              <a:lnSpc>
                <a:spcPct val="100000"/>
              </a:lnSpc>
              <a:buClr>
                <a:srgbClr val="000000"/>
              </a:buClr>
              <a:buFont typeface="Symbol"/>
              <a:buChar char=""/>
            </a:pPr>
            <a:r>
              <a:rPr b="0" lang="en-IN" sz="1800" spc="-1" strike="noStrike">
                <a:solidFill>
                  <a:srgbClr val="000000"/>
                </a:solidFill>
                <a:latin typeface="Calibri"/>
                <a:ea typeface="Times New Roman"/>
              </a:rPr>
              <a:t>Sensor model: One chapter about modelling the PHY of a sensing receiver node based on energy and power detection/analysis + one emitter (potential jammer profile) in MATLAB (Signal Processing chain, how power is transmitted)</a:t>
            </a:r>
            <a:endParaRPr b="0" lang="en-IN" sz="1800" spc="-1" strike="noStrike">
              <a:latin typeface="Arial"/>
            </a:endParaRPr>
          </a:p>
          <a:p>
            <a:pPr marL="343080" indent="-342720">
              <a:lnSpc>
                <a:spcPct val="100000"/>
              </a:lnSpc>
              <a:buClr>
                <a:srgbClr val="000000"/>
              </a:buClr>
              <a:buFont typeface="Symbol"/>
              <a:buChar char=""/>
            </a:pPr>
            <a:r>
              <a:rPr b="0" lang="en-IN" sz="1800" spc="-1" strike="noStrike">
                <a:solidFill>
                  <a:srgbClr val="000000"/>
                </a:solidFill>
                <a:latin typeface="Calibri"/>
                <a:ea typeface="Times New Roman"/>
              </a:rPr>
              <a:t>Network model: One chapter about modelling a 2D or already 3D scenario with N (maybe initially 3 or 4) sensing receivers, a central node with sensor fusion capabilities (algorithm to build a REM), and one emitter.</a:t>
            </a:r>
            <a:endParaRPr b="0" lang="en-IN" sz="1800" spc="-1" strike="noStrike">
              <a:latin typeface="Arial"/>
            </a:endParaRPr>
          </a:p>
          <a:p>
            <a:pPr marL="343080" indent="-342720">
              <a:lnSpc>
                <a:spcPct val="100000"/>
              </a:lnSpc>
              <a:buClr>
                <a:srgbClr val="000000"/>
              </a:buClr>
              <a:buFont typeface="Symbol"/>
              <a:buChar char=""/>
            </a:pPr>
            <a:r>
              <a:rPr b="0" lang="en-IN" sz="1800" spc="-1" strike="noStrike">
                <a:solidFill>
                  <a:srgbClr val="000000"/>
                </a:solidFill>
                <a:latin typeface="Calibri"/>
                <a:ea typeface="Times New Roman"/>
              </a:rPr>
              <a:t>Evaluation: One chapter about evaluating the accuracy that can be achieved with varying parameters (frequency, antenna characteristics, N, inter-sensor-distances, emitter power, positions, channel model, etc.)</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490" name="TextShape 1"/>
          <p:cNvSpPr txBox="1"/>
          <p:nvPr/>
        </p:nvSpPr>
        <p:spPr>
          <a:xfrm>
            <a:off x="518400" y="301320"/>
            <a:ext cx="6843960" cy="331920"/>
          </a:xfrm>
          <a:prstGeom prst="rect">
            <a:avLst/>
          </a:prstGeom>
          <a:noFill/>
          <a:ln>
            <a:noFill/>
          </a:ln>
        </p:spPr>
        <p:txBody>
          <a:bodyPr lIns="0" rIns="0" tIns="0" bIns="0">
            <a:noAutofit/>
          </a:bodyPr>
          <a:p>
            <a:pPr>
              <a:lnSpc>
                <a:spcPct val="90000"/>
              </a:lnSpc>
            </a:pPr>
            <a:r>
              <a:rPr b="1" lang="de-DE" sz="2400" spc="-1" strike="noStrike">
                <a:solidFill>
                  <a:srgbClr val="2f586e"/>
                </a:solidFill>
                <a:latin typeface="Arial"/>
              </a:rPr>
              <a:t>Approximate Time Plan</a:t>
            </a:r>
            <a:endParaRPr b="0" lang="de-DE" sz="2400" spc="-1" strike="noStrike">
              <a:solidFill>
                <a:srgbClr val="000000"/>
              </a:solidFill>
              <a:latin typeface="Arial"/>
            </a:endParaRPr>
          </a:p>
        </p:txBody>
      </p:sp>
      <p:sp>
        <p:nvSpPr>
          <p:cNvPr id="491" name="TextShape 2"/>
          <p:cNvSpPr txBox="1"/>
          <p:nvPr/>
        </p:nvSpPr>
        <p:spPr>
          <a:xfrm>
            <a:off x="518400" y="6634800"/>
            <a:ext cx="5469480" cy="122760"/>
          </a:xfrm>
          <a:prstGeom prst="rect">
            <a:avLst/>
          </a:prstGeom>
          <a:noFill/>
          <a:ln>
            <a:noFill/>
          </a:ln>
        </p:spPr>
        <p:txBody>
          <a:bodyPr lIns="0" rIns="0" tIns="0" bIns="0">
            <a:noAutofit/>
          </a:bodyPr>
          <a:p>
            <a:pPr>
              <a:lnSpc>
                <a:spcPct val="100000"/>
              </a:lnSpc>
            </a:pPr>
            <a:r>
              <a:rPr b="0" lang="en-IN" sz="800" spc="-1" strike="noStrike">
                <a:solidFill>
                  <a:srgbClr val="000000"/>
                </a:solidFill>
                <a:latin typeface="Arial"/>
              </a:rPr>
              <a:t>Lehrstuhl Elektrische Smart City Systeme</a:t>
            </a:r>
            <a:endParaRPr b="0" lang="en-IN" sz="800" spc="-1" strike="noStrike">
              <a:latin typeface="Times New Roman"/>
            </a:endParaRPr>
          </a:p>
        </p:txBody>
      </p:sp>
      <p:sp>
        <p:nvSpPr>
          <p:cNvPr id="492" name="TextShape 3"/>
          <p:cNvSpPr txBox="1"/>
          <p:nvPr/>
        </p:nvSpPr>
        <p:spPr>
          <a:xfrm>
            <a:off x="11482200" y="6634800"/>
            <a:ext cx="193680" cy="122760"/>
          </a:xfrm>
          <a:prstGeom prst="rect">
            <a:avLst/>
          </a:prstGeom>
          <a:noFill/>
          <a:ln>
            <a:noFill/>
          </a:ln>
        </p:spPr>
        <p:txBody>
          <a:bodyPr lIns="0" rIns="0" tIns="0" bIns="0">
            <a:noAutofit/>
          </a:bodyPr>
          <a:p>
            <a:pPr algn="r">
              <a:lnSpc>
                <a:spcPct val="100000"/>
              </a:lnSpc>
            </a:pPr>
            <a:fld id="{ED3A3913-4ED5-43A3-911C-EB5D0866DEA7}" type="slidenum">
              <a:rPr b="0" lang="en-IN" sz="800" spc="-1" strike="noStrike">
                <a:solidFill>
                  <a:srgbClr val="000000"/>
                </a:solidFill>
                <a:latin typeface="Arial"/>
              </a:rPr>
              <a:t>&lt;number&gt;</a:t>
            </a:fld>
            <a:endParaRPr b="0" lang="en-IN" sz="800" spc="-1" strike="noStrike">
              <a:latin typeface="Times New Roman"/>
            </a:endParaRPr>
          </a:p>
        </p:txBody>
      </p:sp>
      <p:graphicFrame>
        <p:nvGraphicFramePr>
          <p:cNvPr id="493" name="Table 4"/>
          <p:cNvGraphicFramePr/>
          <p:nvPr/>
        </p:nvGraphicFramePr>
        <p:xfrm>
          <a:off x="384840" y="1289160"/>
          <a:ext cx="10511640" cy="301320"/>
        </p:xfrm>
        <a:graphic>
          <a:graphicData uri="http://schemas.openxmlformats.org/drawingml/2006/table">
            <a:tbl>
              <a:tblPr/>
              <a:tblGrid>
                <a:gridCol w="1512000"/>
                <a:gridCol w="360000"/>
                <a:gridCol w="360000"/>
                <a:gridCol w="360000"/>
                <a:gridCol w="360000"/>
                <a:gridCol w="360000"/>
                <a:gridCol w="360000"/>
                <a:gridCol w="360000"/>
                <a:gridCol w="360000"/>
                <a:gridCol w="360000"/>
                <a:gridCol w="360000"/>
                <a:gridCol w="360000"/>
                <a:gridCol w="360000"/>
                <a:gridCol w="360000"/>
                <a:gridCol w="360000"/>
                <a:gridCol w="360000"/>
                <a:gridCol w="360000"/>
                <a:gridCol w="360000"/>
                <a:gridCol w="360000"/>
                <a:gridCol w="360000"/>
                <a:gridCol w="360000"/>
                <a:gridCol w="360000"/>
                <a:gridCol w="360000"/>
                <a:gridCol w="360000"/>
                <a:gridCol w="360000"/>
                <a:gridCol w="360000"/>
              </a:tblGrid>
              <a:tr h="347760">
                <a:tc>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2f586e"/>
                    </a:solidFill>
                  </a:tcPr>
                </a:tc>
                <a:tc gridSpan="4">
                  <a:txBody>
                    <a:bodyPr>
                      <a:noAutofit/>
                    </a:bodyPr>
                    <a:p>
                      <a:pPr>
                        <a:lnSpc>
                          <a:spcPct val="100000"/>
                        </a:lnSpc>
                      </a:pPr>
                      <a:r>
                        <a:rPr b="1" lang="en-IN" sz="1800" spc="-1" strike="noStrike">
                          <a:solidFill>
                            <a:srgbClr val="ffffff"/>
                          </a:solidFill>
                          <a:latin typeface="Arial"/>
                        </a:rPr>
                        <a:t>March</a:t>
                      </a:r>
                      <a:endParaRPr b="0" lang="en-IN" sz="1800" spc="-1" strike="noStrike">
                        <a:latin typeface="Arial"/>
                      </a:endParaRPr>
                    </a:p>
                  </a:txBody>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2f586e"/>
                    </a:solidFill>
                  </a:tcPr>
                </a:tc>
                <a:tc hMerge="1">
                  <a:tcPr marL="90000" marR="90000">
                    <a:solidFill>
                      <a:srgbClr val="729fcf"/>
                    </a:solidFill>
                  </a:tcPr>
                </a:tc>
                <a:tc hMerge="1">
                  <a:tcPr marL="90000" marR="90000">
                    <a:solidFill>
                      <a:srgbClr val="729fcf"/>
                    </a:solidFill>
                  </a:tcPr>
                </a:tc>
                <a:tc hMerge="1">
                  <a:tcPr marL="90000" marR="90000">
                    <a:solidFill>
                      <a:srgbClr val="729fcf"/>
                    </a:solidFill>
                  </a:tcPr>
                </a:tc>
                <a:tc gridSpan="4">
                  <a:txBody>
                    <a:bodyPr>
                      <a:noAutofit/>
                    </a:bodyPr>
                    <a:p>
                      <a:pPr>
                        <a:lnSpc>
                          <a:spcPct val="100000"/>
                        </a:lnSpc>
                      </a:pPr>
                      <a:r>
                        <a:rPr b="1" lang="en-IN" sz="1800" spc="-1" strike="noStrike">
                          <a:solidFill>
                            <a:srgbClr val="ffffff"/>
                          </a:solidFill>
                          <a:latin typeface="Arial"/>
                        </a:rPr>
                        <a:t>April</a:t>
                      </a:r>
                      <a:endParaRPr b="0" lang="en-IN" sz="1800" spc="-1" strike="noStrike">
                        <a:latin typeface="Arial"/>
                      </a:endParaRPr>
                    </a:p>
                  </a:txBody>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2f586e"/>
                    </a:solidFill>
                  </a:tcPr>
                </a:tc>
                <a:tc hMerge="1">
                  <a:tcPr marL="90000" marR="90000">
                    <a:solidFill>
                      <a:srgbClr val="729fcf"/>
                    </a:solidFill>
                  </a:tcPr>
                </a:tc>
                <a:tc hMerge="1">
                  <a:tcPr marL="90000" marR="90000">
                    <a:solidFill>
                      <a:srgbClr val="729fcf"/>
                    </a:solidFill>
                  </a:tcPr>
                </a:tc>
                <a:tc hMerge="1">
                  <a:tcPr marL="90000" marR="90000">
                    <a:solidFill>
                      <a:srgbClr val="729fcf"/>
                    </a:solidFill>
                  </a:tcPr>
                </a:tc>
                <a:tc gridSpan="4">
                  <a:txBody>
                    <a:bodyPr>
                      <a:noAutofit/>
                    </a:bodyPr>
                    <a:p>
                      <a:pPr>
                        <a:lnSpc>
                          <a:spcPct val="100000"/>
                        </a:lnSpc>
                      </a:pPr>
                      <a:r>
                        <a:rPr b="1" lang="en-IN" sz="1800" spc="-1" strike="noStrike">
                          <a:solidFill>
                            <a:srgbClr val="ffffff"/>
                          </a:solidFill>
                          <a:latin typeface="Arial"/>
                        </a:rPr>
                        <a:t>May</a:t>
                      </a:r>
                      <a:endParaRPr b="0" lang="en-IN" sz="1800" spc="-1" strike="noStrike">
                        <a:latin typeface="Arial"/>
                      </a:endParaRPr>
                    </a:p>
                  </a:txBody>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2f586e"/>
                    </a:solidFill>
                  </a:tcPr>
                </a:tc>
                <a:tc hMerge="1">
                  <a:tcPr marL="90000" marR="90000">
                    <a:solidFill>
                      <a:srgbClr val="729fcf"/>
                    </a:solidFill>
                  </a:tcPr>
                </a:tc>
                <a:tc hMerge="1">
                  <a:tcPr marL="90000" marR="90000">
                    <a:solidFill>
                      <a:srgbClr val="729fcf"/>
                    </a:solidFill>
                  </a:tcPr>
                </a:tc>
                <a:tc hMerge="1">
                  <a:tcPr marL="90000" marR="90000">
                    <a:solidFill>
                      <a:srgbClr val="729fcf"/>
                    </a:solidFill>
                  </a:tcPr>
                </a:tc>
                <a:tc gridSpan="4">
                  <a:txBody>
                    <a:bodyPr>
                      <a:noAutofit/>
                    </a:bodyPr>
                    <a:p>
                      <a:pPr>
                        <a:lnSpc>
                          <a:spcPct val="100000"/>
                        </a:lnSpc>
                      </a:pPr>
                      <a:r>
                        <a:rPr b="1" lang="en-IN" sz="1800" spc="-1" strike="noStrike">
                          <a:solidFill>
                            <a:srgbClr val="ffffff"/>
                          </a:solidFill>
                          <a:latin typeface="Arial"/>
                        </a:rPr>
                        <a:t>June</a:t>
                      </a:r>
                      <a:endParaRPr b="0" lang="en-IN" sz="1800" spc="-1" strike="noStrike">
                        <a:latin typeface="Arial"/>
                      </a:endParaRPr>
                    </a:p>
                  </a:txBody>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2f586e"/>
                    </a:solidFill>
                  </a:tcPr>
                </a:tc>
                <a:tc hMerge="1">
                  <a:tcPr marL="90000" marR="90000">
                    <a:solidFill>
                      <a:srgbClr val="729fcf"/>
                    </a:solidFill>
                  </a:tcPr>
                </a:tc>
                <a:tc hMerge="1">
                  <a:tcPr marL="90000" marR="90000">
                    <a:solidFill>
                      <a:srgbClr val="729fcf"/>
                    </a:solidFill>
                  </a:tcPr>
                </a:tc>
                <a:tc hMerge="1">
                  <a:tcPr marL="90000" marR="90000">
                    <a:solidFill>
                      <a:srgbClr val="729fcf"/>
                    </a:solidFill>
                  </a:tcPr>
                </a:tc>
                <a:tc gridSpan="4">
                  <a:txBody>
                    <a:bodyPr>
                      <a:noAutofit/>
                    </a:bodyPr>
                    <a:p>
                      <a:pPr>
                        <a:lnSpc>
                          <a:spcPct val="100000"/>
                        </a:lnSpc>
                      </a:pPr>
                      <a:r>
                        <a:rPr b="1" lang="en-IN" sz="1800" spc="-1" strike="noStrike">
                          <a:solidFill>
                            <a:srgbClr val="ffffff"/>
                          </a:solidFill>
                          <a:latin typeface="Arial"/>
                        </a:rPr>
                        <a:t>July</a:t>
                      </a:r>
                      <a:endParaRPr b="0" lang="en-IN" sz="1800" spc="-1" strike="noStrike">
                        <a:latin typeface="Arial"/>
                      </a:endParaRPr>
                    </a:p>
                  </a:txBody>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2f586e"/>
                    </a:solidFill>
                  </a:tcPr>
                </a:tc>
                <a:tc hMerge="1">
                  <a:tcPr marL="90000" marR="90000">
                    <a:solidFill>
                      <a:srgbClr val="729fcf"/>
                    </a:solidFill>
                  </a:tcPr>
                </a:tc>
                <a:tc hMerge="1">
                  <a:tcPr marL="90000" marR="90000">
                    <a:solidFill>
                      <a:srgbClr val="729fcf"/>
                    </a:solidFill>
                  </a:tcPr>
                </a:tc>
                <a:tc hMerge="1">
                  <a:tcPr marL="90000" marR="90000">
                    <a:solidFill>
                      <a:srgbClr val="729fcf"/>
                    </a:solidFill>
                  </a:tcPr>
                </a:tc>
                <a:tc gridSpan="4">
                  <a:txBody>
                    <a:bodyPr>
                      <a:noAutofit/>
                    </a:bodyPr>
                    <a:p>
                      <a:pPr>
                        <a:lnSpc>
                          <a:spcPct val="100000"/>
                        </a:lnSpc>
                      </a:pPr>
                      <a:r>
                        <a:rPr b="1" lang="en-IN" sz="1800" spc="-1" strike="noStrike">
                          <a:solidFill>
                            <a:srgbClr val="ffffff"/>
                          </a:solidFill>
                          <a:latin typeface="Arial"/>
                        </a:rPr>
                        <a:t>August</a:t>
                      </a:r>
                      <a:endParaRPr b="0" lang="en-IN" sz="1800" spc="-1" strike="noStrike">
                        <a:latin typeface="Arial"/>
                      </a:endParaRPr>
                    </a:p>
                  </a:txBody>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2f586e"/>
                    </a:solidFill>
                  </a:tcPr>
                </a:tc>
                <a:tc hMerge="1">
                  <a:tcPr marL="90000" marR="90000">
                    <a:solidFill>
                      <a:srgbClr val="729fcf"/>
                    </a:solidFill>
                  </a:tcPr>
                </a:tc>
                <a:tc hMerge="1">
                  <a:tcPr marL="90000" marR="90000">
                    <a:solidFill>
                      <a:srgbClr val="729fcf"/>
                    </a:solidFill>
                  </a:tcPr>
                </a:tc>
                <a:tc hMerge="1">
                  <a:tcPr marL="90000" marR="90000">
                    <a:solidFill>
                      <a:srgbClr val="729fcf"/>
                    </a:solidFill>
                  </a:tcPr>
                </a:tc>
                <a:tc>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2f586e"/>
                    </a:solidFill>
                  </a:tcPr>
                </a:tc>
              </a:tr>
              <a:tr h="603720">
                <a:tc>
                  <a:txBody>
                    <a:bodyPr anchor="ctr">
                      <a:noAutofit/>
                    </a:bodyPr>
                    <a:p>
                      <a:pPr algn="ctr">
                        <a:lnSpc>
                          <a:spcPct val="100000"/>
                        </a:lnSpc>
                      </a:pPr>
                      <a:r>
                        <a:rPr b="0" lang="en-IN" sz="1200" spc="-1" strike="noStrike">
                          <a:solidFill>
                            <a:srgbClr val="000000"/>
                          </a:solidFill>
                          <a:latin typeface="Arial"/>
                        </a:rPr>
                        <a:t>Literature review on Spectrum Sensing (WB, NB)</a:t>
                      </a:r>
                      <a:endParaRPr b="0" lang="en-IN" sz="12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r>
              <a:tr h="603720">
                <a:tc>
                  <a:txBody>
                    <a:bodyPr anchor="ctr">
                      <a:noAutofit/>
                    </a:bodyPr>
                    <a:p>
                      <a:pPr algn="ctr">
                        <a:lnSpc>
                          <a:spcPct val="100000"/>
                        </a:lnSpc>
                      </a:pPr>
                      <a:r>
                        <a:rPr b="0" lang="en-IN" sz="1200" spc="-1" strike="noStrike">
                          <a:solidFill>
                            <a:srgbClr val="000000"/>
                          </a:solidFill>
                          <a:latin typeface="Arial"/>
                        </a:rPr>
                        <a:t>Dedicated sensor network model concept w.r.t 5G</a:t>
                      </a:r>
                      <a:endParaRPr b="0" lang="en-IN" sz="12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r>
              <a:tr h="603720">
                <a:tc>
                  <a:txBody>
                    <a:bodyPr anchor="ctr">
                      <a:noAutofit/>
                    </a:bodyPr>
                    <a:p>
                      <a:pPr algn="ctr">
                        <a:lnSpc>
                          <a:spcPct val="100000"/>
                        </a:lnSpc>
                      </a:pPr>
                      <a:r>
                        <a:rPr b="0" lang="en-IN" sz="1200" spc="-1" strike="noStrike">
                          <a:solidFill>
                            <a:srgbClr val="000000"/>
                          </a:solidFill>
                          <a:latin typeface="Arial"/>
                        </a:rPr>
                        <a:t>Sensor modeling, transmitter modeling</a:t>
                      </a:r>
                      <a:endParaRPr b="0" lang="en-IN" sz="12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r>
              <a:tr h="945000">
                <a:tc>
                  <a:txBody>
                    <a:bodyPr anchor="ctr">
                      <a:noAutofit/>
                    </a:bodyPr>
                    <a:p>
                      <a:pPr algn="ctr">
                        <a:lnSpc>
                          <a:spcPct val="100000"/>
                        </a:lnSpc>
                      </a:pPr>
                      <a:r>
                        <a:rPr b="0" lang="en-IN" sz="1200" spc="-1" strike="noStrike">
                          <a:solidFill>
                            <a:srgbClr val="000000"/>
                          </a:solidFill>
                          <a:latin typeface="Arial"/>
                        </a:rPr>
                        <a:t>Collaborative localization of 1 emitter based on st. prop. methods, REM construction</a:t>
                      </a:r>
                      <a:endParaRPr b="0" lang="en-IN" sz="12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r>
              <a:tr h="603720">
                <a:tc>
                  <a:txBody>
                    <a:bodyPr anchor="ctr">
                      <a:noAutofit/>
                    </a:bodyPr>
                    <a:p>
                      <a:pPr algn="ctr">
                        <a:lnSpc>
                          <a:spcPct val="100000"/>
                        </a:lnSpc>
                      </a:pPr>
                      <a:r>
                        <a:rPr b="0" lang="en-IN" sz="1200" spc="-1" strike="noStrike">
                          <a:solidFill>
                            <a:srgbClr val="000000"/>
                          </a:solidFill>
                          <a:latin typeface="Arial"/>
                        </a:rPr>
                        <a:t>Evaluation of changes of network parameters</a:t>
                      </a:r>
                      <a:endParaRPr b="0" lang="en-IN" sz="12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r>
              <a:tr h="433080">
                <a:tc>
                  <a:txBody>
                    <a:bodyPr anchor="ctr">
                      <a:noAutofit/>
                    </a:bodyPr>
                    <a:p>
                      <a:pPr algn="ctr">
                        <a:lnSpc>
                          <a:spcPct val="100000"/>
                        </a:lnSpc>
                      </a:pPr>
                      <a:r>
                        <a:rPr b="0" lang="en-IN" sz="1200" spc="-1" strike="noStrike">
                          <a:solidFill>
                            <a:srgbClr val="000000"/>
                          </a:solidFill>
                          <a:latin typeface="Arial"/>
                        </a:rPr>
                        <a:t>Miscellaneous Tasks</a:t>
                      </a:r>
                      <a:endParaRPr b="0" lang="en-IN" sz="12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r>
              <a:tr h="262440">
                <a:tc>
                  <a:txBody>
                    <a:bodyPr anchor="ctr">
                      <a:noAutofit/>
                    </a:bodyPr>
                    <a:p>
                      <a:pPr algn="ctr">
                        <a:lnSpc>
                          <a:spcPct val="100000"/>
                        </a:lnSpc>
                      </a:pPr>
                      <a:r>
                        <a:rPr b="0" lang="en-IN" sz="1200" spc="-1" strike="noStrike">
                          <a:solidFill>
                            <a:srgbClr val="000000"/>
                          </a:solidFill>
                          <a:latin typeface="Arial"/>
                        </a:rPr>
                        <a:t>Writing</a:t>
                      </a:r>
                      <a:endParaRPr b="0" lang="en-IN" sz="12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ee0ea"/>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6ba2c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d1d4"/>
                    </a:solidFill>
                  </a:tcPr>
                </a:tc>
              </a:tr>
              <a:tr h="262440">
                <a:tc>
                  <a:txBody>
                    <a:bodyPr anchor="ctr">
                      <a:noAutofit/>
                    </a:bodyPr>
                    <a:p>
                      <a:pPr algn="ctr">
                        <a:lnSpc>
                          <a:spcPct val="100000"/>
                        </a:lnSpc>
                      </a:pPr>
                      <a:r>
                        <a:rPr b="0" lang="en-IN" sz="1200" spc="-1" strike="noStrike">
                          <a:solidFill>
                            <a:srgbClr val="000000"/>
                          </a:solidFill>
                          <a:latin typeface="Arial"/>
                        </a:rPr>
                        <a:t>Defence</a:t>
                      </a:r>
                      <a:endParaRPr b="0" lang="en-IN" sz="12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92d050"/>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eb"/>
                    </a:solidFill>
                  </a:tcPr>
                </a:tc>
                <a:tc>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ff0000"/>
                    </a:solidFill>
                  </a:tcPr>
                </a:tc>
              </a:tr>
            </a:tbl>
          </a:graphicData>
        </a:graphic>
      </p:graphicFrame>
      <p:sp>
        <p:nvSpPr>
          <p:cNvPr id="494" name="Line 5"/>
          <p:cNvSpPr/>
          <p:nvPr/>
        </p:nvSpPr>
        <p:spPr>
          <a:xfrm flipV="1">
            <a:off x="6201720" y="1288800"/>
            <a:ext cx="0" cy="5191200"/>
          </a:xfrm>
          <a:prstGeom prst="line">
            <a:avLst/>
          </a:prstGeom>
          <a:ln>
            <a:solidFill>
              <a:srgbClr val="00b050"/>
            </a:solidFill>
          </a:ln>
        </p:spPr>
        <p:style>
          <a:lnRef idx="3">
            <a:schemeClr val="dk1"/>
          </a:lnRef>
          <a:fillRef idx="0">
            <a:schemeClr val="dk1"/>
          </a:fillRef>
          <a:effectRef idx="2">
            <a:schemeClr val="dk1"/>
          </a:effectRef>
          <a:fontRef idx="minor"/>
        </p:style>
      </p:sp>
      <p:sp>
        <p:nvSpPr>
          <p:cNvPr id="495" name="Line 6"/>
          <p:cNvSpPr/>
          <p:nvPr/>
        </p:nvSpPr>
        <p:spPr>
          <a:xfrm flipV="1">
            <a:off x="10519560" y="1253880"/>
            <a:ext cx="0" cy="5190840"/>
          </a:xfrm>
          <a:prstGeom prst="line">
            <a:avLst/>
          </a:prstGeom>
          <a:ln>
            <a:solidFill>
              <a:srgbClr val="c00000"/>
            </a:solidFill>
          </a:ln>
        </p:spPr>
        <p:style>
          <a:lnRef idx="3">
            <a:schemeClr val="dk1"/>
          </a:lnRef>
          <a:fillRef idx="0">
            <a:schemeClr val="dk1"/>
          </a:fillRef>
          <a:effectRef idx="2">
            <a:schemeClr val="dk1"/>
          </a:effectRef>
          <a:fontRef idx="minor"/>
        </p:style>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496" name="TextShape 1"/>
          <p:cNvSpPr txBox="1"/>
          <p:nvPr/>
        </p:nvSpPr>
        <p:spPr>
          <a:xfrm>
            <a:off x="518400" y="301320"/>
            <a:ext cx="6843960" cy="331920"/>
          </a:xfrm>
          <a:prstGeom prst="rect">
            <a:avLst/>
          </a:prstGeom>
          <a:noFill/>
          <a:ln>
            <a:noFill/>
          </a:ln>
        </p:spPr>
        <p:txBody>
          <a:bodyPr lIns="0" rIns="0" tIns="0" bIns="0">
            <a:noAutofit/>
          </a:bodyPr>
          <a:p>
            <a:pPr>
              <a:lnSpc>
                <a:spcPct val="90000"/>
              </a:lnSpc>
            </a:pPr>
            <a:r>
              <a:rPr b="1" lang="de-DE" sz="2400" spc="-1" strike="noStrike">
                <a:solidFill>
                  <a:srgbClr val="2f586e"/>
                </a:solidFill>
                <a:latin typeface="Arial"/>
              </a:rPr>
              <a:t>Additional remarks:</a:t>
            </a:r>
            <a:endParaRPr b="0" lang="de-DE" sz="2400" spc="-1" strike="noStrike">
              <a:solidFill>
                <a:srgbClr val="000000"/>
              </a:solidFill>
              <a:latin typeface="Arial"/>
            </a:endParaRPr>
          </a:p>
        </p:txBody>
      </p:sp>
      <p:sp>
        <p:nvSpPr>
          <p:cNvPr id="497" name="TextShape 2"/>
          <p:cNvSpPr txBox="1"/>
          <p:nvPr/>
        </p:nvSpPr>
        <p:spPr>
          <a:xfrm>
            <a:off x="518400" y="6634800"/>
            <a:ext cx="5469480" cy="122760"/>
          </a:xfrm>
          <a:prstGeom prst="rect">
            <a:avLst/>
          </a:prstGeom>
          <a:noFill/>
          <a:ln>
            <a:noFill/>
          </a:ln>
        </p:spPr>
        <p:txBody>
          <a:bodyPr lIns="0" rIns="0" tIns="0" bIns="0">
            <a:noAutofit/>
          </a:bodyPr>
          <a:p>
            <a:pPr>
              <a:lnSpc>
                <a:spcPct val="100000"/>
              </a:lnSpc>
            </a:pPr>
            <a:r>
              <a:rPr b="0" lang="en-IN" sz="800" spc="-1" strike="noStrike">
                <a:solidFill>
                  <a:srgbClr val="000000"/>
                </a:solidFill>
                <a:latin typeface="Arial"/>
              </a:rPr>
              <a:t>Lehrstuhl Elektrische Smart City Systeme</a:t>
            </a:r>
            <a:endParaRPr b="0" lang="en-IN" sz="800" spc="-1" strike="noStrike">
              <a:latin typeface="Times New Roman"/>
            </a:endParaRPr>
          </a:p>
        </p:txBody>
      </p:sp>
      <p:sp>
        <p:nvSpPr>
          <p:cNvPr id="498" name="TextShape 3"/>
          <p:cNvSpPr txBox="1"/>
          <p:nvPr/>
        </p:nvSpPr>
        <p:spPr>
          <a:xfrm>
            <a:off x="11482200" y="6634800"/>
            <a:ext cx="193680" cy="122760"/>
          </a:xfrm>
          <a:prstGeom prst="rect">
            <a:avLst/>
          </a:prstGeom>
          <a:noFill/>
          <a:ln>
            <a:noFill/>
          </a:ln>
        </p:spPr>
        <p:txBody>
          <a:bodyPr lIns="0" rIns="0" tIns="0" bIns="0">
            <a:noAutofit/>
          </a:bodyPr>
          <a:p>
            <a:pPr algn="r">
              <a:lnSpc>
                <a:spcPct val="100000"/>
              </a:lnSpc>
            </a:pPr>
            <a:fld id="{22A4E971-2C7D-4D41-9FFE-829D94E44E10}" type="slidenum">
              <a:rPr b="0" lang="en-IN" sz="800" spc="-1" strike="noStrike">
                <a:solidFill>
                  <a:srgbClr val="000000"/>
                </a:solidFill>
                <a:latin typeface="Arial"/>
              </a:rPr>
              <a:t>&lt;number&gt;</a:t>
            </a:fld>
            <a:endParaRPr b="0" lang="en-IN" sz="800" spc="-1" strike="noStrike">
              <a:latin typeface="Times New Roman"/>
            </a:endParaRPr>
          </a:p>
        </p:txBody>
      </p:sp>
      <p:sp>
        <p:nvSpPr>
          <p:cNvPr id="499" name="CustomShape 4"/>
          <p:cNvSpPr/>
          <p:nvPr/>
        </p:nvSpPr>
        <p:spPr>
          <a:xfrm>
            <a:off x="518400" y="1613880"/>
            <a:ext cx="10854000" cy="2529720"/>
          </a:xfrm>
          <a:prstGeom prst="rect">
            <a:avLst/>
          </a:prstGeom>
          <a:noFill/>
          <a:ln>
            <a:noFill/>
          </a:ln>
        </p:spPr>
        <p:style>
          <a:lnRef idx="0"/>
          <a:fillRef idx="0"/>
          <a:effectRef idx="0"/>
          <a:fontRef idx="minor"/>
        </p:style>
        <p:txBody>
          <a:bodyPr lIns="90000" rIns="90000" tIns="45000" bIns="45000">
            <a:spAutoFit/>
          </a:bodyPr>
          <a:p>
            <a:pPr marL="343080" indent="-342720">
              <a:lnSpc>
                <a:spcPct val="100000"/>
              </a:lnSpc>
              <a:buClr>
                <a:srgbClr val="000000"/>
              </a:buClr>
              <a:buFont typeface="Symbol"/>
              <a:buChar char=""/>
            </a:pPr>
            <a:r>
              <a:rPr b="0" lang="en-IN" sz="2000" spc="-1" strike="noStrike">
                <a:solidFill>
                  <a:srgbClr val="000000"/>
                </a:solidFill>
                <a:latin typeface="Calibri"/>
                <a:ea typeface="Times New Roman"/>
              </a:rPr>
              <a:t>The simulation part of the thesis is based on the paper: ‘Optimised sensor network for transmitter localisation and radio environment mapping’ (Izzati, Taheri, Tugcu, 2016); (already shared)</a:t>
            </a:r>
            <a:endParaRPr b="0" lang="en-IN" sz="2000" spc="-1" strike="noStrike">
              <a:latin typeface="Arial"/>
            </a:endParaRPr>
          </a:p>
          <a:p>
            <a:pPr marL="343080" indent="-342720">
              <a:lnSpc>
                <a:spcPct val="100000"/>
              </a:lnSpc>
              <a:buClr>
                <a:srgbClr val="000000"/>
              </a:buClr>
              <a:buFont typeface="Symbol"/>
              <a:buChar char=""/>
            </a:pPr>
            <a:r>
              <a:rPr b="0" lang="en-IN" sz="2000" spc="-1" strike="noStrike">
                <a:solidFill>
                  <a:srgbClr val="000000"/>
                </a:solidFill>
                <a:latin typeface="Calibri"/>
                <a:ea typeface="Times New Roman"/>
              </a:rPr>
              <a:t>It would be great (but not critical) to have simulation results from the paper by mid-term defense;</a:t>
            </a:r>
            <a:endParaRPr b="0" lang="en-IN" sz="2000" spc="-1" strike="noStrike">
              <a:latin typeface="Arial"/>
            </a:endParaRPr>
          </a:p>
          <a:p>
            <a:pPr marL="343080" indent="-342720">
              <a:lnSpc>
                <a:spcPct val="100000"/>
              </a:lnSpc>
              <a:buClr>
                <a:srgbClr val="000000"/>
              </a:buClr>
              <a:buFont typeface="Symbol"/>
              <a:buChar char=""/>
            </a:pPr>
            <a:r>
              <a:rPr b="0" lang="en-IN" sz="2000" spc="-1" strike="noStrike">
                <a:solidFill>
                  <a:srgbClr val="000000"/>
                </a:solidFill>
                <a:latin typeface="Calibri"/>
                <a:ea typeface="Times New Roman"/>
              </a:rPr>
              <a:t>Major innovation: from literature research;</a:t>
            </a:r>
            <a:endParaRPr b="0" lang="en-IN" sz="2000" spc="-1" strike="noStrike">
              <a:latin typeface="Arial"/>
            </a:endParaRPr>
          </a:p>
          <a:p>
            <a:pPr marL="343080" indent="-342720">
              <a:lnSpc>
                <a:spcPct val="100000"/>
              </a:lnSpc>
              <a:buClr>
                <a:srgbClr val="000000"/>
              </a:buClr>
              <a:buFont typeface="Symbol"/>
              <a:buChar char=""/>
            </a:pPr>
            <a:r>
              <a:rPr b="0" lang="en-IN" sz="2000" spc="-1" strike="noStrike">
                <a:solidFill>
                  <a:srgbClr val="000000"/>
                </a:solidFill>
                <a:latin typeface="Calibri"/>
                <a:ea typeface="Times New Roman"/>
              </a:rPr>
              <a:t>Sensor node design: functional diagram (fft-based) or more? Clarify about the Tx signal to be analysed (WB/NB, or a particular signal...) – OFDM transmitter</a:t>
            </a:r>
            <a:endParaRPr b="0" lang="en-IN" sz="2000" spc="-1" strike="noStrike">
              <a:latin typeface="Arial"/>
            </a:endParaRPr>
          </a:p>
          <a:p>
            <a:pPr>
              <a:lnSpc>
                <a:spcPct val="100000"/>
              </a:lnSpc>
            </a:pPr>
            <a:endParaRPr b="0" lang="en-IN" sz="2000" spc="-1" strike="noStrike">
              <a:latin typeface="Arial"/>
            </a:endParaRPr>
          </a:p>
          <a:p>
            <a:pPr>
              <a:lnSpc>
                <a:spcPct val="100000"/>
              </a:lnSpc>
            </a:pPr>
            <a:endParaRPr b="0" lang="en-IN" sz="20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TextShape 1"/>
          <p:cNvSpPr txBox="1"/>
          <p:nvPr/>
        </p:nvSpPr>
        <p:spPr>
          <a:xfrm>
            <a:off x="10417320" y="6634800"/>
            <a:ext cx="849240" cy="122760"/>
          </a:xfrm>
          <a:prstGeom prst="rect">
            <a:avLst/>
          </a:prstGeom>
          <a:noFill/>
          <a:ln>
            <a:noFill/>
          </a:ln>
        </p:spPr>
        <p:txBody>
          <a:bodyPr lIns="0" rIns="0" tIns="0" bIns="0">
            <a:noAutofit/>
          </a:bodyPr>
          <a:p>
            <a:pPr algn="r">
              <a:lnSpc>
                <a:spcPct val="100000"/>
              </a:lnSpc>
            </a:pPr>
            <a:fld id="{159E9C51-1FB2-4903-8333-0DCD0D61E666}" type="datetime">
              <a:rPr b="0" lang="en-IN" sz="800" spc="-1" strike="noStrike">
                <a:solidFill>
                  <a:srgbClr val="000000"/>
                </a:solidFill>
                <a:latin typeface="Arial"/>
              </a:rPr>
              <a:t>24/06/24</a:t>
            </a:fld>
            <a:endParaRPr b="0" lang="en-IN" sz="800" spc="-1" strike="noStrike">
              <a:latin typeface="Times New Roman"/>
            </a:endParaRPr>
          </a:p>
        </p:txBody>
      </p:sp>
      <p:sp>
        <p:nvSpPr>
          <p:cNvPr id="501" name="TextShape 2"/>
          <p:cNvSpPr txBox="1"/>
          <p:nvPr/>
        </p:nvSpPr>
        <p:spPr>
          <a:xfrm>
            <a:off x="518400" y="6634800"/>
            <a:ext cx="5469480" cy="122760"/>
          </a:xfrm>
          <a:prstGeom prst="rect">
            <a:avLst/>
          </a:prstGeom>
          <a:noFill/>
          <a:ln>
            <a:noFill/>
          </a:ln>
        </p:spPr>
        <p:txBody>
          <a:bodyPr lIns="0" rIns="0" tIns="0" bIns="0">
            <a:noAutofit/>
          </a:bodyPr>
          <a:p>
            <a:pPr>
              <a:lnSpc>
                <a:spcPct val="100000"/>
              </a:lnSpc>
            </a:pPr>
            <a:r>
              <a:rPr b="0" lang="en-IN" sz="800" spc="-1" strike="noStrike">
                <a:solidFill>
                  <a:srgbClr val="000000"/>
                </a:solidFill>
                <a:latin typeface="Arial"/>
              </a:rPr>
              <a:t>Lehrstuhl Elektrische Smart City Systeme</a:t>
            </a:r>
            <a:endParaRPr b="0" lang="en-IN" sz="800" spc="-1" strike="noStrike">
              <a:latin typeface="Times New Roman"/>
            </a:endParaRPr>
          </a:p>
        </p:txBody>
      </p:sp>
      <p:sp>
        <p:nvSpPr>
          <p:cNvPr id="502" name="TextShape 3"/>
          <p:cNvSpPr txBox="1"/>
          <p:nvPr/>
        </p:nvSpPr>
        <p:spPr>
          <a:xfrm>
            <a:off x="11482200" y="6634800"/>
            <a:ext cx="193680" cy="122760"/>
          </a:xfrm>
          <a:prstGeom prst="rect">
            <a:avLst/>
          </a:prstGeom>
          <a:noFill/>
          <a:ln>
            <a:noFill/>
          </a:ln>
        </p:spPr>
        <p:txBody>
          <a:bodyPr lIns="0" rIns="0" tIns="0" bIns="0">
            <a:noAutofit/>
          </a:bodyPr>
          <a:p>
            <a:pPr algn="r">
              <a:lnSpc>
                <a:spcPct val="100000"/>
              </a:lnSpc>
            </a:pPr>
            <a:fld id="{A0D112C7-DD7F-49F4-9259-2BFCF69FD0CC}" type="slidenum">
              <a:rPr b="0" lang="en-IN" sz="800" spc="-1" strike="noStrike">
                <a:solidFill>
                  <a:srgbClr val="000000"/>
                </a:solidFill>
                <a:latin typeface="Arial"/>
              </a:rPr>
              <a:t>&lt;number&gt;</a:t>
            </a:fld>
            <a:endParaRPr b="0" lang="en-IN" sz="800" spc="-1" strike="noStrike">
              <a:latin typeface="Times New Roman"/>
            </a:endParaRPr>
          </a:p>
        </p:txBody>
      </p:sp>
      <p:sp>
        <p:nvSpPr>
          <p:cNvPr id="503" name="TextShape 4"/>
          <p:cNvSpPr txBox="1"/>
          <p:nvPr/>
        </p:nvSpPr>
        <p:spPr>
          <a:xfrm>
            <a:off x="518400" y="1631160"/>
            <a:ext cx="5469480" cy="4569120"/>
          </a:xfrm>
          <a:prstGeom prst="rect">
            <a:avLst/>
          </a:prstGeom>
          <a:noFill/>
          <a:ln>
            <a:noFill/>
          </a:ln>
        </p:spPr>
        <p:txBody>
          <a:bodyPr lIns="0" rIns="360000" tIns="0" bIns="0">
            <a:noAutofit/>
          </a:bodyPr>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Create a generic OFDM time domain signal.</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Employ use of pilots and data symbols using QAM modulation.</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Instead of data transmit pilots.</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Total Tx power  of the OFDM signal or one OFDM symbol is calculated using pilots only.</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Theory and future work with OFDM signals is use of numerology framework for 5G NR waveform for TRX localization purposes.</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In report write about OFDM waveform generation with a detailed look into 5G frame format.</a:t>
            </a:r>
            <a:endParaRPr b="0" lang="de-DE" sz="1600" spc="-1" strike="noStrike">
              <a:solidFill>
                <a:srgbClr val="000000"/>
              </a:solidFill>
              <a:latin typeface="Arial"/>
            </a:endParaRPr>
          </a:p>
          <a:p>
            <a:pPr>
              <a:lnSpc>
                <a:spcPct val="110000"/>
              </a:lnSpc>
              <a:spcAft>
                <a:spcPts val="1199"/>
              </a:spcAft>
            </a:pPr>
            <a:endParaRPr b="0" lang="de-DE" sz="1600" spc="-1" strike="noStrike">
              <a:solidFill>
                <a:srgbClr val="000000"/>
              </a:solidFill>
              <a:latin typeface="Arial"/>
            </a:endParaRPr>
          </a:p>
          <a:p>
            <a:pPr>
              <a:lnSpc>
                <a:spcPct val="110000"/>
              </a:lnSpc>
              <a:spcAft>
                <a:spcPts val="1199"/>
              </a:spcAft>
            </a:pPr>
            <a:r>
              <a:rPr b="0" lang="de-DE" sz="1600" spc="-1" strike="noStrike">
                <a:solidFill>
                  <a:srgbClr val="000000"/>
                </a:solidFill>
                <a:latin typeface="Arial"/>
              </a:rPr>
              <a:t> </a:t>
            </a:r>
            <a:endParaRPr b="0" lang="de-DE" sz="1600" spc="-1" strike="noStrike">
              <a:solidFill>
                <a:srgbClr val="000000"/>
              </a:solidFill>
              <a:latin typeface="Arial"/>
            </a:endParaRPr>
          </a:p>
        </p:txBody>
      </p:sp>
      <p:sp>
        <p:nvSpPr>
          <p:cNvPr id="504" name="TextShape 5"/>
          <p:cNvSpPr txBox="1"/>
          <p:nvPr/>
        </p:nvSpPr>
        <p:spPr>
          <a:xfrm>
            <a:off x="518400" y="301320"/>
            <a:ext cx="6843960" cy="331920"/>
          </a:xfrm>
          <a:prstGeom prst="rect">
            <a:avLst/>
          </a:prstGeom>
          <a:noFill/>
          <a:ln>
            <a:noFill/>
          </a:ln>
        </p:spPr>
        <p:txBody>
          <a:bodyPr lIns="0" rIns="0" tIns="0" bIns="0">
            <a:noAutofit/>
          </a:bodyPr>
          <a:p>
            <a:pPr>
              <a:lnSpc>
                <a:spcPct val="90000"/>
              </a:lnSpc>
            </a:pPr>
            <a:r>
              <a:rPr b="1" lang="de-DE" sz="2400" spc="-1" strike="noStrike">
                <a:solidFill>
                  <a:srgbClr val="2f586e"/>
                </a:solidFill>
                <a:latin typeface="Arial"/>
              </a:rPr>
              <a:t>OFDM Waveform for localization</a:t>
            </a:r>
            <a:endParaRPr b="0" lang="de-DE" sz="2400" spc="-1" strike="noStrike">
              <a:solidFill>
                <a:srgbClr val="000000"/>
              </a:solidFill>
              <a:latin typeface="Arial"/>
            </a:endParaRPr>
          </a:p>
        </p:txBody>
      </p:sp>
      <p:pic>
        <p:nvPicPr>
          <p:cNvPr id="505" name="Picture Placeholder 9" descr=""/>
          <p:cNvPicPr/>
          <p:nvPr/>
        </p:nvPicPr>
        <p:blipFill>
          <a:blip r:embed="rId1"/>
          <a:srcRect l="5117" t="0" r="5117" b="0"/>
          <a:stretch/>
        </p:blipFill>
        <p:spPr>
          <a:xfrm>
            <a:off x="6206400" y="1631160"/>
            <a:ext cx="5469480" cy="4569120"/>
          </a:xfrm>
          <a:prstGeom prst="rect">
            <a:avLst/>
          </a:prstGeom>
          <a:ln>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TextShape 1"/>
          <p:cNvSpPr txBox="1"/>
          <p:nvPr/>
        </p:nvSpPr>
        <p:spPr>
          <a:xfrm>
            <a:off x="10417320" y="6634800"/>
            <a:ext cx="849240" cy="122760"/>
          </a:xfrm>
          <a:prstGeom prst="rect">
            <a:avLst/>
          </a:prstGeom>
          <a:noFill/>
          <a:ln>
            <a:noFill/>
          </a:ln>
        </p:spPr>
        <p:txBody>
          <a:bodyPr lIns="0" rIns="0" tIns="0" bIns="0">
            <a:noAutofit/>
          </a:bodyPr>
          <a:p>
            <a:pPr algn="r">
              <a:lnSpc>
                <a:spcPct val="100000"/>
              </a:lnSpc>
            </a:pPr>
            <a:fld id="{EDFBD241-D49A-47DF-8657-301633BB271A}" type="datetime">
              <a:rPr b="0" lang="en-IN" sz="800" spc="-1" strike="noStrike">
                <a:solidFill>
                  <a:srgbClr val="000000"/>
                </a:solidFill>
                <a:latin typeface="Arial"/>
              </a:rPr>
              <a:t>24/06/24</a:t>
            </a:fld>
            <a:endParaRPr b="0" lang="en-IN" sz="800" spc="-1" strike="noStrike">
              <a:latin typeface="Times New Roman"/>
            </a:endParaRPr>
          </a:p>
        </p:txBody>
      </p:sp>
      <p:sp>
        <p:nvSpPr>
          <p:cNvPr id="507" name="TextShape 2"/>
          <p:cNvSpPr txBox="1"/>
          <p:nvPr/>
        </p:nvSpPr>
        <p:spPr>
          <a:xfrm>
            <a:off x="518400" y="6634800"/>
            <a:ext cx="5469480" cy="122760"/>
          </a:xfrm>
          <a:prstGeom prst="rect">
            <a:avLst/>
          </a:prstGeom>
          <a:noFill/>
          <a:ln>
            <a:noFill/>
          </a:ln>
        </p:spPr>
        <p:txBody>
          <a:bodyPr lIns="0" rIns="0" tIns="0" bIns="0">
            <a:noAutofit/>
          </a:bodyPr>
          <a:p>
            <a:pPr>
              <a:lnSpc>
                <a:spcPct val="100000"/>
              </a:lnSpc>
            </a:pPr>
            <a:r>
              <a:rPr b="0" lang="en-IN" sz="800" spc="-1" strike="noStrike">
                <a:solidFill>
                  <a:srgbClr val="000000"/>
                </a:solidFill>
                <a:latin typeface="Arial"/>
              </a:rPr>
              <a:t>Lehrstuhl Elektrische Smart City Systeme</a:t>
            </a:r>
            <a:endParaRPr b="0" lang="en-IN" sz="800" spc="-1" strike="noStrike">
              <a:latin typeface="Times New Roman"/>
            </a:endParaRPr>
          </a:p>
        </p:txBody>
      </p:sp>
      <p:sp>
        <p:nvSpPr>
          <p:cNvPr id="508" name="TextShape 3"/>
          <p:cNvSpPr txBox="1"/>
          <p:nvPr/>
        </p:nvSpPr>
        <p:spPr>
          <a:xfrm>
            <a:off x="11482200" y="6634800"/>
            <a:ext cx="193680" cy="122760"/>
          </a:xfrm>
          <a:prstGeom prst="rect">
            <a:avLst/>
          </a:prstGeom>
          <a:noFill/>
          <a:ln>
            <a:noFill/>
          </a:ln>
        </p:spPr>
        <p:txBody>
          <a:bodyPr lIns="0" rIns="0" tIns="0" bIns="0">
            <a:noAutofit/>
          </a:bodyPr>
          <a:p>
            <a:pPr algn="r">
              <a:lnSpc>
                <a:spcPct val="100000"/>
              </a:lnSpc>
            </a:pPr>
            <a:fld id="{3560A362-9086-4DDE-B715-336222C14C7F}" type="slidenum">
              <a:rPr b="0" lang="en-IN" sz="800" spc="-1" strike="noStrike">
                <a:solidFill>
                  <a:srgbClr val="000000"/>
                </a:solidFill>
                <a:latin typeface="Arial"/>
              </a:rPr>
              <a:t>&lt;number&gt;</a:t>
            </a:fld>
            <a:endParaRPr b="0" lang="en-IN" sz="800" spc="-1" strike="noStrike">
              <a:latin typeface="Times New Roman"/>
            </a:endParaRPr>
          </a:p>
        </p:txBody>
      </p:sp>
      <p:sp>
        <p:nvSpPr>
          <p:cNvPr id="509" name="TextShape 4"/>
          <p:cNvSpPr txBox="1"/>
          <p:nvPr/>
        </p:nvSpPr>
        <p:spPr>
          <a:xfrm>
            <a:off x="518400" y="1631160"/>
            <a:ext cx="5469480" cy="4569120"/>
          </a:xfrm>
          <a:prstGeom prst="rect">
            <a:avLst/>
          </a:prstGeom>
          <a:noFill/>
          <a:ln>
            <a:noFill/>
          </a:ln>
        </p:spPr>
        <p:txBody>
          <a:bodyPr lIns="0" rIns="360000" tIns="0" bIns="0">
            <a:noAutofit/>
          </a:bodyPr>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100 x 100 m grid of sensing nodes.</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TX actual position at (18,37).</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Localization error in meters from the true Tx location is presented.</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MSE works better if the true tx position in path loss for RSS measurements in close to the senor nodes and not far. For example, if the area for localization is large and true Tx position is quite close to a corner then we witness higher loss in localization error.</a:t>
            </a:r>
            <a:endParaRPr b="0" lang="de-DE" sz="1600" spc="-1" strike="noStrike">
              <a:solidFill>
                <a:srgbClr val="000000"/>
              </a:solidFill>
              <a:latin typeface="Arial"/>
            </a:endParaRPr>
          </a:p>
          <a:p>
            <a:pPr>
              <a:lnSpc>
                <a:spcPct val="110000"/>
              </a:lnSpc>
              <a:spcAft>
                <a:spcPts val="1199"/>
              </a:spcAft>
            </a:pPr>
            <a:endParaRPr b="0" lang="de-DE" sz="1600" spc="-1" strike="noStrike">
              <a:solidFill>
                <a:srgbClr val="000000"/>
              </a:solidFill>
              <a:latin typeface="Arial"/>
            </a:endParaRPr>
          </a:p>
        </p:txBody>
      </p:sp>
      <p:sp>
        <p:nvSpPr>
          <p:cNvPr id="510" name="TextShape 5"/>
          <p:cNvSpPr txBox="1"/>
          <p:nvPr/>
        </p:nvSpPr>
        <p:spPr>
          <a:xfrm>
            <a:off x="518400" y="301320"/>
            <a:ext cx="6843960" cy="331920"/>
          </a:xfrm>
          <a:prstGeom prst="rect">
            <a:avLst/>
          </a:prstGeom>
          <a:noFill/>
          <a:ln>
            <a:noFill/>
          </a:ln>
        </p:spPr>
        <p:txBody>
          <a:bodyPr lIns="0" rIns="0" tIns="0" bIns="0">
            <a:noAutofit/>
          </a:bodyPr>
          <a:p>
            <a:pPr>
              <a:lnSpc>
                <a:spcPct val="90000"/>
              </a:lnSpc>
            </a:pPr>
            <a:r>
              <a:rPr b="1" lang="de-DE" sz="2400" spc="-1" strike="noStrike">
                <a:solidFill>
                  <a:srgbClr val="2f586e"/>
                </a:solidFill>
                <a:latin typeface="Arial"/>
              </a:rPr>
              <a:t>MSE based TRX localization</a:t>
            </a:r>
            <a:endParaRPr b="0" lang="de-DE" sz="2400" spc="-1" strike="noStrike">
              <a:solidFill>
                <a:srgbClr val="000000"/>
              </a:solidFill>
              <a:latin typeface="Arial"/>
            </a:endParaRPr>
          </a:p>
        </p:txBody>
      </p:sp>
      <p:pic>
        <p:nvPicPr>
          <p:cNvPr id="511" name="Picture Placeholder 9" descr=""/>
          <p:cNvPicPr/>
          <p:nvPr/>
        </p:nvPicPr>
        <p:blipFill>
          <a:blip r:embed="rId1"/>
          <a:srcRect l="5117" t="0" r="5117" b="0"/>
          <a:stretch/>
        </p:blipFill>
        <p:spPr>
          <a:xfrm>
            <a:off x="6206400" y="1631160"/>
            <a:ext cx="5469480" cy="4569120"/>
          </a:xfrm>
          <a:prstGeom prst="rect">
            <a:avLst/>
          </a:prstGeom>
          <a:ln>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TextShape 1"/>
          <p:cNvSpPr txBox="1"/>
          <p:nvPr/>
        </p:nvSpPr>
        <p:spPr>
          <a:xfrm>
            <a:off x="10417320" y="6634800"/>
            <a:ext cx="849240" cy="122760"/>
          </a:xfrm>
          <a:prstGeom prst="rect">
            <a:avLst/>
          </a:prstGeom>
          <a:noFill/>
          <a:ln>
            <a:noFill/>
          </a:ln>
        </p:spPr>
        <p:txBody>
          <a:bodyPr lIns="0" rIns="0" tIns="0" bIns="0">
            <a:noAutofit/>
          </a:bodyPr>
          <a:p>
            <a:pPr algn="r">
              <a:lnSpc>
                <a:spcPct val="100000"/>
              </a:lnSpc>
            </a:pPr>
            <a:fld id="{98C7A0E1-CFF7-4F5C-AEC8-83FF5807BC1C}" type="datetime">
              <a:rPr b="0" lang="en-IN" sz="800" spc="-1" strike="noStrike">
                <a:solidFill>
                  <a:srgbClr val="000000"/>
                </a:solidFill>
                <a:latin typeface="Arial"/>
              </a:rPr>
              <a:t>24/06/24</a:t>
            </a:fld>
            <a:endParaRPr b="0" lang="en-IN" sz="800" spc="-1" strike="noStrike">
              <a:latin typeface="Times New Roman"/>
            </a:endParaRPr>
          </a:p>
        </p:txBody>
      </p:sp>
      <p:sp>
        <p:nvSpPr>
          <p:cNvPr id="513" name="TextShape 2"/>
          <p:cNvSpPr txBox="1"/>
          <p:nvPr/>
        </p:nvSpPr>
        <p:spPr>
          <a:xfrm>
            <a:off x="518400" y="6634800"/>
            <a:ext cx="5469480" cy="122760"/>
          </a:xfrm>
          <a:prstGeom prst="rect">
            <a:avLst/>
          </a:prstGeom>
          <a:noFill/>
          <a:ln>
            <a:noFill/>
          </a:ln>
        </p:spPr>
        <p:txBody>
          <a:bodyPr lIns="0" rIns="0" tIns="0" bIns="0">
            <a:noAutofit/>
          </a:bodyPr>
          <a:p>
            <a:pPr>
              <a:lnSpc>
                <a:spcPct val="100000"/>
              </a:lnSpc>
            </a:pPr>
            <a:r>
              <a:rPr b="0" lang="en-IN" sz="800" spc="-1" strike="noStrike">
                <a:solidFill>
                  <a:srgbClr val="000000"/>
                </a:solidFill>
                <a:latin typeface="Arial"/>
              </a:rPr>
              <a:t>Lehrstuhl Elektrische Smart City Systeme</a:t>
            </a:r>
            <a:endParaRPr b="0" lang="en-IN" sz="800" spc="-1" strike="noStrike">
              <a:latin typeface="Times New Roman"/>
            </a:endParaRPr>
          </a:p>
        </p:txBody>
      </p:sp>
      <p:sp>
        <p:nvSpPr>
          <p:cNvPr id="514" name="TextShape 3"/>
          <p:cNvSpPr txBox="1"/>
          <p:nvPr/>
        </p:nvSpPr>
        <p:spPr>
          <a:xfrm>
            <a:off x="11482200" y="6634800"/>
            <a:ext cx="193680" cy="122760"/>
          </a:xfrm>
          <a:prstGeom prst="rect">
            <a:avLst/>
          </a:prstGeom>
          <a:noFill/>
          <a:ln>
            <a:noFill/>
          </a:ln>
        </p:spPr>
        <p:txBody>
          <a:bodyPr lIns="0" rIns="0" tIns="0" bIns="0">
            <a:noAutofit/>
          </a:bodyPr>
          <a:p>
            <a:pPr algn="r">
              <a:lnSpc>
                <a:spcPct val="100000"/>
              </a:lnSpc>
            </a:pPr>
            <a:fld id="{EAAA35E0-5A4D-4997-B5F0-5BEF8855B03F}" type="slidenum">
              <a:rPr b="0" lang="en-IN" sz="800" spc="-1" strike="noStrike">
                <a:solidFill>
                  <a:srgbClr val="000000"/>
                </a:solidFill>
                <a:latin typeface="Arial"/>
              </a:rPr>
              <a:t>&lt;number&gt;</a:t>
            </a:fld>
            <a:endParaRPr b="0" lang="en-IN" sz="800" spc="-1" strike="noStrike">
              <a:latin typeface="Times New Roman"/>
            </a:endParaRPr>
          </a:p>
        </p:txBody>
      </p:sp>
      <p:sp>
        <p:nvSpPr>
          <p:cNvPr id="515" name="TextShape 4"/>
          <p:cNvSpPr txBox="1"/>
          <p:nvPr/>
        </p:nvSpPr>
        <p:spPr>
          <a:xfrm>
            <a:off x="518400" y="1631160"/>
            <a:ext cx="5469480" cy="4569120"/>
          </a:xfrm>
          <a:prstGeom prst="rect">
            <a:avLst/>
          </a:prstGeom>
          <a:noFill/>
          <a:ln>
            <a:noFill/>
          </a:ln>
        </p:spPr>
        <p:txBody>
          <a:bodyPr lIns="0" rIns="360000" tIns="0" bIns="0">
            <a:noAutofit/>
          </a:bodyPr>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For a given area of 400 m x 400 m.</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We witness that using OFDM signal for localization produces near perfect solution compared to the case of static power even if the area for location estimation is quite large.</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Number of OFDM symbols used 28, 2 ms long 2 subframes with pilots allocated in subcarrier.</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The real reason behind this result is still not clear.</a:t>
            </a:r>
            <a:endParaRPr b="0" lang="de-DE" sz="1600" spc="-1" strike="noStrike">
              <a:solidFill>
                <a:srgbClr val="000000"/>
              </a:solidFill>
              <a:latin typeface="Arial"/>
            </a:endParaRPr>
          </a:p>
        </p:txBody>
      </p:sp>
      <p:sp>
        <p:nvSpPr>
          <p:cNvPr id="516" name="TextShape 5"/>
          <p:cNvSpPr txBox="1"/>
          <p:nvPr/>
        </p:nvSpPr>
        <p:spPr>
          <a:xfrm>
            <a:off x="518400" y="301320"/>
            <a:ext cx="6843960" cy="331920"/>
          </a:xfrm>
          <a:prstGeom prst="rect">
            <a:avLst/>
          </a:prstGeom>
          <a:noFill/>
          <a:ln>
            <a:noFill/>
          </a:ln>
        </p:spPr>
        <p:txBody>
          <a:bodyPr lIns="0" rIns="0" tIns="0" bIns="0">
            <a:noAutofit/>
          </a:bodyPr>
          <a:p>
            <a:pPr>
              <a:lnSpc>
                <a:spcPct val="90000"/>
              </a:lnSpc>
            </a:pPr>
            <a:r>
              <a:rPr b="1" lang="de-DE" sz="2400" spc="-1" strike="noStrike">
                <a:solidFill>
                  <a:srgbClr val="2f586e"/>
                </a:solidFill>
                <a:latin typeface="Arial"/>
              </a:rPr>
              <a:t>OFDM signal for TRX localization</a:t>
            </a:r>
            <a:endParaRPr b="0" lang="de-DE" sz="2400" spc="-1" strike="noStrike">
              <a:solidFill>
                <a:srgbClr val="000000"/>
              </a:solidFill>
              <a:latin typeface="Arial"/>
            </a:endParaRPr>
          </a:p>
        </p:txBody>
      </p:sp>
      <p:pic>
        <p:nvPicPr>
          <p:cNvPr id="517" name="Picture Placeholder 9" descr=""/>
          <p:cNvPicPr/>
          <p:nvPr/>
        </p:nvPicPr>
        <p:blipFill>
          <a:blip r:embed="rId1"/>
          <a:srcRect l="5117" t="0" r="5117" b="0"/>
          <a:stretch/>
        </p:blipFill>
        <p:spPr>
          <a:xfrm>
            <a:off x="6206400" y="1631160"/>
            <a:ext cx="5469480" cy="4569120"/>
          </a:xfrm>
          <a:prstGeom prst="rect">
            <a:avLst/>
          </a:prstGeom>
          <a:ln>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TextShape 1"/>
          <p:cNvSpPr txBox="1"/>
          <p:nvPr/>
        </p:nvSpPr>
        <p:spPr>
          <a:xfrm>
            <a:off x="10417320" y="6634800"/>
            <a:ext cx="849240" cy="122760"/>
          </a:xfrm>
          <a:prstGeom prst="rect">
            <a:avLst/>
          </a:prstGeom>
          <a:noFill/>
          <a:ln>
            <a:noFill/>
          </a:ln>
        </p:spPr>
        <p:txBody>
          <a:bodyPr lIns="0" rIns="0" tIns="0" bIns="0">
            <a:noAutofit/>
          </a:bodyPr>
          <a:p>
            <a:pPr algn="r">
              <a:lnSpc>
                <a:spcPct val="100000"/>
              </a:lnSpc>
            </a:pPr>
            <a:fld id="{8042E3DC-BBDD-4D32-843A-20E30712CBED}" type="datetime">
              <a:rPr b="0" lang="en-IN" sz="800" spc="-1" strike="noStrike">
                <a:solidFill>
                  <a:srgbClr val="000000"/>
                </a:solidFill>
                <a:latin typeface="Arial"/>
              </a:rPr>
              <a:t>24/06/24</a:t>
            </a:fld>
            <a:endParaRPr b="0" lang="en-IN" sz="800" spc="-1" strike="noStrike">
              <a:latin typeface="Times New Roman"/>
            </a:endParaRPr>
          </a:p>
        </p:txBody>
      </p:sp>
      <p:sp>
        <p:nvSpPr>
          <p:cNvPr id="519" name="TextShape 2"/>
          <p:cNvSpPr txBox="1"/>
          <p:nvPr/>
        </p:nvSpPr>
        <p:spPr>
          <a:xfrm>
            <a:off x="518400" y="6634800"/>
            <a:ext cx="5469480" cy="122760"/>
          </a:xfrm>
          <a:prstGeom prst="rect">
            <a:avLst/>
          </a:prstGeom>
          <a:noFill/>
          <a:ln>
            <a:noFill/>
          </a:ln>
        </p:spPr>
        <p:txBody>
          <a:bodyPr lIns="0" rIns="0" tIns="0" bIns="0">
            <a:noAutofit/>
          </a:bodyPr>
          <a:p>
            <a:pPr>
              <a:lnSpc>
                <a:spcPct val="100000"/>
              </a:lnSpc>
            </a:pPr>
            <a:r>
              <a:rPr b="0" lang="en-IN" sz="800" spc="-1" strike="noStrike">
                <a:solidFill>
                  <a:srgbClr val="000000"/>
                </a:solidFill>
                <a:latin typeface="Arial"/>
              </a:rPr>
              <a:t>Lehrstuhl Elektrische Smart City Systeme</a:t>
            </a:r>
            <a:endParaRPr b="0" lang="en-IN" sz="800" spc="-1" strike="noStrike">
              <a:latin typeface="Times New Roman"/>
            </a:endParaRPr>
          </a:p>
        </p:txBody>
      </p:sp>
      <p:sp>
        <p:nvSpPr>
          <p:cNvPr id="520" name="TextShape 3"/>
          <p:cNvSpPr txBox="1"/>
          <p:nvPr/>
        </p:nvSpPr>
        <p:spPr>
          <a:xfrm>
            <a:off x="11482200" y="6634800"/>
            <a:ext cx="193680" cy="122760"/>
          </a:xfrm>
          <a:prstGeom prst="rect">
            <a:avLst/>
          </a:prstGeom>
          <a:noFill/>
          <a:ln>
            <a:noFill/>
          </a:ln>
        </p:spPr>
        <p:txBody>
          <a:bodyPr lIns="0" rIns="0" tIns="0" bIns="0">
            <a:noAutofit/>
          </a:bodyPr>
          <a:p>
            <a:pPr algn="r">
              <a:lnSpc>
                <a:spcPct val="100000"/>
              </a:lnSpc>
            </a:pPr>
            <a:fld id="{901982D2-8179-435D-8135-9CD008FCD56E}" type="slidenum">
              <a:rPr b="0" lang="en-IN" sz="800" spc="-1" strike="noStrike">
                <a:solidFill>
                  <a:srgbClr val="000000"/>
                </a:solidFill>
                <a:latin typeface="Arial"/>
              </a:rPr>
              <a:t>&lt;number&gt;</a:t>
            </a:fld>
            <a:endParaRPr b="0" lang="en-IN" sz="800" spc="-1" strike="noStrike">
              <a:latin typeface="Times New Roman"/>
            </a:endParaRPr>
          </a:p>
        </p:txBody>
      </p:sp>
      <p:sp>
        <p:nvSpPr>
          <p:cNvPr id="521" name="TextShape 4"/>
          <p:cNvSpPr txBox="1"/>
          <p:nvPr/>
        </p:nvSpPr>
        <p:spPr>
          <a:xfrm>
            <a:off x="518400" y="1631160"/>
            <a:ext cx="5469480" cy="4569120"/>
          </a:xfrm>
          <a:prstGeom prst="rect">
            <a:avLst/>
          </a:prstGeom>
          <a:noFill/>
          <a:ln>
            <a:noFill/>
          </a:ln>
        </p:spPr>
        <p:txBody>
          <a:bodyPr lIns="0" rIns="360000" tIns="0" bIns="0">
            <a:noAutofit/>
          </a:bodyPr>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Same are of 100m x 100m grid.</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Correlated shadowing model with parameters:</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Noise standard deviation used is: 0,4,6,8 dB.</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Correlation distance to account for correlation between sensor links is 8 m.</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As a result the plot with higher noise standard deviation shows higher inaccuracy in terms of localization error. </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The plot is in the next slide.</a:t>
            </a:r>
            <a:endParaRPr b="0" lang="de-DE" sz="1600" spc="-1" strike="noStrike">
              <a:solidFill>
                <a:srgbClr val="000000"/>
              </a:solidFill>
              <a:latin typeface="Arial"/>
            </a:endParaRPr>
          </a:p>
          <a:p>
            <a:pPr>
              <a:lnSpc>
                <a:spcPct val="110000"/>
              </a:lnSpc>
              <a:spcAft>
                <a:spcPts val="1199"/>
              </a:spcAft>
            </a:pPr>
            <a:endParaRPr b="0" lang="de-DE" sz="1600" spc="-1" strike="noStrike">
              <a:solidFill>
                <a:srgbClr val="000000"/>
              </a:solidFill>
              <a:latin typeface="Arial"/>
            </a:endParaRPr>
          </a:p>
          <a:p>
            <a:pPr>
              <a:lnSpc>
                <a:spcPct val="110000"/>
              </a:lnSpc>
              <a:spcAft>
                <a:spcPts val="1199"/>
              </a:spcAft>
            </a:pPr>
            <a:endParaRPr b="0" lang="de-DE" sz="1600" spc="-1" strike="noStrike">
              <a:solidFill>
                <a:srgbClr val="000000"/>
              </a:solidFill>
              <a:latin typeface="Arial"/>
            </a:endParaRPr>
          </a:p>
        </p:txBody>
      </p:sp>
      <p:sp>
        <p:nvSpPr>
          <p:cNvPr id="522" name="TextShape 5"/>
          <p:cNvSpPr txBox="1"/>
          <p:nvPr/>
        </p:nvSpPr>
        <p:spPr>
          <a:xfrm>
            <a:off x="518400" y="301320"/>
            <a:ext cx="6843960" cy="331920"/>
          </a:xfrm>
          <a:prstGeom prst="rect">
            <a:avLst/>
          </a:prstGeom>
          <a:noFill/>
          <a:ln>
            <a:noFill/>
          </a:ln>
        </p:spPr>
        <p:txBody>
          <a:bodyPr lIns="0" rIns="0" tIns="0" bIns="0">
            <a:noAutofit/>
          </a:bodyPr>
          <a:p>
            <a:pPr>
              <a:lnSpc>
                <a:spcPct val="90000"/>
              </a:lnSpc>
            </a:pPr>
            <a:r>
              <a:rPr b="1" lang="de-DE" sz="2400" spc="-1" strike="noStrike">
                <a:solidFill>
                  <a:srgbClr val="2f586e"/>
                </a:solidFill>
                <a:latin typeface="Arial"/>
              </a:rPr>
              <a:t>Correlated Shadowing model for localization</a:t>
            </a:r>
            <a:endParaRPr b="0" lang="de-DE"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TextShape 1"/>
          <p:cNvSpPr txBox="1"/>
          <p:nvPr/>
        </p:nvSpPr>
        <p:spPr>
          <a:xfrm>
            <a:off x="10417320" y="6634800"/>
            <a:ext cx="849240" cy="122760"/>
          </a:xfrm>
          <a:prstGeom prst="rect">
            <a:avLst/>
          </a:prstGeom>
          <a:noFill/>
          <a:ln>
            <a:noFill/>
          </a:ln>
        </p:spPr>
        <p:txBody>
          <a:bodyPr lIns="0" rIns="0" tIns="0" bIns="0">
            <a:noAutofit/>
          </a:bodyPr>
          <a:p>
            <a:pPr algn="r">
              <a:lnSpc>
                <a:spcPct val="100000"/>
              </a:lnSpc>
            </a:pPr>
            <a:fld id="{CA249E12-50E2-4D53-8536-52A9BF98E155}" type="datetime">
              <a:rPr b="0" lang="en-IN" sz="800" spc="-1" strike="noStrike">
                <a:solidFill>
                  <a:srgbClr val="000000"/>
                </a:solidFill>
                <a:latin typeface="Arial"/>
              </a:rPr>
              <a:t>24/06/24</a:t>
            </a:fld>
            <a:endParaRPr b="0" lang="en-IN" sz="800" spc="-1" strike="noStrike">
              <a:latin typeface="Times New Roman"/>
            </a:endParaRPr>
          </a:p>
        </p:txBody>
      </p:sp>
      <p:sp>
        <p:nvSpPr>
          <p:cNvPr id="524" name="TextShape 2"/>
          <p:cNvSpPr txBox="1"/>
          <p:nvPr/>
        </p:nvSpPr>
        <p:spPr>
          <a:xfrm>
            <a:off x="518400" y="6634800"/>
            <a:ext cx="5469480" cy="122760"/>
          </a:xfrm>
          <a:prstGeom prst="rect">
            <a:avLst/>
          </a:prstGeom>
          <a:noFill/>
          <a:ln>
            <a:noFill/>
          </a:ln>
        </p:spPr>
        <p:txBody>
          <a:bodyPr lIns="0" rIns="0" tIns="0" bIns="0">
            <a:noAutofit/>
          </a:bodyPr>
          <a:p>
            <a:pPr>
              <a:lnSpc>
                <a:spcPct val="100000"/>
              </a:lnSpc>
            </a:pPr>
            <a:r>
              <a:rPr b="0" lang="en-IN" sz="800" spc="-1" strike="noStrike">
                <a:solidFill>
                  <a:srgbClr val="000000"/>
                </a:solidFill>
                <a:latin typeface="Arial"/>
              </a:rPr>
              <a:t>Lehrstuhl Elektrische Smart City Systeme</a:t>
            </a:r>
            <a:endParaRPr b="0" lang="en-IN" sz="800" spc="-1" strike="noStrike">
              <a:latin typeface="Times New Roman"/>
            </a:endParaRPr>
          </a:p>
        </p:txBody>
      </p:sp>
      <p:sp>
        <p:nvSpPr>
          <p:cNvPr id="525" name="TextShape 3"/>
          <p:cNvSpPr txBox="1"/>
          <p:nvPr/>
        </p:nvSpPr>
        <p:spPr>
          <a:xfrm>
            <a:off x="11482200" y="6634800"/>
            <a:ext cx="193680" cy="122760"/>
          </a:xfrm>
          <a:prstGeom prst="rect">
            <a:avLst/>
          </a:prstGeom>
          <a:noFill/>
          <a:ln>
            <a:noFill/>
          </a:ln>
        </p:spPr>
        <p:txBody>
          <a:bodyPr lIns="0" rIns="0" tIns="0" bIns="0">
            <a:noAutofit/>
          </a:bodyPr>
          <a:p>
            <a:pPr algn="r">
              <a:lnSpc>
                <a:spcPct val="100000"/>
              </a:lnSpc>
            </a:pPr>
            <a:fld id="{74AE9740-F97C-4697-91A7-568A0243E8E6}" type="slidenum">
              <a:rPr b="0" lang="en-IN" sz="800" spc="-1" strike="noStrike">
                <a:solidFill>
                  <a:srgbClr val="000000"/>
                </a:solidFill>
                <a:latin typeface="Arial"/>
              </a:rPr>
              <a:t>&lt;number&gt;</a:t>
            </a:fld>
            <a:endParaRPr b="0" lang="en-IN" sz="800" spc="-1" strike="noStrike">
              <a:latin typeface="Times New Roman"/>
            </a:endParaRPr>
          </a:p>
        </p:txBody>
      </p:sp>
      <p:pic>
        <p:nvPicPr>
          <p:cNvPr id="526" name="Content Placeholder 8" descr=""/>
          <p:cNvPicPr/>
          <p:nvPr/>
        </p:nvPicPr>
        <p:blipFill>
          <a:blip r:embed="rId1"/>
          <a:stretch/>
        </p:blipFill>
        <p:spPr>
          <a:xfrm>
            <a:off x="1215360" y="1630440"/>
            <a:ext cx="9760680" cy="4570200"/>
          </a:xfrm>
          <a:prstGeom prst="rect">
            <a:avLst/>
          </a:prstGeom>
          <a:ln>
            <a:noFill/>
          </a:ln>
        </p:spPr>
      </p:pic>
      <p:sp>
        <p:nvSpPr>
          <p:cNvPr id="527" name="TextShape 4"/>
          <p:cNvSpPr txBox="1"/>
          <p:nvPr/>
        </p:nvSpPr>
        <p:spPr>
          <a:xfrm>
            <a:off x="518400" y="301320"/>
            <a:ext cx="6843960" cy="331920"/>
          </a:xfrm>
          <a:prstGeom prst="rect">
            <a:avLst/>
          </a:prstGeom>
          <a:noFill/>
          <a:ln>
            <a:noFill/>
          </a:ln>
        </p:spPr>
        <p:txBody>
          <a:bodyPr lIns="0" rIns="0" tIns="0" bIns="0">
            <a:noAutofit/>
          </a:bodyPr>
          <a:p>
            <a:pPr>
              <a:lnSpc>
                <a:spcPct val="90000"/>
              </a:lnSpc>
            </a:pPr>
            <a:r>
              <a:rPr b="1" lang="de-DE" sz="2400" spc="-1" strike="noStrike">
                <a:solidFill>
                  <a:srgbClr val="2f586e"/>
                </a:solidFill>
                <a:latin typeface="Arial"/>
              </a:rPr>
              <a:t>Correlated Shadowing model for localization</a:t>
            </a:r>
            <a:endParaRPr b="0" lang="de-DE"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TextShape 1"/>
          <p:cNvSpPr txBox="1"/>
          <p:nvPr/>
        </p:nvSpPr>
        <p:spPr>
          <a:xfrm>
            <a:off x="10417320" y="6634800"/>
            <a:ext cx="849240" cy="122760"/>
          </a:xfrm>
          <a:prstGeom prst="rect">
            <a:avLst/>
          </a:prstGeom>
          <a:noFill/>
          <a:ln>
            <a:noFill/>
          </a:ln>
        </p:spPr>
        <p:txBody>
          <a:bodyPr lIns="0" rIns="0" tIns="0" bIns="0">
            <a:noAutofit/>
          </a:bodyPr>
          <a:p>
            <a:pPr algn="r">
              <a:lnSpc>
                <a:spcPct val="100000"/>
              </a:lnSpc>
            </a:pPr>
            <a:fld id="{60A0EE5E-28FD-4D82-9837-E0EFC4150DD2}" type="datetime">
              <a:rPr b="0" lang="en-IN" sz="800" spc="-1" strike="noStrike">
                <a:solidFill>
                  <a:srgbClr val="000000"/>
                </a:solidFill>
                <a:latin typeface="Arial"/>
              </a:rPr>
              <a:t>24/06/24</a:t>
            </a:fld>
            <a:endParaRPr b="0" lang="en-IN" sz="800" spc="-1" strike="noStrike">
              <a:latin typeface="Times New Roman"/>
            </a:endParaRPr>
          </a:p>
        </p:txBody>
      </p:sp>
      <p:sp>
        <p:nvSpPr>
          <p:cNvPr id="529" name="TextShape 2"/>
          <p:cNvSpPr txBox="1"/>
          <p:nvPr/>
        </p:nvSpPr>
        <p:spPr>
          <a:xfrm>
            <a:off x="518400" y="6634800"/>
            <a:ext cx="5469480" cy="122760"/>
          </a:xfrm>
          <a:prstGeom prst="rect">
            <a:avLst/>
          </a:prstGeom>
          <a:noFill/>
          <a:ln>
            <a:noFill/>
          </a:ln>
        </p:spPr>
        <p:txBody>
          <a:bodyPr lIns="0" rIns="0" tIns="0" bIns="0">
            <a:noAutofit/>
          </a:bodyPr>
          <a:p>
            <a:pPr>
              <a:lnSpc>
                <a:spcPct val="100000"/>
              </a:lnSpc>
            </a:pPr>
            <a:r>
              <a:rPr b="0" lang="en-IN" sz="800" spc="-1" strike="noStrike">
                <a:solidFill>
                  <a:srgbClr val="000000"/>
                </a:solidFill>
                <a:latin typeface="Arial"/>
              </a:rPr>
              <a:t>Lehrstuhl Elektrische Smart City Systeme</a:t>
            </a:r>
            <a:endParaRPr b="0" lang="en-IN" sz="800" spc="-1" strike="noStrike">
              <a:latin typeface="Times New Roman"/>
            </a:endParaRPr>
          </a:p>
        </p:txBody>
      </p:sp>
      <p:sp>
        <p:nvSpPr>
          <p:cNvPr id="530" name="TextShape 3"/>
          <p:cNvSpPr txBox="1"/>
          <p:nvPr/>
        </p:nvSpPr>
        <p:spPr>
          <a:xfrm>
            <a:off x="11482200" y="6634800"/>
            <a:ext cx="193680" cy="122760"/>
          </a:xfrm>
          <a:prstGeom prst="rect">
            <a:avLst/>
          </a:prstGeom>
          <a:noFill/>
          <a:ln>
            <a:noFill/>
          </a:ln>
        </p:spPr>
        <p:txBody>
          <a:bodyPr lIns="0" rIns="0" tIns="0" bIns="0">
            <a:noAutofit/>
          </a:bodyPr>
          <a:p>
            <a:pPr algn="r">
              <a:lnSpc>
                <a:spcPct val="100000"/>
              </a:lnSpc>
            </a:pPr>
            <a:fld id="{2EAD53C7-D269-4035-80A9-441D37D33070}" type="slidenum">
              <a:rPr b="0" lang="en-IN" sz="800" spc="-1" strike="noStrike">
                <a:solidFill>
                  <a:srgbClr val="000000"/>
                </a:solidFill>
                <a:latin typeface="Arial"/>
              </a:rPr>
              <a:t>&lt;number&gt;</a:t>
            </a:fld>
            <a:endParaRPr b="0" lang="en-IN" sz="800" spc="-1" strike="noStrike">
              <a:latin typeface="Times New Roman"/>
            </a:endParaRPr>
          </a:p>
        </p:txBody>
      </p:sp>
      <p:sp>
        <p:nvSpPr>
          <p:cNvPr id="531" name="TextShape 4"/>
          <p:cNvSpPr txBox="1"/>
          <p:nvPr/>
        </p:nvSpPr>
        <p:spPr>
          <a:xfrm>
            <a:off x="518400" y="1631160"/>
            <a:ext cx="11154960" cy="4569120"/>
          </a:xfrm>
          <a:prstGeom prst="rect">
            <a:avLst/>
          </a:prstGeom>
          <a:noFill/>
          <a:ln>
            <a:noFill/>
          </a:ln>
        </p:spPr>
        <p:txBody>
          <a:bodyPr lIns="0" rIns="360000" tIns="0" bIns="0">
            <a:noAutofit/>
          </a:bodyPr>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Same are of 100m x 100m grid.</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Correlated shadowing model with parameters:</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Noise standard deviation used is: 0,4,6,8 dB.</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Correlation distance to account for correlation between sensor links is 5 m.</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As a result the plot with higher noise standard deviation shows higher inaccuracy in terms of localization error. </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The plot is in the next slide.</a:t>
            </a:r>
            <a:endParaRPr b="0" lang="de-DE" sz="1600" spc="-1" strike="noStrike">
              <a:solidFill>
                <a:srgbClr val="000000"/>
              </a:solidFill>
              <a:latin typeface="Arial"/>
            </a:endParaRPr>
          </a:p>
          <a:p>
            <a:pPr>
              <a:lnSpc>
                <a:spcPct val="110000"/>
              </a:lnSpc>
              <a:spcAft>
                <a:spcPts val="1199"/>
              </a:spcAft>
            </a:pPr>
            <a:endParaRPr b="0" lang="de-DE" sz="1600" spc="-1" strike="noStrike">
              <a:solidFill>
                <a:srgbClr val="000000"/>
              </a:solidFill>
              <a:latin typeface="Arial"/>
            </a:endParaRPr>
          </a:p>
        </p:txBody>
      </p:sp>
      <p:sp>
        <p:nvSpPr>
          <p:cNvPr id="532" name="TextShape 5"/>
          <p:cNvSpPr txBox="1"/>
          <p:nvPr/>
        </p:nvSpPr>
        <p:spPr>
          <a:xfrm>
            <a:off x="518400" y="301320"/>
            <a:ext cx="6843960" cy="331920"/>
          </a:xfrm>
          <a:prstGeom prst="rect">
            <a:avLst/>
          </a:prstGeom>
          <a:noFill/>
          <a:ln>
            <a:noFill/>
          </a:ln>
        </p:spPr>
        <p:txBody>
          <a:bodyPr lIns="0" rIns="0" tIns="0" bIns="0">
            <a:noAutofit/>
          </a:bodyPr>
          <a:p>
            <a:pPr>
              <a:lnSpc>
                <a:spcPct val="90000"/>
              </a:lnSpc>
            </a:pPr>
            <a:r>
              <a:rPr b="1" lang="de-DE" sz="2400" spc="-1" strike="noStrike">
                <a:solidFill>
                  <a:srgbClr val="2f586e"/>
                </a:solidFill>
                <a:latin typeface="Arial"/>
              </a:rPr>
              <a:t>Correlated Shadowing model for localization</a:t>
            </a:r>
            <a:endParaRPr b="0" lang="de-DE"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TextShape 1"/>
          <p:cNvSpPr txBox="1"/>
          <p:nvPr/>
        </p:nvSpPr>
        <p:spPr>
          <a:xfrm>
            <a:off x="10417320" y="6634800"/>
            <a:ext cx="849240" cy="122760"/>
          </a:xfrm>
          <a:prstGeom prst="rect">
            <a:avLst/>
          </a:prstGeom>
          <a:noFill/>
          <a:ln>
            <a:noFill/>
          </a:ln>
        </p:spPr>
        <p:txBody>
          <a:bodyPr lIns="0" rIns="0" tIns="0" bIns="0">
            <a:noAutofit/>
          </a:bodyPr>
          <a:p>
            <a:pPr algn="r">
              <a:lnSpc>
                <a:spcPct val="100000"/>
              </a:lnSpc>
            </a:pPr>
            <a:fld id="{CC45D46C-CB0B-46F6-B03F-C62FFF9A95C7}" type="datetime">
              <a:rPr b="0" lang="en-IN" sz="800" spc="-1" strike="noStrike">
                <a:solidFill>
                  <a:srgbClr val="000000"/>
                </a:solidFill>
                <a:latin typeface="Arial"/>
              </a:rPr>
              <a:t>24/06/24</a:t>
            </a:fld>
            <a:endParaRPr b="0" lang="en-IN" sz="800" spc="-1" strike="noStrike">
              <a:latin typeface="Times New Roman"/>
            </a:endParaRPr>
          </a:p>
        </p:txBody>
      </p:sp>
      <p:sp>
        <p:nvSpPr>
          <p:cNvPr id="534" name="TextShape 2"/>
          <p:cNvSpPr txBox="1"/>
          <p:nvPr/>
        </p:nvSpPr>
        <p:spPr>
          <a:xfrm>
            <a:off x="518400" y="6634800"/>
            <a:ext cx="5469480" cy="122760"/>
          </a:xfrm>
          <a:prstGeom prst="rect">
            <a:avLst/>
          </a:prstGeom>
          <a:noFill/>
          <a:ln>
            <a:noFill/>
          </a:ln>
        </p:spPr>
        <p:txBody>
          <a:bodyPr lIns="0" rIns="0" tIns="0" bIns="0">
            <a:noAutofit/>
          </a:bodyPr>
          <a:p>
            <a:pPr>
              <a:lnSpc>
                <a:spcPct val="100000"/>
              </a:lnSpc>
            </a:pPr>
            <a:r>
              <a:rPr b="0" lang="en-IN" sz="800" spc="-1" strike="noStrike">
                <a:solidFill>
                  <a:srgbClr val="000000"/>
                </a:solidFill>
                <a:latin typeface="Arial"/>
              </a:rPr>
              <a:t>Lehrstuhl Elektrische Smart City Systeme</a:t>
            </a:r>
            <a:endParaRPr b="0" lang="en-IN" sz="800" spc="-1" strike="noStrike">
              <a:latin typeface="Times New Roman"/>
            </a:endParaRPr>
          </a:p>
        </p:txBody>
      </p:sp>
      <p:sp>
        <p:nvSpPr>
          <p:cNvPr id="535" name="TextShape 3"/>
          <p:cNvSpPr txBox="1"/>
          <p:nvPr/>
        </p:nvSpPr>
        <p:spPr>
          <a:xfrm>
            <a:off x="11482200" y="6634800"/>
            <a:ext cx="193680" cy="122760"/>
          </a:xfrm>
          <a:prstGeom prst="rect">
            <a:avLst/>
          </a:prstGeom>
          <a:noFill/>
          <a:ln>
            <a:noFill/>
          </a:ln>
        </p:spPr>
        <p:txBody>
          <a:bodyPr lIns="0" rIns="0" tIns="0" bIns="0">
            <a:noAutofit/>
          </a:bodyPr>
          <a:p>
            <a:pPr algn="r">
              <a:lnSpc>
                <a:spcPct val="100000"/>
              </a:lnSpc>
            </a:pPr>
            <a:fld id="{134B4989-4A8C-4232-9103-140B066C353C}" type="slidenum">
              <a:rPr b="0" lang="en-IN" sz="800" spc="-1" strike="noStrike">
                <a:solidFill>
                  <a:srgbClr val="000000"/>
                </a:solidFill>
                <a:latin typeface="Arial"/>
              </a:rPr>
              <a:t>&lt;number&gt;</a:t>
            </a:fld>
            <a:endParaRPr b="0" lang="en-IN" sz="800" spc="-1" strike="noStrike">
              <a:latin typeface="Times New Roman"/>
            </a:endParaRPr>
          </a:p>
        </p:txBody>
      </p:sp>
      <p:pic>
        <p:nvPicPr>
          <p:cNvPr id="536" name="Content Placeholder 8" descr=""/>
          <p:cNvPicPr/>
          <p:nvPr/>
        </p:nvPicPr>
        <p:blipFill>
          <a:blip r:embed="rId1"/>
          <a:stretch/>
        </p:blipFill>
        <p:spPr>
          <a:xfrm>
            <a:off x="1215360" y="1630440"/>
            <a:ext cx="9760680" cy="4570200"/>
          </a:xfrm>
          <a:prstGeom prst="rect">
            <a:avLst/>
          </a:prstGeom>
          <a:ln>
            <a:noFill/>
          </a:ln>
        </p:spPr>
      </p:pic>
      <p:sp>
        <p:nvSpPr>
          <p:cNvPr id="537" name="TextShape 4"/>
          <p:cNvSpPr txBox="1"/>
          <p:nvPr/>
        </p:nvSpPr>
        <p:spPr>
          <a:xfrm>
            <a:off x="518400" y="301320"/>
            <a:ext cx="6843960" cy="331920"/>
          </a:xfrm>
          <a:prstGeom prst="rect">
            <a:avLst/>
          </a:prstGeom>
          <a:noFill/>
          <a:ln>
            <a:noFill/>
          </a:ln>
        </p:spPr>
        <p:txBody>
          <a:bodyPr lIns="0" rIns="0" tIns="0" bIns="0">
            <a:noAutofit/>
          </a:bodyPr>
          <a:p>
            <a:pPr>
              <a:lnSpc>
                <a:spcPct val="90000"/>
              </a:lnSpc>
            </a:pPr>
            <a:r>
              <a:rPr b="1" lang="de-DE" sz="2400" spc="-1" strike="noStrike">
                <a:solidFill>
                  <a:srgbClr val="2f586e"/>
                </a:solidFill>
                <a:latin typeface="Arial"/>
              </a:rPr>
              <a:t>Correlated Shadowing model for localization</a:t>
            </a:r>
            <a:endParaRPr b="0" lang="de-DE"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8" name="TextShape 1"/>
          <p:cNvSpPr txBox="1"/>
          <p:nvPr/>
        </p:nvSpPr>
        <p:spPr>
          <a:xfrm>
            <a:off x="10417320" y="6634800"/>
            <a:ext cx="849240" cy="122760"/>
          </a:xfrm>
          <a:prstGeom prst="rect">
            <a:avLst/>
          </a:prstGeom>
          <a:noFill/>
          <a:ln>
            <a:noFill/>
          </a:ln>
        </p:spPr>
        <p:txBody>
          <a:bodyPr lIns="0" rIns="0" tIns="0" bIns="0">
            <a:noAutofit/>
          </a:bodyPr>
          <a:p>
            <a:pPr algn="r">
              <a:lnSpc>
                <a:spcPct val="100000"/>
              </a:lnSpc>
            </a:pPr>
            <a:fld id="{161CF94F-DBFB-4B57-A67F-F870D86D353B}" type="datetime">
              <a:rPr b="0" lang="en-IN" sz="800" spc="-1" strike="noStrike">
                <a:solidFill>
                  <a:srgbClr val="000000"/>
                </a:solidFill>
                <a:latin typeface="Arial"/>
              </a:rPr>
              <a:t>24/06/24</a:t>
            </a:fld>
            <a:endParaRPr b="0" lang="en-IN" sz="800" spc="-1" strike="noStrike">
              <a:latin typeface="Times New Roman"/>
            </a:endParaRPr>
          </a:p>
        </p:txBody>
      </p:sp>
      <p:sp>
        <p:nvSpPr>
          <p:cNvPr id="539" name="TextShape 2"/>
          <p:cNvSpPr txBox="1"/>
          <p:nvPr/>
        </p:nvSpPr>
        <p:spPr>
          <a:xfrm>
            <a:off x="518400" y="6634800"/>
            <a:ext cx="5469480" cy="122760"/>
          </a:xfrm>
          <a:prstGeom prst="rect">
            <a:avLst/>
          </a:prstGeom>
          <a:noFill/>
          <a:ln>
            <a:noFill/>
          </a:ln>
        </p:spPr>
        <p:txBody>
          <a:bodyPr lIns="0" rIns="0" tIns="0" bIns="0">
            <a:noAutofit/>
          </a:bodyPr>
          <a:p>
            <a:pPr>
              <a:lnSpc>
                <a:spcPct val="100000"/>
              </a:lnSpc>
            </a:pPr>
            <a:r>
              <a:rPr b="0" lang="en-IN" sz="800" spc="-1" strike="noStrike">
                <a:solidFill>
                  <a:srgbClr val="000000"/>
                </a:solidFill>
                <a:latin typeface="Arial"/>
              </a:rPr>
              <a:t>Lehrstuhl Elektrische Smart City Systeme</a:t>
            </a:r>
            <a:endParaRPr b="0" lang="en-IN" sz="800" spc="-1" strike="noStrike">
              <a:latin typeface="Times New Roman"/>
            </a:endParaRPr>
          </a:p>
        </p:txBody>
      </p:sp>
      <p:sp>
        <p:nvSpPr>
          <p:cNvPr id="540" name="TextShape 3"/>
          <p:cNvSpPr txBox="1"/>
          <p:nvPr/>
        </p:nvSpPr>
        <p:spPr>
          <a:xfrm>
            <a:off x="11482200" y="6634800"/>
            <a:ext cx="193680" cy="122760"/>
          </a:xfrm>
          <a:prstGeom prst="rect">
            <a:avLst/>
          </a:prstGeom>
          <a:noFill/>
          <a:ln>
            <a:noFill/>
          </a:ln>
        </p:spPr>
        <p:txBody>
          <a:bodyPr lIns="0" rIns="0" tIns="0" bIns="0">
            <a:noAutofit/>
          </a:bodyPr>
          <a:p>
            <a:pPr algn="r">
              <a:lnSpc>
                <a:spcPct val="100000"/>
              </a:lnSpc>
            </a:pPr>
            <a:fld id="{9A15CE26-8794-460F-B6FC-09724299EF21}" type="slidenum">
              <a:rPr b="0" lang="en-IN" sz="800" spc="-1" strike="noStrike">
                <a:solidFill>
                  <a:srgbClr val="000000"/>
                </a:solidFill>
                <a:latin typeface="Arial"/>
              </a:rPr>
              <a:t>&lt;number&gt;</a:t>
            </a:fld>
            <a:endParaRPr b="0" lang="en-IN" sz="800" spc="-1" strike="noStrike">
              <a:latin typeface="Times New Roman"/>
            </a:endParaRPr>
          </a:p>
        </p:txBody>
      </p:sp>
      <p:sp>
        <p:nvSpPr>
          <p:cNvPr id="541" name="TextShape 4"/>
          <p:cNvSpPr txBox="1"/>
          <p:nvPr/>
        </p:nvSpPr>
        <p:spPr>
          <a:xfrm>
            <a:off x="518400" y="1631160"/>
            <a:ext cx="10571040" cy="4569120"/>
          </a:xfrm>
          <a:prstGeom prst="rect">
            <a:avLst/>
          </a:prstGeom>
          <a:noFill/>
          <a:ln>
            <a:noFill/>
          </a:ln>
        </p:spPr>
        <p:txBody>
          <a:bodyPr lIns="0" rIns="360000" tIns="0" bIns="0">
            <a:noAutofit/>
          </a:bodyPr>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Tx position (18,37)</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True REM with transmit power at -10 dB and area of 100m x 100m.</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The REM map shows us the exact location or estimated location of the transmitter with the highest power level at the red hot spot. </a:t>
            </a:r>
            <a:endParaRPr b="0" lang="de-DE" sz="1600" spc="-1" strike="noStrike">
              <a:solidFill>
                <a:srgbClr val="000000"/>
              </a:solidFill>
              <a:latin typeface="Arial"/>
            </a:endParaRPr>
          </a:p>
          <a:p>
            <a:pPr>
              <a:lnSpc>
                <a:spcPct val="110000"/>
              </a:lnSpc>
              <a:spcAft>
                <a:spcPts val="1199"/>
              </a:spcAft>
            </a:pPr>
            <a:endParaRPr b="0" lang="de-DE" sz="1600" spc="-1" strike="noStrike">
              <a:solidFill>
                <a:srgbClr val="000000"/>
              </a:solidFill>
              <a:latin typeface="Arial"/>
            </a:endParaRPr>
          </a:p>
          <a:p>
            <a:pPr>
              <a:lnSpc>
                <a:spcPct val="110000"/>
              </a:lnSpc>
              <a:spcAft>
                <a:spcPts val="1199"/>
              </a:spcAft>
            </a:pPr>
            <a:endParaRPr b="0" lang="de-DE" sz="1600" spc="-1" strike="noStrike">
              <a:solidFill>
                <a:srgbClr val="000000"/>
              </a:solidFill>
              <a:latin typeface="Arial"/>
            </a:endParaRPr>
          </a:p>
          <a:p>
            <a:pPr>
              <a:lnSpc>
                <a:spcPct val="110000"/>
              </a:lnSpc>
              <a:spcAft>
                <a:spcPts val="1199"/>
              </a:spcAft>
            </a:pPr>
            <a:endParaRPr b="0" lang="de-DE" sz="1600" spc="-1" strike="noStrike">
              <a:solidFill>
                <a:srgbClr val="000000"/>
              </a:solidFill>
              <a:latin typeface="Arial"/>
            </a:endParaRPr>
          </a:p>
          <a:p>
            <a:pPr>
              <a:lnSpc>
                <a:spcPct val="110000"/>
              </a:lnSpc>
              <a:spcAft>
                <a:spcPts val="1199"/>
              </a:spcAft>
            </a:pPr>
            <a:endParaRPr b="0" lang="de-DE" sz="1600" spc="-1" strike="noStrike">
              <a:solidFill>
                <a:srgbClr val="000000"/>
              </a:solidFill>
              <a:latin typeface="Arial"/>
            </a:endParaRPr>
          </a:p>
        </p:txBody>
      </p:sp>
      <p:sp>
        <p:nvSpPr>
          <p:cNvPr id="542" name="TextShape 5"/>
          <p:cNvSpPr txBox="1"/>
          <p:nvPr/>
        </p:nvSpPr>
        <p:spPr>
          <a:xfrm>
            <a:off x="518400" y="301320"/>
            <a:ext cx="6843960" cy="331920"/>
          </a:xfrm>
          <a:prstGeom prst="rect">
            <a:avLst/>
          </a:prstGeom>
          <a:noFill/>
          <a:ln>
            <a:noFill/>
          </a:ln>
        </p:spPr>
        <p:txBody>
          <a:bodyPr lIns="0" rIns="0" tIns="0" bIns="0">
            <a:noAutofit/>
          </a:bodyPr>
          <a:p>
            <a:pPr>
              <a:lnSpc>
                <a:spcPct val="90000"/>
              </a:lnSpc>
            </a:pPr>
            <a:r>
              <a:rPr b="1" lang="de-DE" sz="2400" spc="-1" strike="noStrike">
                <a:solidFill>
                  <a:srgbClr val="2f586e"/>
                </a:solidFill>
                <a:latin typeface="Arial"/>
              </a:rPr>
              <a:t>REM Maps</a:t>
            </a:r>
            <a:endParaRPr b="0" lang="de-DE"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TextShape 1"/>
          <p:cNvSpPr txBox="1"/>
          <p:nvPr/>
        </p:nvSpPr>
        <p:spPr>
          <a:xfrm>
            <a:off x="10417320" y="6634800"/>
            <a:ext cx="849240" cy="122760"/>
          </a:xfrm>
          <a:prstGeom prst="rect">
            <a:avLst/>
          </a:prstGeom>
          <a:noFill/>
          <a:ln>
            <a:noFill/>
          </a:ln>
        </p:spPr>
        <p:txBody>
          <a:bodyPr lIns="0" rIns="0" tIns="0" bIns="0">
            <a:noAutofit/>
          </a:bodyPr>
          <a:p>
            <a:pPr algn="r">
              <a:lnSpc>
                <a:spcPct val="100000"/>
              </a:lnSpc>
            </a:pPr>
            <a:fld id="{92A0AC4C-E1A2-41C9-BE03-841E5EB47003}" type="datetime">
              <a:rPr b="0" lang="en-IN" sz="800" spc="-1" strike="noStrike">
                <a:solidFill>
                  <a:srgbClr val="000000"/>
                </a:solidFill>
                <a:latin typeface="Arial"/>
              </a:rPr>
              <a:t>24/06/24</a:t>
            </a:fld>
            <a:endParaRPr b="0" lang="en-IN" sz="800" spc="-1" strike="noStrike">
              <a:latin typeface="Times New Roman"/>
            </a:endParaRPr>
          </a:p>
        </p:txBody>
      </p:sp>
      <p:sp>
        <p:nvSpPr>
          <p:cNvPr id="544" name="TextShape 2"/>
          <p:cNvSpPr txBox="1"/>
          <p:nvPr/>
        </p:nvSpPr>
        <p:spPr>
          <a:xfrm>
            <a:off x="518400" y="6634800"/>
            <a:ext cx="5469480" cy="122760"/>
          </a:xfrm>
          <a:prstGeom prst="rect">
            <a:avLst/>
          </a:prstGeom>
          <a:noFill/>
          <a:ln>
            <a:noFill/>
          </a:ln>
        </p:spPr>
        <p:txBody>
          <a:bodyPr lIns="0" rIns="0" tIns="0" bIns="0">
            <a:noAutofit/>
          </a:bodyPr>
          <a:p>
            <a:pPr>
              <a:lnSpc>
                <a:spcPct val="100000"/>
              </a:lnSpc>
            </a:pPr>
            <a:r>
              <a:rPr b="0" lang="en-IN" sz="800" spc="-1" strike="noStrike">
                <a:solidFill>
                  <a:srgbClr val="000000"/>
                </a:solidFill>
                <a:latin typeface="Arial"/>
              </a:rPr>
              <a:t>Lehrstuhl Elektrische Smart City Systeme</a:t>
            </a:r>
            <a:endParaRPr b="0" lang="en-IN" sz="800" spc="-1" strike="noStrike">
              <a:latin typeface="Times New Roman"/>
            </a:endParaRPr>
          </a:p>
        </p:txBody>
      </p:sp>
      <p:sp>
        <p:nvSpPr>
          <p:cNvPr id="545" name="TextShape 3"/>
          <p:cNvSpPr txBox="1"/>
          <p:nvPr/>
        </p:nvSpPr>
        <p:spPr>
          <a:xfrm>
            <a:off x="11482200" y="6634800"/>
            <a:ext cx="193680" cy="122760"/>
          </a:xfrm>
          <a:prstGeom prst="rect">
            <a:avLst/>
          </a:prstGeom>
          <a:noFill/>
          <a:ln>
            <a:noFill/>
          </a:ln>
        </p:spPr>
        <p:txBody>
          <a:bodyPr lIns="0" rIns="0" tIns="0" bIns="0">
            <a:noAutofit/>
          </a:bodyPr>
          <a:p>
            <a:pPr algn="r">
              <a:lnSpc>
                <a:spcPct val="100000"/>
              </a:lnSpc>
            </a:pPr>
            <a:fld id="{639A3EFD-F2B4-493A-9558-DB9B5BA52563}" type="slidenum">
              <a:rPr b="0" lang="en-IN" sz="800" spc="-1" strike="noStrike">
                <a:solidFill>
                  <a:srgbClr val="000000"/>
                </a:solidFill>
                <a:latin typeface="Arial"/>
              </a:rPr>
              <a:t>&lt;number&gt;</a:t>
            </a:fld>
            <a:endParaRPr b="0" lang="en-IN" sz="800" spc="-1" strike="noStrike">
              <a:latin typeface="Times New Roman"/>
            </a:endParaRPr>
          </a:p>
        </p:txBody>
      </p:sp>
      <p:sp>
        <p:nvSpPr>
          <p:cNvPr id="546" name="TextShape 4"/>
          <p:cNvSpPr txBox="1"/>
          <p:nvPr/>
        </p:nvSpPr>
        <p:spPr>
          <a:xfrm>
            <a:off x="518400" y="301320"/>
            <a:ext cx="6843960" cy="331920"/>
          </a:xfrm>
          <a:prstGeom prst="rect">
            <a:avLst/>
          </a:prstGeom>
          <a:noFill/>
          <a:ln>
            <a:noFill/>
          </a:ln>
        </p:spPr>
        <p:txBody>
          <a:bodyPr lIns="0" rIns="0" tIns="0" bIns="0">
            <a:noAutofit/>
          </a:bodyPr>
          <a:p>
            <a:pPr>
              <a:lnSpc>
                <a:spcPct val="90000"/>
              </a:lnSpc>
            </a:pPr>
            <a:r>
              <a:rPr b="1" lang="de-DE" sz="2400" spc="-1" strike="noStrike">
                <a:solidFill>
                  <a:srgbClr val="2f586e"/>
                </a:solidFill>
                <a:latin typeface="Arial"/>
              </a:rPr>
              <a:t>REM Maps</a:t>
            </a:r>
            <a:endParaRPr b="0" lang="de-DE" sz="2400" spc="-1" strike="noStrike">
              <a:solidFill>
                <a:srgbClr val="000000"/>
              </a:solidFill>
              <a:latin typeface="Arial"/>
            </a:endParaRPr>
          </a:p>
        </p:txBody>
      </p:sp>
      <p:pic>
        <p:nvPicPr>
          <p:cNvPr id="547" name="Picture Placeholder 9" descr=""/>
          <p:cNvPicPr/>
          <p:nvPr/>
        </p:nvPicPr>
        <p:blipFill>
          <a:blip r:embed="rId1"/>
          <a:srcRect l="0" t="2409" r="0" b="2409"/>
          <a:stretch/>
        </p:blipFill>
        <p:spPr>
          <a:xfrm>
            <a:off x="861840" y="1620720"/>
            <a:ext cx="10251720" cy="4568400"/>
          </a:xfrm>
          <a:prstGeom prst="rect">
            <a:avLst/>
          </a:prstGeom>
          <a:ln>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TextShape 1"/>
          <p:cNvSpPr txBox="1"/>
          <p:nvPr/>
        </p:nvSpPr>
        <p:spPr>
          <a:xfrm>
            <a:off x="10417320" y="6634800"/>
            <a:ext cx="849240" cy="122760"/>
          </a:xfrm>
          <a:prstGeom prst="rect">
            <a:avLst/>
          </a:prstGeom>
          <a:noFill/>
          <a:ln>
            <a:noFill/>
          </a:ln>
        </p:spPr>
        <p:txBody>
          <a:bodyPr lIns="0" rIns="0" tIns="0" bIns="0">
            <a:noAutofit/>
          </a:bodyPr>
          <a:p>
            <a:pPr algn="r">
              <a:lnSpc>
                <a:spcPct val="100000"/>
              </a:lnSpc>
            </a:pPr>
            <a:fld id="{D610B925-04E5-490F-A872-B640DD2A9B0F}" type="datetime">
              <a:rPr b="0" lang="en-IN" sz="800" spc="-1" strike="noStrike">
                <a:solidFill>
                  <a:srgbClr val="000000"/>
                </a:solidFill>
                <a:latin typeface="Arial"/>
              </a:rPr>
              <a:t>24/06/24</a:t>
            </a:fld>
            <a:endParaRPr b="0" lang="en-IN" sz="800" spc="-1" strike="noStrike">
              <a:latin typeface="Times New Roman"/>
            </a:endParaRPr>
          </a:p>
        </p:txBody>
      </p:sp>
      <p:sp>
        <p:nvSpPr>
          <p:cNvPr id="549" name="TextShape 2"/>
          <p:cNvSpPr txBox="1"/>
          <p:nvPr/>
        </p:nvSpPr>
        <p:spPr>
          <a:xfrm>
            <a:off x="518400" y="6634800"/>
            <a:ext cx="5469480" cy="122760"/>
          </a:xfrm>
          <a:prstGeom prst="rect">
            <a:avLst/>
          </a:prstGeom>
          <a:noFill/>
          <a:ln>
            <a:noFill/>
          </a:ln>
        </p:spPr>
        <p:txBody>
          <a:bodyPr lIns="0" rIns="0" tIns="0" bIns="0">
            <a:noAutofit/>
          </a:bodyPr>
          <a:p>
            <a:pPr>
              <a:lnSpc>
                <a:spcPct val="100000"/>
              </a:lnSpc>
            </a:pPr>
            <a:r>
              <a:rPr b="0" lang="en-IN" sz="800" spc="-1" strike="noStrike">
                <a:solidFill>
                  <a:srgbClr val="000000"/>
                </a:solidFill>
                <a:latin typeface="Arial"/>
              </a:rPr>
              <a:t>Lehrstuhl Elektrische Smart City Systeme</a:t>
            </a:r>
            <a:endParaRPr b="0" lang="en-IN" sz="800" spc="-1" strike="noStrike">
              <a:latin typeface="Times New Roman"/>
            </a:endParaRPr>
          </a:p>
        </p:txBody>
      </p:sp>
      <p:sp>
        <p:nvSpPr>
          <p:cNvPr id="550" name="TextShape 3"/>
          <p:cNvSpPr txBox="1"/>
          <p:nvPr/>
        </p:nvSpPr>
        <p:spPr>
          <a:xfrm>
            <a:off x="11482200" y="6634800"/>
            <a:ext cx="193680" cy="122760"/>
          </a:xfrm>
          <a:prstGeom prst="rect">
            <a:avLst/>
          </a:prstGeom>
          <a:noFill/>
          <a:ln>
            <a:noFill/>
          </a:ln>
        </p:spPr>
        <p:txBody>
          <a:bodyPr lIns="0" rIns="0" tIns="0" bIns="0">
            <a:noAutofit/>
          </a:bodyPr>
          <a:p>
            <a:pPr algn="r">
              <a:lnSpc>
                <a:spcPct val="100000"/>
              </a:lnSpc>
            </a:pPr>
            <a:fld id="{818C3CE6-81CF-4EA8-965A-F2F135E71C2B}" type="slidenum">
              <a:rPr b="0" lang="en-IN" sz="800" spc="-1" strike="noStrike">
                <a:solidFill>
                  <a:srgbClr val="000000"/>
                </a:solidFill>
                <a:latin typeface="Arial"/>
              </a:rPr>
              <a:t>&lt;number&gt;</a:t>
            </a:fld>
            <a:endParaRPr b="0" lang="en-IN" sz="800" spc="-1" strike="noStrike">
              <a:latin typeface="Times New Roman"/>
            </a:endParaRPr>
          </a:p>
        </p:txBody>
      </p:sp>
      <p:sp>
        <p:nvSpPr>
          <p:cNvPr id="551" name="TextShape 4"/>
          <p:cNvSpPr txBox="1"/>
          <p:nvPr/>
        </p:nvSpPr>
        <p:spPr>
          <a:xfrm>
            <a:off x="518400" y="301320"/>
            <a:ext cx="6843960" cy="331920"/>
          </a:xfrm>
          <a:prstGeom prst="rect">
            <a:avLst/>
          </a:prstGeom>
          <a:noFill/>
          <a:ln>
            <a:noFill/>
          </a:ln>
        </p:spPr>
        <p:txBody>
          <a:bodyPr lIns="0" rIns="0" tIns="0" bIns="0">
            <a:noAutofit/>
          </a:bodyPr>
          <a:p>
            <a:pPr>
              <a:lnSpc>
                <a:spcPct val="90000"/>
              </a:lnSpc>
            </a:pPr>
            <a:r>
              <a:rPr b="1" lang="de-DE" sz="2400" spc="-1" strike="noStrike">
                <a:solidFill>
                  <a:srgbClr val="2f586e"/>
                </a:solidFill>
                <a:latin typeface="Arial"/>
              </a:rPr>
              <a:t>REM Maps</a:t>
            </a:r>
            <a:endParaRPr b="0" lang="de-DE" sz="2400" spc="-1" strike="noStrike">
              <a:solidFill>
                <a:srgbClr val="000000"/>
              </a:solidFill>
              <a:latin typeface="Arial"/>
            </a:endParaRPr>
          </a:p>
        </p:txBody>
      </p:sp>
      <p:sp>
        <p:nvSpPr>
          <p:cNvPr id="552" name="TextShape 5"/>
          <p:cNvSpPr txBox="1"/>
          <p:nvPr/>
        </p:nvSpPr>
        <p:spPr>
          <a:xfrm>
            <a:off x="518400" y="1631160"/>
            <a:ext cx="10571040" cy="4569120"/>
          </a:xfrm>
          <a:prstGeom prst="rect">
            <a:avLst/>
          </a:prstGeom>
          <a:noFill/>
          <a:ln>
            <a:noFill/>
          </a:ln>
        </p:spPr>
        <p:txBody>
          <a:bodyPr lIns="0" rIns="360000" tIns="0" bIns="0">
            <a:noAutofit/>
          </a:bodyPr>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Tx position (18,37)</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True REM with transmit power at -10 dB and area of 100m x 100m.</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REM map with correlated shadowing model for noise standard deviation 8 dB and correlation distance 8 m.</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In the REM map with correlated shadowing we see the correlation artifacts in the region of highest power levels.</a:t>
            </a:r>
            <a:endParaRPr b="0" lang="de-DE" sz="1600" spc="-1" strike="noStrike">
              <a:solidFill>
                <a:srgbClr val="000000"/>
              </a:solidFill>
              <a:latin typeface="Arial"/>
            </a:endParaRPr>
          </a:p>
          <a:p>
            <a:pPr marL="285840" indent="-285480">
              <a:lnSpc>
                <a:spcPct val="110000"/>
              </a:lnSpc>
              <a:spcAft>
                <a:spcPts val="1199"/>
              </a:spcAft>
              <a:buClr>
                <a:srgbClr val="000000"/>
              </a:buClr>
              <a:buFont typeface="Arial"/>
              <a:buChar char="•"/>
            </a:pPr>
            <a:r>
              <a:rPr b="0" lang="de-DE" sz="1600" spc="-1" strike="noStrike">
                <a:solidFill>
                  <a:srgbClr val="000000"/>
                </a:solidFill>
                <a:latin typeface="Arial"/>
              </a:rPr>
              <a:t>These correlation artifacts tells us the presence of correlation between sensors and effectively signifies the presence of possible transmitter location in the surrounding region.</a:t>
            </a:r>
            <a:endParaRPr b="0" lang="de-DE" sz="1600" spc="-1" strike="noStrike">
              <a:solidFill>
                <a:srgbClr val="000000"/>
              </a:solidFill>
              <a:latin typeface="Arial"/>
            </a:endParaRPr>
          </a:p>
          <a:p>
            <a:pPr>
              <a:lnSpc>
                <a:spcPct val="110000"/>
              </a:lnSpc>
              <a:spcAft>
                <a:spcPts val="1199"/>
              </a:spcAft>
            </a:pPr>
            <a:endParaRPr b="0" lang="de-DE" sz="1600" spc="-1" strike="noStrike">
              <a:solidFill>
                <a:srgbClr val="000000"/>
              </a:solidFill>
              <a:latin typeface="Arial"/>
            </a:endParaRPr>
          </a:p>
          <a:p>
            <a:pPr>
              <a:lnSpc>
                <a:spcPct val="110000"/>
              </a:lnSpc>
              <a:spcAft>
                <a:spcPts val="1199"/>
              </a:spcAft>
            </a:pPr>
            <a:endParaRPr b="0" lang="de-DE" sz="1600" spc="-1" strike="noStrike">
              <a:solidFill>
                <a:srgbClr val="000000"/>
              </a:solidFill>
              <a:latin typeface="Arial"/>
            </a:endParaRPr>
          </a:p>
          <a:p>
            <a:pPr>
              <a:lnSpc>
                <a:spcPct val="110000"/>
              </a:lnSpc>
              <a:spcAft>
                <a:spcPts val="1199"/>
              </a:spcAft>
            </a:pPr>
            <a:endParaRPr b="0" lang="de-DE" sz="1600" spc="-1" strike="noStrike">
              <a:solidFill>
                <a:srgbClr val="000000"/>
              </a:solidFill>
              <a:latin typeface="Arial"/>
            </a:endParaRPr>
          </a:p>
          <a:p>
            <a:pPr>
              <a:lnSpc>
                <a:spcPct val="110000"/>
              </a:lnSpc>
              <a:spcAft>
                <a:spcPts val="1199"/>
              </a:spcAft>
            </a:pPr>
            <a:endParaRPr b="0" lang="de-DE"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TextShape 1"/>
          <p:cNvSpPr txBox="1"/>
          <p:nvPr/>
        </p:nvSpPr>
        <p:spPr>
          <a:xfrm>
            <a:off x="10417320" y="6634800"/>
            <a:ext cx="849240" cy="122760"/>
          </a:xfrm>
          <a:prstGeom prst="rect">
            <a:avLst/>
          </a:prstGeom>
          <a:noFill/>
          <a:ln>
            <a:noFill/>
          </a:ln>
        </p:spPr>
        <p:txBody>
          <a:bodyPr lIns="0" rIns="0" tIns="0" bIns="0">
            <a:noAutofit/>
          </a:bodyPr>
          <a:p>
            <a:pPr algn="r">
              <a:lnSpc>
                <a:spcPct val="100000"/>
              </a:lnSpc>
            </a:pPr>
            <a:fld id="{AB96A8E3-9C7D-45FB-BCFD-D2A8C8193FF1}" type="datetime">
              <a:rPr b="0" lang="en-IN" sz="800" spc="-1" strike="noStrike">
                <a:solidFill>
                  <a:srgbClr val="000000"/>
                </a:solidFill>
                <a:latin typeface="Arial"/>
              </a:rPr>
              <a:t>24/06/24</a:t>
            </a:fld>
            <a:endParaRPr b="0" lang="en-IN" sz="800" spc="-1" strike="noStrike">
              <a:latin typeface="Times New Roman"/>
            </a:endParaRPr>
          </a:p>
        </p:txBody>
      </p:sp>
      <p:sp>
        <p:nvSpPr>
          <p:cNvPr id="554" name="TextShape 2"/>
          <p:cNvSpPr txBox="1"/>
          <p:nvPr/>
        </p:nvSpPr>
        <p:spPr>
          <a:xfrm>
            <a:off x="518400" y="6634800"/>
            <a:ext cx="5469480" cy="122760"/>
          </a:xfrm>
          <a:prstGeom prst="rect">
            <a:avLst/>
          </a:prstGeom>
          <a:noFill/>
          <a:ln>
            <a:noFill/>
          </a:ln>
        </p:spPr>
        <p:txBody>
          <a:bodyPr lIns="0" rIns="0" tIns="0" bIns="0">
            <a:noAutofit/>
          </a:bodyPr>
          <a:p>
            <a:pPr>
              <a:lnSpc>
                <a:spcPct val="100000"/>
              </a:lnSpc>
            </a:pPr>
            <a:r>
              <a:rPr b="0" lang="en-IN" sz="800" spc="-1" strike="noStrike">
                <a:solidFill>
                  <a:srgbClr val="000000"/>
                </a:solidFill>
                <a:latin typeface="Arial"/>
              </a:rPr>
              <a:t>Lehrstuhl Elektrische Smart City Systeme</a:t>
            </a:r>
            <a:endParaRPr b="0" lang="en-IN" sz="800" spc="-1" strike="noStrike">
              <a:latin typeface="Times New Roman"/>
            </a:endParaRPr>
          </a:p>
        </p:txBody>
      </p:sp>
      <p:sp>
        <p:nvSpPr>
          <p:cNvPr id="555" name="TextShape 3"/>
          <p:cNvSpPr txBox="1"/>
          <p:nvPr/>
        </p:nvSpPr>
        <p:spPr>
          <a:xfrm>
            <a:off x="11482200" y="6634800"/>
            <a:ext cx="193680" cy="122760"/>
          </a:xfrm>
          <a:prstGeom prst="rect">
            <a:avLst/>
          </a:prstGeom>
          <a:noFill/>
          <a:ln>
            <a:noFill/>
          </a:ln>
        </p:spPr>
        <p:txBody>
          <a:bodyPr lIns="0" rIns="0" tIns="0" bIns="0">
            <a:noAutofit/>
          </a:bodyPr>
          <a:p>
            <a:pPr algn="r">
              <a:lnSpc>
                <a:spcPct val="100000"/>
              </a:lnSpc>
            </a:pPr>
            <a:fld id="{4865C106-24D5-4558-AB19-92C883F36D4F}" type="slidenum">
              <a:rPr b="0" lang="en-IN" sz="800" spc="-1" strike="noStrike">
                <a:solidFill>
                  <a:srgbClr val="000000"/>
                </a:solidFill>
                <a:latin typeface="Arial"/>
              </a:rPr>
              <a:t>&lt;number&gt;</a:t>
            </a:fld>
            <a:endParaRPr b="0" lang="en-IN" sz="800" spc="-1" strike="noStrike">
              <a:latin typeface="Times New Roman"/>
            </a:endParaRPr>
          </a:p>
        </p:txBody>
      </p:sp>
      <p:sp>
        <p:nvSpPr>
          <p:cNvPr id="556" name="TextShape 4"/>
          <p:cNvSpPr txBox="1"/>
          <p:nvPr/>
        </p:nvSpPr>
        <p:spPr>
          <a:xfrm>
            <a:off x="518400" y="301320"/>
            <a:ext cx="6843960" cy="331920"/>
          </a:xfrm>
          <a:prstGeom prst="rect">
            <a:avLst/>
          </a:prstGeom>
          <a:noFill/>
          <a:ln>
            <a:noFill/>
          </a:ln>
        </p:spPr>
        <p:txBody>
          <a:bodyPr lIns="0" rIns="0" tIns="0" bIns="0">
            <a:noAutofit/>
          </a:bodyPr>
          <a:p>
            <a:pPr>
              <a:lnSpc>
                <a:spcPct val="90000"/>
              </a:lnSpc>
            </a:pPr>
            <a:r>
              <a:rPr b="1" lang="de-DE" sz="2400" spc="-1" strike="noStrike">
                <a:solidFill>
                  <a:srgbClr val="2f586e"/>
                </a:solidFill>
                <a:latin typeface="Arial"/>
              </a:rPr>
              <a:t>REM Maps</a:t>
            </a:r>
            <a:endParaRPr b="0" lang="de-DE" sz="2400" spc="-1" strike="noStrike">
              <a:solidFill>
                <a:srgbClr val="000000"/>
              </a:solidFill>
              <a:latin typeface="Arial"/>
            </a:endParaRPr>
          </a:p>
        </p:txBody>
      </p:sp>
      <p:pic>
        <p:nvPicPr>
          <p:cNvPr id="557" name="Picture Placeholder 9" descr=""/>
          <p:cNvPicPr/>
          <p:nvPr/>
        </p:nvPicPr>
        <p:blipFill>
          <a:blip r:embed="rId1"/>
          <a:srcRect l="0" t="5046" r="0" b="5046"/>
          <a:stretch/>
        </p:blipFill>
        <p:spPr>
          <a:xfrm>
            <a:off x="819000" y="1630440"/>
            <a:ext cx="10856520" cy="4570200"/>
          </a:xfrm>
          <a:prstGeom prst="rect">
            <a:avLst/>
          </a:prstGeom>
          <a:ln>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TextShape 1"/>
          <p:cNvSpPr txBox="1"/>
          <p:nvPr/>
        </p:nvSpPr>
        <p:spPr>
          <a:xfrm>
            <a:off x="10417320" y="6634800"/>
            <a:ext cx="849240" cy="122760"/>
          </a:xfrm>
          <a:prstGeom prst="rect">
            <a:avLst/>
          </a:prstGeom>
          <a:noFill/>
          <a:ln>
            <a:noFill/>
          </a:ln>
        </p:spPr>
        <p:txBody>
          <a:bodyPr lIns="0" rIns="0" tIns="0" bIns="0">
            <a:noAutofit/>
          </a:bodyPr>
          <a:p>
            <a:pPr algn="r">
              <a:lnSpc>
                <a:spcPct val="100000"/>
              </a:lnSpc>
            </a:pPr>
            <a:fld id="{16C94FD2-3475-4705-96F8-335A86684186}" type="datetime">
              <a:rPr b="0" lang="en-IN" sz="800" spc="-1" strike="noStrike">
                <a:solidFill>
                  <a:srgbClr val="000000"/>
                </a:solidFill>
                <a:latin typeface="Arial"/>
              </a:rPr>
              <a:t>24/06/24</a:t>
            </a:fld>
            <a:endParaRPr b="0" lang="en-IN" sz="800" spc="-1" strike="noStrike">
              <a:latin typeface="Times New Roman"/>
            </a:endParaRPr>
          </a:p>
        </p:txBody>
      </p:sp>
      <p:sp>
        <p:nvSpPr>
          <p:cNvPr id="559" name="TextShape 2"/>
          <p:cNvSpPr txBox="1"/>
          <p:nvPr/>
        </p:nvSpPr>
        <p:spPr>
          <a:xfrm>
            <a:off x="518400" y="6634800"/>
            <a:ext cx="5469480" cy="122760"/>
          </a:xfrm>
          <a:prstGeom prst="rect">
            <a:avLst/>
          </a:prstGeom>
          <a:noFill/>
          <a:ln>
            <a:noFill/>
          </a:ln>
        </p:spPr>
        <p:txBody>
          <a:bodyPr lIns="0" rIns="0" tIns="0" bIns="0">
            <a:noAutofit/>
          </a:bodyPr>
          <a:p>
            <a:pPr>
              <a:lnSpc>
                <a:spcPct val="100000"/>
              </a:lnSpc>
            </a:pPr>
            <a:r>
              <a:rPr b="0" lang="en-IN" sz="800" spc="-1" strike="noStrike">
                <a:solidFill>
                  <a:srgbClr val="000000"/>
                </a:solidFill>
                <a:latin typeface="Arial"/>
              </a:rPr>
              <a:t>Lehrstuhl Elektrische Smart City Systeme</a:t>
            </a:r>
            <a:endParaRPr b="0" lang="en-IN" sz="800" spc="-1" strike="noStrike">
              <a:latin typeface="Times New Roman"/>
            </a:endParaRPr>
          </a:p>
        </p:txBody>
      </p:sp>
      <p:sp>
        <p:nvSpPr>
          <p:cNvPr id="560" name="TextShape 3"/>
          <p:cNvSpPr txBox="1"/>
          <p:nvPr/>
        </p:nvSpPr>
        <p:spPr>
          <a:xfrm>
            <a:off x="11482200" y="6634800"/>
            <a:ext cx="193680" cy="122760"/>
          </a:xfrm>
          <a:prstGeom prst="rect">
            <a:avLst/>
          </a:prstGeom>
          <a:noFill/>
          <a:ln>
            <a:noFill/>
          </a:ln>
        </p:spPr>
        <p:txBody>
          <a:bodyPr lIns="0" rIns="0" tIns="0" bIns="0">
            <a:noAutofit/>
          </a:bodyPr>
          <a:p>
            <a:pPr algn="r">
              <a:lnSpc>
                <a:spcPct val="100000"/>
              </a:lnSpc>
            </a:pPr>
            <a:fld id="{5661EA6B-571B-40CD-B94A-4F7203127D77}" type="slidenum">
              <a:rPr b="0" lang="en-IN" sz="800" spc="-1" strike="noStrike">
                <a:solidFill>
                  <a:srgbClr val="000000"/>
                </a:solidFill>
                <a:latin typeface="Arial"/>
              </a:rPr>
              <a:t>&lt;number&gt;</a:t>
            </a:fld>
            <a:endParaRPr b="0" lang="en-IN" sz="800" spc="-1" strike="noStrike">
              <a:latin typeface="Times New Roman"/>
            </a:endParaRPr>
          </a:p>
        </p:txBody>
      </p:sp>
      <p:graphicFrame>
        <p:nvGraphicFramePr>
          <p:cNvPr id="1" name="Diagram1"/>
          <p:cNvGraphicFramePr/>
          <p:nvPr>
            <p:extLst>
              <p:ext uri="{D42A27DB-BD31-4B8C-83A1-F6EECF244321}">
                <p14:modId xmlns:p14="http://schemas.microsoft.com/office/powerpoint/2010/main" val="168434584"/>
              </p:ext>
            </p:extLst>
          </p:nvPr>
        </p:nvGraphicFramePr>
        <p:xfrm>
          <a:off x="324360" y="1600920"/>
          <a:ext cx="11157480" cy="45691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61" name="TextShape 4"/>
          <p:cNvSpPr txBox="1"/>
          <p:nvPr/>
        </p:nvSpPr>
        <p:spPr>
          <a:xfrm>
            <a:off x="518400" y="301320"/>
            <a:ext cx="6843960" cy="331920"/>
          </a:xfrm>
          <a:prstGeom prst="rect">
            <a:avLst/>
          </a:prstGeom>
          <a:noFill/>
          <a:ln>
            <a:noFill/>
          </a:ln>
        </p:spPr>
        <p:txBody>
          <a:bodyPr lIns="0" rIns="0" tIns="0" bIns="0">
            <a:noAutofit/>
          </a:bodyPr>
          <a:p>
            <a:endParaRPr b="0" lang="de-DE" sz="1800" spc="-1" strike="noStrike">
              <a:solidFill>
                <a:srgbClr val="000000"/>
              </a:solidFill>
              <a:latin typeface="Arial"/>
            </a:endParaRPr>
          </a:p>
        </p:txBody>
      </p:sp>
      <p:sp>
        <p:nvSpPr>
          <p:cNvPr id="562" name="TextShape 5"/>
          <p:cNvSpPr txBox="1"/>
          <p:nvPr/>
        </p:nvSpPr>
        <p:spPr>
          <a:xfrm>
            <a:off x="518400" y="687600"/>
            <a:ext cx="6843960" cy="249480"/>
          </a:xfrm>
          <a:prstGeom prst="rect">
            <a:avLst/>
          </a:prstGeom>
          <a:noFill/>
          <a:ln>
            <a:noFill/>
          </a:ln>
        </p:spPr>
        <p:txBody>
          <a:bodyPr lIns="0" rIns="360000" tIns="0" bIns="0">
            <a:noAutofit/>
          </a:bodyPr>
          <a:p>
            <a:endParaRPr b="0" lang="de-DE"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TextShape 1"/>
          <p:cNvSpPr txBox="1"/>
          <p:nvPr/>
        </p:nvSpPr>
        <p:spPr>
          <a:xfrm>
            <a:off x="10417320" y="6634800"/>
            <a:ext cx="849240" cy="122760"/>
          </a:xfrm>
          <a:prstGeom prst="rect">
            <a:avLst/>
          </a:prstGeom>
          <a:noFill/>
          <a:ln>
            <a:noFill/>
          </a:ln>
        </p:spPr>
        <p:txBody>
          <a:bodyPr lIns="0" rIns="0" tIns="0" bIns="0">
            <a:noAutofit/>
          </a:bodyPr>
          <a:p>
            <a:pPr algn="r">
              <a:lnSpc>
                <a:spcPct val="100000"/>
              </a:lnSpc>
            </a:pPr>
            <a:fld id="{124109C4-4CC4-48D4-ADBB-2D607EC432A4}" type="datetime">
              <a:rPr b="0" lang="en-IN" sz="800" spc="-1" strike="noStrike">
                <a:solidFill>
                  <a:srgbClr val="000000"/>
                </a:solidFill>
                <a:latin typeface="Arial"/>
              </a:rPr>
              <a:t>24/06/24</a:t>
            </a:fld>
            <a:endParaRPr b="0" lang="en-IN" sz="800" spc="-1" strike="noStrike">
              <a:latin typeface="Times New Roman"/>
            </a:endParaRPr>
          </a:p>
        </p:txBody>
      </p:sp>
      <p:sp>
        <p:nvSpPr>
          <p:cNvPr id="564" name="TextShape 2"/>
          <p:cNvSpPr txBox="1"/>
          <p:nvPr/>
        </p:nvSpPr>
        <p:spPr>
          <a:xfrm>
            <a:off x="518400" y="6634800"/>
            <a:ext cx="5469480" cy="122760"/>
          </a:xfrm>
          <a:prstGeom prst="rect">
            <a:avLst/>
          </a:prstGeom>
          <a:noFill/>
          <a:ln>
            <a:noFill/>
          </a:ln>
        </p:spPr>
        <p:txBody>
          <a:bodyPr lIns="0" rIns="0" tIns="0" bIns="0">
            <a:noAutofit/>
          </a:bodyPr>
          <a:p>
            <a:pPr>
              <a:lnSpc>
                <a:spcPct val="100000"/>
              </a:lnSpc>
            </a:pPr>
            <a:r>
              <a:rPr b="0" lang="en-IN" sz="800" spc="-1" strike="noStrike">
                <a:solidFill>
                  <a:srgbClr val="000000"/>
                </a:solidFill>
                <a:latin typeface="Arial"/>
              </a:rPr>
              <a:t>Lehrstuhl Elektrische Smart City Systeme</a:t>
            </a:r>
            <a:endParaRPr b="0" lang="en-IN" sz="800" spc="-1" strike="noStrike">
              <a:latin typeface="Times New Roman"/>
            </a:endParaRPr>
          </a:p>
        </p:txBody>
      </p:sp>
      <p:sp>
        <p:nvSpPr>
          <p:cNvPr id="565" name="TextShape 3"/>
          <p:cNvSpPr txBox="1"/>
          <p:nvPr/>
        </p:nvSpPr>
        <p:spPr>
          <a:xfrm>
            <a:off x="11482200" y="6634800"/>
            <a:ext cx="193680" cy="122760"/>
          </a:xfrm>
          <a:prstGeom prst="rect">
            <a:avLst/>
          </a:prstGeom>
          <a:noFill/>
          <a:ln>
            <a:noFill/>
          </a:ln>
        </p:spPr>
        <p:txBody>
          <a:bodyPr lIns="0" rIns="0" tIns="0" bIns="0">
            <a:noAutofit/>
          </a:bodyPr>
          <a:p>
            <a:pPr algn="r">
              <a:lnSpc>
                <a:spcPct val="100000"/>
              </a:lnSpc>
            </a:pPr>
            <a:fld id="{32685C97-97BC-4E12-9441-23FC2FD24B84}" type="slidenum">
              <a:rPr b="0" lang="en-IN" sz="800" spc="-1" strike="noStrike">
                <a:solidFill>
                  <a:srgbClr val="000000"/>
                </a:solidFill>
                <a:latin typeface="Arial"/>
              </a:rPr>
              <a:t>&lt;number&gt;</a:t>
            </a:fld>
            <a:endParaRPr b="0" lang="en-IN" sz="800" spc="-1" strike="noStrike">
              <a:latin typeface="Times New Roman"/>
            </a:endParaRPr>
          </a:p>
        </p:txBody>
      </p:sp>
      <p:graphicFrame>
        <p:nvGraphicFramePr>
          <p:cNvPr id="2" name="Diagram2"/>
          <p:cNvGraphicFramePr/>
          <p:nvPr>
            <p:extLst>
              <p:ext uri="{D42A27DB-BD31-4B8C-83A1-F6EECF244321}">
                <p14:modId xmlns:p14="http://schemas.microsoft.com/office/powerpoint/2010/main" val="2223685725"/>
              </p:ext>
            </p:extLst>
          </p:nvPr>
        </p:nvGraphicFramePr>
        <p:xfrm>
          <a:off x="324360" y="1600920"/>
          <a:ext cx="11157480" cy="45691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66" name="TextShape 4"/>
          <p:cNvSpPr txBox="1"/>
          <p:nvPr/>
        </p:nvSpPr>
        <p:spPr>
          <a:xfrm>
            <a:off x="518400" y="301320"/>
            <a:ext cx="6843960" cy="331920"/>
          </a:xfrm>
          <a:prstGeom prst="rect">
            <a:avLst/>
          </a:prstGeom>
          <a:noFill/>
          <a:ln>
            <a:noFill/>
          </a:ln>
        </p:spPr>
        <p:txBody>
          <a:bodyPr lIns="0" rIns="0" tIns="0" bIns="0">
            <a:noAutofit/>
          </a:bodyPr>
          <a:p>
            <a:endParaRPr b="0" lang="de-DE" sz="1800" spc="-1" strike="noStrike">
              <a:solidFill>
                <a:srgbClr val="000000"/>
              </a:solidFill>
              <a:latin typeface="Arial"/>
            </a:endParaRPr>
          </a:p>
        </p:txBody>
      </p:sp>
      <p:sp>
        <p:nvSpPr>
          <p:cNvPr id="567" name="TextShape 5"/>
          <p:cNvSpPr txBox="1"/>
          <p:nvPr/>
        </p:nvSpPr>
        <p:spPr>
          <a:xfrm>
            <a:off x="518400" y="687600"/>
            <a:ext cx="6843960" cy="249480"/>
          </a:xfrm>
          <a:prstGeom prst="rect">
            <a:avLst/>
          </a:prstGeom>
          <a:noFill/>
          <a:ln>
            <a:noFill/>
          </a:ln>
        </p:spPr>
        <p:txBody>
          <a:bodyPr lIns="0" rIns="360000" tIns="0" bIns="0">
            <a:noAutofit/>
          </a:bodyPr>
          <a:p>
            <a:endParaRPr b="0" lang="de-DE"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8c9fb1"/>
      </a:dk2>
      <a:lt2>
        <a:srgbClr val="ffffff"/>
      </a:lt2>
      <a:accent1>
        <a:srgbClr val="7f7f7f"/>
      </a:accent1>
      <a:accent2>
        <a:srgbClr val="204251"/>
      </a:accent2>
      <a:accent3>
        <a:srgbClr val="2f586e"/>
      </a:accent3>
      <a:accent4>
        <a:srgbClr val="8c9fb1"/>
      </a:accent4>
      <a:accent5>
        <a:srgbClr val="c2d0dc"/>
      </a:accent5>
      <a:accent6>
        <a:srgbClr val="c7c7c7"/>
      </a:accent6>
      <a:hlink>
        <a:srgbClr val="2f586e"/>
      </a:hlink>
      <a:folHlink>
        <a:srgbClr val="0000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8c9fb1"/>
      </a:dk2>
      <a:lt2>
        <a:srgbClr val="ffffff"/>
      </a:lt2>
      <a:accent1>
        <a:srgbClr val="7f7f7f"/>
      </a:accent1>
      <a:accent2>
        <a:srgbClr val="204251"/>
      </a:accent2>
      <a:accent3>
        <a:srgbClr val="2f586e"/>
      </a:accent3>
      <a:accent4>
        <a:srgbClr val="8c9fb1"/>
      </a:accent4>
      <a:accent5>
        <a:srgbClr val="c2d0dc"/>
      </a:accent5>
      <a:accent6>
        <a:srgbClr val="c7c7c7"/>
      </a:accent6>
      <a:hlink>
        <a:srgbClr val="2f586e"/>
      </a:hlink>
      <a:folHlink>
        <a:srgbClr val="0000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8c9fb1"/>
      </a:dk2>
      <a:lt2>
        <a:srgbClr val="ffffff"/>
      </a:lt2>
      <a:accent1>
        <a:srgbClr val="7f7f7f"/>
      </a:accent1>
      <a:accent2>
        <a:srgbClr val="204251"/>
      </a:accent2>
      <a:accent3>
        <a:srgbClr val="2f586e"/>
      </a:accent3>
      <a:accent4>
        <a:srgbClr val="8c9fb1"/>
      </a:accent4>
      <a:accent5>
        <a:srgbClr val="c2d0dc"/>
      </a:accent5>
      <a:accent6>
        <a:srgbClr val="c7c7c7"/>
      </a:accent6>
      <a:hlink>
        <a:srgbClr val="2f586e"/>
      </a:hlink>
      <a:folHlink>
        <a:srgbClr val="0000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8c9fb1"/>
      </a:dk2>
      <a:lt2>
        <a:srgbClr val="ffffff"/>
      </a:lt2>
      <a:accent1>
        <a:srgbClr val="7f7f7f"/>
      </a:accent1>
      <a:accent2>
        <a:srgbClr val="204251"/>
      </a:accent2>
      <a:accent3>
        <a:srgbClr val="2f586e"/>
      </a:accent3>
      <a:accent4>
        <a:srgbClr val="8c9fb1"/>
      </a:accent4>
      <a:accent5>
        <a:srgbClr val="c2d0dc"/>
      </a:accent5>
      <a:accent6>
        <a:srgbClr val="c7c7c7"/>
      </a:accent6>
      <a:hlink>
        <a:srgbClr val="2f586e"/>
      </a:hlink>
      <a:folHlink>
        <a:srgbClr val="0000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8c9fb1"/>
      </a:dk2>
      <a:lt2>
        <a:srgbClr val="ffffff"/>
      </a:lt2>
      <a:accent1>
        <a:srgbClr val="7f7f7f"/>
      </a:accent1>
      <a:accent2>
        <a:srgbClr val="204251"/>
      </a:accent2>
      <a:accent3>
        <a:srgbClr val="2f586e"/>
      </a:accent3>
      <a:accent4>
        <a:srgbClr val="8c9fb1"/>
      </a:accent4>
      <a:accent5>
        <a:srgbClr val="c2d0dc"/>
      </a:accent5>
      <a:accent6>
        <a:srgbClr val="c7c7c7"/>
      </a:accent6>
      <a:hlink>
        <a:srgbClr val="2f586e"/>
      </a:hlink>
      <a:folHlink>
        <a:srgbClr val="0000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8c9fb1"/>
      </a:dk2>
      <a:lt2>
        <a:srgbClr val="ffffff"/>
      </a:lt2>
      <a:accent1>
        <a:srgbClr val="7f7f7f"/>
      </a:accent1>
      <a:accent2>
        <a:srgbClr val="204251"/>
      </a:accent2>
      <a:accent3>
        <a:srgbClr val="2f586e"/>
      </a:accent3>
      <a:accent4>
        <a:srgbClr val="8c9fb1"/>
      </a:accent4>
      <a:accent5>
        <a:srgbClr val="c2d0dc"/>
      </a:accent5>
      <a:accent6>
        <a:srgbClr val="c7c7c7"/>
      </a:accent6>
      <a:hlink>
        <a:srgbClr val="2f586e"/>
      </a:hlink>
      <a:folHlink>
        <a:srgbClr val="0000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B7C64748B88E4F4A81E78C320064AA18" ma:contentTypeVersion="13" ma:contentTypeDescription="Ein neues Dokument erstellen." ma:contentTypeScope="" ma:versionID="7d7fe78eff81fbacf66dc0ff6aeec5a3">
  <xsd:schema xmlns:xsd="http://www.w3.org/2001/XMLSchema" xmlns:xs="http://www.w3.org/2001/XMLSchema" xmlns:p="http://schemas.microsoft.com/office/2006/metadata/properties" xmlns:ns2="e1a9e197-d112-4abb-aa0c-4ed035d690a3" xmlns:ns3="5d4c14f1-5e26-4315-944b-e10ebb29e5be" targetNamespace="http://schemas.microsoft.com/office/2006/metadata/properties" ma:root="true" ma:fieldsID="798e591f6d3205a21a5c8f3fdff7cfef" ns2:_="" ns3:_="">
    <xsd:import namespace="e1a9e197-d112-4abb-aa0c-4ed035d690a3"/>
    <xsd:import namespace="5d4c14f1-5e26-4315-944b-e10ebb29e5b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a9e197-d112-4abb-aa0c-4ed035d690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d4c14f1-5e26-4315-944b-e10ebb29e5be" elementFormDefault="qualified">
    <xsd:import namespace="http://schemas.microsoft.com/office/2006/documentManagement/types"/>
    <xsd:import namespace="http://schemas.microsoft.com/office/infopath/2007/PartnerControls"/>
    <xsd:element name="SharedWithUsers" ma:index="18"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457329C-FB5F-4A4D-B331-82D30E9A7432}">
  <ds:schemaRefs>
    <ds:schemaRef ds:uri="http://schemas.microsoft.com/sharepoint/v3/contenttype/forms"/>
  </ds:schemaRefs>
</ds:datastoreItem>
</file>

<file path=customXml/itemProps2.xml><?xml version="1.0" encoding="utf-8"?>
<ds:datastoreItem xmlns:ds="http://schemas.openxmlformats.org/officeDocument/2006/customXml" ds:itemID="{CC1A7FE3-81F7-4596-A188-3EE8D4188E1F}">
  <ds:schemaRefs>
    <ds:schemaRef ds:uri="http://www.w3.org/XML/1998/namespace"/>
    <ds:schemaRef ds:uri="http://schemas.microsoft.com/office/2006/metadata/properties"/>
    <ds:schemaRef ds:uri="http://schemas.microsoft.com/office/2006/documentManagement/types"/>
    <ds:schemaRef ds:uri="fb85ab14-7e8c-4c52-9b70-946b4c29b102"/>
    <ds:schemaRef ds:uri="http://purl.org/dc/dcmitype/"/>
    <ds:schemaRef ds:uri="http://schemas.microsoft.com/office/infopath/2007/PartnerControls"/>
    <ds:schemaRef ds:uri="http://purl.org/dc/terms/"/>
    <ds:schemaRef ds:uri="http://purl.org/dc/elements/1.1/"/>
    <ds:schemaRef ds:uri="http://schemas.openxmlformats.org/package/2006/metadata/core-properties"/>
    <ds:schemaRef ds:uri="484bbf3a-33cc-4cbe-8ce2-0ccc6fd65326"/>
  </ds:schemaRefs>
</ds:datastoreItem>
</file>

<file path=customXml/itemProps3.xml><?xml version="1.0" encoding="utf-8"?>
<ds:datastoreItem xmlns:ds="http://schemas.openxmlformats.org/officeDocument/2006/customXml" ds:itemID="{CDFBE955-EBBF-441B-94AE-DC551CE167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a9e197-d112-4abb-aa0c-4ed035d690a3"/>
    <ds:schemaRef ds:uri="5d4c14f1-5e26-4315-944b-e10ebb29e5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50476</TotalTime>
  <Application>XLSX_Editor/6.2.8.2$Windows_x86 LibreOffice_project/</Application>
  <Words>1094</Words>
  <Paragraphs>159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2021-11-18T07:49:57Z</dcterms:created>
  <dc:creator>Julia Gutschmidt</dc:creator>
  <dc:description/>
  <dc:language>en-IN</dc:language>
  <cp:lastModifiedBy/>
  <dcterms:modified xsi:type="dcterms:W3CDTF">2024-06-24T18:00:13Z</dcterms:modified>
  <cp:revision>170</cp:revision>
  <dc:subject/>
  <dc:title>Willkommen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ntentTypeId">
    <vt:lpwstr>0x010100B7C64748B88E4F4A81E78C320064AA18</vt:lpwstr>
  </property>
  <property fmtid="{D5CDD505-2E9C-101B-9397-08002B2CF9AE}" pid="4" name="HiddenSlides">
    <vt:i4>3</vt:i4>
  </property>
  <property fmtid="{D5CDD505-2E9C-101B-9397-08002B2CF9AE}" pid="5" name="HyperlinksChanged">
    <vt:bool>0</vt:bool>
  </property>
  <property fmtid="{D5CDD505-2E9C-101B-9397-08002B2CF9AE}" pid="6" name="LinksUpToDate">
    <vt:bool>0</vt:bool>
  </property>
  <property fmtid="{D5CDD505-2E9C-101B-9397-08002B2CF9AE}" pid="7" name="MMClips">
    <vt:i4>0</vt:i4>
  </property>
  <property fmtid="{D5CDD505-2E9C-101B-9397-08002B2CF9AE}" pid="8" name="Notes">
    <vt:i4>1</vt:i4>
  </property>
  <property fmtid="{D5CDD505-2E9C-101B-9397-08002B2CF9AE}" pid="9" name="PresentationFormat">
    <vt:lpwstr>Widescreen</vt:lpwstr>
  </property>
  <property fmtid="{D5CDD505-2E9C-101B-9397-08002B2CF9AE}" pid="10" name="ScaleCrop">
    <vt:bool>0</vt:bool>
  </property>
  <property fmtid="{D5CDD505-2E9C-101B-9397-08002B2CF9AE}" pid="11" name="ShareDoc">
    <vt:bool>0</vt:bool>
  </property>
  <property fmtid="{D5CDD505-2E9C-101B-9397-08002B2CF9AE}" pid="12" name="Slides">
    <vt:i4>17</vt:i4>
  </property>
</Properties>
</file>